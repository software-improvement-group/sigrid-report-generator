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940C5A8B-3159-3F4C-9145-F487B01D4890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B85E7B4C-828E-7D4D-8D4C-217455A2B32D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239A2A4C-066E-6240-A352-717097756FE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PORTFOLIO_PERIOD_MAINT_CHANGE_SHORT_SUMMARY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253</cp:revision>
  <cp:lastPrinted>2020-04-20T09:37:43Z</cp:lastPrinted>
  <dcterms:created xsi:type="dcterms:W3CDTF">2025-10-22T11:22:13Z</dcterms:created>
  <dcterms:modified xsi:type="dcterms:W3CDTF">2026-05-26T10:18:47Z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