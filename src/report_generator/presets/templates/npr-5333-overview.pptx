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1"/>
  </p:notesMasterIdLst>
  <p:handoutMasterIdLst>
    <p:handoutMasterId r:id="rId22"/>
  </p:handoutMasterIdLst>
  <p:sldIdLst>
    <p:sldId id="1973" r:id="rId6"/>
    <p:sldId id="11378" r:id="rId7"/>
    <p:sldId id="11371" r:id="rId8"/>
    <p:sldId id="1824" r:id="rId9"/>
    <p:sldId id="11379" r:id="rId10"/>
    <p:sldId id="11374" r:id="rId11"/>
    <p:sldId id="11380" r:id="rId12"/>
    <p:sldId id="11376" r:id="rId13"/>
    <p:sldId id="11381" r:id="rId14"/>
    <p:sldId id="11377" r:id="rId15"/>
    <p:sldId id="11383" r:id="rId16"/>
    <p:sldId id="11382" r:id="rId17"/>
    <p:sldId id="11384" r:id="rId18"/>
    <p:sldId id="11385" r:id="rId19"/>
    <p:sldId id="1138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BB233322-A0C1-634B-85DA-3411D558690D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7D4E0D6-E4BD-2E42-873E-FDB0E6FCF6E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49929560-6C7A-974A-AF94-9BDE5B0ABF2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4721845"/>
              </p:ext>
            </p:extLst>
          </p:nvPr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/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/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/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18540</TotalTime>
  <Words>918</Words>
  <Application>Microsoft Macintosh PowerPoint</Application>
  <PresentationFormat>Widescreen</PresentationFormat>
  <Paragraphs>448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246</cp:revision>
  <cp:lastPrinted>2020-04-20T09:37:43Z</cp:lastPrinted>
  <dcterms:created xsi:type="dcterms:W3CDTF">2025-10-22T11:22:13Z</dcterms:created>
  <dcterms:modified xsi:type="dcterms:W3CDTF">2026-05-26T09:27:08Z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