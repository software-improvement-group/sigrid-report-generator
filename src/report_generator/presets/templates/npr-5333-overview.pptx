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4D2E6DF1-AFB1-1649-84E7-568D224B5BC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6796192D-B38C-9649-8B69-91AC191CEE6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3C88A22B-A902-7544-B32A-D1702587DDA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8437298" y="6161551"/>
            <a:ext cx="375470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counting acute risks if no objective is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F447B1-9296-E93E-DCF0-D6693A05243F}"/>
              </a:ext>
            </a:extLst>
          </p:cNvPr>
          <p:cNvSpPr txBox="1"/>
          <p:nvPr/>
        </p:nvSpPr>
        <p:spPr>
          <a:xfrm>
            <a:off x="8437298" y="6161551"/>
            <a:ext cx="375470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counting acute risks if no objective is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18600</TotalTime>
  <Words>1162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255</cp:revision>
  <cp:lastPrinted>2020-04-20T09:37:43Z</cp:lastPrinted>
  <dcterms:created xsi:type="dcterms:W3CDTF">2025-10-22T11:22:13Z</dcterms:created>
  <dcterms:modified xsi:type="dcterms:W3CDTF">2026-05-26T11:53:43Z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