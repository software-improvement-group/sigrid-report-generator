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561" r:id="rId5"/>
    <p:sldId id="10721" r:id="rId6"/>
    <p:sldId id="10723" r:id="rId7"/>
    <p:sldId id="597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089F"/>
    <a:srgbClr val="E78E17"/>
    <a:srgbClr val="910813"/>
    <a:srgbClr val="CF4731"/>
    <a:srgbClr val="EBC937"/>
    <a:srgbClr val="DB4A3D"/>
    <a:srgbClr val="1E354B"/>
    <a:srgbClr val="57C967"/>
    <a:srgbClr val="F9C640"/>
    <a:srgbClr val="1E36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32094BA-3324-E44C-AFE3-01F0E8F31A48}" v="69" dt="2024-01-12T19:24:27.5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6327"/>
  </p:normalViewPr>
  <p:slideViewPr>
    <p:cSldViewPr snapToGrid="0" snapToObjects="1" showGuides="1">
      <p:cViewPr>
        <p:scale>
          <a:sx n="97" d="100"/>
          <a:sy n="97" d="100"/>
        </p:scale>
        <p:origin x="1608" y="7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8" d="100"/>
        <a:sy n="38" d="100"/>
      </p:scale>
      <p:origin x="0" y="0"/>
    </p:cViewPr>
  </p:sorterViewPr>
  <p:notesViewPr>
    <p:cSldViewPr snapToGrid="0" snapToObjects="1">
      <p:cViewPr varScale="1">
        <p:scale>
          <a:sx n="163" d="100"/>
          <a:sy n="163" d="100"/>
        </p:scale>
        <p:origin x="6728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8/6/25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8/6/25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</a:t>
            </a:r>
          </a:p>
        </p:txBody>
      </p: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 dirty="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 dirty="0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dirty="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Insert a picture here. </a:t>
            </a:r>
            <a:br>
              <a:rPr lang="en-US" dirty="0"/>
            </a:br>
            <a:r>
              <a:rPr lang="en-US" dirty="0"/>
              <a:t>The picture will be cropped to placeholder size.</a:t>
            </a:r>
            <a:br>
              <a:rPr lang="en-US" dirty="0"/>
            </a:br>
            <a:r>
              <a:rPr lang="en-US" dirty="0"/>
              <a:t>The position can be set via picture settings.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 i="0">
                <a:solidFill>
                  <a:schemeClr val="bg1"/>
                </a:solidFill>
                <a:latin typeface="Calibri" panose="020F0502020204030204" pitchFamily="34" charset="0"/>
              </a:defRPr>
            </a:lvl1pPr>
          </a:lstStyle>
          <a:p>
            <a:pPr lvl="0"/>
            <a:r>
              <a:rPr lang="en-US" dirty="0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 dirty="0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 dirty="0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slide title</a:t>
            </a:r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 dirty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dirty="0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 dirty="0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 dirty="0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 dirty="0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 dirty="0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 dirty="0"/>
              <a:t>Insert key slide message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E3D95FD-87E1-8242-936D-A016724AAC60}"/>
              </a:ext>
            </a:extLst>
          </p:cNvPr>
          <p:cNvGrpSpPr/>
          <p:nvPr userDrawn="1"/>
        </p:nvGrpSpPr>
        <p:grpSpPr>
          <a:xfrm>
            <a:off x="340066" y="1737023"/>
            <a:ext cx="5561970" cy="1324829"/>
            <a:chOff x="340066" y="1721909"/>
            <a:chExt cx="5561970" cy="1324829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5D59DCD9-95CA-2849-8561-B2216ED23288}"/>
                </a:ext>
              </a:extLst>
            </p:cNvPr>
            <p:cNvSpPr/>
            <p:nvPr/>
          </p:nvSpPr>
          <p:spPr>
            <a:xfrm>
              <a:off x="340066" y="2357792"/>
              <a:ext cx="5405506" cy="688946"/>
            </a:xfrm>
            <a:prstGeom prst="ellipse">
              <a:avLst/>
            </a:prstGeom>
            <a:solidFill>
              <a:srgbClr val="000000">
                <a:alpha val="25000"/>
              </a:srgbClr>
            </a:solidFill>
            <a:ln>
              <a:noFill/>
            </a:ln>
            <a:effectLst>
              <a:softEdge rad="26670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6731D74-9128-1544-855C-A1FEBA1CA2CF}"/>
                </a:ext>
              </a:extLst>
            </p:cNvPr>
            <p:cNvSpPr/>
            <p:nvPr/>
          </p:nvSpPr>
          <p:spPr>
            <a:xfrm>
              <a:off x="429915" y="1721909"/>
              <a:ext cx="5472121" cy="972886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429915" y="1364824"/>
            <a:ext cx="4469780" cy="357085"/>
          </a:xfrm>
          <a:prstGeom prst="rect">
            <a:avLst/>
          </a:prstGeom>
          <a:solidFill>
            <a:schemeClr val="accent1"/>
          </a:solidFill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1" dirty="0">
                <a:solidFill>
                  <a:schemeClr val="bg1"/>
                </a:solidFill>
              </a:rPr>
              <a:t>Risks in external dependencies</a:t>
            </a:r>
            <a:r>
              <a:rPr lang="en-US" sz="1600" b="0" dirty="0">
                <a:solidFill>
                  <a:schemeClr val="bg1"/>
                </a:solidFill>
              </a:rPr>
              <a:t> – System overview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B90D4AFC-98E5-0C4A-9707-F2559B9A97DC}"/>
              </a:ext>
            </a:extLst>
          </p:cNvPr>
          <p:cNvSpPr txBox="1">
            <a:spLocks/>
          </p:cNvSpPr>
          <p:nvPr userDrawn="1"/>
        </p:nvSpPr>
        <p:spPr>
          <a:xfrm>
            <a:off x="1204383" y="1831229"/>
            <a:ext cx="3695312" cy="26210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70000" indent="-270000" algn="l" defTabSz="274638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TheSans B4 SemiLight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540000" indent="-270000" algn="l" defTabSz="457200" rtl="0" eaLnBrk="1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>
                <a:schemeClr val="accent2"/>
              </a:buClr>
              <a:buFont typeface="Arial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10000" marR="0" indent="-270000" algn="l" defTabSz="457200" rtl="0" eaLnBrk="1" fontAlgn="auto" latinLnBrk="0" hangingPunct="1">
              <a:lnSpc>
                <a:spcPts val="2400"/>
              </a:lnSpc>
              <a:spcBef>
                <a:spcPts val="0"/>
              </a:spcBef>
              <a:spcAft>
                <a:spcPts val="567"/>
              </a:spcAft>
              <a:buClrTx/>
              <a:buSzTx/>
              <a:buFont typeface="Lucida Grande"/>
              <a:buChar char="-"/>
              <a:tabLst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41400" indent="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None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70000" indent="-228600" algn="l" defTabSz="457200" rtl="0" eaLnBrk="1" latinLnBrk="0" hangingPunct="1">
              <a:lnSpc>
                <a:spcPts val="2400"/>
              </a:lnSpc>
              <a:spcBef>
                <a:spcPts val="0"/>
              </a:spcBef>
              <a:buClr>
                <a:schemeClr val="accent2"/>
              </a:buClr>
              <a:buFont typeface="Lucida Grande"/>
              <a:buChar char="&gt;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GB" sz="1400" b="1" dirty="0">
                <a:solidFill>
                  <a:schemeClr val="accent1"/>
                </a:solidFill>
                <a:latin typeface="Calibri Regular"/>
              </a:rPr>
              <a:t>Risk categories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533868" y="2164896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61038" y="2243219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0395" y="2241262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373046" y="2164896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50436" y="2236451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206995" y="2164896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35071" y="2240877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5040951" y="2164896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529948" y="1793444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0">
                <a:schemeClr val="bg2">
                  <a:alpha val="25000"/>
                </a:schemeClr>
              </a:gs>
              <a:gs pos="100000">
                <a:schemeClr val="bg2">
                  <a:alpha val="0"/>
                </a:schemeClr>
              </a:gs>
            </a:gsLst>
            <a:lin ang="2700000" scaled="0"/>
          </a:gradFill>
          <a:ln w="9525">
            <a:solidFill>
              <a:schemeClr val="bg2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29948" y="2082563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bg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bg2"/>
              </a:solidFill>
              <a:cs typeface="TheSansMono M5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7CD0235-CB15-C949-BCBD-9E062FB24F3A}"/>
              </a:ext>
            </a:extLst>
          </p:cNvPr>
          <p:cNvSpPr/>
          <p:nvPr userDrawn="1"/>
        </p:nvSpPr>
        <p:spPr>
          <a:xfrm>
            <a:off x="6116295" y="730293"/>
            <a:ext cx="6075705" cy="612770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accent1"/>
              </a:solidFill>
            </a:endParaRP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 userDrawn="1">
            <p:ph sz="quarter" idx="13" hasCustomPrompt="1"/>
          </p:nvPr>
        </p:nvSpPr>
        <p:spPr>
          <a:xfrm>
            <a:off x="6420006" y="1368000"/>
            <a:ext cx="5326793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7149" y="1816783"/>
            <a:ext cx="83510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22570" y="1816783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51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180072" y="1816783"/>
            <a:ext cx="760514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98590" y="1816783"/>
            <a:ext cx="776867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696774" y="2159781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63674" y="2238104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685476" y="1811668"/>
            <a:ext cx="734436" cy="265112"/>
          </a:xfrm>
        </p:spPr>
        <p:txBody>
          <a:bodyPr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bg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46E4A2-084F-9B55-1A76-59A9E48860A4}"/>
              </a:ext>
            </a:extLst>
          </p:cNvPr>
          <p:cNvSpPr txBox="1"/>
          <p:nvPr userDrawn="1"/>
        </p:nvSpPr>
        <p:spPr>
          <a:xfrm>
            <a:off x="-143206" y="5881381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lumMod val="60000"/>
                    <a:lumOff val="40000"/>
                    <a:alpha val="50000"/>
                  </a:schemeClr>
                </a:solidFill>
              </a:rPr>
              <a:t>Number of dependencies: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748B4A-7DD2-00DB-AD86-FD93B244FC19}"/>
              </a:ext>
            </a:extLst>
          </p:cNvPr>
          <p:cNvGrpSpPr/>
          <p:nvPr userDrawn="1"/>
        </p:nvGrpSpPr>
        <p:grpSpPr>
          <a:xfrm>
            <a:off x="184167" y="2938848"/>
            <a:ext cx="2176758" cy="478914"/>
            <a:chOff x="184167" y="2938848"/>
            <a:chExt cx="2176758" cy="478914"/>
          </a:xfrm>
        </p:grpSpPr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FD8BF416-6FD7-D2A6-2D79-58E7A1832B0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32325" y="3145777"/>
              <a:ext cx="228600" cy="228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FA3170-93BB-C32C-D469-8D7B377640BD}"/>
                </a:ext>
              </a:extLst>
            </p:cNvPr>
            <p:cNvSpPr txBox="1"/>
            <p:nvPr userDrawn="1"/>
          </p:nvSpPr>
          <p:spPr>
            <a:xfrm>
              <a:off x="184167" y="2938848"/>
              <a:ext cx="1930982" cy="4789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8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vulnerability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DD96C8-3ACF-1DFF-CF73-0AF5F066614E}"/>
              </a:ext>
            </a:extLst>
          </p:cNvPr>
          <p:cNvGrpSpPr/>
          <p:nvPr userDrawn="1"/>
        </p:nvGrpSpPr>
        <p:grpSpPr>
          <a:xfrm>
            <a:off x="1016807" y="3564280"/>
            <a:ext cx="1344118" cy="423514"/>
            <a:chOff x="1016807" y="3564280"/>
            <a:chExt cx="1344118" cy="423514"/>
          </a:xfrm>
        </p:grpSpPr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D59CE77-F471-DC75-C135-1DA00EA336B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32325" y="3703034"/>
              <a:ext cx="228600" cy="22860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AB1C286-E53F-9CE4-4C64-B0026A68614C}"/>
                </a:ext>
              </a:extLst>
            </p:cNvPr>
            <p:cNvSpPr txBox="1"/>
            <p:nvPr userDrawn="1"/>
          </p:nvSpPr>
          <p:spPr>
            <a:xfrm>
              <a:off x="1016807" y="3564280"/>
              <a:ext cx="1098342" cy="423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50000"/>
                </a:lnSpc>
              </a:pPr>
              <a:r>
                <a:rPr lang="en-US" sz="1600" b="1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legal </a:t>
              </a:r>
              <a:r>
                <a:rPr lang="en-US" sz="160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3B04AA6-0170-8ABA-260D-D0032728A162}"/>
              </a:ext>
            </a:extLst>
          </p:cNvPr>
          <p:cNvGrpSpPr/>
          <p:nvPr userDrawn="1"/>
        </p:nvGrpSpPr>
        <p:grpSpPr>
          <a:xfrm>
            <a:off x="283779" y="4213198"/>
            <a:ext cx="2077146" cy="276999"/>
            <a:chOff x="283779" y="4213198"/>
            <a:chExt cx="2077146" cy="276999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54275B3F-AB3B-D0D7-E66A-918FA53CB7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32325" y="4260843"/>
              <a:ext cx="228600" cy="2286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AED634E-2496-806E-376D-3C44D5DAEAD1}"/>
                </a:ext>
              </a:extLst>
            </p:cNvPr>
            <p:cNvSpPr txBox="1"/>
            <p:nvPr userDrawn="1"/>
          </p:nvSpPr>
          <p:spPr>
            <a:xfrm>
              <a:off x="283779" y="4213198"/>
              <a:ext cx="18313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freshness risk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93FE0FE-23FE-D4C7-7966-960B2D6BD3D4}"/>
              </a:ext>
            </a:extLst>
          </p:cNvPr>
          <p:cNvGrpSpPr/>
          <p:nvPr userDrawn="1"/>
        </p:nvGrpSpPr>
        <p:grpSpPr>
          <a:xfrm>
            <a:off x="763256" y="4628191"/>
            <a:ext cx="1597669" cy="307777"/>
            <a:chOff x="763256" y="4610126"/>
            <a:chExt cx="1597669" cy="307777"/>
          </a:xfrm>
        </p:grpSpPr>
        <p:pic>
          <p:nvPicPr>
            <p:cNvPr id="40" name="Graphic 39">
              <a:extLst>
                <a:ext uri="{FF2B5EF4-FFF2-40B4-BE49-F238E27FC236}">
                  <a16:creationId xmlns:a16="http://schemas.microsoft.com/office/drawing/2014/main" id="{A884E1D2-68C4-CC99-6761-4E51BA139A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132325" y="4671752"/>
              <a:ext cx="228600" cy="22860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B637B0B-B9F7-C45A-A2CD-E4236903CA44}"/>
                </a:ext>
              </a:extLst>
            </p:cNvPr>
            <p:cNvSpPr txBox="1"/>
            <p:nvPr userDrawn="1"/>
          </p:nvSpPr>
          <p:spPr>
            <a:xfrm>
              <a:off x="763256" y="4610126"/>
              <a:ext cx="135189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stability</a:t>
              </a:r>
              <a:r>
                <a:rPr lang="en-US" sz="14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 </a:t>
              </a: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risk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DDEE55D-85C5-F1E0-82C9-656E14C98A45}"/>
              </a:ext>
            </a:extLst>
          </p:cNvPr>
          <p:cNvGrpSpPr/>
          <p:nvPr userDrawn="1"/>
        </p:nvGrpSpPr>
        <p:grpSpPr>
          <a:xfrm>
            <a:off x="632049" y="5073962"/>
            <a:ext cx="1728876" cy="276999"/>
            <a:chOff x="632049" y="5033912"/>
            <a:chExt cx="1728876" cy="276999"/>
          </a:xfrm>
        </p:grpSpPr>
        <p:pic>
          <p:nvPicPr>
            <p:cNvPr id="49" name="Graphic 48">
              <a:extLst>
                <a:ext uri="{FF2B5EF4-FFF2-40B4-BE49-F238E27FC236}">
                  <a16:creationId xmlns:a16="http://schemas.microsoft.com/office/drawing/2014/main" id="{638CBB33-3CAC-D4D4-95F0-E601E9651F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132325" y="5075030"/>
              <a:ext cx="228600" cy="228600"/>
            </a:xfrm>
            <a:prstGeom prst="rect">
              <a:avLst/>
            </a:prstGeom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EBE0748-E831-C177-8482-1AD9D7C8020A}"/>
                </a:ext>
              </a:extLst>
            </p:cNvPr>
            <p:cNvSpPr txBox="1"/>
            <p:nvPr userDrawn="1"/>
          </p:nvSpPr>
          <p:spPr>
            <a:xfrm>
              <a:off x="632049" y="5033912"/>
              <a:ext cx="148310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management risk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82F96D4F-7882-8E1E-059F-CF281133C60A}"/>
              </a:ext>
            </a:extLst>
          </p:cNvPr>
          <p:cNvGrpSpPr/>
          <p:nvPr userDrawn="1"/>
        </p:nvGrpSpPr>
        <p:grpSpPr>
          <a:xfrm>
            <a:off x="708077" y="5488955"/>
            <a:ext cx="1652848" cy="276999"/>
            <a:chOff x="708077" y="5488955"/>
            <a:chExt cx="1652848" cy="276999"/>
          </a:xfrm>
        </p:grpSpPr>
        <p:pic>
          <p:nvPicPr>
            <p:cNvPr id="59" name="Graphic 58">
              <a:extLst>
                <a:ext uri="{FF2B5EF4-FFF2-40B4-BE49-F238E27FC236}">
                  <a16:creationId xmlns:a16="http://schemas.microsoft.com/office/drawing/2014/main" id="{1A99E526-2AFE-852A-F382-C92035CEFB7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lum bright="100000"/>
              <a:alphaModFix amt="80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132325" y="5517723"/>
              <a:ext cx="228600" cy="228600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4638D2F-CAB2-BA06-872A-ED7C6CD060EB}"/>
                </a:ext>
              </a:extLst>
            </p:cNvPr>
            <p:cNvSpPr txBox="1"/>
            <p:nvPr userDrawn="1"/>
          </p:nvSpPr>
          <p:spPr>
            <a:xfrm>
              <a:off x="708077" y="5488955"/>
              <a:ext cx="140707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>
                <a:lnSpc>
                  <a:spcPct val="100000"/>
                </a:lnSpc>
              </a:pPr>
              <a:r>
                <a:rPr lang="en-US" sz="1200" b="0" dirty="0">
                  <a:solidFill>
                    <a:schemeClr val="tx1">
                      <a:lumMod val="40000"/>
                      <a:lumOff val="60000"/>
                    </a:schemeClr>
                  </a:solidFill>
                </a:rPr>
                <a:t>activity risk</a:t>
              </a:r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DA66A356-888B-5B88-7541-A81781B37E16}"/>
              </a:ext>
            </a:extLst>
          </p:cNvPr>
          <p:cNvSpPr txBox="1"/>
          <p:nvPr userDrawn="1"/>
        </p:nvSpPr>
        <p:spPr>
          <a:xfrm>
            <a:off x="1972649" y="2655839"/>
            <a:ext cx="1152452" cy="28943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NL" sz="1200" b="1" i="0" dirty="0">
                <a:solidFill>
                  <a:srgbClr val="C1C7CF"/>
                </a:solidFill>
              </a:rPr>
              <a:t>Risk categories</a:t>
            </a:r>
          </a:p>
        </p:txBody>
      </p:sp>
    </p:spTree>
    <p:extLst>
      <p:ext uri="{BB962C8B-B14F-4D97-AF65-F5344CB8AC3E}">
        <p14:creationId xmlns:p14="http://schemas.microsoft.com/office/powerpoint/2010/main" val="784851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hyperlink" Target="https://wiki.sig.eu/confluence/x/JoDbC" TargetMode="Externa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 dirty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dirty="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21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 dirty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 dirty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  <a:endParaRPr lang="en-US" sz="1000" b="1" i="0" dirty="0">
              <a:solidFill>
                <a:schemeClr val="bg1"/>
              </a:solidFill>
              <a:latin typeface="Calibri 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 dirty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 dirty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662" r:id="rId2"/>
    <p:sldLayoutId id="2147483673" r:id="rId3"/>
    <p:sldLayoutId id="2147483713" r:id="rId4"/>
    <p:sldLayoutId id="2147483714" r:id="rId5"/>
    <p:sldLayoutId id="2147483668" r:id="rId6"/>
    <p:sldLayoutId id="2147483720" r:id="rId7"/>
    <p:sldLayoutId id="2147483719" r:id="rId8"/>
    <p:sldLayoutId id="2147483661" r:id="rId9"/>
    <p:sldLayoutId id="2147483664" r:id="rId10"/>
    <p:sldLayoutId id="2147483692" r:id="rId11"/>
    <p:sldLayoutId id="2147483693" r:id="rId12"/>
    <p:sldLayoutId id="2147483690" r:id="rId13"/>
    <p:sldLayoutId id="2147483691" r:id="rId14"/>
    <p:sldLayoutId id="2147483697" r:id="rId15"/>
    <p:sldLayoutId id="2147483715" r:id="rId16"/>
    <p:sldLayoutId id="2147483717" r:id="rId17"/>
    <p:sldLayoutId id="2147483704" r:id="rId18"/>
    <p:sldLayoutId id="214748372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C553A6-C217-8C4D-9A6D-8D0D48D4D7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Quality Report on </a:t>
            </a:r>
            <a:r>
              <a:rPr lang="en-US" dirty="0" err="1"/>
              <a:t>SYSTEM_NAME</a:t>
            </a:r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FE993F-25A4-CA1C-44DD-67230D2F26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FC6248-201F-1144-8C5C-E4B4C27EF42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3636000" y="4119279"/>
            <a:ext cx="1450572" cy="215444"/>
          </a:xfrm>
        </p:spPr>
        <p:txBody>
          <a:bodyPr>
            <a:normAutofit fontScale="40000" lnSpcReduction="20000"/>
          </a:bodyPr>
          <a:lstStyle/>
          <a:p>
            <a:r>
              <a:rPr lang="en-US" dirty="0"/>
              <a:t>Software Improvement Group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EB27F3-0AC4-E148-A0B1-7E0851BF0D3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 err="1"/>
              <a:t>REPORT_DATE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D10CA19-199D-DB48-2F97-A61E7A0CD1A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4629355" y="6536558"/>
            <a:ext cx="2391680" cy="247948"/>
          </a:xfrm>
        </p:spPr>
        <p:txBody>
          <a:bodyPr>
            <a:normAutofit fontScale="62500" lnSpcReduction="20000"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9166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651B2-5EA3-6357-504E-42CA686F1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4214F55-87AB-4503-AC82-2BC95B208C8E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72C7AE-2076-5997-4EAB-D22E042653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8BE65D2-3460-4C7C-16F9-3BE88017BB6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03F1AD-18C8-77BE-1E79-3C2B6F237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69D6EAF-E8FD-D3A3-7829-CED7DB0F871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EBC282C-8055-7AD8-3590-C3FE9E42BC3E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27AED06-01F1-DBA0-E565-9BE6814AD2AD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57E767-91E7-AE70-64BF-A19D315FFCBE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DD72B3E-4CC8-AB73-8F64-62397F5281E4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39C6A333-EB76-E157-FD1F-1871A4A662AA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939D2136-9129-DFF7-4566-2C400BB96138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EC40C890-EBDC-F8D6-6D8E-09D4D0DE0E18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0DD1692-51CA-E1A6-81C3-BF0C2701CD71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88246287-07F3-D9C9-8557-70B0343C337B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9F29A67-9741-A809-2E85-0BC201DB14BE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657D40A-DB4A-2C4A-053E-F08C7747990E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49E0176-0A8A-63EA-FD74-DF199DA37561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5E5ABA4-107A-63FA-B053-46543AAFABAA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A66209-FDAA-1800-F29B-C995792130D1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D9C6992-A11F-E48D-7BC9-0F3A8B4F2206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D5257F9D-A1EF-3657-2F03-349BDB3AB728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EE0FC60-4BEC-117D-43BD-FAF458086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CD0596EA-3804-1B0D-B056-FFB0EFE2179D}"/>
              </a:ext>
            </a:extLst>
          </p:cNvPr>
          <p:cNvSpPr txBox="1"/>
          <p:nvPr/>
        </p:nvSpPr>
        <p:spPr>
          <a:xfrm>
            <a:off x="10385792" y="10898"/>
            <a:ext cx="869297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DDMMYYYY</a:t>
            </a:r>
            <a:endParaRPr lang="nl-NL" sz="1050" b="1" noProof="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C0DAE1E-9C80-B69F-C5B2-2FF402E7ECD3}"/>
              </a:ext>
            </a:extLst>
          </p:cNvPr>
          <p:cNvSpPr txBox="1"/>
          <p:nvPr/>
        </p:nvSpPr>
        <p:spPr>
          <a:xfrm>
            <a:off x="11305651" y="10898"/>
            <a:ext cx="869297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DDMMYYYY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2B2F9C2-9C05-8500-6B07-CE52749A027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B0060EC7-3956-2900-208B-A6D695F1CCCB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8FFC8C0A-4B8E-5310-C9AC-4C7DC0939C2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EB9298-CC53-FB86-C9E1-155A21BE3F38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E26DF9C6-5F0F-E895-D5C1-F25034229E15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948E409E-8257-1F8A-3328-2A7CD42B8688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944010CC-0A05-59F4-732A-CD9ABEB6D481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C2B36CB-D689-645C-D228-AD02B6458F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35C89F2-B477-3176-2469-71E3807A1A6B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INTERVAL_PORTFOLIO_MAINTAINABILITY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0A53FF-D71D-3D67-50B4-FAA3AE4114DC}"/>
              </a:ext>
            </a:extLst>
          </p:cNvPr>
          <p:cNvSpPr txBox="1"/>
          <p:nvPr/>
        </p:nvSpPr>
        <p:spPr>
          <a:xfrm>
            <a:off x="2643466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4670BD4-8D94-ED0B-FFED-B8139631ED27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086AE49-2782-41F7-D7F9-7750BD9CBBC8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46" name="Rounded Rectangle 45">
              <a:extLst>
                <a:ext uri="{FF2B5EF4-FFF2-40B4-BE49-F238E27FC236}">
                  <a16:creationId xmlns:a16="http://schemas.microsoft.com/office/drawing/2014/main" id="{15D418FF-2745-DC77-45E2-412627D233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2000A49-DE6B-BF60-E1B8-122031AB6998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BC902B2E-66DA-BBCB-A017-354DB7B57212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BF0F54E8-CD51-CB07-352E-5F1DBF64711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790328B-BB2E-30DC-0542-914BB46E325B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80A97732-F50A-35C4-8B9D-AEABCAACDFB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BD07014-1C94-5A5C-19F6-7FE5F04B96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3ED18638-10AA-4FB8-6C3A-51EB2F97F772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8066157F-CAC0-89E5-CE60-632450B3C5E5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B07C9750-174E-6C20-52D1-8FC59DE8118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D5EAC22-A0CB-275B-C62C-60A3D44054A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D1121EA-A56F-C53F-C342-F187FA80A5BE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58" name="Rounded Rectangle 57">
              <a:extLst>
                <a:ext uri="{FF2B5EF4-FFF2-40B4-BE49-F238E27FC236}">
                  <a16:creationId xmlns:a16="http://schemas.microsoft.com/office/drawing/2014/main" id="{6B67F0A4-241C-B69C-5C66-73CC0E2A69B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558166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47711-2F95-8D02-EF61-9DFDAFBAA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D508E6A-8D1D-AB1F-259E-339FCAE0BA97}"/>
              </a:ext>
            </a:extLst>
          </p:cNvPr>
          <p:cNvSpPr/>
          <p:nvPr/>
        </p:nvSpPr>
        <p:spPr>
          <a:xfrm flipH="1">
            <a:off x="0" y="1368000"/>
            <a:ext cx="12192000" cy="1658842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7F47A6-2E30-A3A2-1FA6-ADC44FB6A7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66B300-1C90-2F6C-DB67-3C596EBEC4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</a:t>
            </a:r>
            <a:r>
              <a:rPr lang="en-US" dirty="0">
                <a:solidFill>
                  <a:schemeClr val="accent3"/>
                </a:solidFill>
              </a:rPr>
              <a:t>Maintainability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9C93C0-DAC7-2BC6-6231-8EDFB3938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@@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5ACD4F1-D304-8D5E-8BF8-58711FD1521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4800" y="1368000"/>
            <a:ext cx="11232000" cy="1658842"/>
          </a:xfrm>
        </p:spPr>
        <p:txBody>
          <a:bodyPr anchor="ctr"/>
          <a:lstStyle/>
          <a:p>
            <a:pPr marL="0" indent="0">
              <a:buNone/>
            </a:pPr>
            <a:r>
              <a:rPr lang="en-US" sz="1400" noProof="0" dirty="0"/>
              <a:t>@@</a:t>
            </a:r>
            <a:endParaRPr lang="en-US" sz="1200" noProof="0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7D26347-FC43-BACE-9980-199D72DFEA57}"/>
              </a:ext>
            </a:extLst>
          </p:cNvPr>
          <p:cNvSpPr/>
          <p:nvPr/>
        </p:nvSpPr>
        <p:spPr>
          <a:xfrm>
            <a:off x="-270313" y="3154680"/>
            <a:ext cx="9725209" cy="3163320"/>
          </a:xfrm>
          <a:prstGeom prst="roundRect">
            <a:avLst>
              <a:gd name="adj" fmla="val 3161"/>
            </a:avLst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1C10223-DCE0-5F70-C5C9-161E26AB1F6F}"/>
              </a:ext>
            </a:extLst>
          </p:cNvPr>
          <p:cNvSpPr/>
          <p:nvPr/>
        </p:nvSpPr>
        <p:spPr>
          <a:xfrm flipH="1">
            <a:off x="9619488" y="3154680"/>
            <a:ext cx="2724912" cy="3163320"/>
          </a:xfrm>
          <a:prstGeom prst="roundRect">
            <a:avLst>
              <a:gd name="adj" fmla="val 4851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EA940A4-7B9F-E6FA-1DA1-61E3E0AC074A}"/>
              </a:ext>
            </a:extLst>
          </p:cNvPr>
          <p:cNvSpPr txBox="1"/>
          <p:nvPr/>
        </p:nvSpPr>
        <p:spPr>
          <a:xfrm>
            <a:off x="-1221448" y="4419492"/>
            <a:ext cx="628847" cy="63344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3.12”</a:t>
            </a:r>
          </a:p>
          <a:p>
            <a:pPr algn="l">
              <a:lnSpc>
                <a:spcPct val="113000"/>
              </a:lnSpc>
            </a:pPr>
            <a:r>
              <a:rPr lang="en-US" sz="1600" dirty="0">
                <a:solidFill>
                  <a:schemeClr val="tx2"/>
                </a:solidFill>
              </a:rPr>
              <a:t>9.57"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21CDA381-07E7-2A5F-39FC-6CD823027E12}"/>
              </a:ext>
            </a:extLst>
          </p:cNvPr>
          <p:cNvSpPr/>
          <p:nvPr/>
        </p:nvSpPr>
        <p:spPr>
          <a:xfrm>
            <a:off x="9777184" y="4883651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B7CA0860-0E4F-BE2B-DC36-21DCF1901124}"/>
              </a:ext>
            </a:extLst>
          </p:cNvPr>
          <p:cNvSpPr/>
          <p:nvPr/>
        </p:nvSpPr>
        <p:spPr>
          <a:xfrm>
            <a:off x="9777184" y="4464888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E30F198E-D53A-B895-7449-D48895DE465C}"/>
              </a:ext>
            </a:extLst>
          </p:cNvPr>
          <p:cNvSpPr/>
          <p:nvPr/>
        </p:nvSpPr>
        <p:spPr>
          <a:xfrm>
            <a:off x="9777184" y="4046125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63BEA591-92CD-6410-9177-AAADAD5BA152}"/>
              </a:ext>
            </a:extLst>
          </p:cNvPr>
          <p:cNvSpPr/>
          <p:nvPr/>
        </p:nvSpPr>
        <p:spPr>
          <a:xfrm>
            <a:off x="9777184" y="3627362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F9C640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313EB585-C202-E84B-DCD7-0785E2BBEE5E}"/>
              </a:ext>
            </a:extLst>
          </p:cNvPr>
          <p:cNvSpPr/>
          <p:nvPr/>
        </p:nvSpPr>
        <p:spPr>
          <a:xfrm>
            <a:off x="9777184" y="5721177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0A71916B-2C50-AAF9-E985-6B565A1F2570}"/>
              </a:ext>
            </a:extLst>
          </p:cNvPr>
          <p:cNvSpPr/>
          <p:nvPr/>
        </p:nvSpPr>
        <p:spPr>
          <a:xfrm>
            <a:off x="9777184" y="5302414"/>
            <a:ext cx="2573808" cy="326727"/>
          </a:xfrm>
          <a:prstGeom prst="roundRect">
            <a:avLst>
              <a:gd name="adj" fmla="val 31904"/>
            </a:avLst>
          </a:prstGeom>
          <a:gradFill>
            <a:gsLst>
              <a:gs pos="0">
                <a:srgbClr val="57C968"/>
              </a:gs>
              <a:gs pos="25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9728" tIns="72000" rIns="108000" bIns="72000" rtlCol="0" anchor="ctr"/>
          <a:lstStyle/>
          <a:p>
            <a:r>
              <a:rPr lang="nl-NL" sz="1000" b="1" noProof="0" dirty="0">
                <a:solidFill>
                  <a:schemeClr val="accent1"/>
                </a:solidFill>
              </a:rPr>
              <a:t>@@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C97D32-DEA1-D7BC-FF30-0CA6E31ABA5F}"/>
              </a:ext>
            </a:extLst>
          </p:cNvPr>
          <p:cNvSpPr txBox="1"/>
          <p:nvPr/>
        </p:nvSpPr>
        <p:spPr>
          <a:xfrm>
            <a:off x="11186130" y="4921755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48554DF-F124-812D-CFB2-CCBCCC5C754B}"/>
              </a:ext>
            </a:extLst>
          </p:cNvPr>
          <p:cNvSpPr txBox="1"/>
          <p:nvPr/>
        </p:nvSpPr>
        <p:spPr>
          <a:xfrm>
            <a:off x="11186130" y="4502992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7C85D2-5CA0-7C6B-C837-52C97A3F1FE5}"/>
              </a:ext>
            </a:extLst>
          </p:cNvPr>
          <p:cNvSpPr txBox="1"/>
          <p:nvPr/>
        </p:nvSpPr>
        <p:spPr>
          <a:xfrm>
            <a:off x="11186130" y="5759281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249F0FC-8FFE-6494-C53B-F171CD58F625}"/>
              </a:ext>
            </a:extLst>
          </p:cNvPr>
          <p:cNvSpPr txBox="1"/>
          <p:nvPr/>
        </p:nvSpPr>
        <p:spPr>
          <a:xfrm>
            <a:off x="11186130" y="5340518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C30671-CB14-EFAE-2144-B7D5D92464F4}"/>
              </a:ext>
            </a:extLst>
          </p:cNvPr>
          <p:cNvSpPr txBox="1"/>
          <p:nvPr/>
        </p:nvSpPr>
        <p:spPr>
          <a:xfrm>
            <a:off x="11186130" y="4084229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D451C5-E76B-3719-C382-7D6FEBB6F620}"/>
              </a:ext>
            </a:extLst>
          </p:cNvPr>
          <p:cNvSpPr txBox="1"/>
          <p:nvPr/>
        </p:nvSpPr>
        <p:spPr>
          <a:xfrm>
            <a:off x="11186130" y="3665466"/>
            <a:ext cx="991126" cy="25051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000" b="1" dirty="0" err="1">
                <a:solidFill>
                  <a:schemeClr val="tx2"/>
                </a:solidFill>
                <a:latin typeface="Sigsterren" pitchFamily="2" charset="0"/>
              </a:rPr>
              <a:t>HHHHH</a:t>
            </a:r>
            <a:r>
              <a:rPr lang="en-US" sz="1000" b="1" dirty="0">
                <a:solidFill>
                  <a:schemeClr val="tx2"/>
                </a:solidFill>
                <a:latin typeface="Sigsterren" pitchFamily="2" charset="0"/>
              </a:rPr>
              <a:t> 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000" b="1" dirty="0" err="1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X.X</a:t>
            </a:r>
            <a:r>
              <a:rPr lang="en-US" sz="1000" b="1" dirty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60" name="Triangle 59">
            <a:extLst>
              <a:ext uri="{FF2B5EF4-FFF2-40B4-BE49-F238E27FC236}">
                <a16:creationId xmlns:a16="http://schemas.microsoft.com/office/drawing/2014/main" id="{FA533D47-095D-5ADF-4AAD-018B57D09AE7}"/>
              </a:ext>
            </a:extLst>
          </p:cNvPr>
          <p:cNvSpPr/>
          <p:nvPr/>
        </p:nvSpPr>
        <p:spPr>
          <a:xfrm rot="5400000">
            <a:off x="11223517" y="97630"/>
            <a:ext cx="113704" cy="91353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>
              <a:solidFill>
                <a:schemeClr val="bg1"/>
              </a:solidFill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E3B8BDA8-5F9C-3D34-74B6-695698823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7839" y="52613"/>
            <a:ext cx="203103" cy="17263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3264ABFF-287B-3DE5-2110-A761434FAA9E}"/>
              </a:ext>
            </a:extLst>
          </p:cNvPr>
          <p:cNvSpPr txBox="1"/>
          <p:nvPr/>
        </p:nvSpPr>
        <p:spPr>
          <a:xfrm>
            <a:off x="10385792" y="10898"/>
            <a:ext cx="869297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nl-NL" sz="1050" b="1" dirty="0" err="1">
                <a:solidFill>
                  <a:schemeClr val="bg1">
                    <a:lumMod val="75000"/>
                  </a:schemeClr>
                </a:solidFill>
              </a:rPr>
              <a:t>DDMMYYYY</a:t>
            </a:r>
            <a:endParaRPr lang="nl-NL" sz="1050" b="1" noProof="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C8EDE4F-62F9-B2A2-E4E1-BA4AAA907AA8}"/>
              </a:ext>
            </a:extLst>
          </p:cNvPr>
          <p:cNvSpPr txBox="1"/>
          <p:nvPr/>
        </p:nvSpPr>
        <p:spPr>
          <a:xfrm>
            <a:off x="11305651" y="10898"/>
            <a:ext cx="869297" cy="26481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nl-NL" sz="1050" b="1" dirty="0" err="1">
                <a:solidFill>
                  <a:schemeClr val="tx2"/>
                </a:solidFill>
              </a:rPr>
              <a:t>DDMMYYYY</a:t>
            </a:r>
            <a:endParaRPr lang="nl-NL" sz="1050" b="1" noProof="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6F2CA785-4B4F-E913-38BB-70B02DFBF3BC}"/>
              </a:ext>
            </a:extLst>
          </p:cNvPr>
          <p:cNvGrpSpPr>
            <a:grpSpLocks noChangeAspect="1"/>
          </p:cNvGrpSpPr>
          <p:nvPr/>
        </p:nvGrpSpPr>
        <p:grpSpPr>
          <a:xfrm>
            <a:off x="-392105" y="2517185"/>
            <a:ext cx="98115" cy="92576"/>
            <a:chOff x="-331054" y="2564812"/>
            <a:chExt cx="141517" cy="133528"/>
          </a:xfrm>
          <a:solidFill>
            <a:srgbClr val="57C968"/>
          </a:solidFill>
        </p:grpSpPr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8D4579EA-D1D8-B5DC-36DE-B9D4F20F83F1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6" name="Triangle 65">
              <a:extLst>
                <a:ext uri="{FF2B5EF4-FFF2-40B4-BE49-F238E27FC236}">
                  <a16:creationId xmlns:a16="http://schemas.microsoft.com/office/drawing/2014/main" id="{53E641D5-003A-3B1A-6159-9CF8191D0903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A5DD955-EE69-A07B-0FAE-D1F1D06E2FF5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-392106" y="2948284"/>
            <a:ext cx="98115" cy="92576"/>
            <a:chOff x="-331054" y="2564812"/>
            <a:chExt cx="141517" cy="133528"/>
          </a:xfrm>
          <a:solidFill>
            <a:srgbClr val="FFC000"/>
          </a:solidFill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BBB7BB32-7795-2534-56C3-721ECD146A83}"/>
                </a:ext>
              </a:extLst>
            </p:cNvPr>
            <p:cNvSpPr/>
            <p:nvPr/>
          </p:nvSpPr>
          <p:spPr>
            <a:xfrm>
              <a:off x="-331054" y="2564812"/>
              <a:ext cx="141517" cy="82436"/>
            </a:xfrm>
            <a:custGeom>
              <a:avLst/>
              <a:gdLst>
                <a:gd name="connsiteX0" fmla="*/ 70759 w 141517"/>
                <a:gd name="connsiteY0" fmla="*/ 0 h 82436"/>
                <a:gd name="connsiteX1" fmla="*/ 141517 w 141517"/>
                <a:gd name="connsiteY1" fmla="*/ 82436 h 82436"/>
                <a:gd name="connsiteX2" fmla="*/ 111805 w 141517"/>
                <a:gd name="connsiteY2" fmla="*/ 82436 h 82436"/>
                <a:gd name="connsiteX3" fmla="*/ 70759 w 141517"/>
                <a:gd name="connsiteY3" fmla="*/ 34616 h 82436"/>
                <a:gd name="connsiteX4" fmla="*/ 29713 w 141517"/>
                <a:gd name="connsiteY4" fmla="*/ 82436 h 82436"/>
                <a:gd name="connsiteX5" fmla="*/ 0 w 141517"/>
                <a:gd name="connsiteY5" fmla="*/ 82436 h 8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1517" h="82436">
                  <a:moveTo>
                    <a:pt x="70759" y="0"/>
                  </a:moveTo>
                  <a:lnTo>
                    <a:pt x="141517" y="82436"/>
                  </a:lnTo>
                  <a:lnTo>
                    <a:pt x="111805" y="82436"/>
                  </a:lnTo>
                  <a:lnTo>
                    <a:pt x="70759" y="34616"/>
                  </a:lnTo>
                  <a:lnTo>
                    <a:pt x="29713" y="82436"/>
                  </a:lnTo>
                  <a:lnTo>
                    <a:pt x="0" y="8243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9" name="Triangle 68">
              <a:extLst>
                <a:ext uri="{FF2B5EF4-FFF2-40B4-BE49-F238E27FC236}">
                  <a16:creationId xmlns:a16="http://schemas.microsoft.com/office/drawing/2014/main" id="{1F5C76BE-C791-3518-F04A-4DC87236073E}"/>
                </a:ext>
              </a:extLst>
            </p:cNvPr>
            <p:cNvSpPr/>
            <p:nvPr/>
          </p:nvSpPr>
          <p:spPr>
            <a:xfrm>
              <a:off x="-331054" y="2615904"/>
              <a:ext cx="141517" cy="82436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72" name="TextBox 71">
            <a:extLst>
              <a:ext uri="{FF2B5EF4-FFF2-40B4-BE49-F238E27FC236}">
                <a16:creationId xmlns:a16="http://schemas.microsoft.com/office/drawing/2014/main" id="{159F00D2-0FAA-97EB-7004-A0C689B5EF82}"/>
              </a:ext>
            </a:extLst>
          </p:cNvPr>
          <p:cNvSpPr txBox="1"/>
          <p:nvPr/>
        </p:nvSpPr>
        <p:spPr>
          <a:xfrm>
            <a:off x="9777184" y="3305030"/>
            <a:ext cx="579667" cy="322332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400" b="1" dirty="0">
                <a:solidFill>
                  <a:schemeClr val="tx2"/>
                </a:solidFill>
              </a:rPr>
              <a:t>Team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3F9EAC3-8018-153F-61E8-066A263206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38256" y="6071736"/>
            <a:ext cx="371130" cy="20655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C77118A-7FE6-2744-6CB5-CE5588900C71}"/>
              </a:ext>
            </a:extLst>
          </p:cNvPr>
          <p:cNvSpPr/>
          <p:nvPr/>
        </p:nvSpPr>
        <p:spPr>
          <a:xfrm>
            <a:off x="512064" y="3200400"/>
            <a:ext cx="8750808" cy="2843784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 err="1">
                <a:solidFill>
                  <a:schemeClr val="bg1"/>
                </a:solidFill>
              </a:rPr>
              <a:t>INTERVAL_PORTFOLIO_TEST_CODE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86087A-1562-6F9F-A7EE-D50063A83A35}"/>
              </a:ext>
            </a:extLst>
          </p:cNvPr>
          <p:cNvSpPr txBox="1"/>
          <p:nvPr/>
        </p:nvSpPr>
        <p:spPr>
          <a:xfrm>
            <a:off x="2899580" y="60547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accent3"/>
                </a:solidFill>
              </a:rPr>
              <a:t>Systems grouped by </a:t>
            </a:r>
            <a:r>
              <a:rPr lang="en-US" sz="800" b="1" dirty="0">
                <a:solidFill>
                  <a:schemeClr val="accent3"/>
                </a:solidFill>
              </a:rPr>
              <a:t>Team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58F6506-BA78-16D7-8F52-64E2D7234BF0}"/>
              </a:ext>
            </a:extLst>
          </p:cNvPr>
          <p:cNvGrpSpPr/>
          <p:nvPr/>
        </p:nvGrpSpPr>
        <p:grpSpPr>
          <a:xfrm>
            <a:off x="512064" y="6117354"/>
            <a:ext cx="273482" cy="98617"/>
            <a:chOff x="586253" y="6116391"/>
            <a:chExt cx="273482" cy="98617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5EBDDDB-95D4-0512-C3B5-DDDDBB6AC14E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71" name="Rounded Rectangle 70">
              <a:extLst>
                <a:ext uri="{FF2B5EF4-FFF2-40B4-BE49-F238E27FC236}">
                  <a16:creationId xmlns:a16="http://schemas.microsoft.com/office/drawing/2014/main" id="{8C6A02D5-900B-5DC5-1C44-06658418797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C0403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AC1574B-EFC8-DEBE-3AEA-1AE5FE83F3D7}"/>
              </a:ext>
            </a:extLst>
          </p:cNvPr>
          <p:cNvGrpSpPr/>
          <p:nvPr/>
        </p:nvGrpSpPr>
        <p:grpSpPr>
          <a:xfrm>
            <a:off x="877767" y="6117354"/>
            <a:ext cx="408134" cy="98617"/>
            <a:chOff x="961765" y="6117353"/>
            <a:chExt cx="408134" cy="9861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311C860-DB1A-1DCA-B9DC-AAFBDE61E8DA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2E885490-8379-983E-86C3-56DB50E030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EF981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9CD63C20-9B7B-97B8-B602-F58429F14ADD}"/>
              </a:ext>
            </a:extLst>
          </p:cNvPr>
          <p:cNvGrpSpPr/>
          <p:nvPr/>
        </p:nvGrpSpPr>
        <p:grpSpPr>
          <a:xfrm>
            <a:off x="1378122" y="6117354"/>
            <a:ext cx="446606" cy="98617"/>
            <a:chOff x="1114165" y="6269753"/>
            <a:chExt cx="446606" cy="9861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CB502513-4155-2B38-101F-C327B56033B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78" name="Rounded Rectangle 77">
              <a:extLst>
                <a:ext uri="{FF2B5EF4-FFF2-40B4-BE49-F238E27FC236}">
                  <a16:creationId xmlns:a16="http://schemas.microsoft.com/office/drawing/2014/main" id="{34A284FE-34F5-0EE7-2680-9DDF4CBB535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9C64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2A682FE-D437-6828-1087-A1DF2E9370CC}"/>
              </a:ext>
            </a:extLst>
          </p:cNvPr>
          <p:cNvGrpSpPr/>
          <p:nvPr/>
        </p:nvGrpSpPr>
        <p:grpSpPr>
          <a:xfrm>
            <a:off x="1916949" y="6117354"/>
            <a:ext cx="485078" cy="98617"/>
            <a:chOff x="1114165" y="6269753"/>
            <a:chExt cx="485078" cy="98617"/>
          </a:xfrm>
        </p:grpSpPr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AC967DAC-7419-D227-9FB5-136030FD729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24F9B8A7-407D-1AAF-6F4E-114693419D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57C9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1AB6347-CC9A-9BE4-4BAE-0AA60C2CF95C}"/>
              </a:ext>
            </a:extLst>
          </p:cNvPr>
          <p:cNvGrpSpPr/>
          <p:nvPr/>
        </p:nvGrpSpPr>
        <p:grpSpPr>
          <a:xfrm>
            <a:off x="2494246" y="6117354"/>
            <a:ext cx="350426" cy="98617"/>
            <a:chOff x="1114165" y="6269753"/>
            <a:chExt cx="350426" cy="98617"/>
          </a:xfrm>
        </p:grpSpPr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8C432BC6-5457-8E38-BD36-E3E40333CF85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EA10911F-0395-F155-209F-57254B95F6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2C963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9019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23090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70928F0-D7CA-4732-B7F3-1F945720D0A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B629362-CF15-4610-8FAC-A8E699942233}">
  <ds:schemaRefs>
    <ds:schemaRef ds:uri="http://schemas.microsoft.com/office/2006/documentManagement/types"/>
    <ds:schemaRef ds:uri="http://purl.org/dc/elements/1.1/"/>
    <ds:schemaRef ds:uri="bc8ba18a-4a58-4ad2-bfc0-6516af8e7dc2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fa937df2-abe2-4d38-b5f4-c228acba3827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06E6923A-C221-4753-B75B-BA213EEB7564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22850</TotalTime>
  <Words>174</Words>
  <Application>Microsoft Macintosh PowerPoint</Application>
  <PresentationFormat>Widescreen</PresentationFormat>
  <Paragraphs>59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3" baseType="lpstr">
      <vt:lpstr>Arial</vt:lpstr>
      <vt:lpstr>Calibri</vt:lpstr>
      <vt:lpstr>Calibri Bold</vt:lpstr>
      <vt:lpstr>Calibri Light</vt:lpstr>
      <vt:lpstr>Calibri Regular</vt:lpstr>
      <vt:lpstr>Sigsterren</vt:lpstr>
      <vt:lpstr>TheSansMono M5</vt:lpstr>
      <vt:lpstr>Wingdings</vt:lpstr>
      <vt:lpstr>Office Theme</vt:lpstr>
      <vt:lpstr>PowerPoint Presentation</vt:lpstr>
      <vt:lpstr>@@</vt:lpstr>
      <vt:lpstr>@@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Thomas Kovac</cp:lastModifiedBy>
  <cp:revision>129</cp:revision>
  <cp:lastPrinted>2020-07-02T15:41:27Z</cp:lastPrinted>
  <dcterms:created xsi:type="dcterms:W3CDTF">2024-01-03T15:04:34Z</dcterms:created>
  <dcterms:modified xsi:type="dcterms:W3CDTF">2025-08-06T11:00:10Z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