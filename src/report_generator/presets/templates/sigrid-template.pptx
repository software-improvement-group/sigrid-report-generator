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8" r:id="rId18"/>
    <p:sldId id="10727" r:id="rId19"/>
    <p:sldId id="10726" r:id="rId20"/>
    <p:sldId id="10723" r:id="rId21"/>
    <p:sldId id="59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DCA2"/>
    <a:srgbClr val="E79088"/>
    <a:srgbClr val="57C969"/>
    <a:srgbClr val="F7F9F8"/>
    <a:srgbClr val="DC4A3D"/>
    <a:srgbClr val="F0089F"/>
    <a:srgbClr val="E78E17"/>
    <a:srgbClr val="910813"/>
    <a:srgbClr val="CF4731"/>
    <a:srgbClr val="EBC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64"/>
    <p:restoredTop sz="96327"/>
  </p:normalViewPr>
  <p:slideViewPr>
    <p:cSldViewPr snapToGrid="0" snapToObjects="1" showGuides="1">
      <p:cViewPr>
        <p:scale>
          <a:sx n="100" d="100"/>
          <a:sy n="100" d="100"/>
        </p:scale>
        <p:origin x="128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A1498DF-7C02-B183-B78D-C458BCD32FDC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C9632B6-F9D1-F384-41B4-528EA345C515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3843F98-5552-F249-15FC-915A5DD2B3A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AFCFC8-6780-C3CF-0AFE-C28A9D1462E6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FCE2CC5-2CF9-9538-8D61-0BD4B74475D0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63C28A4-A24D-2082-0456-41BCE8D4070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9D25F0C-935C-F459-01EB-727B921D4669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D485807-6F5D-5A24-D787-AA03F0A92284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CEFABB-E1D5-DFD1-40E4-722DA0AFDD35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EED059-C35B-30FB-216D-512052D0D647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4D9CB3-5679-F28D-FDD2-2E348A50D937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FE8365-B5FB-7907-3DD9-E01FD55B4B4E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CB82B0-D9B4-F3A1-C8D5-3B5C3ED98FE8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DF5BA5-0058-7FE9-D0AB-60E0DA268B78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4A5C37A-0A7F-F523-7D1F-D3CDCCE0AF1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2681A2A-D48A-7D45-09C1-DF712BC5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E08760A-8484-48C1-CB6E-D8435415390D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71E0BEF-A934-E57C-D6AA-D9A39E9BA2A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B4993B0-C574-1A0C-D2CC-601F9A81624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2046A2AD-8B2F-9F91-38E9-693651680A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9B65C6B-8B79-6E62-4E92-AAA9B9C460B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484B3FD-FF0C-A3DF-1F66-2F211858D6A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EB27BC39-4A7E-FD5B-9709-BE7E9679DD1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897F31D-CA5A-7192-8289-A08702399B1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27BB7F0-3643-9FFC-0DC9-10F85BE4FE6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AAE21101-175A-55DC-43FB-66EB38068E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08ED80E-3C0A-1305-A82E-5A6A5F2148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724DD9C-4498-BDBF-D550-CD5BFAFB944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0C61241F-CCB1-DA71-4D2B-5453293279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E546F09-32A9-F3EC-B92C-062BC866C320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82ACFC0-E430-DE80-02D2-87BE9F92063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B04AB406-F121-B87F-E22D-C5E38B6AB5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90033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70609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</p:spTree>
    <p:extLst>
      <p:ext uri="{BB962C8B-B14F-4D97-AF65-F5344CB8AC3E}">
        <p14:creationId xmlns:p14="http://schemas.microsoft.com/office/powerpoint/2010/main" val="3074526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C5160-5E71-1D75-1843-505E782ADE9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D1D7D0-E508-4E54-4F9E-1F87491FCD21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D6C4DB3-A694-6654-C46A-6A30201BAC2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C8341F-BE21-35A0-B63A-B7CAA7D8AA7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FAE859-4F19-CCAA-8231-8F233ACDBF22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070C8A8-5F70-7685-B7B9-DECC513B03C7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AC7EC1D-51A2-8BD1-7F7E-89632221EAF7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3849591-B68A-EEAB-67F2-23F5BAB43709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30E64A-029D-BE57-A4F4-11697BEC61F3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17BF85-BAAA-2D29-537D-299AAEC0D2A5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4E70D7-B616-9354-E43A-19C4E8220C5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FCDF86-1BFE-F1DD-09A6-0DDEAED0EA7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4A05E3-5F07-17A7-A878-E3A1F3F83F3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67FA3-FEEE-A226-4B36-FB0C331951E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BEB0E91-753E-DE0D-1DF6-13AAA357C45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0529EB5-7D61-96B4-768B-08F6BF3B9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FA8CC6E-79D0-779A-4057-FF94D4182B43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23245</TotalTime>
  <Words>741</Words>
  <Application>Microsoft Macintosh PowerPoint</Application>
  <PresentationFormat>Widescreen</PresentationFormat>
  <Paragraphs>225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143</cp:revision>
  <cp:lastPrinted>2020-07-02T15:41:27Z</cp:lastPrinted>
  <dcterms:created xsi:type="dcterms:W3CDTF">2024-01-03T15:04:34Z</dcterms:created>
  <dcterms:modified xsi:type="dcterms:W3CDTF">2025-08-09T12:22:57Z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