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561" r:id="rId5"/>
    <p:sldId id="10721" r:id="rId6"/>
    <p:sldId id="10723" r:id="rId7"/>
    <p:sldId id="10722" r:id="rId8"/>
    <p:sldId id="59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089F"/>
    <a:srgbClr val="E78E17"/>
    <a:srgbClr val="910813"/>
    <a:srgbClr val="CF4731"/>
    <a:srgbClr val="EBC937"/>
    <a:srgbClr val="DB4A3D"/>
    <a:srgbClr val="1E354B"/>
    <a:srgbClr val="57C967"/>
    <a:srgbClr val="F9C640"/>
    <a:srgbClr val="1E36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6327"/>
  </p:normalViewPr>
  <p:slideViewPr>
    <p:cSldViewPr snapToGrid="0" snapToObjects="1" showGuides="1">
      <p:cViewPr>
        <p:scale>
          <a:sx n="400" d="100"/>
          <a:sy n="400" d="100"/>
        </p:scale>
        <p:origin x="-624" y="-115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hyperlink" Target="https://wiki.sig.eu/confluence/x/JoDbC" TargetMode="Externa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Quality Report on </a:t>
            </a:r>
            <a:r>
              <a:rPr lang="en-US" dirty="0" err="1"/>
              <a:t>SYSTEM_NAME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REPORT_DATE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651B2-5EA3-6357-504E-42CA686F1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4214F55-87AB-4503-AC82-2BC95B208C8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72C7AE-2076-5997-4EAB-D22E042653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8BE65D2-3460-4C7C-16F9-3BE88017BB6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03F1AD-18C8-77BE-1E79-3C2B6F237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5371E-84E5-F7D9-2E92-78DA0190B3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Confidential</a:t>
            </a:r>
            <a:endParaRPr lang="en-US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69D6EAF-E8FD-D3A3-7829-CED7DB0F871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EBC282C-8055-7AD8-3590-C3FE9E42BC3E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27AED06-01F1-DBA0-E565-9BE6814AD2AD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57E767-91E7-AE70-64BF-A19D315FFCB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DD72B3E-4CC8-AB73-8F64-62397F5281E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9C6A333-EB76-E157-FD1F-1871A4A662AA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939D2136-9129-DFF7-4566-2C400BB96138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EC40C890-EBDC-F8D6-6D8E-09D4D0DE0E18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0DD1692-51CA-E1A6-81C3-BF0C2701CD71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88246287-07F3-D9C9-8557-70B0343C337B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9F29A67-9741-A809-2E85-0BC201DB14BE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57D40A-DB4A-2C4A-053E-F08C7747990E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9E0176-0A8A-63EA-FD74-DF199DA37561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5E5ABA4-107A-63FA-B053-46543AAFABAA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A66209-FDAA-1800-F29B-C995792130D1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D9C6992-A11F-E48D-7BC9-0F3A8B4F2206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D5257F9D-A1EF-3657-2F03-349BDB3AB728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EE0FC60-4BEC-117D-43BD-FAF458086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CD0596EA-3804-1B0D-B056-FFB0EFE2179D}"/>
              </a:ext>
            </a:extLst>
          </p:cNvPr>
          <p:cNvSpPr txBox="1"/>
          <p:nvPr/>
        </p:nvSpPr>
        <p:spPr>
          <a:xfrm>
            <a:off x="10385792" y="10898"/>
            <a:ext cx="869297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DDMMYYYY</a:t>
            </a:r>
            <a:endParaRPr lang="nl-NL" sz="1050" b="1" noProof="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C0DAE1E-9C80-B69F-C5B2-2FF402E7ECD3}"/>
              </a:ext>
            </a:extLst>
          </p:cNvPr>
          <p:cNvSpPr txBox="1"/>
          <p:nvPr/>
        </p:nvSpPr>
        <p:spPr>
          <a:xfrm>
            <a:off x="11305651" y="10898"/>
            <a:ext cx="869297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DDMMYYYY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2B2F9C2-9C05-8500-6B07-CE52749A027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0060EC7-3956-2900-208B-A6D695F1CCCB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FFC8C0A-4B8E-5310-C9AC-4C7DC0939C2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EB9298-CC53-FB86-C9E1-155A21BE3F3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E26DF9C6-5F0F-E895-D5C1-F25034229E15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948E409E-8257-1F8A-3328-2A7CD42B868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944010CC-0A05-59F4-732A-CD9ABEB6D481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6EDCDD-87F3-96CE-A560-5B1AFA017C6C}"/>
              </a:ext>
            </a:extLst>
          </p:cNvPr>
          <p:cNvSpPr txBox="1"/>
          <p:nvPr/>
        </p:nvSpPr>
        <p:spPr>
          <a:xfrm>
            <a:off x="5667804" y="-487693"/>
            <a:ext cx="3555738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INTERVAL_</a:t>
            </a:r>
            <a:r>
              <a:rPr lang="en-US" sz="1600">
                <a:solidFill>
                  <a:schemeClr val="tx2"/>
                </a:solidFill>
              </a:rPr>
              <a:t>PORTFOLIO_qw:</a:t>
            </a:r>
            <a:r>
              <a:rPr lang="en-US" sz="1600" dirty="0">
                <a:solidFill>
                  <a:schemeClr val="tx2"/>
                </a:solidFill>
              </a:rPr>
              <a:t>0.56:3.5:9.57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C2B36CB-D689-645C-D228-AD02B6458F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370DE3-A78F-42E4-002C-0542C31CED92}"/>
              </a:ext>
            </a:extLst>
          </p:cNvPr>
          <p:cNvSpPr txBox="1"/>
          <p:nvPr/>
        </p:nvSpPr>
        <p:spPr>
          <a:xfrm>
            <a:off x="5789382" y="-826903"/>
            <a:ext cx="399816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INTERVAL_PORTFOLIO</a:t>
            </a:r>
            <a:r>
              <a:rPr lang="en-US" sz="1600" dirty="0">
                <a:solidFill>
                  <a:schemeClr val="tx2"/>
                </a:solidFill>
              </a:rPr>
              <a:t>_@@MAINTAINABILITY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5C89F2-B477-3176-2469-71E3807A1A6B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INTERVAL_PORTFOLIO_MAINTAINABILITY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0A53FF-D71D-3D67-50B4-FAA3AE4114D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4670BD4-8D94-ED0B-FFED-B8139631ED27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086AE49-2782-41F7-D7F9-7750BD9CBBC8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15D418FF-2745-DC77-45E2-412627D233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2000A49-DE6B-BF60-E1B8-122031AB699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C902B2E-66DA-BBCB-A017-354DB7B5721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BF0F54E8-CD51-CB07-352E-5F1DBF6471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790328B-BB2E-30DC-0542-914BB46E325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0A97732-F50A-35C4-8B9D-AEABCAACDFB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BD07014-1C94-5A5C-19F6-7FE5F04B96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ED18638-10AA-4FB8-6C3A-51EB2F97F77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066157F-CAC0-89E5-CE60-632450B3C5E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B07C9750-174E-6C20-52D1-8FC59DE811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D5EAC22-A0CB-275B-C62C-60A3D44054A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D1121EA-A56F-C53F-C342-F187FA80A5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6B67F0A4-241C-B69C-5C66-73CC0E2A69B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558166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47711-2F95-8D02-EF61-9DFDAFBAA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D508E6A-8D1D-AB1F-259E-339FCAE0BA97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7F47A6-2E30-A3A2-1FA6-ADC44FB6A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66B300-1C90-2F6C-DB67-3C596EBEC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9C93C0-DAC7-2BC6-6231-8EDFB3938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67BF57-5E4C-ADD6-A093-1222F27C8F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Confidential</a:t>
            </a:r>
            <a:endParaRPr lang="en-US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ACD4F1-D304-8D5E-8BF8-58711FD1521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7D26347-FC43-BACE-9980-199D72DFEA57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1C10223-DCE0-5F70-C5C9-161E26AB1F6F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A940A4-7B9F-E6FA-1DA1-61E3E0AC074A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21CDA381-07E7-2A5F-39FC-6CD823027E1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B7CA0860-0E4F-BE2B-DC36-21DCF190112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30F198E-D53A-B895-7449-D48895DE465C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63BEA591-92CD-6410-9177-AAADAD5BA152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313EB585-C202-E84B-DCD7-0785E2BBEE5E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A71916B-2C50-AAF9-E985-6B565A1F2570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C97D32-DEA1-D7BC-FF30-0CA6E31ABA5F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8554DF-F124-812D-CFB2-CCBCCC5C754B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7C85D2-5CA0-7C6B-C837-52C97A3F1FE5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49F0FC-8FFE-6494-C53B-F171CD58F625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C30671-CB14-EFAE-2144-B7D5D92464F4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D451C5-E76B-3719-C382-7D6FEBB6F620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FA533D47-095D-5ADF-4AAD-018B57D09AE7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3B8BDA8-5F9C-3D34-74B6-695698823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3264ABFF-287B-3DE5-2110-A761434FAA9E}"/>
              </a:ext>
            </a:extLst>
          </p:cNvPr>
          <p:cNvSpPr txBox="1"/>
          <p:nvPr/>
        </p:nvSpPr>
        <p:spPr>
          <a:xfrm>
            <a:off x="10385792" y="10898"/>
            <a:ext cx="869297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DDMMYYYY</a:t>
            </a:r>
            <a:endParaRPr lang="nl-NL" sz="1050" b="1" noProof="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8EDE4F-62F9-B2A2-E4E1-BA4AAA907AA8}"/>
              </a:ext>
            </a:extLst>
          </p:cNvPr>
          <p:cNvSpPr txBox="1"/>
          <p:nvPr/>
        </p:nvSpPr>
        <p:spPr>
          <a:xfrm>
            <a:off x="11305651" y="10898"/>
            <a:ext cx="869297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DDMMYYYY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F2CA785-4B4F-E913-38BB-70B02DFBF3B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8D4579EA-D1D8-B5DC-36DE-B9D4F20F83F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3E641D5-003A-3B1A-6159-9CF8191D090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A5DD955-EE69-A07B-0FAE-D1F1D06E2FF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BBB7BB32-7795-2534-56C3-721ECD146A8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F5C76BE-C791-3518-F04A-4DC87236073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159F00D2-0FAA-97EB-7004-A0C689B5EF82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616722-EA5F-210A-3814-9A28A10700CB}"/>
              </a:ext>
            </a:extLst>
          </p:cNvPr>
          <p:cNvSpPr txBox="1"/>
          <p:nvPr/>
        </p:nvSpPr>
        <p:spPr>
          <a:xfrm>
            <a:off x="5667804" y="-487693"/>
            <a:ext cx="3555738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INTERVAL_</a:t>
            </a:r>
            <a:r>
              <a:rPr lang="en-US" sz="1600">
                <a:solidFill>
                  <a:schemeClr val="tx2"/>
                </a:solidFill>
              </a:rPr>
              <a:t>PORTFOLIO_qw:</a:t>
            </a:r>
            <a:r>
              <a:rPr lang="en-US" sz="1600" dirty="0">
                <a:solidFill>
                  <a:schemeClr val="tx2"/>
                </a:solidFill>
              </a:rPr>
              <a:t>0.56:3.5:9.57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3F9EAC3-8018-153F-61E8-066A263206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2DB1B1D-379C-04B0-0B18-91F9890851D3}"/>
              </a:ext>
            </a:extLst>
          </p:cNvPr>
          <p:cNvSpPr txBox="1"/>
          <p:nvPr/>
        </p:nvSpPr>
        <p:spPr>
          <a:xfrm>
            <a:off x="5789382" y="-826903"/>
            <a:ext cx="399816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INTERVAL_PORTFOLIO</a:t>
            </a:r>
            <a:r>
              <a:rPr lang="en-US" sz="1600" dirty="0">
                <a:solidFill>
                  <a:schemeClr val="tx2"/>
                </a:solidFill>
              </a:rPr>
              <a:t>_@@MAINTAINABILITY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77118A-7FE6-2744-6CB5-CE5588900C71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INTERVAL_PORTFOLIO_TEST_CODE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86087A-1562-6F9F-A7EE-D50063A83A35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58F6506-BA78-16D7-8F52-64E2D7234BF0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5EBDDDB-95D4-0512-C3B5-DDDDBB6AC14E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71" name="Rounded Rectangle 70">
              <a:extLst>
                <a:ext uri="{FF2B5EF4-FFF2-40B4-BE49-F238E27FC236}">
                  <a16:creationId xmlns:a16="http://schemas.microsoft.com/office/drawing/2014/main" id="{8C6A02D5-900B-5DC5-1C44-0665841879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AC1574B-EFC8-DEBE-3AEA-1AE5FE83F3D7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311C860-DB1A-1DCA-B9DC-AAFBDE61E8DA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2E885490-8379-983E-86C3-56DB50E030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9CD63C20-9B7B-97B8-B602-F58429F14AD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B502513-4155-2B38-101F-C327B56033B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78" name="Rounded Rectangle 77">
              <a:extLst>
                <a:ext uri="{FF2B5EF4-FFF2-40B4-BE49-F238E27FC236}">
                  <a16:creationId xmlns:a16="http://schemas.microsoft.com/office/drawing/2014/main" id="{34A284FE-34F5-0EE7-2680-9DDF4CBB535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2A682FE-D437-6828-1087-A1DF2E9370CC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C967DAC-7419-D227-9FB5-136030FD729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24F9B8A7-407D-1AAF-6F4E-114693419D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1AB6347-CC9A-9BE4-4BAE-0AA60C2CF95C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C432BC6-5457-8E38-BD36-E3E40333CF85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EA10911F-0395-F155-209F-57254B95F6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9019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2DE67-C3B6-775F-E083-4DFD2BDCF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EBEB44A-F671-CCD9-0C79-4D80FBE01CA0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B210FA-31AC-8E13-E8A9-3DBD24EB7A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35BD12-D69D-9356-E41D-9668BC4391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A9C917-33F0-CABB-50DA-DB9337711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CB9E00-4653-5F3C-61DF-0D977ABC25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Confidential</a:t>
            </a:r>
            <a:endParaRPr lang="en-US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FF57A37-49DC-DF38-2B61-28A80A02DA5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6161A60-3D4A-607F-5C44-BC23A1DDF4F0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125B257-7832-71C5-DD8C-221A7BBB2CDC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D13BB87-6858-10C5-603D-08B2307C1908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7B815996-6C63-D443-AAC0-AA07D79A096B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C8F9AE3D-B5D9-40CE-E48F-AE0F52DB42D8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BEA72712-55E6-EE17-DB0B-AE08FD16B865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C32BAB89-6CCC-D163-39B5-3D540A188429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1B8F9163-1629-ECF6-F602-2D933703975E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1EBA573D-E7CD-B1E6-9DF9-5208174F68A5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76C2DB-1877-788E-DC88-4A4AF6641028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F1E2848-E3BE-739A-464A-13901B3DA94E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3001FE0-86C6-A42C-B3F0-E12C9A11E258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D24E266-72AC-E9A5-8874-6CF0F66B6FF8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546E0E8-6C73-C139-70FE-9B139D1299AB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A47BA20-DFCA-D693-AE9A-6445666EECF2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F95464F5-7D1F-48C9-9EEF-CDB9C2AF2E96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7BC24C15-E233-6ACF-1FEA-8EAE97B74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E7B750E-8A6C-EC7F-4178-D2F44A3E057E}"/>
              </a:ext>
            </a:extLst>
          </p:cNvPr>
          <p:cNvSpPr txBox="1"/>
          <p:nvPr/>
        </p:nvSpPr>
        <p:spPr>
          <a:xfrm>
            <a:off x="10385792" y="10898"/>
            <a:ext cx="869297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DDMMYYYY</a:t>
            </a:r>
            <a:endParaRPr lang="nl-NL" sz="1050" b="1" noProof="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1AB6851-33F7-6EC5-7B7B-CB66A34240F5}"/>
              </a:ext>
            </a:extLst>
          </p:cNvPr>
          <p:cNvSpPr txBox="1"/>
          <p:nvPr/>
        </p:nvSpPr>
        <p:spPr>
          <a:xfrm>
            <a:off x="11305651" y="10898"/>
            <a:ext cx="869297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DDMMYYYY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2F634C2-37CE-010F-8B92-6E5760B28860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49B5B708-A7B2-47A0-02A6-B9C8274E353D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15016D72-64E2-50BC-91E8-D69B0359C8D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D64E9BF-05EB-6130-A85F-FF06B8B22AC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46FEA5A0-621C-D9C8-7568-3EA3F81AD086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69BA4EAB-B7EE-8FF8-F8E7-3F662C974ABA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A83488C0-0263-83DB-D546-0A98087E0898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03D95-EA94-DA5F-AF1C-A4FB16A72007}"/>
              </a:ext>
            </a:extLst>
          </p:cNvPr>
          <p:cNvSpPr txBox="1"/>
          <p:nvPr/>
        </p:nvSpPr>
        <p:spPr>
          <a:xfrm>
            <a:off x="5667804" y="-487693"/>
            <a:ext cx="3555738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INTERVAL_</a:t>
            </a:r>
            <a:r>
              <a:rPr lang="en-US" sz="1600">
                <a:solidFill>
                  <a:schemeClr val="tx2"/>
                </a:solidFill>
              </a:rPr>
              <a:t>PORTFOLIO_qw:</a:t>
            </a:r>
            <a:r>
              <a:rPr lang="en-US" sz="1600" dirty="0">
                <a:solidFill>
                  <a:schemeClr val="tx2"/>
                </a:solidFill>
              </a:rPr>
              <a:t>0.56:3.5:9.57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5717CE4-4A43-AD91-1D83-D8A9D83A84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64ABFFC-AD64-4547-1CA1-ACE9043FC327}"/>
              </a:ext>
            </a:extLst>
          </p:cNvPr>
          <p:cNvSpPr txBox="1"/>
          <p:nvPr/>
        </p:nvSpPr>
        <p:spPr>
          <a:xfrm>
            <a:off x="5789382" y="-826903"/>
            <a:ext cx="399816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INTERVAL_PORTFOLIO</a:t>
            </a:r>
            <a:r>
              <a:rPr lang="en-US" sz="1600" dirty="0">
                <a:solidFill>
                  <a:schemeClr val="tx2"/>
                </a:solidFill>
              </a:rPr>
              <a:t>_@@MAINTAINABILITY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DDEE85E-749D-1E72-0838-0C16CD9596A0}"/>
              </a:ext>
            </a:extLst>
          </p:cNvPr>
          <p:cNvSpPr/>
          <p:nvPr/>
        </p:nvSpPr>
        <p:spPr>
          <a:xfrm>
            <a:off x="585262" y="3344322"/>
            <a:ext cx="2868134" cy="252077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INTERVAL_PORTFOLIO_MAINTAINABILITY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64C34DE-AF1B-8752-48D8-A7EEFCAB8ABF}"/>
              </a:ext>
            </a:extLst>
          </p:cNvPr>
          <p:cNvSpPr/>
          <p:nvPr/>
        </p:nvSpPr>
        <p:spPr>
          <a:xfrm>
            <a:off x="3775684" y="3357089"/>
            <a:ext cx="2868134" cy="252077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INTERVAL_PORTFOLIO_MAINTAINABILITY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E347E3B-F844-75E6-CCCC-1977398B9D6D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CB1EDFE-623F-8D30-7B55-AE002AE90293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3DBAE68-D1D2-081B-CF6A-521378EA57C7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328EC574-E78F-8044-BA2E-8B48B28DBE2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9F1D3490-FA8F-7954-0352-7DB63D7E18B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D1B98BE-5862-78A7-A16D-D55979BD25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A1E198CB-8705-DB0E-00C5-75FAFBB566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26224BD-BED3-FBA2-19F0-308173CC3B5A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13437346-ADF3-3560-E351-127363E48C68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38EE49E1-F720-7778-8EDA-F38779E75A6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E48961E-8009-1070-84DE-443A8CDBC52E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195E0A5-EB16-76D8-58F0-395F49F9736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56" name="Rounded Rectangle 55">
              <a:extLst>
                <a:ext uri="{FF2B5EF4-FFF2-40B4-BE49-F238E27FC236}">
                  <a16:creationId xmlns:a16="http://schemas.microsoft.com/office/drawing/2014/main" id="{B4EE619C-EEB7-4D93-A61C-01220CA0BC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2EDC7945-DD39-8058-EF47-510ECD5A65A7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8A8B6428-BA2B-C93F-5A6C-95AA61670ED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59" name="Rounded Rectangle 58">
              <a:extLst>
                <a:ext uri="{FF2B5EF4-FFF2-40B4-BE49-F238E27FC236}">
                  <a16:creationId xmlns:a16="http://schemas.microsoft.com/office/drawing/2014/main" id="{B09C3AA7-472A-A3DA-5CEC-409BF10772C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504790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22796</TotalTime>
  <Words>292</Words>
  <Application>Microsoft Macintosh PowerPoint</Application>
  <PresentationFormat>Widescreen</PresentationFormat>
  <Paragraphs>97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Arial</vt:lpstr>
      <vt:lpstr>Calibri</vt:lpstr>
      <vt:lpstr>Calibri Bold</vt:lpstr>
      <vt:lpstr>Calibri Light</vt:lpstr>
      <vt:lpstr>Calibri Regular</vt:lpstr>
      <vt:lpstr>Sigsterren</vt:lpstr>
      <vt:lpstr>TheSansMono M5</vt:lpstr>
      <vt:lpstr>Wingdings</vt:lpstr>
      <vt:lpstr>Office Theme</vt:lpstr>
      <vt:lpstr>PowerPoint Presentation</vt:lpstr>
      <vt:lpstr>@@</vt:lpstr>
      <vt:lpstr>@@</vt:lpstr>
      <vt:lpstr>@@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Thomas Kovac</cp:lastModifiedBy>
  <cp:revision>128</cp:revision>
  <cp:lastPrinted>2020-07-02T15:41:27Z</cp:lastPrinted>
  <dcterms:created xsi:type="dcterms:W3CDTF">2024-01-03T15:04:34Z</dcterms:created>
  <dcterms:modified xsi:type="dcterms:W3CDTF">2025-08-06T10:06:56Z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