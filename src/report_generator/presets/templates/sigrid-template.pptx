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8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561" r:id="rId5"/>
    <p:sldId id="10724" r:id="rId6"/>
    <p:sldId id="598" r:id="rId7"/>
    <p:sldId id="605" r:id="rId8"/>
    <p:sldId id="606" r:id="rId9"/>
    <p:sldId id="604" r:id="rId10"/>
    <p:sldId id="599" r:id="rId11"/>
    <p:sldId id="600" r:id="rId12"/>
    <p:sldId id="603" r:id="rId13"/>
    <p:sldId id="602" r:id="rId14"/>
    <p:sldId id="601" r:id="rId15"/>
    <p:sldId id="10725" r:id="rId16"/>
    <p:sldId id="10721" r:id="rId17"/>
    <p:sldId id="10726" r:id="rId18"/>
    <p:sldId id="10723" r:id="rId19"/>
    <p:sldId id="59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089F"/>
    <a:srgbClr val="E78E17"/>
    <a:srgbClr val="910813"/>
    <a:srgbClr val="CF4731"/>
    <a:srgbClr val="EBC937"/>
    <a:srgbClr val="DB4A3D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 snapToObjects="1" showGuides="1">
      <p:cViewPr varScale="1">
        <p:scale>
          <a:sx n="124" d="100"/>
          <a:sy n="124" d="100"/>
        </p:scale>
        <p:origin x="544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5/10/relationships/revisionInfo" Target="revisionInfo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6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7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Sigrid Report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469EBE-D781-BBE7-29B3-57566E620D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CEA32-D081-8FDD-76C5-C241F4387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78348F-B34F-B964-E35D-39DECE3BFD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84645-C932-640A-5E4B-F4B967838F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team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9429BB-1FAC-98FE-7D71-42B7D87DA3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81411-6610-CAFD-EA1C-81FD4B0238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per capability between </a:t>
            </a:r>
            <a:r>
              <a:rPr lang="en-US" dirty="0"/>
              <a:t>OBJECTIVES_PERIOD_START and OBJECTIVES_PERIOD_END</a:t>
            </a:r>
            <a:endParaRPr lang="en-US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EDD46-211F-38F5-AB6D-EB1744922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077B15-64A3-766F-A6A8-B3999BFA41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1CC23F-34A9-CAB4-F1AC-61CD4A137D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971F33-EC6D-15CB-7964-1A1BA3BB3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A27DFA2-EE79-84D9-93B7-40E7783C22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E3577-CF80-4497-779B-F8F9B64983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39F4491-51CB-EEE5-D092-EF2325FC49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5BB6BA-D3E5-6DBC-BA5D-B53502B31A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830A8F-64E7-1C1D-24C6-C12102806E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F722AC-8C8A-2B3B-1671-FE6B7573FD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/>
              <a:t>SIGRID OBJECTIVES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06550A-82BC-27A9-5BA9-11E0BD7D28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0A81-88C5-4527-C0A0-244B12481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DEA43F6-2071-E4E3-9658-2E834D622D8B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A6D8F8-87A5-C17B-4FAE-C3BBF4350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4A1267-C3B2-3A92-DF89-401DA4929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SECURITY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CC2A46-8D1D-B9E0-899A-180D236E2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6088FB0-75A6-06A4-8AF0-E15C620BBB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95C2AEC-BEC9-1EBD-9A04-49E608990E6F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6B3CD47-6CC5-ABA0-E88E-229A68F556D4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CA677C-111E-875F-FC17-73BFE1BDFD44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C9BD897-5CC5-0BB3-6FD3-BAF7BD8C817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E08E60C9-861D-AA85-6F53-430DA8D3570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1169B188-BB78-5F4B-7AE9-E217C61AB23F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370D179-969D-85A0-A06E-413B540E185C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7C588636-91AF-B6DF-687D-D36D36ADB260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796BBBD4-2A5F-42AA-0DA7-ACCD2FB4884C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71F45B-97E8-07E8-1BC4-CA3A6C6B05B0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D7BAFC4-5D20-5CA6-5D69-18B2193E27D3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EC0203-C84B-A017-E50B-D8C562ED72FC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F21EE-B664-875B-657B-6A7DE48C1917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1C4FBD-3D07-9CDE-F484-43A77C6E2906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77CE2E-24F6-C868-1DBD-D6231ECF96B9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895F4F1C-E438-A90D-66C3-33883C267910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53E5021-8F11-D9FB-3522-0AFE679D7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984F6CC-F2D6-1582-A8C6-28D90AF33E0F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95A87B-AA9C-9615-3498-614A8AEA5CA6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3E92728-75A1-5016-FA53-C251593711D8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12414985-6172-43CD-D1A0-11BAA4B5E49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E5B1B82-ADD4-55C5-DC2F-D122CCB2B170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986F345-FAD8-1285-16C6-76CBE1A846C4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DBA12BEC-C460-C9C3-B5F4-BE5100CE3C96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6E5E6DD1-4145-AB4F-5DAB-D1471F1DD092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EE3A61A7-D12A-DBFF-E070-23A8246878F4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7A00A032-720A-A938-CD54-07D654F3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B8CD629-B159-F115-70E3-983CFD3F3A2E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1991B-B862-0EFA-EF73-1CABCA0EFFB5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7BD9E38-8E8F-2F47-EBCC-E2056CCB0884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F9E506-1D4B-0427-C538-A70A96AAC85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333AC463-8BC4-E8E3-4A67-A90F4834994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C0DA11D-4AAC-9261-CF98-0410B69CB9C5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354C010-2C13-6AB9-0A36-3C62C558A6CE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7E03CA4-6785-33F3-CB9B-FD964C866D2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6A60979-6D38-E7FF-0653-CE22466F329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8491FD7-42D1-6A8E-CC31-85935C3C1E6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50A1DE28-F3BA-475E-4572-074BADB413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5995C8-4370-67FD-9DC9-539FCC2F1685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AB831AC-1159-76A9-D244-2BAE164D824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E7762DA0-4411-F242-1F8A-37857244C6A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6ABF5B0-1B48-D2F0-A03B-627A5BD3C359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3D2ECB5-3381-6192-75B4-847C1A38CB7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84B338EE-D205-848D-1E5A-77EB022FCE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38975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TEST-TO-PRODUCTION CODE RATIO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9145068" y="10898"/>
            <a:ext cx="2110021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PORTFOLIO_PERIOD_START_DATE</a:t>
            </a:r>
            <a:endParaRPr lang="nl-NL" sz="1050" b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1993003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PORTFOLIO_PERIOD_END_DATE</a:t>
            </a:r>
            <a:endParaRPr lang="nl-NL" sz="1050" b="1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22889</TotalTime>
  <Words>555</Words>
  <Application>Microsoft Macintosh PowerPoint</Application>
  <PresentationFormat>Widescreen</PresentationFormat>
  <Paragraphs>158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@@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139</cp:revision>
  <cp:lastPrinted>2020-07-02T15:41:27Z</cp:lastPrinted>
  <dcterms:created xsi:type="dcterms:W3CDTF">2024-01-03T15:04:34Z</dcterms:created>
  <dcterms:modified xsi:type="dcterms:W3CDTF">2025-08-08T13:37:23Z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