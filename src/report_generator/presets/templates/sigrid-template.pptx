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3" r:id="rId18"/>
    <p:sldId id="59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089F"/>
    <a:srgbClr val="E78E17"/>
    <a:srgbClr val="910813"/>
    <a:srgbClr val="CF4731"/>
    <a:srgbClr val="EBC937"/>
    <a:srgbClr val="DB4A3D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 snapToObjects="1" showGuides="1">
      <p:cViewPr varScale="1">
        <p:scale>
          <a:sx n="124" d="100"/>
          <a:sy n="124" d="100"/>
        </p:scale>
        <p:origin x="544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Sigrid Report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</a:t>
            </a:r>
            <a:r>
              <a:rPr lang="en-US" sz="1600" dirty="0" err="1">
                <a:solidFill>
                  <a:schemeClr val="bg1"/>
                </a:solidFill>
              </a:rPr>
              <a:t>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22873</TotalTime>
  <Words>467</Words>
  <Application>Microsoft Macintosh PowerPoint</Application>
  <PresentationFormat>Widescreen</PresentationFormat>
  <Paragraphs>130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137</cp:revision>
  <cp:lastPrinted>2020-07-02T15:41:27Z</cp:lastPrinted>
  <dcterms:created xsi:type="dcterms:W3CDTF">2024-01-03T15:04:34Z</dcterms:created>
  <dcterms:modified xsi:type="dcterms:W3CDTF">2025-08-08T13:21:35Z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