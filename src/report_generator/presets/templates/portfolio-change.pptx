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0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3"/>
  </p:notesMasterIdLst>
  <p:handoutMasterIdLst>
    <p:handoutMasterId r:id="rId44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824" r:id="rId25"/>
    <p:sldId id="11403" r:id="rId26"/>
    <p:sldId id="11404" r:id="rId27"/>
    <p:sldId id="11387" r:id="rId28"/>
    <p:sldId id="11374" r:id="rId29"/>
    <p:sldId id="11405" r:id="rId30"/>
    <p:sldId id="11419" r:id="rId31"/>
    <p:sldId id="11406" r:id="rId32"/>
    <p:sldId id="11402" r:id="rId33"/>
    <p:sldId id="11422" r:id="rId34"/>
    <p:sldId id="11376" r:id="rId35"/>
    <p:sldId id="11284" r:id="rId36"/>
    <p:sldId id="11377" r:id="rId37"/>
    <p:sldId id="11421" r:id="rId38"/>
    <p:sldId id="11415" r:id="rId39"/>
    <p:sldId id="11416" r:id="rId40"/>
    <p:sldId id="11417" r:id="rId41"/>
    <p:sldId id="1141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microsoft.com/office/2018/10/relationships/authors" Target="author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AACE61AD-4670-9143-9AA3-0FD28A9342B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7F72B88-CAEC-6843-973B-2B66EF0917E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AF776505-E15F-0D44-B6D8-94CEF45EA41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93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Portfolio Change Report</a:t>
            </a:r>
            <a:endParaRPr lang="en-GB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PORTFOLIO_PERIOD_MAINT_CHANGE_SHORT_SUMMARY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192668" cy="228145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192668" cy="228145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951530" cy="228145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150D-A65E-A40C-6B49-AF7DCB612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E24BFC5-CB7A-9CFC-7130-4B0DC5D6EC3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7203A-CD59-ACA2-0387-C994E78EE7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A47C1-2743-4E7A-7D4A-562B99B1F71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8FBDDCA-D2CF-ED08-F7B9-0B588E371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PORTFOLIO_PERIOD_ARCH_CHANGE_SHORT_SUMMARY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1AF939B1-43D2-7D15-6932-30FE4B4C76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33B504D-7A8E-EB12-5480-7248C811B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0FA74F-562E-7349-3D5D-B56CB42C5B2E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E6C2FD6-492D-0E1B-9C15-958B643F8A11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2A8F39-4C39-E112-DC09-FD6F52ECB23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13264880-98AC-7E55-C880-7A8CCE8F38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8F3E857-EDC2-8EE7-81A9-A3311098CF1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ADA0A2C-AC23-3CD0-1444-BB92C14DA52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FD18D1A5-F134-68C3-A18E-2F87ECDA52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B321E3-3252-2B17-6200-C9A506567FED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F25BB4-A62C-193F-2D50-7FDF3DC238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EC02D13-D964-CD6E-20EB-22E6E4B11E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8ED2EC-6DC3-DAE7-2167-B926AD704CE7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85317C-57AA-4CC6-A677-703E2942F5A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10652A05-2024-A59C-5C1F-DCE0E89941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379D43-A7B7-7D8F-A477-C3774652D50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4F48BB-4FF1-E4B5-C688-5154F7D19A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0A2CF2E-3196-627B-C3D8-DE40647EAD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CBB1A7A-1F34-F22F-B876-535EEF53610A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PORTFOLIO_ARCH_INCREASED% of systems has seen an increase in security ratings. PORTFOLIO_ARCH_STABLE% of systems has remained stable. PORTFOLIO_ARCH_DECREASED%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PORTFOLIO_ARCH_BIGGEST_CHANGES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329305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265171" cy="228145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F75C0-C207-4E2C-BD14-5A81D230D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6C82DEF-36D5-FB7E-AFAC-21F430C3BB5A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871CDFD-E671-9983-BCFA-61E6FDA0C8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421992" cy="228145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53550-5F0E-C6E4-29B9-7E84B37C218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6C1924E-BF8A-82D4-91C3-65F9207E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PORTFOLIO_PERIOD_SEC_CHANGE_SHORT_SUMMARY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53814472-2F91-8C00-BB5E-647E58883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6C283A-7F67-5B7A-1592-8EF4CE26A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C8211A-4BD1-17C2-157E-E7A75825DE5A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8E10F2-10CD-AA74-5A2C-170808E6F640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F34314D-E3B4-A17A-A9F3-35718FEFCD7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668F8B1-8163-0280-E7AD-6FC40A4B3F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A9E2695-4C11-2982-75D5-4E0C6BE811D7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6DC72B0-8D25-2365-9A54-C46D71FCEAA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1D2D5440-4938-251B-AD71-3D41CEF842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76B1B-254E-3717-798E-FD0631037E7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80C7ED-B514-CF66-35D7-4A66EC00BCA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D8B81D40-7E02-2FB1-644E-20F77CD0B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F90A97-85BE-3BEB-5DD6-BDE4DB13BE1F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38FF40-E3F2-25D4-9EA0-FC948E18EE7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A1CAA676-894E-9A77-8893-A491CE6C61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FE4119A-FB59-D48B-0115-817DF87E7E5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CD1D60-85B7-3420-38E5-9562602AA3F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445541FA-1456-41B3-1BCE-43D44804C6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00845E37-BF7A-036F-1036-4DCCAD4A0C5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dirty="0">
                <a:ea typeface="Calibri"/>
                <a:cs typeface="Calibri"/>
              </a:rPr>
              <a:t>PORTFOLIO_SEC_INCREASED% of systems has seen an increase in security ratings. PORTFOLIO_SEC_STABLE% of systems has remained stable. PORTFOLIO_SEC_DECREASED% of systems has seen a decrease in security ratings.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PORTFOLIO_SEC_BIGGEST_CHANGES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36443395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18383</TotalTime>
  <Words>2669</Words>
  <Application>Microsoft Macintosh PowerPoint</Application>
  <PresentationFormat>Widescreen</PresentationFormat>
  <Paragraphs>396</Paragraphs>
  <Slides>37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51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PORTFOLIO_PERIOD_ARCH_CHANGE_SHORT_SUMMARY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PORTFOLIO_PERIOD_SEC_CHANGE_SHORT_SUMMARY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224</cp:revision>
  <cp:lastPrinted>2020-04-20T09:37:43Z</cp:lastPrinted>
  <dcterms:created xsi:type="dcterms:W3CDTF">2025-10-22T11:22:13Z</dcterms:created>
  <dcterms:modified xsi:type="dcterms:W3CDTF">2026-08-28T14:57:32Z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