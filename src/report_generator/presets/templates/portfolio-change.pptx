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0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3"/>
  </p:notesMasterIdLst>
  <p:handoutMasterIdLst>
    <p:handoutMasterId r:id="rId44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824" r:id="rId25"/>
    <p:sldId id="11403" r:id="rId26"/>
    <p:sldId id="11404" r:id="rId27"/>
    <p:sldId id="11387" r:id="rId28"/>
    <p:sldId id="11374" r:id="rId29"/>
    <p:sldId id="11405" r:id="rId30"/>
    <p:sldId id="11419" r:id="rId31"/>
    <p:sldId id="11406" r:id="rId32"/>
    <p:sldId id="11402" r:id="rId33"/>
    <p:sldId id="11422" r:id="rId34"/>
    <p:sldId id="11376" r:id="rId35"/>
    <p:sldId id="11284" r:id="rId36"/>
    <p:sldId id="11377" r:id="rId37"/>
    <p:sldId id="11421" r:id="rId38"/>
    <p:sldId id="11415" r:id="rId39"/>
    <p:sldId id="11416" r:id="rId40"/>
    <p:sldId id="11417" r:id="rId41"/>
    <p:sldId id="1141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8/10/relationships/authors" Target="author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01B2572E-0C4B-6F48-AC5F-511CB1A6DF22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1817EC7-FE17-DA4F-9697-9FF156891AA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A120DAB-E141-5245-ABE0-4DCF2657127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93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Portfolio Change Report</a:t>
            </a:r>
            <a:endParaRPr lang="en-GB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GROUPED_BY_LABEL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951530" cy="228145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265171" cy="228145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18383</TotalTime>
  <Words>2643</Words>
  <Application>Microsoft Macintosh PowerPoint</Application>
  <PresentationFormat>Widescreen</PresentationFormat>
  <Paragraphs>390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51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225</cp:revision>
  <cp:lastPrinted>2020-04-20T09:37:43Z</cp:lastPrinted>
  <dcterms:created xsi:type="dcterms:W3CDTF">2025-10-22T11:22:13Z</dcterms:created>
  <dcterms:modified xsi:type="dcterms:W3CDTF">2026-09-04T11:30:38Z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