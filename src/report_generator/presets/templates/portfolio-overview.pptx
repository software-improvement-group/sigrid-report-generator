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30" r:id="rId18"/>
    <p:sldId id="10729" r:id="rId19"/>
    <p:sldId id="10727" r:id="rId20"/>
    <p:sldId id="10726" r:id="rId21"/>
    <p:sldId id="10731" r:id="rId22"/>
    <p:sldId id="10732" r:id="rId23"/>
    <p:sldId id="10723" r:id="rId24"/>
    <p:sldId id="59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8C00"/>
    <a:srgbClr val="D0A700"/>
    <a:srgbClr val="E9C343"/>
    <a:srgbClr val="F1C109"/>
    <a:srgbClr val="2F6BFE"/>
    <a:srgbClr val="B6C4FF"/>
    <a:srgbClr val="2D6BFF"/>
    <a:srgbClr val="D8E9EC"/>
    <a:srgbClr val="58B8CC"/>
    <a:srgbClr val="E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01"/>
    <p:restoredTop sz="96327"/>
  </p:normalViewPr>
  <p:slideViewPr>
    <p:cSldViewPr snapToGrid="0" snapToObjects="1" showGuides="1">
      <p:cViewPr varScale="1">
        <p:scale>
          <a:sx n="152" d="100"/>
          <a:sy n="152" d="100"/>
        </p:scale>
        <p:origin x="944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e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PORTFOLIO_PERIOD_MAINT_SHORT_SUMMARY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 err="1"/>
              <a:t>PORTFOLIO_PERIOD_MAINT_SUMMARY</a:t>
            </a:r>
            <a:endParaRPr lang="en-US" sz="1400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6047BC9-D038-DB88-70AC-A680A23D48CF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FE8B8EB1-46BA-CB96-0D13-5147AF3FA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DD4CD3E3-ECE7-14BB-B087-80FECB689CB9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PORTFOLIO_PERIOD_MAINT_CHANGE_SHORT_SUMMARY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 err="1"/>
              <a:t>PORTFOLIO_PERIOD_MAINT_CHANGE_SUMMARY</a:t>
            </a:r>
            <a:endParaRPr lang="en-US" sz="14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566388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68966C8-97CB-AAC7-AB03-482F0C059F16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8B77484D-CBEA-D0C9-DEAD-82D5668568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8B723700-687E-A43B-F57A-CF8BEF86EDC7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VOLUME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DE9D23-F171-3D38-4DDD-822DBED570EA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31D49286-B5B8-6F2F-9E2D-E9A2295B0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F58F9AEA-629C-2248-82C2-129E4AE89A34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F630F6E-7484-0D72-69B9-54336C15D9A5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B3B0F72-C78B-2B29-3387-2F0E64D7E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4E2FC1BB-3EFE-8701-7528-487FC7F267D9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FINDINGS TREND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964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RESOLUTION TIMES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907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0FDAEA-F501-5697-C22E-C7782F296164}"/>
              </a:ext>
            </a:extLst>
          </p:cNvPr>
          <p:cNvSpPr/>
          <p:nvPr/>
        </p:nvSpPr>
        <p:spPr>
          <a:xfrm>
            <a:off x="0" y="3154680"/>
            <a:ext cx="12192000" cy="31633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97DD701-B751-C6C9-6C62-073841B08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CC4F9-ED4A-0BEC-C66F-26903BB4FBFF}"/>
              </a:ext>
            </a:extLst>
          </p:cNvPr>
          <p:cNvSpPr/>
          <p:nvPr/>
        </p:nvSpPr>
        <p:spPr>
          <a:xfrm>
            <a:off x="512063" y="3200400"/>
            <a:ext cx="11233603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23739</TotalTime>
  <Words>743</Words>
  <Application>Microsoft Macintosh PowerPoint</Application>
  <PresentationFormat>Widescreen</PresentationFormat>
  <Paragraphs>210</Paragraphs>
  <Slides>21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159</cp:revision>
  <cp:lastPrinted>2020-07-02T15:41:27Z</cp:lastPrinted>
  <dcterms:created xsi:type="dcterms:W3CDTF">2024-01-03T15:04:34Z</dcterms:created>
  <dcterms:modified xsi:type="dcterms:W3CDTF">2025-08-26T13:53:00Z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