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3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5"/>
  </p:notesMasterIdLst>
  <p:handoutMasterIdLst>
    <p:handoutMasterId r:id="rId46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376" r:id="rId37"/>
    <p:sldId id="11284" r:id="rId38"/>
    <p:sldId id="11377" r:id="rId39"/>
    <p:sldId id="11421" r:id="rId40"/>
    <p:sldId id="11415" r:id="rId41"/>
    <p:sldId id="11416" r:id="rId42"/>
    <p:sldId id="11417" r:id="rId43"/>
    <p:sldId id="1141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microsoft.com/office/2018/10/relationships/authors" Target="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9E440F64-B486-A544-8791-E583723CD0D5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1227982E-B34A-C34F-B83F-B22ED85DFC5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02C0122D-CBE0-2A43-A776-F7DD1185DFD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maintainability. PORTFOLIO_SEC_STABLE% of systems has remained stable. PORTFOLIO_SEC_DECREASED% of systems has seen a decrease in maintainability.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18343</TotalTime>
  <Words>2695</Words>
  <Application>Microsoft Macintosh PowerPoint</Application>
  <PresentationFormat>Widescreen</PresentationFormat>
  <Paragraphs>423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53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204</cp:revision>
  <cp:lastPrinted>2020-04-20T09:37:43Z</cp:lastPrinted>
  <dcterms:created xsi:type="dcterms:W3CDTF">2025-10-22T11:22:13Z</dcterms:created>
  <dcterms:modified xsi:type="dcterms:W3CDTF">2026-07-13T18:00:17Z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