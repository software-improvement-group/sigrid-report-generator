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10724" r:id="rId3"/>
    <p:sldId id="598" r:id="rId4"/>
    <p:sldId id="605" r:id="rId5"/>
    <p:sldId id="606" r:id="rId6"/>
    <p:sldId id="604" r:id="rId7"/>
    <p:sldId id="599" r:id="rId8"/>
    <p:sldId id="600" r:id="rId9"/>
    <p:sldId id="603" r:id="rId10"/>
    <p:sldId id="602" r:id="rId11"/>
    <p:sldId id="601" r:id="rId12"/>
    <p:sldId id="10725" r:id="rId13"/>
    <p:sldId id="10736" r:id="rId14"/>
    <p:sldId id="10728" r:id="rId15"/>
    <p:sldId id="10746" r:id="rId16"/>
    <p:sldId id="10737" r:id="rId17"/>
    <p:sldId id="10738" r:id="rId18"/>
    <p:sldId id="10747" r:id="rId19"/>
    <p:sldId id="10739" r:id="rId20"/>
    <p:sldId id="10742" r:id="rId21"/>
    <p:sldId id="10745" r:id="rId22"/>
    <p:sldId id="10740" r:id="rId23"/>
    <p:sldId id="107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713"/>
  </p:normalViewPr>
  <p:slideViewPr>
    <p:cSldViewPr snapToGrid="0">
      <p:cViewPr varScale="1">
        <p:scale>
          <a:sx n="140" d="100"/>
          <a:sy n="140" d="100"/>
        </p:scale>
        <p:origin x="544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03-12-2025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PORTFOLIO_PERIOD_OSH_RATINGS_GROUPED_BY_TEAM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</a:t>
            </a:r>
            <a:r>
              <a:rPr lang="en-US" sz="1600" err="1">
                <a:solidFill>
                  <a:schemeClr val="bg1"/>
                </a:solidFill>
              </a:rPr>
              <a:t>DASHBOARD</a:t>
            </a:r>
            <a:r>
              <a:rPr lang="en-US" sz="1600">
                <a:solidFill>
                  <a:schemeClr val="bg1"/>
                </a:solidFill>
              </a:rPr>
              <a:t>_HIGH_</a:t>
            </a:r>
            <a:r>
              <a:rPr lang="en-US" sz="1600" dirty="0" err="1">
                <a:solidFill>
                  <a:schemeClr val="bg1"/>
                </a:solidFill>
              </a:rPr>
              <a:t>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PORTFOLIO_PERIOD_TEST_CODE_GROUPED_BY_TEAM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PORTFOLIO_PERIOD_TEST_CODE_CHANGE_GROUPED_</a:t>
            </a:r>
            <a:r>
              <a:rPr lang="en-US" sz="1600" err="1">
                <a:solidFill>
                  <a:schemeClr val="bg1"/>
                </a:solidFill>
              </a:rPr>
              <a:t>BY</a:t>
            </a:r>
            <a:r>
              <a:rPr lang="en-US" sz="1600">
                <a:solidFill>
                  <a:schemeClr val="bg1"/>
                </a:solidFill>
              </a:rPr>
              <a:t>_TEAM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878</Words>
  <Application>Microsoft Macintosh PowerPoint</Application>
  <PresentationFormat>Widescreen</PresentationFormat>
  <Paragraphs>172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Thomas Kovac</cp:lastModifiedBy>
  <cp:revision>4</cp:revision>
  <dcterms:created xsi:type="dcterms:W3CDTF">2025-10-21T17:29:07Z</dcterms:created>
  <dcterms:modified xsi:type="dcterms:W3CDTF">2025-12-03T15:25:19Z</dcterms:modified>
</cp:coreProperties>
</file>