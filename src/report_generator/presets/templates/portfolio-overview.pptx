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30" r:id="rId18"/>
    <p:sldId id="10729" r:id="rId19"/>
    <p:sldId id="10727" r:id="rId20"/>
    <p:sldId id="10726" r:id="rId21"/>
    <p:sldId id="10731" r:id="rId22"/>
    <p:sldId id="10732" r:id="rId23"/>
    <p:sldId id="10723" r:id="rId24"/>
    <p:sldId id="10733" r:id="rId25"/>
    <p:sldId id="59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96"/>
    <p:restoredTop sz="96327"/>
  </p:normalViewPr>
  <p:slideViewPr>
    <p:cSldViewPr snapToGrid="0" snapToObjects="1" showGuides="1">
      <p:cViewPr varScale="1">
        <p:scale>
          <a:sx n="152" d="100"/>
          <a:sy n="152" d="100"/>
        </p:scale>
        <p:origin x="108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PORTFOLIO_PERIOD_MAINT_SHORT_SUMMARY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PORTFOLIO_PERIOD_MAINT_SUMMARY</a:t>
            </a:r>
            <a:endParaRPr lang="en-US" sz="1400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6047BC9-D038-DB88-70AC-A680A23D48CF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FE8B8EB1-46BA-CB96-0D13-5147AF3FA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D4CD3E3-ECE7-14BB-B087-80FECB689CB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PORTFOLIO_PERIOD_MAINT_CHANGE_SHORT_SUMMARY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PORTFOLIO_PERIOD_MAINT_CHANGE_SUMMARY</a:t>
            </a:r>
            <a:endParaRPr lang="en-US" sz="14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566388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68966C8-97CB-AAC7-AB03-482F0C059F16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B77484D-CBEA-D0C9-DEAD-82D566856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B723700-687E-A43B-F57A-CF8BEF86EDC7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VOLUME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DE9D23-F171-3D38-4DDD-822DBED570EA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31D49286-B5B8-6F2F-9E2D-E9A2295B0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58F9AEA-629C-2248-82C2-129E4AE89A34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630F6E-7484-0D72-69B9-54336C15D9A5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B3B0F72-C78B-2B29-3387-2F0E64D7E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E2FC1BB-3EFE-8701-7528-487FC7F267D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FINDINGS TREND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RESOLUTION TIMES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90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0FDAEA-F501-5697-C22E-C7782F296164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7DD701-B751-C6C9-6C62-073841B08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CC4F9-ED4A-0BEC-C66F-26903BB4FBFF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BB5-5320-046C-7D80-F26EB29CD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557057-1931-8010-D63E-6632D3B51F53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482E4FD-9090-C07A-884E-5858AE874D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04F6E0-CAB1-7533-C465-7B22DFBB7C85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</a:t>
            </a:r>
            <a:r>
              <a:rPr lang="en-US" sz="1600" err="1">
                <a:solidFill>
                  <a:schemeClr val="bg1"/>
                </a:solidFill>
              </a:rPr>
              <a:t>_</a:t>
            </a:r>
            <a:r>
              <a:rPr lang="en-US" sz="1600">
                <a:solidFill>
                  <a:schemeClr val="bg1"/>
                </a:solidFill>
              </a:rPr>
              <a:t>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87A82B-E39A-F6BF-3409-3F1E61D0899C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B76195-0C54-8C11-C9C6-A04C5BAC2D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6AF8FE-AC62-FE67-188A-96B17E544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4718212-9311-E6CE-9D9B-F70FFBC11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984928C-CA26-3E10-EE2D-D73D4F6596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D9E9BE-3A48-001F-10B1-F5F9B4030A2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39058D1F-2B58-8D0C-53FE-C730998B088E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70DF312-33B0-D2E9-E798-EEAADD81E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FEB52DCC-09E0-3A94-6BC0-5F123310201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BD4642-7E34-060D-E69D-34AB7E538D1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8D094FD-56BB-7305-AE35-8A3C016DE20E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E066425-52B9-B18D-62D4-73BEED1D8949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088B44F8-3068-793B-39C1-5DC263D3786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ACF74BC-9005-C362-BEDE-679020675A9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927192F-2EB8-3C29-CFB9-6163748CADA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744F11FA-4D78-876C-04D5-64D7BC9069A4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4DEAE0D-A2FC-276C-DE60-9B0DDF585D3E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76BF30C-097E-97AA-57CD-35C0C35F7B97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BF04FCF-863E-D69F-6ACE-1BB80AD4A7A2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45FD41A-D09D-86C0-C24B-D86390444461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3CAE99-FCB5-067B-3758-77235AF435D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0BAB73F-B142-F337-5BCA-F2987064E3D1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7FE7F-11DD-B9A0-4D3D-7DDC8C673803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750D3-58E5-5AB1-3530-FB9A8E967467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-%</a:t>
            </a:r>
          </a:p>
        </p:txBody>
      </p:sp>
    </p:spTree>
    <p:extLst>
      <p:ext uri="{BB962C8B-B14F-4D97-AF65-F5344CB8AC3E}">
        <p14:creationId xmlns:p14="http://schemas.microsoft.com/office/powerpoint/2010/main" val="368130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23740</TotalTime>
  <Words>784</Words>
  <Application>Microsoft Macintosh PowerPoint</Application>
  <PresentationFormat>Widescreen</PresentationFormat>
  <Paragraphs>222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@@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160</cp:revision>
  <cp:lastPrinted>2020-07-02T15:41:27Z</cp:lastPrinted>
  <dcterms:created xsi:type="dcterms:W3CDTF">2024-01-03T15:04:34Z</dcterms:created>
  <dcterms:modified xsi:type="dcterms:W3CDTF">2025-08-27T09:14:09Z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