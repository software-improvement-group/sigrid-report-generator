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6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notesSlides/notesSlide8.xml" ContentType="application/vnd.openxmlformats-officedocument.presentationml.notesSl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3"/>
  </p:notesMasterIdLst>
  <p:handoutMasterIdLst>
    <p:handoutMasterId r:id="rId24"/>
  </p:handoutMasterIdLst>
  <p:sldIdLst>
    <p:sldId id="561" r:id="rId5"/>
    <p:sldId id="10724" r:id="rId6"/>
    <p:sldId id="598" r:id="rId7"/>
    <p:sldId id="605" r:id="rId8"/>
    <p:sldId id="606" r:id="rId9"/>
    <p:sldId id="604" r:id="rId10"/>
    <p:sldId id="599" r:id="rId11"/>
    <p:sldId id="600" r:id="rId12"/>
    <p:sldId id="603" r:id="rId13"/>
    <p:sldId id="602" r:id="rId14"/>
    <p:sldId id="601" r:id="rId15"/>
    <p:sldId id="10725" r:id="rId16"/>
    <p:sldId id="10721" r:id="rId17"/>
    <p:sldId id="10728" r:id="rId18"/>
    <p:sldId id="10727" r:id="rId19"/>
    <p:sldId id="10726" r:id="rId20"/>
    <p:sldId id="10723" r:id="rId21"/>
    <p:sldId id="597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EFDC"/>
    <a:srgbClr val="F8DCD6"/>
    <a:srgbClr val="97DCA2"/>
    <a:srgbClr val="E79088"/>
    <a:srgbClr val="57C969"/>
    <a:srgbClr val="F7F9F8"/>
    <a:srgbClr val="DC4A3D"/>
    <a:srgbClr val="F0089F"/>
    <a:srgbClr val="E78E17"/>
    <a:srgbClr val="9108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2094BA-3324-E44C-AFE3-01F0E8F31A48}" v="69" dt="2024-01-12T19:24:27.5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48"/>
    <p:restoredTop sz="96327"/>
  </p:normalViewPr>
  <p:slideViewPr>
    <p:cSldViewPr snapToGrid="0" snapToObjects="1" showGuides="1">
      <p:cViewPr>
        <p:scale>
          <a:sx n="100" d="100"/>
          <a:sy n="100" d="100"/>
        </p:scale>
        <p:origin x="400" y="-212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6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7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8/9/25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8/9/25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3206-5A0F-6590-5CC2-8128E2972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635E41-5775-0107-E6CF-D4AEE682D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D9C8D-B649-9612-CD2B-DCF6CEA0A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4F1303-806E-A123-9657-CCEC8C32C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5205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71DC2-F944-34DD-B764-85BED2F0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3AABBC-4283-B289-4871-B4E7AF2C71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0EA979-5454-3EEC-CBC8-37F698F314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55A1BD-6926-2626-8E5D-55F3DAC16D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5896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6A897-55A7-2447-F783-128B0CFBB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9104CF-C963-7F07-8CBB-81BC53752A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76AC3-E364-BACE-9255-7FEDBC106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8BDFFB-1DE8-A17E-1199-64339F16E5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8946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2BE28-66CD-D44C-0C55-AC9782C01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4409-553C-FD5A-DFB7-7323806337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D879E-AF06-1362-CB5F-F90FA68657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FB8AC-ED1E-0E2E-5AF2-507128B54A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4925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3862A-F09F-91B5-B819-242958E8B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0E31BB-F827-E21D-B159-D85EAFD8E9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D7BD65-F7D4-27E5-1285-CD1B365EC4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5E97A5-3B47-5DA4-12BE-7F0013740B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896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2525A-77B9-4F45-8B5F-B3F774D89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55FC7-AD94-D9A7-D34B-DADFAE57C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E22277-C214-6DF7-231D-6BEE9F1E0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992DA4-1468-1278-5185-5DACC01D1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783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hyperlink" Target="https://wiki.sig.eu/confluence/x/JoDbC" TargetMode="Externa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1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6C553A6-C217-8C4D-9A6D-8D0D48D4D7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Sigrid Report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FE993F-25A4-CA1C-44DD-67230D2F26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FC6248-201F-1144-8C5C-E4B4C27EF42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636000" y="4119279"/>
            <a:ext cx="1450572" cy="215444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Software Improvement Group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EB27F3-0AC4-E148-A0B1-7E0851BF0D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 err="1"/>
              <a:t>REPORT_DATE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D10CA19-199D-DB48-2F97-A61E7A0CD1A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29355" y="6536558"/>
            <a:ext cx="2391680" cy="247948"/>
          </a:xfrm>
        </p:spPr>
        <p:txBody>
          <a:bodyPr>
            <a:normAutofit fontScale="62500" lnSpcReduction="2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916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A42B1-79CC-1E21-4639-E7E670166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FC30FB-D319-2C0A-9F37-22FDBE06E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208AD9-F8A2-F7B2-D9F1-70BCDD12FBB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17DAB3-373D-DCEC-7681-4A145CDFE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DA4B2A8-B773-91AF-217C-D5EE6ACFCD3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OBJECTIVES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EFB6F-BDEE-5ED9-3CD5-ECFE541AE10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1077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7469EBE-D781-BBE7-29B3-57566E620D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ECEA32-D081-8FDD-76C5-C241F43874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between </a:t>
            </a:r>
            <a:r>
              <a:rPr lang="en-US" dirty="0"/>
              <a:t>OBJECTIVES_PERIOD_START and OBJECTIVES_PERIOD_END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352F2E2-69B9-D866-7D75-24F10BB85A60}"/>
              </a:ext>
            </a:extLst>
          </p:cNvPr>
          <p:cNvSpPr txBox="1"/>
          <p:nvPr/>
        </p:nvSpPr>
        <p:spPr>
          <a:xfrm>
            <a:off x="8958648" y="-525758"/>
            <a:ext cx="288401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OBJECTIVES_STATUS_CHART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5104348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257F2-BA89-4390-88ED-8FB60EF16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78348F-B34F-B964-E35D-39DECE3BFD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184645-C932-640A-5E4B-F4B967838F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47F5DA-4282-38F9-1499-DF6018168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per team between </a:t>
            </a:r>
            <a:r>
              <a:rPr lang="en-US" dirty="0"/>
              <a:t>OBJECTIVES_PERIOD_START and OBJECTIVES_PERIOD_END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8EC5A35-9538-D995-065E-528B18F85DE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80F10C8-8291-84BB-615B-4FE46E9122C0}"/>
              </a:ext>
            </a:extLst>
          </p:cNvPr>
          <p:cNvSpPr txBox="1"/>
          <p:nvPr/>
        </p:nvSpPr>
        <p:spPr>
          <a:xfrm>
            <a:off x="8958648" y="-525758"/>
            <a:ext cx="2751287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OBJECTIVES_TEAM_CHART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29A40A-AF83-BB5A-88A1-56A221C73FA2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AF4431-111B-9E39-96DA-E7355B3BFC0A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2807704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49429BB-1FAC-98FE-7D71-42B7D87DA3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581411-6610-CAFD-EA1C-81FD4B02380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per capability between </a:t>
            </a:r>
            <a:r>
              <a:rPr lang="en-US" dirty="0"/>
              <a:t>OBJECTIVES_PERIOD_START and OBJECTIVES_PERIOD_END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5AA9D8-EEB6-8709-C209-D32FF5C291E0}"/>
              </a:ext>
            </a:extLst>
          </p:cNvPr>
          <p:cNvSpPr txBox="1"/>
          <p:nvPr/>
        </p:nvSpPr>
        <p:spPr>
          <a:xfrm>
            <a:off x="8958648" y="-525758"/>
            <a:ext cx="3278675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OBJECTIVES_CAPABILITY_CHART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00400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F600E-1C52-CB46-5D36-227AF7C7B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3EDD46-211F-38F5-AB6D-EB17449227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077B15-64A3-766F-A6A8-B3999BFA416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39A4AB2-1C46-4914-7434-6FBDA68DD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over time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ED42228-B917-5A3E-BB6B-9871F4C489A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25FA84B-5F3F-E103-125D-195720E3F1F8}"/>
              </a:ext>
            </a:extLst>
          </p:cNvPr>
          <p:cNvSpPr txBox="1"/>
          <p:nvPr/>
        </p:nvSpPr>
        <p:spPr>
          <a:xfrm>
            <a:off x="8958648" y="-525758"/>
            <a:ext cx="305149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OBJECTIVES_OVERALL_CHART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2C182B-21A7-0B3F-FD20-1EAE8DC029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18F0D0-4FE8-9F07-C0C1-9B71E7D05D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97517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63A228-91DD-866A-C3BE-29D9BA0B02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7ED074-760A-27AF-25CE-E2511AFEA51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810002-51D8-CFBC-BD3F-963973A8E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534E21-7EB0-8655-1FAF-0FBBAA9791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r>
              <a:rPr lang="en-US" sz="3200" b="1"/>
              <a:t>OBJECTIVES: TREND PER CAPABILITY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74427A-C727-A25F-00F6-6BA35F10855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5654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07E0E-1EF7-93CB-AE93-58F5DBBBD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1CC23F-34A9-CAB4-F1AC-61CD4A137D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971F33-EC6D-15CB-7964-1A1BA3BB36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F13107-CDB7-AC85-5C5F-E7555AB75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Security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EA804B61-8F8C-C6D5-94BB-B5CA583E7BE3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59FCAA8-D0E0-3539-B820-DF6D6318129E}"/>
              </a:ext>
            </a:extLst>
          </p:cNvPr>
          <p:cNvSpPr txBox="1"/>
          <p:nvPr/>
        </p:nvSpPr>
        <p:spPr>
          <a:xfrm>
            <a:off x="8958648" y="-525758"/>
            <a:ext cx="310176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OBJECTIVES_SECURITY_CHART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3D52BC-C3E2-2451-161B-F52A7FA9705A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BDB332-5B7A-58F8-1634-D547EFC67F5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4166511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EF245-3442-A171-4B71-8976E674B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A27DFA2-EE79-84D9-93B7-40E7783C22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8E3577-CF80-4497-779B-F8F9B64983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23ACF5B-388E-198E-FD05-ADCFD0748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Open Source Health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1551057A-38E3-B1CD-A98D-FA6566BDC6A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AE381E8-8BDC-C11E-0B4E-573D2927E3C8}"/>
              </a:ext>
            </a:extLst>
          </p:cNvPr>
          <p:cNvSpPr txBox="1"/>
          <p:nvPr/>
        </p:nvSpPr>
        <p:spPr>
          <a:xfrm>
            <a:off x="8958648" y="-525758"/>
            <a:ext cx="259701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OBJECTIVES_OSH_CHART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C2DE49-7433-6CBC-CA29-7C7939288C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31CF1D-7DAE-FF14-4371-2186B59208F0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7741565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4EC71-BF20-1EC9-6B8D-E66363F24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9F4491-51CB-EEE5-D092-EF2325FC49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5BB6BA-D3E5-6DBC-BA5D-B53502B31A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8BDABA6-F829-DABD-783E-014F92383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Maintainability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D309D7A3-6D2B-5238-FDCA-89277EA3E24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BB95D9E-971C-257B-3338-71CD7C91C015}"/>
              </a:ext>
            </a:extLst>
          </p:cNvPr>
          <p:cNvSpPr txBox="1"/>
          <p:nvPr/>
        </p:nvSpPr>
        <p:spPr>
          <a:xfrm>
            <a:off x="8958648" y="-525758"/>
            <a:ext cx="391256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OBJECTIVES_MAINTAINABILITY_CHART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44A357-894B-360C-F02D-0E805F440A5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8BF43F-4B27-019F-F6AA-84146EA48A8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00949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EA77C-7A9E-2604-6B02-6FB6C57A3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830A8F-64E7-1C1D-24C6-C12102806E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F722AC-8C8A-2B3B-1671-FE6B7573FD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EFC0CB5-4975-B41B-F265-6AE5A3F2A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Architecture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FBB521E4-96ED-814A-B322-AFBA0633E84C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1183F90-63B2-0646-9068-7E4E2BCF14D9}"/>
              </a:ext>
            </a:extLst>
          </p:cNvPr>
          <p:cNvSpPr txBox="1"/>
          <p:nvPr/>
        </p:nvSpPr>
        <p:spPr>
          <a:xfrm>
            <a:off x="8958648" y="-525758"/>
            <a:ext cx="363505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OBJECTIVES_ARCHITECTURE_CHART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FE74E7-A4E7-D99A-A30E-92E30405FE49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5E5897-263B-F75F-BB48-770410B9BCF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2613540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53638-E7EA-6540-EB95-71AC99BB1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06550A-82BC-27A9-5BA9-11E0BD7D28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5C72F-BC02-E5AC-7875-697FD443A9D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E30962-2823-732A-4055-DA798F204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E713ED-C675-C9A6-C511-46A1453EFEE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PORTFOLIO TRENDS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AD5F29-E096-9FA6-116C-606DEF54A9DD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17259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651B2-5EA3-6357-504E-42CA686F1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4214F55-87AB-4503-AC82-2BC95B208C8E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72C7AE-2076-5997-4EAB-D22E042653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8BE65D2-3460-4C7C-16F9-3BE88017BB6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Maintainability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03F1AD-18C8-77BE-1E79-3C2B6F237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69D6EAF-E8FD-D3A3-7829-CED7DB0F871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EBC282C-8055-7AD8-3590-C3FE9E42BC3E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27AED06-01F1-DBA0-E565-9BE6814AD2AD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957E767-91E7-AE70-64BF-A19D315FFCBE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9DD72B3E-4CC8-AB73-8F64-62397F5281E4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39C6A333-EB76-E157-FD1F-1871A4A662AA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939D2136-9129-DFF7-4566-2C400BB96138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EC40C890-EBDC-F8D6-6D8E-09D4D0DE0E18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A0DD1692-51CA-E1A6-81C3-BF0C2701CD71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88246287-07F3-D9C9-8557-70B0343C337B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9F29A67-9741-A809-2E85-0BC201DB14BE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657D40A-DB4A-2C4A-053E-F08C7747990E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49E0176-0A8A-63EA-FD74-DF199DA37561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5E5ABA4-107A-63FA-B053-46543AAFABAA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6A66209-FDAA-1800-F29B-C995792130D1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D9C6992-A11F-E48D-7BC9-0F3A8B4F2206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D5257F9D-A1EF-3657-2F03-349BDB3AB728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EEE0FC60-4BEC-117D-43BD-FAF4580865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CD0596EA-3804-1B0D-B056-FFB0EFE2179D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C0DAE1E-9C80-B69F-C5B2-2FF402E7ECD3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noProof="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42B2F9C2-9C05-8500-6B07-CE52749A027C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B0060EC7-3956-2900-208B-A6D695F1CCCB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8FFC8C0A-4B8E-5310-C9AC-4C7DC0939C23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EB9298-CC53-FB86-C9E1-155A21BE3F38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E26DF9C6-5F0F-E895-D5C1-F25034229E15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948E409E-8257-1F8A-3328-2A7CD42B8688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944010CC-0A05-59F4-732A-CD9ABEB6D481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CC2B36CB-D689-645C-D228-AD02B6458F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35C89F2-B477-3176-2469-71E3807A1A6B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0A53FF-D71D-3D67-50B4-FAA3AE4114DC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4670BD4-8D94-ED0B-FFED-B8139631ED27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086AE49-2782-41F7-D7F9-7750BD9CBBC8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46" name="Rounded Rectangle 45">
              <a:extLst>
                <a:ext uri="{FF2B5EF4-FFF2-40B4-BE49-F238E27FC236}">
                  <a16:creationId xmlns:a16="http://schemas.microsoft.com/office/drawing/2014/main" id="{15D418FF-2745-DC77-45E2-412627D2335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2000A49-DE6B-BF60-E1B8-122031AB699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C902B2E-66DA-BBCB-A017-354DB7B57212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49" name="Rounded Rectangle 48">
              <a:extLst>
                <a:ext uri="{FF2B5EF4-FFF2-40B4-BE49-F238E27FC236}">
                  <a16:creationId xmlns:a16="http://schemas.microsoft.com/office/drawing/2014/main" id="{BF0F54E8-CD51-CB07-352E-5F1DBF64711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790328B-BB2E-30DC-0542-914BB46E325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80A97732-F50A-35C4-8B9D-AEABCAACDFB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6BD07014-1C94-5A5C-19F6-7FE5F04B96C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ED18638-10AA-4FB8-6C3A-51EB2F97F772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8066157F-CAC0-89E5-CE60-632450B3C5E5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B07C9750-174E-6C20-52D1-8FC59DE8118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D5EAC22-A0CB-275B-C62C-60A3D44054A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D1121EA-A56F-C53F-C342-F187FA80A5B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58" name="Rounded Rectangle 57">
              <a:extLst>
                <a:ext uri="{FF2B5EF4-FFF2-40B4-BE49-F238E27FC236}">
                  <a16:creationId xmlns:a16="http://schemas.microsoft.com/office/drawing/2014/main" id="{6B67F0A4-241C-B69C-5C66-73CC0E2A69B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558166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79EA7-9E0F-A30A-7773-2366D1DF5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F15B9C0-1729-89A5-BDBB-D4D9D64F613B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F35920-DAEA-3B96-C1C4-B1210C242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9840A33-EC3D-5A3B-3E0B-F3C497E5A0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Maintainability CHANGE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B74B313-6830-DEF8-1148-1BDA2D0AB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43685E7-A45E-DF9B-90AE-FE2ACA8DFEC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A1498DF-7C02-B183-B78D-C458BCD32FDC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C9632B6-F9D1-F384-41B4-528EA345C515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A2C6122-4344-B10E-8530-9A29D6086A1E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83843F98-5552-F249-15FC-915A5DD2B3A2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0FAFCFC8-6780-C3CF-0AFE-C28A9D1462E6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2FCE2CC5-2CF9-9538-8D61-0BD4B74475D0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63C28A4-A24D-2082-0456-41BCE8D4070C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29D25F0C-935C-F459-01EB-727B921D4669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0D485807-6F5D-5A24-D787-AA03F0A92284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9CEFABB-E1D5-DFD1-40E4-722DA0AFDD35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2EED059-C35B-30FB-216D-512052D0D647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D4D9CB3-5679-F28D-FDD2-2E348A50D937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FFE8365-B5FB-7907-3DD9-E01FD55B4B4E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6CB82B0-D9B4-F3A1-C8D5-3B5C3ED98FE8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5DF5BA5-0058-7FE9-D0AB-60E0DA268B78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ED6557AD-B7B1-2792-5C6A-4B879C331B8C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9F41F059-05DD-C108-C2D0-6033A3E601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140A62AD-F7F5-B173-0898-322136FAD750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201E155-D9D4-EC1C-28EA-14A8EA734445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noProof="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5A4A8152-ED19-BB7D-D225-ADBF32692579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DBA9B3E6-245A-C0A0-185B-A829C03F5887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218F299A-6098-C319-B388-95D3DE10D105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41E626CF-A101-28D5-EDEF-71AC26E45F17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5013B576-3DBA-0ADE-F60C-A6C7DEDFCA1A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C7C013D7-E009-E851-F4CA-41A5CDADF008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44A5C37A-0A7F-F523-7D1F-D3CDCCE0AF1E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2681A2A-D48A-7D45-09C1-DF712BC51B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E08760A-8484-48C1-CB6E-D8435415390D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PORTFOLIO_PERIOD_MAINTAINABILITY_CHANGE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1DA0CB-C306-A533-81C2-F58E7AAD1A8B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71E0BEF-A934-E57C-D6AA-D9A39E9BA2AC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B4993B0-C574-1A0C-D2CC-601F9A816244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46" name="Rounded Rectangle 45">
              <a:extLst>
                <a:ext uri="{FF2B5EF4-FFF2-40B4-BE49-F238E27FC236}">
                  <a16:creationId xmlns:a16="http://schemas.microsoft.com/office/drawing/2014/main" id="{2046A2AD-8B2F-9F91-38E9-693651680A2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9B65C6B-8B79-6E62-4E92-AAA9B9C460B0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9484B3FD-FF0C-A3DF-1F66-2F211858D6AE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49" name="Rounded Rectangle 48">
              <a:extLst>
                <a:ext uri="{FF2B5EF4-FFF2-40B4-BE49-F238E27FC236}">
                  <a16:creationId xmlns:a16="http://schemas.microsoft.com/office/drawing/2014/main" id="{EB27BC39-4A7E-FD5B-9709-BE7E9679DD1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B897F31D-CA5A-7192-8289-A08702399B1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827BB7F0-3643-9FFC-0DC9-10F85BE4FE6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AAE21101-175A-55DC-43FB-66EB38068EC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B08ED80E-3C0A-1305-A82E-5A6A5F21483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C724DD9C-4498-BDBF-D550-CD5BFAFB944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0C61241F-CCB1-DA71-4D2B-5453293279F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E546F09-32A9-F3EC-B92C-062BC866C320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82ACFC0-E430-DE80-02D2-87BE9F92063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58" name="Rounded Rectangle 57">
              <a:extLst>
                <a:ext uri="{FF2B5EF4-FFF2-40B4-BE49-F238E27FC236}">
                  <a16:creationId xmlns:a16="http://schemas.microsoft.com/office/drawing/2014/main" id="{B04AB406-F121-B87F-E22D-C5E38B6AB53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3E9E5116-69E0-E51E-082B-B9554195A4E4}"/>
              </a:ext>
            </a:extLst>
          </p:cNvPr>
          <p:cNvSpPr/>
          <p:nvPr/>
        </p:nvSpPr>
        <p:spPr>
          <a:xfrm>
            <a:off x="1250238" y="7283752"/>
            <a:ext cx="353366" cy="333633"/>
          </a:xfrm>
          <a:prstGeom prst="rect">
            <a:avLst/>
          </a:prstGeom>
          <a:solidFill>
            <a:srgbClr val="DC4A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4EDA70-A68C-FFDC-E765-FC7BCDCDD238}"/>
              </a:ext>
            </a:extLst>
          </p:cNvPr>
          <p:cNvSpPr/>
          <p:nvPr/>
        </p:nvSpPr>
        <p:spPr>
          <a:xfrm>
            <a:off x="2184054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E1B95C-2C18-0461-C0FB-F6256E72F9BC}"/>
              </a:ext>
            </a:extLst>
          </p:cNvPr>
          <p:cNvSpPr/>
          <p:nvPr/>
        </p:nvSpPr>
        <p:spPr>
          <a:xfrm>
            <a:off x="3117870" y="7283752"/>
            <a:ext cx="353366" cy="333633"/>
          </a:xfrm>
          <a:prstGeom prst="rect">
            <a:avLst/>
          </a:prstGeom>
          <a:solidFill>
            <a:srgbClr val="E79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E27BA21-359B-E70F-FE48-61E12EB5EE48}"/>
              </a:ext>
            </a:extLst>
          </p:cNvPr>
          <p:cNvSpPr/>
          <p:nvPr/>
        </p:nvSpPr>
        <p:spPr>
          <a:xfrm>
            <a:off x="4051686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0B16F0-DDF6-9CF3-B104-F6485E507845}"/>
              </a:ext>
            </a:extLst>
          </p:cNvPr>
          <p:cNvSpPr/>
          <p:nvPr/>
        </p:nvSpPr>
        <p:spPr>
          <a:xfrm>
            <a:off x="4985502" y="7283752"/>
            <a:ext cx="353366" cy="333633"/>
          </a:xfrm>
          <a:prstGeom prst="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7A92AEB-B1D9-C562-7E2B-868C9357F799}"/>
              </a:ext>
            </a:extLst>
          </p:cNvPr>
          <p:cNvSpPr/>
          <p:nvPr/>
        </p:nvSpPr>
        <p:spPr>
          <a:xfrm>
            <a:off x="5919318" y="7283752"/>
            <a:ext cx="353366" cy="333633"/>
          </a:xfrm>
          <a:prstGeom prst="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2E4372C-BEAF-561A-5355-3F3AB75E9B1C}"/>
              </a:ext>
            </a:extLst>
          </p:cNvPr>
          <p:cNvSpPr/>
          <p:nvPr/>
        </p:nvSpPr>
        <p:spPr>
          <a:xfrm>
            <a:off x="6853134" y="7283752"/>
            <a:ext cx="353366" cy="333633"/>
          </a:xfrm>
          <a:prstGeom prst="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11F6519-88B1-FB73-3CE5-95965CDCC252}"/>
              </a:ext>
            </a:extLst>
          </p:cNvPr>
          <p:cNvSpPr/>
          <p:nvPr/>
        </p:nvSpPr>
        <p:spPr>
          <a:xfrm>
            <a:off x="7786950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36211FC-EC5F-9920-1172-0756514BD9EB}"/>
              </a:ext>
            </a:extLst>
          </p:cNvPr>
          <p:cNvSpPr/>
          <p:nvPr/>
        </p:nvSpPr>
        <p:spPr>
          <a:xfrm>
            <a:off x="8720766" y="7283752"/>
            <a:ext cx="353366" cy="333633"/>
          </a:xfrm>
          <a:prstGeom prst="rect">
            <a:avLst/>
          </a:prstGeom>
          <a:solidFill>
            <a:srgbClr val="97DC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4B9E5EA-5C74-4035-BEEC-01DA2347190F}"/>
              </a:ext>
            </a:extLst>
          </p:cNvPr>
          <p:cNvSpPr/>
          <p:nvPr/>
        </p:nvSpPr>
        <p:spPr>
          <a:xfrm>
            <a:off x="9654582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117ACFD-4BD7-3D9D-182F-57F1D2EF2F0C}"/>
              </a:ext>
            </a:extLst>
          </p:cNvPr>
          <p:cNvSpPr/>
          <p:nvPr/>
        </p:nvSpPr>
        <p:spPr>
          <a:xfrm>
            <a:off x="10588396" y="7283752"/>
            <a:ext cx="353366" cy="333633"/>
          </a:xfrm>
          <a:prstGeom prst="rect">
            <a:avLst/>
          </a:prstGeom>
          <a:solidFill>
            <a:srgbClr val="57C9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DC7E09-5E67-7748-DDEF-A7F159DAEFB3}"/>
              </a:ext>
            </a:extLst>
          </p:cNvPr>
          <p:cNvSpPr txBox="1"/>
          <p:nvPr/>
        </p:nvSpPr>
        <p:spPr>
          <a:xfrm>
            <a:off x="1016317" y="7795967"/>
            <a:ext cx="82120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CB5545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92F5665-6AEB-88BE-2B39-86AAC71DA14A}"/>
              </a:ext>
            </a:extLst>
          </p:cNvPr>
          <p:cNvSpPr txBox="1"/>
          <p:nvPr/>
        </p:nvSpPr>
        <p:spPr>
          <a:xfrm>
            <a:off x="2191705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9FE757-FDA2-AC9B-9BDA-14184BF2D044}"/>
              </a:ext>
            </a:extLst>
          </p:cNvPr>
          <p:cNvSpPr txBox="1"/>
          <p:nvPr/>
        </p:nvSpPr>
        <p:spPr>
          <a:xfrm>
            <a:off x="10358483" y="7795967"/>
            <a:ext cx="81319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57C969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DEEA041-B74B-F8F2-FF45-92D3B209B179}"/>
              </a:ext>
            </a:extLst>
          </p:cNvPr>
          <p:cNvSpPr txBox="1"/>
          <p:nvPr/>
        </p:nvSpPr>
        <p:spPr>
          <a:xfrm>
            <a:off x="3997461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1C52C6-6B46-D72B-A870-A45F24A09431}"/>
              </a:ext>
            </a:extLst>
          </p:cNvPr>
          <p:cNvSpPr txBox="1"/>
          <p:nvPr/>
        </p:nvSpPr>
        <p:spPr>
          <a:xfrm>
            <a:off x="2943805" y="7795967"/>
            <a:ext cx="850254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DA948B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F6B9CFE-C200-5C19-2D52-F6BB4843D621}"/>
              </a:ext>
            </a:extLst>
          </p:cNvPr>
          <p:cNvSpPr txBox="1"/>
          <p:nvPr/>
        </p:nvSpPr>
        <p:spPr>
          <a:xfrm>
            <a:off x="4741642" y="7795967"/>
            <a:ext cx="866092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F3DDD7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2447BD0-2A55-1CE8-3031-BB5817119F5F}"/>
              </a:ext>
            </a:extLst>
          </p:cNvPr>
          <p:cNvSpPr txBox="1"/>
          <p:nvPr/>
        </p:nvSpPr>
        <p:spPr>
          <a:xfrm>
            <a:off x="6545795" y="7795967"/>
            <a:ext cx="8692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D9EEDD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A7D6663-5C77-8AD2-80EB-DD8618147848}"/>
              </a:ext>
            </a:extLst>
          </p:cNvPr>
          <p:cNvSpPr txBox="1"/>
          <p:nvPr/>
        </p:nvSpPr>
        <p:spPr>
          <a:xfrm>
            <a:off x="5687801" y="7795967"/>
            <a:ext cx="779529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F8F8F8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418E9BC-414C-B123-49CB-D287FD364617}"/>
              </a:ext>
            </a:extLst>
          </p:cNvPr>
          <p:cNvSpPr txBox="1"/>
          <p:nvPr/>
        </p:nvSpPr>
        <p:spPr>
          <a:xfrm>
            <a:off x="8350654" y="7795967"/>
            <a:ext cx="871092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A6DAA7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B09F2E4-0AA8-54C3-F328-3A363A4D114F}"/>
              </a:ext>
            </a:extLst>
          </p:cNvPr>
          <p:cNvSpPr txBox="1"/>
          <p:nvPr/>
        </p:nvSpPr>
        <p:spPr>
          <a:xfrm>
            <a:off x="7608973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998ECA3-6137-80F2-D84D-98F0946FDB04}"/>
              </a:ext>
            </a:extLst>
          </p:cNvPr>
          <p:cNvSpPr txBox="1"/>
          <p:nvPr/>
        </p:nvSpPr>
        <p:spPr>
          <a:xfrm>
            <a:off x="9414729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0016F68-3929-B0A6-9A70-964CCDA5D054}"/>
              </a:ext>
            </a:extLst>
          </p:cNvPr>
          <p:cNvSpPr/>
          <p:nvPr/>
        </p:nvSpPr>
        <p:spPr>
          <a:xfrm>
            <a:off x="5137902" y="8172752"/>
            <a:ext cx="353366" cy="33363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45264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6FA4F-56E0-38D4-2ADF-7F5EB3DFF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FAB8F07-6D4B-916A-C1E3-E7E3096D579E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E08F0F-52CE-A816-71D0-86B4FA3FF4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6B193F2-CE7B-FC39-0466-64F32A0539F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Architecture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813AE8D-2181-6973-DFF7-DE2DCBC4B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DBED7E5-EA80-DACD-B5DD-5B2AFC67C3A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F0C5160-5E71-1D75-1843-505E782ADE9E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FD1D7D0-E508-4E54-4F9E-1F87491FCD21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8787B23-C3C2-4DC1-FC2E-4E3FDEB0E3DB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5D6C4DB3-A694-6654-C46A-6A30201BAC24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DC8341F-BE21-35A0-B63A-B7CAA7D8AA78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C7FAE859-4F19-CCAA-8231-8F233ACDBF22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070C8A8-5F70-7685-B7B9-DECC513B03C7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AAC7EC1D-51A2-8BD1-7F7E-89632221EAF7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43849591-B68A-EEAB-67F2-23F5BAB43709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330E64A-029D-BE57-A4F4-11697BEC61F3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117BF85-BAAA-2D29-537D-299AAEC0D2A5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84E70D7-B616-9354-E43A-19C4E8220C5C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2FCDF86-1BFE-F1DD-09A6-0DDEAED0EA7A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B4A05E3-5F07-17A7-A878-E3A1F3F83F36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3967FA3-FEEE-A226-4B36-FB0C331951E6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C1693B4E-8875-225E-C3BC-7D59AEE0ACF0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06B4C579-A729-7BC8-C3C2-C43674979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18269E38-D98E-A1A9-849D-FA7CE973A729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2D4281-B725-AADD-7434-A67A1A6008DB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7A0448F1-9072-6C0C-66A5-40DE5ABB8FD4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A7BE0DB5-2B07-7D12-87EB-1EA854951E21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528E10CF-5539-9E74-A175-FF3487DF89A0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77AEB37-B31B-0863-1FA0-10CE92E74F36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54C842EB-ACD9-13E8-3D00-A46BBE4F8CF0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15AD5229-C433-7CFC-899F-E2A9748EC122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4BEB0E91-753E-DE0D-1DF6-13AAA357C45E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50529EB5-7D61-96B4-768B-08F6BF3B9D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FA8CC6E-79D0-779A-4057-FF94D4182B43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PORTFOLIO_PERIOD_ARCHITECTURE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4B93BD-B59A-71C8-4848-15AFF292DD1C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94BE5A8-50A2-3CB5-EB9F-ECAAAD999D4C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D242320-FF53-799F-AD12-F1A53454CADD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B0FE9ED6-B82B-2268-BCC0-A3C543ECC3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093FE6B-1978-BDB2-A7E1-C77BFDC63CE6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889ECD7-4049-C2BC-62DC-5EFCEFFE4820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3C71F5E1-5F10-DEAB-C5E9-9D1A4015EFB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669BCA8-26A4-2D2B-F1E1-0F65BD120BC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AA2CAC9-D0AF-5C25-7509-7F76A37502B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B57FDB8E-6FC9-A84D-B32A-91746C436FB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62C6950-8001-E340-ADED-D28E5F7F961E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18DA12C-ECBE-3A73-0A59-64820DFAA06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D65AD3B7-FEC0-B0E6-33A0-5C13D4D6EB7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ED4B644-4825-FB9E-D737-7F6747FF7D17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3C279F1-186D-292C-F3C7-24C382DE4CE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DCF5C1D5-2A14-42E2-BD7E-C1FDDC8AE3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808558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C0A81-88C5-4527-C0A0-244B12481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DEA43F6-2071-E4E3-9658-2E834D622D8B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A6D8F8-87A5-C17B-4FAE-C3BBF4350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74A1267-C3B2-3A92-DF89-401DA4929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SECURITY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5CC2A46-8D1D-B9E0-899A-180D236E2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6088FB0-75A6-06A4-8AF0-E15C620BBB8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95C2AEC-BEC9-1EBD-9A04-49E608990E6F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6B3CD47-6CC5-ABA0-E88E-229A68F556D4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5CA677C-111E-875F-FC17-73BFE1BDFD44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EC9BD897-5CC5-0BB3-6FD3-BAF7BD8C8172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E08E60C9-861D-AA85-6F53-430DA8D35704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1169B188-BB78-5F4B-7AE9-E217C61AB23F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370D179-969D-85A0-A06E-413B540E185C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7C588636-91AF-B6DF-687D-D36D36ADB260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796BBBD4-2A5F-42AA-0DA7-ACCD2FB4884C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971F45B-97E8-07E8-1BC4-CA3A6C6B05B0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D7BAFC4-5D20-5CA6-5D69-18B2193E27D3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1EC0203-C84B-A017-E50B-D8C562ED72FC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CBF21EE-B664-875B-657B-6A7DE48C1917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11C4FBD-3D07-9CDE-F484-43A77C6E2906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077CE2E-24F6-C868-1DBD-D6231ECF96B9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895F4F1C-E438-A90D-66C3-33883C267910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53E5021-8F11-D9FB-3522-0AFE679D7E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B984F6CC-F2D6-1582-A8C6-28D90AF33E0F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795A87B-AA9C-9615-3498-614A8AEA5CA6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B3E92728-75A1-5016-FA53-C251593711D8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12414985-6172-43CD-D1A0-11BAA4B5E493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8E5B1B82-ADD4-55C5-DC2F-D122CCB2B170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2986F345-FAD8-1285-16C6-76CBE1A846C4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DBA12BEC-C460-C9C3-B5F4-BE5100CE3C96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6E5E6DD1-4145-AB4F-5DAB-D1471F1DD092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EE3A61A7-D12A-DBFF-E070-23A8246878F4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7A00A032-720A-A938-CD54-07D654F3C4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B8CD629-B159-F115-70E3-983CFD3F3A2E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PORTFOLIO_PERIOD_SECURITY_RATINGS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01991B-B862-0EFA-EF73-1CABCA0EFFB5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7BD9E38-8E8F-2F47-EBCC-E2056CCB0884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1F9E506-1D4B-0427-C538-A70A96AAC85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333AC463-8BC4-E8E3-4A67-A90F4834994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C0DA11D-4AAC-9261-CF98-0410B69CB9C5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354C010-2C13-6AB9-0A36-3C62C558A6CE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27E03CA4-6785-33F3-CB9B-FD964C866D2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6A60979-6D38-E7FF-0653-CE22466F3298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8491FD7-42D1-6A8E-CC31-85935C3C1E65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50A1DE28-F3BA-475E-4572-074BADB413B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35995C8-4370-67FD-9DC9-539FCC2F1685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AB831AC-1159-76A9-D244-2BAE164D824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E7762DA0-4411-F242-1F8A-37857244C6A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6ABF5B0-1B48-D2F0-A03B-627A5BD3C359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3D2ECB5-3381-6192-75B4-847C1A38CB7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84B338EE-D205-848D-1E5A-77EB022FCEC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389753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47711-2F95-8D02-EF61-9DFDAFBAA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D508E6A-8D1D-AB1F-259E-339FCAE0BA97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7F47A6-2E30-A3A2-1FA6-ADC44FB6A7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A66B300-1C90-2F6C-DB67-3C596EBEC4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TEST-TO-PRODUCTION CODE RATIO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D9C93C0-DAC7-2BC6-6231-8EDFB3938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5ACD4F1-D304-8D5E-8BF8-58711FD1521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7D26347-FC43-BACE-9980-199D72DFEA57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1C10223-DCE0-5F70-C5C9-161E26AB1F6F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A940A4-7B9F-E6FA-1DA1-61E3E0AC074A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21CDA381-07E7-2A5F-39FC-6CD823027E12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B7CA0860-0E4F-BE2B-DC36-21DCF1901124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E30F198E-D53A-B895-7449-D48895DE465C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63BEA591-92CD-6410-9177-AAADAD5BA152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313EB585-C202-E84B-DCD7-0785E2BBEE5E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0A71916B-2C50-AAF9-E985-6B565A1F2570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3C97D32-DEA1-D7BC-FF30-0CA6E31ABA5F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48554DF-F124-812D-CFB2-CCBCCC5C754B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7C85D2-5CA0-7C6B-C837-52C97A3F1FE5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249F0FC-8FFE-6494-C53B-F171CD58F625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1C30671-CB14-EFAE-2144-B7D5D92464F4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D451C5-E76B-3719-C382-7D6FEBB6F620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FA533D47-095D-5ADF-4AAD-018B57D09AE7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E3B8BDA8-5F9C-3D34-74B6-695698823F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3264ABFF-287B-3DE5-2110-A761434FAA9E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C8EDE4F-62F9-B2A2-E4E1-BA4AAA907AA8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6F2CA785-4B4F-E913-38BB-70B02DFBF3BC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8D4579EA-D1D8-B5DC-36DE-B9D4F20F83F1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53E641D5-003A-3B1A-6159-9CF8191D0903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A5DD955-EE69-A07B-0FAE-D1F1D06E2FF5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BBB7BB32-7795-2534-56C3-721ECD146A83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1F5C76BE-C791-3518-F04A-4DC87236073E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159F00D2-0FAA-97EB-7004-A0C689B5EF82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A3F9EAC3-8018-153F-61E8-066A263206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C77118A-7FE6-2744-6CB5-CE5588900C71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PORTFOLIO_PERIOD_TEST_CODE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86087A-1562-6F9F-A7EE-D50063A83A35}"/>
              </a:ext>
            </a:extLst>
          </p:cNvPr>
          <p:cNvSpPr txBox="1"/>
          <p:nvPr/>
        </p:nvSpPr>
        <p:spPr>
          <a:xfrm>
            <a:off x="2899580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58F6506-BA78-16D7-8F52-64E2D7234BF0}"/>
              </a:ext>
            </a:extLst>
          </p:cNvPr>
          <p:cNvGrpSpPr/>
          <p:nvPr/>
        </p:nvGrpSpPr>
        <p:grpSpPr>
          <a:xfrm>
            <a:off x="512064" y="6117354"/>
            <a:ext cx="273482" cy="98617"/>
            <a:chOff x="586253" y="6116391"/>
            <a:chExt cx="273482" cy="98617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5EBDDDB-95D4-0512-C3B5-DDDDBB6AC14E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71" name="Rounded Rectangle 70">
              <a:extLst>
                <a:ext uri="{FF2B5EF4-FFF2-40B4-BE49-F238E27FC236}">
                  <a16:creationId xmlns:a16="http://schemas.microsoft.com/office/drawing/2014/main" id="{8C6A02D5-900B-5DC5-1C44-06658418797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EAC1574B-EFC8-DEBE-3AEA-1AE5FE83F3D7}"/>
              </a:ext>
            </a:extLst>
          </p:cNvPr>
          <p:cNvGrpSpPr/>
          <p:nvPr/>
        </p:nvGrpSpPr>
        <p:grpSpPr>
          <a:xfrm>
            <a:off x="877767" y="6117354"/>
            <a:ext cx="408134" cy="98617"/>
            <a:chOff x="961765" y="6117353"/>
            <a:chExt cx="408134" cy="9861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311C860-DB1A-1DCA-B9DC-AAFBDE61E8DA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75" name="Rounded Rectangle 74">
              <a:extLst>
                <a:ext uri="{FF2B5EF4-FFF2-40B4-BE49-F238E27FC236}">
                  <a16:creationId xmlns:a16="http://schemas.microsoft.com/office/drawing/2014/main" id="{2E885490-8379-983E-86C3-56DB50E030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9CD63C20-9B7B-97B8-B602-F58429F14ADD}"/>
              </a:ext>
            </a:extLst>
          </p:cNvPr>
          <p:cNvGrpSpPr/>
          <p:nvPr/>
        </p:nvGrpSpPr>
        <p:grpSpPr>
          <a:xfrm>
            <a:off x="1378122" y="6117354"/>
            <a:ext cx="446606" cy="98617"/>
            <a:chOff x="1114165" y="6269753"/>
            <a:chExt cx="446606" cy="9861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CB502513-4155-2B38-101F-C327B56033BD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78" name="Rounded Rectangle 77">
              <a:extLst>
                <a:ext uri="{FF2B5EF4-FFF2-40B4-BE49-F238E27FC236}">
                  <a16:creationId xmlns:a16="http://schemas.microsoft.com/office/drawing/2014/main" id="{34A284FE-34F5-0EE7-2680-9DDF4CBB535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12A682FE-D437-6828-1087-A1DF2E9370CC}"/>
              </a:ext>
            </a:extLst>
          </p:cNvPr>
          <p:cNvGrpSpPr/>
          <p:nvPr/>
        </p:nvGrpSpPr>
        <p:grpSpPr>
          <a:xfrm>
            <a:off x="1916949" y="6117354"/>
            <a:ext cx="485078" cy="98617"/>
            <a:chOff x="1114165" y="6269753"/>
            <a:chExt cx="485078" cy="98617"/>
          </a:xfrm>
        </p:grpSpPr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C967DAC-7419-D227-9FB5-136030FD729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81" name="Rounded Rectangle 80">
              <a:extLst>
                <a:ext uri="{FF2B5EF4-FFF2-40B4-BE49-F238E27FC236}">
                  <a16:creationId xmlns:a16="http://schemas.microsoft.com/office/drawing/2014/main" id="{24F9B8A7-407D-1AAF-6F4E-114693419D2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11AB6347-CC9A-9BE4-4BAE-0AA60C2CF95C}"/>
              </a:ext>
            </a:extLst>
          </p:cNvPr>
          <p:cNvGrpSpPr/>
          <p:nvPr/>
        </p:nvGrpSpPr>
        <p:grpSpPr>
          <a:xfrm>
            <a:off x="2494246" y="6117354"/>
            <a:ext cx="350426" cy="98617"/>
            <a:chOff x="1114165" y="6269753"/>
            <a:chExt cx="350426" cy="98617"/>
          </a:xfrm>
        </p:grpSpPr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8C432BC6-5457-8E38-BD36-E3E40333CF85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84" name="Rounded Rectangle 83">
              <a:extLst>
                <a:ext uri="{FF2B5EF4-FFF2-40B4-BE49-F238E27FC236}">
                  <a16:creationId xmlns:a16="http://schemas.microsoft.com/office/drawing/2014/main" id="{EA10911F-0395-F155-209F-57254B95F6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490190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23090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23450</TotalTime>
  <Words>741</Words>
  <Application>Microsoft Macintosh PowerPoint</Application>
  <PresentationFormat>Widescreen</PresentationFormat>
  <Paragraphs>225</Paragraphs>
  <Slides>18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7" baseType="lpstr">
      <vt:lpstr>Arial</vt:lpstr>
      <vt:lpstr>Calibri</vt:lpstr>
      <vt:lpstr>Calibri Bold</vt:lpstr>
      <vt:lpstr>Calibri Light</vt:lpstr>
      <vt:lpstr>Calibri Regular</vt:lpstr>
      <vt:lpstr>Sigsterren</vt:lpstr>
      <vt:lpstr>TheSansMono M5</vt:lpstr>
      <vt:lpstr>Wingdings</vt:lpstr>
      <vt:lpstr>Office Theme</vt:lpstr>
      <vt:lpstr>PowerPoint Presentation</vt:lpstr>
      <vt:lpstr>PowerPoint Presentation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PowerPoint Presentation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PowerPoint Presentation</vt:lpstr>
      <vt:lpstr>@@</vt:lpstr>
      <vt:lpstr>@@</vt:lpstr>
      <vt:lpstr>@@</vt:lpstr>
      <vt:lpstr>@@</vt:lpstr>
      <vt:lpstr>@@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Thomas Kovac</cp:lastModifiedBy>
  <cp:revision>145</cp:revision>
  <cp:lastPrinted>2020-07-02T15:41:27Z</cp:lastPrinted>
  <dcterms:created xsi:type="dcterms:W3CDTF">2024-01-03T15:04:34Z</dcterms:created>
  <dcterms:modified xsi:type="dcterms:W3CDTF">2025-08-09T15:47:51Z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