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1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2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5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6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10724" r:id="rId3"/>
    <p:sldId id="10749" r:id="rId4"/>
    <p:sldId id="10751" r:id="rId5"/>
    <p:sldId id="10753" r:id="rId6"/>
    <p:sldId id="10750" r:id="rId7"/>
    <p:sldId id="10754" r:id="rId8"/>
    <p:sldId id="10755" r:id="rId9"/>
    <p:sldId id="10756" r:id="rId10"/>
    <p:sldId id="10748" r:id="rId11"/>
    <p:sldId id="598" r:id="rId12"/>
    <p:sldId id="605" r:id="rId13"/>
    <p:sldId id="606" r:id="rId14"/>
    <p:sldId id="604" r:id="rId15"/>
    <p:sldId id="599" r:id="rId16"/>
    <p:sldId id="600" r:id="rId17"/>
    <p:sldId id="603" r:id="rId18"/>
    <p:sldId id="602" r:id="rId19"/>
    <p:sldId id="601" r:id="rId20"/>
    <p:sldId id="10725" r:id="rId21"/>
    <p:sldId id="10736" r:id="rId22"/>
    <p:sldId id="10728" r:id="rId23"/>
    <p:sldId id="10746" r:id="rId24"/>
    <p:sldId id="10737" r:id="rId25"/>
    <p:sldId id="10738" r:id="rId26"/>
    <p:sldId id="10747" r:id="rId27"/>
    <p:sldId id="10739" r:id="rId28"/>
    <p:sldId id="10742" r:id="rId29"/>
    <p:sldId id="10745" r:id="rId30"/>
    <p:sldId id="10740" r:id="rId31"/>
    <p:sldId id="1074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41"/>
    <p:restoredTop sz="94699"/>
  </p:normalViewPr>
  <p:slideViewPr>
    <p:cSldViewPr snapToGrid="0">
      <p:cViewPr>
        <p:scale>
          <a:sx n="179" d="100"/>
          <a:sy n="179" d="100"/>
        </p:scale>
        <p:origin x="2472" y="9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04-12-2025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PROGRESS IN SIGRID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415872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OBJECTIVES_STATUS_CHART_SIGRID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</a:t>
            </a:r>
            <a:r>
              <a:rPr lang="en-US" dirty="0"/>
              <a:t> over time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423348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OBJECTIVES_OVERALL_CHART_SIGRID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448887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OBJECTIVES_CAPABILITY_CHART_SIGRID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510507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OBJECTIVES_MAINTAINABILITY_CHART_SIGRID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</a:t>
            </a:r>
            <a:r>
              <a:rPr lang="en-US" dirty="0"/>
              <a:t>Architecture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91380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OBJECTIVES_ARCHITECTURE_CHART_SIGRID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74245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OBJECTIVES_OSH_CHART_SIGRID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32370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OBJECTIVES_SECURITY_CHART_SIGRID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02A85-FC26-18FA-7ADB-A67B02B98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882F8B-0345-DF4E-AB35-30DCEA6A37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90A491-72E0-CA9E-AA13-B89E22F1EE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2A9E6D-9724-CAEE-4936-1E6525429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764C09-61F7-F3A2-4D49-AC3C2D9F389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731B17-6E2D-3DE5-AB1B-4F8B82B6CD4B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5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PORTFOLIO_PERIOD_MAINTAINABILITY_DELTA_QUALITY_NEW_CODE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PORTFOLIO_PERIOD_MAINTAINABILITY_DELTA_QUALITY_CHANGED_CODE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PORTFOLIO_PERIOD_OSH_RATINGS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29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998</Words>
  <Application>Microsoft Macintosh PowerPoint</Application>
  <PresentationFormat>Widescreen</PresentationFormat>
  <Paragraphs>222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Andrei Tociu</cp:lastModifiedBy>
  <cp:revision>3</cp:revision>
  <dcterms:created xsi:type="dcterms:W3CDTF">2025-10-21T17:29:07Z</dcterms:created>
  <dcterms:modified xsi:type="dcterms:W3CDTF">2025-12-04T12:31:01Z</dcterms:modified>
</cp:coreProperties>
</file>