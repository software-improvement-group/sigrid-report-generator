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8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561" r:id="rId5"/>
    <p:sldId id="10724" r:id="rId6"/>
    <p:sldId id="598" r:id="rId7"/>
    <p:sldId id="605" r:id="rId8"/>
    <p:sldId id="606" r:id="rId9"/>
    <p:sldId id="604" r:id="rId10"/>
    <p:sldId id="599" r:id="rId11"/>
    <p:sldId id="600" r:id="rId12"/>
    <p:sldId id="603" r:id="rId13"/>
    <p:sldId id="602" r:id="rId14"/>
    <p:sldId id="601" r:id="rId15"/>
    <p:sldId id="10725" r:id="rId16"/>
    <p:sldId id="10721" r:id="rId17"/>
    <p:sldId id="10728" r:id="rId18"/>
    <p:sldId id="10729" r:id="rId19"/>
    <p:sldId id="10727" r:id="rId20"/>
    <p:sldId id="10726" r:id="rId21"/>
    <p:sldId id="10730" r:id="rId22"/>
    <p:sldId id="10723" r:id="rId23"/>
    <p:sldId id="597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18C00"/>
    <a:srgbClr val="D0A700"/>
    <a:srgbClr val="E9C343"/>
    <a:srgbClr val="F1C109"/>
    <a:srgbClr val="2F6BFE"/>
    <a:srgbClr val="B6C4FF"/>
    <a:srgbClr val="2D6BFF"/>
    <a:srgbClr val="D8E9EC"/>
    <a:srgbClr val="58B8CC"/>
    <a:srgbClr val="EFE6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216"/>
    <p:restoredTop sz="96327"/>
  </p:normalViewPr>
  <p:slideViewPr>
    <p:cSldViewPr snapToGrid="0" snapToObjects="1" showGuides="1">
      <p:cViewPr>
        <p:scale>
          <a:sx n="107" d="100"/>
          <a:sy n="107" d="100"/>
        </p:scale>
        <p:origin x="1224" y="23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6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7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8/23/25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8/23/25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3206-5A0F-6590-5CC2-8128E297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635E41-5775-0107-E6CF-D4AEE682D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D9C8D-B649-9612-CD2B-DCF6CEA0A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F1303-806E-A123-9657-CCEC8C32C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205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1DC2-F944-34DD-B764-85BED2F0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AABBC-4283-B289-4871-B4E7AF2C71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EA979-5454-3EEC-CBC8-37F698F31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5A1BD-6926-2626-8E5D-55F3DAC16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5896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A897-55A7-2447-F783-128B0CFBB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104CF-C963-7F07-8CBB-81BC53752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76AC3-E364-BACE-9255-7FEDBC106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BDFFB-1DE8-A17E-1199-64339F16E5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946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2BE28-66CD-D44C-0C55-AC9782C01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4409-553C-FD5A-DFB7-732380633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D879E-AF06-1362-CB5F-F90FA6865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FB8AC-ED1E-0E2E-5AF2-507128B54A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925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3862A-F09F-91B5-B819-242958E8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E31BB-F827-E21D-B159-D85EAFD8E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7BD65-F7D4-27E5-1285-CD1B365EC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E97A5-3B47-5DA4-12BE-7F0013740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896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525A-77B9-4F45-8B5F-B3F774D89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55FC7-AD94-D9A7-D34B-DADFAE57C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22277-C214-6DF7-231D-6BEE9F1E0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92DA4-1468-1278-5185-5DACC01D1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78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hyperlink" Target="https://wiki.sig.eu/confluence/x/JoDbC" TargetMode="Externa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Sigrid Report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REPORT_DATE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A42B1-79CC-1E21-4639-E7E670166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FC30FB-D319-2C0A-9F37-22FDBE06E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08AD9-F8A2-F7B2-D9F1-70BCDD12FBB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17DAB3-373D-DCEC-7681-4A145CDFE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A4B2A8-B773-91AF-217C-D5EE6ACFCD3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OBJECTIVES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EFB6F-BDEE-5ED9-3CD5-ECFE541AE10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077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469EBE-D781-BBE7-29B3-57566E620D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CEA32-D081-8FDD-76C5-C241F4387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28840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OBJECTIVES_STATUS_CHART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5104348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57F2-BA89-4390-88ED-8FB60EF1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78348F-B34F-B964-E35D-39DECE3BFD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84645-C932-640A-5E4B-F4B967838F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47F5DA-4282-38F9-1499-DF6018168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team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8EC5A35-9538-D995-065E-528B18F85DE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80F10C8-8291-84BB-615B-4FE46E9122C0}"/>
              </a:ext>
            </a:extLst>
          </p:cNvPr>
          <p:cNvSpPr txBox="1"/>
          <p:nvPr/>
        </p:nvSpPr>
        <p:spPr>
          <a:xfrm>
            <a:off x="8958648" y="-525758"/>
            <a:ext cx="2751287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OBJECTIVES_TEAM_CHART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29A40A-AF83-BB5A-88A1-56A221C73FA2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F4431-111B-9E39-96DA-E7355B3BFC0A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2807704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9429BB-1FAC-98FE-7D71-42B7D87DA3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81411-6610-CAFD-EA1C-81FD4B02380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capability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327867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OBJECTIVES_CAPABILITY_CHART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00400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600E-1C52-CB46-5D36-227AF7C7B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3EDD46-211F-38F5-AB6D-EB17449227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077B15-64A3-766F-A6A8-B3999BFA416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9A4AB2-1C46-4914-7434-6FBDA68DD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D42228-B917-5A3E-BB6B-9871F4C489A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25FA84B-5F3F-E103-125D-195720E3F1F8}"/>
              </a:ext>
            </a:extLst>
          </p:cNvPr>
          <p:cNvSpPr txBox="1"/>
          <p:nvPr/>
        </p:nvSpPr>
        <p:spPr>
          <a:xfrm>
            <a:off x="8958648" y="-525758"/>
            <a:ext cx="305149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OBJECTIVES_OVERALL_CHART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C182B-21A7-0B3F-FD20-1EAE8DC029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18F0D0-4FE8-9F07-C0C1-9B71E7D05D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97517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63A228-91DD-866A-C3BE-29D9BA0B02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ED074-760A-27AF-25CE-E2511AFEA5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810002-51D8-CFBC-BD3F-963973A8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534E21-7EB0-8655-1FAF-0FBBAA9791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r>
              <a:rPr lang="en-US" sz="3200" b="1"/>
              <a:t>OBJECTIVES: TREND PER CAPABILITY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74427A-C727-A25F-00F6-6BA35F10855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654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07E0E-1EF7-93CB-AE93-58F5DBBB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1CC23F-34A9-CAB4-F1AC-61CD4A137D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971F33-EC6D-15CB-7964-1A1BA3BB36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F13107-CDB7-AC85-5C5F-E7555A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A804B61-8F8C-C6D5-94BB-B5CA583E7BE3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59FCAA8-D0E0-3539-B820-DF6D6318129E}"/>
              </a:ext>
            </a:extLst>
          </p:cNvPr>
          <p:cNvSpPr txBox="1"/>
          <p:nvPr/>
        </p:nvSpPr>
        <p:spPr>
          <a:xfrm>
            <a:off x="8958648" y="-525758"/>
            <a:ext cx="310176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OBJECTIVES_SECURITY_CHART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3D52BC-C3E2-2451-161B-F52A7FA9705A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DB332-5B7A-58F8-1634-D547EFC67F5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416651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EF245-3442-A171-4B71-8976E674B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27DFA2-EE79-84D9-93B7-40E7783C22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8E3577-CF80-4497-779B-F8F9B64983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23ACF5B-388E-198E-FD05-ADCFD074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551057A-38E3-B1CD-A98D-FA6566BDC6A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AE381E8-8BDC-C11E-0B4E-573D2927E3C8}"/>
              </a:ext>
            </a:extLst>
          </p:cNvPr>
          <p:cNvSpPr txBox="1"/>
          <p:nvPr/>
        </p:nvSpPr>
        <p:spPr>
          <a:xfrm>
            <a:off x="8958648" y="-525758"/>
            <a:ext cx="259701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OBJECTIVES_OSH_CHART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C2DE49-7433-6CBC-CA29-7C7939288C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31CF1D-7DAE-FF14-4371-2186B59208F0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774156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EC71-BF20-1EC9-6B8D-E66363F2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9F4491-51CB-EEE5-D092-EF2325FC49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5BB6BA-D3E5-6DBC-BA5D-B53502B31A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8BDABA6-F829-DABD-783E-014F92383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D309D7A3-6D2B-5238-FDCA-89277EA3E24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BB95D9E-971C-257B-3338-71CD7C91C015}"/>
              </a:ext>
            </a:extLst>
          </p:cNvPr>
          <p:cNvSpPr txBox="1"/>
          <p:nvPr/>
        </p:nvSpPr>
        <p:spPr>
          <a:xfrm>
            <a:off x="8958648" y="-525758"/>
            <a:ext cx="391256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OBJECTIVES_MAINTAINABILITY_CHART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44A357-894B-360C-F02D-0E805F440A5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8BF43F-4B27-019F-F6AA-84146EA48A8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00949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EA77C-7A9E-2604-6B02-6FB6C57A3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830A8F-64E7-1C1D-24C6-C12102806E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F722AC-8C8A-2B3B-1671-FE6B7573FD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FC0CB5-4975-B41B-F265-6AE5A3F2A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BB521E4-96ED-814A-B322-AFBA0633E84C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183F90-63B2-0646-9068-7E4E2BCF14D9}"/>
              </a:ext>
            </a:extLst>
          </p:cNvPr>
          <p:cNvSpPr txBox="1"/>
          <p:nvPr/>
        </p:nvSpPr>
        <p:spPr>
          <a:xfrm>
            <a:off x="8958648" y="-525758"/>
            <a:ext cx="363505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OBJECTIVES_ARCHITECTURE_CHART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FE74E7-A4E7-D99A-A30E-92E30405FE49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E5897-263B-F75F-BB48-770410B9BCF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261354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53638-E7EA-6540-EB95-71AC99BB1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06550A-82BC-27A9-5BA9-11E0BD7D28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5C72F-BC02-E5AC-7875-697FD443A9D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E30962-2823-732A-4055-DA798F20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713ED-C675-C9A6-C511-46A1453EFEE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PORTFOLIO TRENDS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AD5F29-E096-9FA6-116C-606DEF54A9DD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1725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651B2-5EA3-6357-504E-42CA686F1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4214F55-87AB-4503-AC82-2BC95B208C8E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72C7AE-2076-5997-4EAB-D22E042653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8BE65D2-3460-4C7C-16F9-3BE88017BB6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03F1AD-18C8-77BE-1E79-3C2B6F237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69D6EAF-E8FD-D3A3-7829-CED7DB0F871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EBC282C-8055-7AD8-3590-C3FE9E42BC3E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27AED06-01F1-DBA0-E565-9BE6814AD2AD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957E767-91E7-AE70-64BF-A19D315FFCBE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9DD72B3E-4CC8-AB73-8F64-62397F5281E4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9C6A333-EB76-E157-FD1F-1871A4A662AA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939D2136-9129-DFF7-4566-2C400BB96138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EC40C890-EBDC-F8D6-6D8E-09D4D0DE0E18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0DD1692-51CA-E1A6-81C3-BF0C2701CD71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88246287-07F3-D9C9-8557-70B0343C337B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9F29A67-9741-A809-2E85-0BC201DB14BE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657D40A-DB4A-2C4A-053E-F08C7747990E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49E0176-0A8A-63EA-FD74-DF199DA37561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5E5ABA4-107A-63FA-B053-46543AAFABAA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A66209-FDAA-1800-F29B-C995792130D1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D9C6992-A11F-E48D-7BC9-0F3A8B4F2206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D5257F9D-A1EF-3657-2F03-349BDB3AB728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EE0FC60-4BEC-117D-43BD-FAF458086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CD0596EA-3804-1B0D-B056-FFB0EFE2179D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C0DAE1E-9C80-B69F-C5B2-2FF402E7ECD3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2B2F9C2-9C05-8500-6B07-CE52749A027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B0060EC7-3956-2900-208B-A6D695F1CCCB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8FFC8C0A-4B8E-5310-C9AC-4C7DC0939C2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EB9298-CC53-FB86-C9E1-155A21BE3F3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E26DF9C6-5F0F-E895-D5C1-F25034229E15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948E409E-8257-1F8A-3328-2A7CD42B8688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944010CC-0A05-59F4-732A-CD9ABEB6D481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CC2B36CB-D689-645C-D228-AD02B6458F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35C89F2-B477-3176-2469-71E3807A1A6B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0A53FF-D71D-3D67-50B4-FAA3AE4114DC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4670BD4-8D94-ED0B-FFED-B8139631ED27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086AE49-2782-41F7-D7F9-7750BD9CBBC8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15D418FF-2745-DC77-45E2-412627D233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2000A49-DE6B-BF60-E1B8-122031AB699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C902B2E-66DA-BBCB-A017-354DB7B5721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BF0F54E8-CD51-CB07-352E-5F1DBF64711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790328B-BB2E-30DC-0542-914BB46E325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0A97732-F50A-35C4-8B9D-AEABCAACDFB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BD07014-1C94-5A5C-19F6-7FE5F04B96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ED18638-10AA-4FB8-6C3A-51EB2F97F772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066157F-CAC0-89E5-CE60-632450B3C5E5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B07C9750-174E-6C20-52D1-8FC59DE811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D5EAC22-A0CB-275B-C62C-60A3D44054A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D1121EA-A56F-C53F-C342-F187FA80A5B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58" name="Rounded Rectangle 57">
              <a:extLst>
                <a:ext uri="{FF2B5EF4-FFF2-40B4-BE49-F238E27FC236}">
                  <a16:creationId xmlns:a16="http://schemas.microsoft.com/office/drawing/2014/main" id="{6B67F0A4-241C-B69C-5C66-73CC0E2A69B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558166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79EA7-9E0F-A30A-7773-2366D1DF5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F15B9C0-1729-89A5-BDBB-D4D9D64F613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F35920-DAEA-3B96-C1C4-B1210C242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9840A33-EC3D-5A3B-3E0B-F3C497E5A0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 CHANGE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B74B313-6830-DEF8-1148-1BDA2D0AB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43685E7-A45E-DF9B-90AE-FE2ACA8DFEC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A1498DF-7C02-B183-B78D-C458BCD32FDC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C9632B6-F9D1-F384-41B4-528EA345C515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A2C6122-4344-B10E-8530-9A29D6086A1E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83843F98-5552-F249-15FC-915A5DD2B3A2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0FAFCFC8-6780-C3CF-0AFE-C28A9D1462E6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2FCE2CC5-2CF9-9538-8D61-0BD4B74475D0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63C28A4-A24D-2082-0456-41BCE8D4070C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29D25F0C-935C-F459-01EB-727B921D4669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0D485807-6F5D-5A24-D787-AA03F0A92284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9CEFABB-E1D5-DFD1-40E4-722DA0AFDD35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2EED059-C35B-30FB-216D-512052D0D647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D4D9CB3-5679-F28D-FDD2-2E348A50D937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FE8365-B5FB-7907-3DD9-E01FD55B4B4E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6CB82B0-D9B4-F3A1-C8D5-3B5C3ED98FE8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5DF5BA5-0058-7FE9-D0AB-60E0DA268B78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ED6557AD-B7B1-2792-5C6A-4B879C331B8C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9F41F059-05DD-C108-C2D0-6033A3E601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140A62AD-F7F5-B173-0898-322136FAD750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201E155-D9D4-EC1C-28EA-14A8EA734445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A4A8152-ED19-BB7D-D225-ADBF32692579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DBA9B3E6-245A-C0A0-185B-A829C03F5887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218F299A-6098-C319-B388-95D3DE10D105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41E626CF-A101-28D5-EDEF-71AC26E45F17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013B576-3DBA-0ADE-F60C-A6C7DEDFCA1A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C7C013D7-E009-E851-F4CA-41A5CDADF008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44A5C37A-0A7F-F523-7D1F-D3CDCCE0AF1E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2681A2A-D48A-7D45-09C1-DF712BC51B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E08760A-8484-48C1-CB6E-D8435415390D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1DA0CB-C306-A533-81C2-F58E7AAD1A8B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E9E5116-69E0-E51E-082B-B9554195A4E4}"/>
              </a:ext>
            </a:extLst>
          </p:cNvPr>
          <p:cNvSpPr/>
          <p:nvPr/>
        </p:nvSpPr>
        <p:spPr>
          <a:xfrm>
            <a:off x="1250238" y="7283752"/>
            <a:ext cx="353366" cy="333633"/>
          </a:xfrm>
          <a:prstGeom prst="rect">
            <a:avLst/>
          </a:prstGeom>
          <a:solidFill>
            <a:srgbClr val="DC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4EDA70-A68C-FFDC-E765-FC7BCDCDD238}"/>
              </a:ext>
            </a:extLst>
          </p:cNvPr>
          <p:cNvSpPr/>
          <p:nvPr/>
        </p:nvSpPr>
        <p:spPr>
          <a:xfrm>
            <a:off x="2184054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E1B95C-2C18-0461-C0FB-F6256E72F9BC}"/>
              </a:ext>
            </a:extLst>
          </p:cNvPr>
          <p:cNvSpPr/>
          <p:nvPr/>
        </p:nvSpPr>
        <p:spPr>
          <a:xfrm>
            <a:off x="3117870" y="7283752"/>
            <a:ext cx="353366" cy="333633"/>
          </a:xfrm>
          <a:prstGeom prst="rect">
            <a:avLst/>
          </a:prstGeom>
          <a:solidFill>
            <a:srgbClr val="E79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E27BA21-359B-E70F-FE48-61E12EB5EE48}"/>
              </a:ext>
            </a:extLst>
          </p:cNvPr>
          <p:cNvSpPr/>
          <p:nvPr/>
        </p:nvSpPr>
        <p:spPr>
          <a:xfrm>
            <a:off x="4051686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0B16F0-DDF6-9CF3-B104-F6485E507845}"/>
              </a:ext>
            </a:extLst>
          </p:cNvPr>
          <p:cNvSpPr/>
          <p:nvPr/>
        </p:nvSpPr>
        <p:spPr>
          <a:xfrm>
            <a:off x="4985502" y="7283752"/>
            <a:ext cx="353366" cy="333633"/>
          </a:xfrm>
          <a:prstGeom prst="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7A92AEB-B1D9-C562-7E2B-868C9357F799}"/>
              </a:ext>
            </a:extLst>
          </p:cNvPr>
          <p:cNvSpPr/>
          <p:nvPr/>
        </p:nvSpPr>
        <p:spPr>
          <a:xfrm>
            <a:off x="5919318" y="7283752"/>
            <a:ext cx="353366" cy="333633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2E4372C-BEAF-561A-5355-3F3AB75E9B1C}"/>
              </a:ext>
            </a:extLst>
          </p:cNvPr>
          <p:cNvSpPr/>
          <p:nvPr/>
        </p:nvSpPr>
        <p:spPr>
          <a:xfrm>
            <a:off x="6853134" y="7283752"/>
            <a:ext cx="353366" cy="333633"/>
          </a:xfrm>
          <a:prstGeom prst="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11F6519-88B1-FB73-3CE5-95965CDCC252}"/>
              </a:ext>
            </a:extLst>
          </p:cNvPr>
          <p:cNvSpPr/>
          <p:nvPr/>
        </p:nvSpPr>
        <p:spPr>
          <a:xfrm>
            <a:off x="7786950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36211FC-EC5F-9920-1172-0756514BD9EB}"/>
              </a:ext>
            </a:extLst>
          </p:cNvPr>
          <p:cNvSpPr/>
          <p:nvPr/>
        </p:nvSpPr>
        <p:spPr>
          <a:xfrm>
            <a:off x="8720766" y="7283752"/>
            <a:ext cx="353366" cy="333633"/>
          </a:xfrm>
          <a:prstGeom prst="rect">
            <a:avLst/>
          </a:prstGeom>
          <a:solidFill>
            <a:srgbClr val="97DC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4B9E5EA-5C74-4035-BEEC-01DA2347190F}"/>
              </a:ext>
            </a:extLst>
          </p:cNvPr>
          <p:cNvSpPr/>
          <p:nvPr/>
        </p:nvSpPr>
        <p:spPr>
          <a:xfrm>
            <a:off x="9654582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117ACFD-4BD7-3D9D-182F-57F1D2EF2F0C}"/>
              </a:ext>
            </a:extLst>
          </p:cNvPr>
          <p:cNvSpPr/>
          <p:nvPr/>
        </p:nvSpPr>
        <p:spPr>
          <a:xfrm>
            <a:off x="10588396" y="7283752"/>
            <a:ext cx="353366" cy="333633"/>
          </a:xfrm>
          <a:prstGeom prst="rect">
            <a:avLst/>
          </a:prstGeom>
          <a:solidFill>
            <a:srgbClr val="57C9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DC7E09-5E67-7748-DDEF-A7F159DAEFB3}"/>
              </a:ext>
            </a:extLst>
          </p:cNvPr>
          <p:cNvSpPr txBox="1"/>
          <p:nvPr/>
        </p:nvSpPr>
        <p:spPr>
          <a:xfrm>
            <a:off x="1016317" y="7795967"/>
            <a:ext cx="82120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CB5545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2F5665-6AEB-88BE-2B39-86AAC71DA14A}"/>
              </a:ext>
            </a:extLst>
          </p:cNvPr>
          <p:cNvSpPr txBox="1"/>
          <p:nvPr/>
        </p:nvSpPr>
        <p:spPr>
          <a:xfrm>
            <a:off x="2191705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9FE757-FDA2-AC9B-9BDA-14184BF2D044}"/>
              </a:ext>
            </a:extLst>
          </p:cNvPr>
          <p:cNvSpPr txBox="1"/>
          <p:nvPr/>
        </p:nvSpPr>
        <p:spPr>
          <a:xfrm>
            <a:off x="10358483" y="7795967"/>
            <a:ext cx="81319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57C969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DEEA041-B74B-F8F2-FF45-92D3B209B179}"/>
              </a:ext>
            </a:extLst>
          </p:cNvPr>
          <p:cNvSpPr txBox="1"/>
          <p:nvPr/>
        </p:nvSpPr>
        <p:spPr>
          <a:xfrm>
            <a:off x="3997461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1C52C6-6B46-D72B-A870-A45F24A09431}"/>
              </a:ext>
            </a:extLst>
          </p:cNvPr>
          <p:cNvSpPr txBox="1"/>
          <p:nvPr/>
        </p:nvSpPr>
        <p:spPr>
          <a:xfrm>
            <a:off x="2943805" y="7795967"/>
            <a:ext cx="850254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DA948B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6B9CFE-C200-5C19-2D52-F6BB4843D621}"/>
              </a:ext>
            </a:extLst>
          </p:cNvPr>
          <p:cNvSpPr txBox="1"/>
          <p:nvPr/>
        </p:nvSpPr>
        <p:spPr>
          <a:xfrm>
            <a:off x="4741642" y="7795967"/>
            <a:ext cx="866092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F3DDD7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447BD0-2A55-1CE8-3031-BB5817119F5F}"/>
              </a:ext>
            </a:extLst>
          </p:cNvPr>
          <p:cNvSpPr txBox="1"/>
          <p:nvPr/>
        </p:nvSpPr>
        <p:spPr>
          <a:xfrm>
            <a:off x="6545795" y="7795967"/>
            <a:ext cx="8692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D9EEDD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7D6663-5C77-8AD2-80EB-DD8618147848}"/>
              </a:ext>
            </a:extLst>
          </p:cNvPr>
          <p:cNvSpPr txBox="1"/>
          <p:nvPr/>
        </p:nvSpPr>
        <p:spPr>
          <a:xfrm>
            <a:off x="5687801" y="7795967"/>
            <a:ext cx="779529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F8F8F8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418E9BC-414C-B123-49CB-D287FD364617}"/>
              </a:ext>
            </a:extLst>
          </p:cNvPr>
          <p:cNvSpPr txBox="1"/>
          <p:nvPr/>
        </p:nvSpPr>
        <p:spPr>
          <a:xfrm>
            <a:off x="8350654" y="7795967"/>
            <a:ext cx="871092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A6DAA7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09F2E4-0AA8-54C3-F328-3A363A4D114F}"/>
              </a:ext>
            </a:extLst>
          </p:cNvPr>
          <p:cNvSpPr txBox="1"/>
          <p:nvPr/>
        </p:nvSpPr>
        <p:spPr>
          <a:xfrm>
            <a:off x="7608973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998ECA3-6137-80F2-D84D-98F0946FDB04}"/>
              </a:ext>
            </a:extLst>
          </p:cNvPr>
          <p:cNvSpPr txBox="1"/>
          <p:nvPr/>
        </p:nvSpPr>
        <p:spPr>
          <a:xfrm>
            <a:off x="9414729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0016F68-3929-B0A6-9A70-964CCDA5D054}"/>
              </a:ext>
            </a:extLst>
          </p:cNvPr>
          <p:cNvSpPr/>
          <p:nvPr/>
        </p:nvSpPr>
        <p:spPr>
          <a:xfrm>
            <a:off x="5137902" y="8172752"/>
            <a:ext cx="353366" cy="33363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3" name="Rounded Rectangle 72">
            <a:extLst>
              <a:ext uri="{FF2B5EF4-FFF2-40B4-BE49-F238E27FC236}">
                <a16:creationId xmlns:a16="http://schemas.microsoft.com/office/drawing/2014/main" id="{C66490FF-9283-17EE-60CD-B822CD68EF25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DC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2ED98E80-10A2-5364-4091-6705DB3C9F96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CA16043E-840A-BD02-94E8-539D0B0A6B66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86149571-E7A7-CDC6-69D9-F2740A1FA902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4C82B2C7-705C-E893-F5EF-72FB1B097820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57C9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3A108D7-3656-C512-F32E-C7EC45AE7A92}"/>
              </a:ext>
            </a:extLst>
          </p:cNvPr>
          <p:cNvSpPr txBox="1"/>
          <p:nvPr/>
        </p:nvSpPr>
        <p:spPr>
          <a:xfrm>
            <a:off x="1678471" y="6054740"/>
            <a:ext cx="317864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+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2A9E222-BFFE-1E4D-AA0F-AED7EC6E745C}"/>
              </a:ext>
            </a:extLst>
          </p:cNvPr>
          <p:cNvSpPr txBox="1"/>
          <p:nvPr/>
        </p:nvSpPr>
        <p:spPr>
          <a:xfrm>
            <a:off x="512064" y="6054740"/>
            <a:ext cx="29862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-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30745264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1F161-B90E-8C56-2252-1512C9DAB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DAC7CEC-8E23-EB2B-27B5-4ABF62FAB03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65D14D-1CD8-2CDD-B941-6801777F2D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BED9104-3218-FCCD-05C4-3152110850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 CHANGE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B8640D2-8DF8-0DC3-3C63-A111BDB9D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D138AA3-B9FD-5715-B8FB-547CB65CF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38A97F2-F17B-5AC4-1347-AFEFA455EF46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B2AF24D-3D52-BB15-9293-14CFD1E555D0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AFB96E3-1052-4FF4-A79A-1B97C36C908D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F06D672E-20F8-989B-D512-BEC16897C474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320BB66-962E-E2CC-4146-E089D51FC7A4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027E2554-5327-BA26-0784-AF99E93823B7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021D9100-D950-8106-46A1-6161331A7BDE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34973D1E-1D2C-D10C-30A4-1ACDA4370960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64F1F953-480A-B7FA-15F6-5A9957C998CA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0EABAA-5E31-99C1-2148-99E3700D9B4E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385F7DE-2691-8B2B-E114-2A862286A68A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E7B9D5-733B-A6F5-4849-51C64E0BD4A9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E65E07-BEC6-D825-21DE-A526C8645BDD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436BA12-022D-C6EB-815A-CD6115CB88FA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D4EAEA8-1C55-F0B5-5438-0CE0DEA35D9A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14742EA5-7D83-21AA-EAEA-54537DBC17D6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67300D5D-E362-AAE7-A4AD-8CBAC4B394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5BA421D5-AA0C-CD2A-F80C-8A0A5D072D82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322DB4E-35D4-2AB3-FDAB-2D94579C7E8C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53FAD79-26B3-4982-978D-C590116D68D9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08804C87-01D4-54E8-9068-56FE7267CE65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7D4C245C-9737-17AF-E358-435BD21CEEF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6BD7D30C-C1C2-93CB-3EBF-617F8C2C953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AF6FD9F3-8DA1-F1FE-9594-2A18CB71DB12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9262797A-1920-B04D-0831-ECA6811546BB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CC751F7C-4517-B5C9-D24B-490BDC364E63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F9415B8D-D15B-CD76-E298-4ECC826196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AE5624D-19A2-5427-E6A7-6529A2C96C48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PORTFOLIO_PERIOD_VOLUME_CHANGE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2FDACCF-411C-27FA-BBD4-078D2DB0BFE0}"/>
              </a:ext>
            </a:extLst>
          </p:cNvPr>
          <p:cNvSpPr/>
          <p:nvPr/>
        </p:nvSpPr>
        <p:spPr>
          <a:xfrm>
            <a:off x="1250238" y="7283752"/>
            <a:ext cx="353366" cy="333633"/>
          </a:xfrm>
          <a:prstGeom prst="rect">
            <a:avLst/>
          </a:prstGeom>
          <a:solidFill>
            <a:srgbClr val="F6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8F8F6B-037D-C8CB-4482-D3A48B51A6D1}"/>
              </a:ext>
            </a:extLst>
          </p:cNvPr>
          <p:cNvSpPr/>
          <p:nvPr/>
        </p:nvSpPr>
        <p:spPr>
          <a:xfrm>
            <a:off x="2184054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0C8805-C845-FCCC-468D-3A73CE61C6F6}"/>
              </a:ext>
            </a:extLst>
          </p:cNvPr>
          <p:cNvSpPr/>
          <p:nvPr/>
        </p:nvSpPr>
        <p:spPr>
          <a:xfrm>
            <a:off x="3117870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1D1437-7B12-0193-A1DF-96A590196EFF}"/>
              </a:ext>
            </a:extLst>
          </p:cNvPr>
          <p:cNvSpPr/>
          <p:nvPr/>
        </p:nvSpPr>
        <p:spPr>
          <a:xfrm>
            <a:off x="4051686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A400C9-59D6-7394-BC5C-3D9A63D9F567}"/>
              </a:ext>
            </a:extLst>
          </p:cNvPr>
          <p:cNvSpPr/>
          <p:nvPr/>
        </p:nvSpPr>
        <p:spPr>
          <a:xfrm>
            <a:off x="4985502" y="7283752"/>
            <a:ext cx="353366" cy="333633"/>
          </a:xfrm>
          <a:prstGeom prst="rect">
            <a:avLst/>
          </a:prstGeom>
          <a:solidFill>
            <a:srgbClr val="EFE6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8503177-3304-EE28-18F3-C435DBDA2DE5}"/>
              </a:ext>
            </a:extLst>
          </p:cNvPr>
          <p:cNvSpPr/>
          <p:nvPr/>
        </p:nvSpPr>
        <p:spPr>
          <a:xfrm>
            <a:off x="5919318" y="7283752"/>
            <a:ext cx="353366" cy="333633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550B0B0-1146-C1D1-B295-E39F9836096C}"/>
              </a:ext>
            </a:extLst>
          </p:cNvPr>
          <p:cNvSpPr/>
          <p:nvPr/>
        </p:nvSpPr>
        <p:spPr>
          <a:xfrm>
            <a:off x="6853134" y="7283752"/>
            <a:ext cx="353366" cy="333633"/>
          </a:xfrm>
          <a:prstGeom prst="rect">
            <a:avLst/>
          </a:prstGeom>
          <a:solidFill>
            <a:srgbClr val="D8E9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840F528-4469-DBF0-BD9A-B7523BE92996}"/>
              </a:ext>
            </a:extLst>
          </p:cNvPr>
          <p:cNvSpPr/>
          <p:nvPr/>
        </p:nvSpPr>
        <p:spPr>
          <a:xfrm>
            <a:off x="7786950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8D7B00-5EE0-60D9-7256-2671E337C793}"/>
              </a:ext>
            </a:extLst>
          </p:cNvPr>
          <p:cNvSpPr/>
          <p:nvPr/>
        </p:nvSpPr>
        <p:spPr>
          <a:xfrm>
            <a:off x="8720766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CC90C5E-E776-BCBA-83EC-58AD68239D51}"/>
              </a:ext>
            </a:extLst>
          </p:cNvPr>
          <p:cNvSpPr/>
          <p:nvPr/>
        </p:nvSpPr>
        <p:spPr>
          <a:xfrm>
            <a:off x="9654582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8036F1E-4ACB-B76C-8626-F436F31EE77B}"/>
              </a:ext>
            </a:extLst>
          </p:cNvPr>
          <p:cNvSpPr/>
          <p:nvPr/>
        </p:nvSpPr>
        <p:spPr>
          <a:xfrm>
            <a:off x="10588396" y="7283752"/>
            <a:ext cx="353366" cy="333633"/>
          </a:xfrm>
          <a:prstGeom prst="rect">
            <a:avLst/>
          </a:prstGeom>
          <a:solidFill>
            <a:srgbClr val="58B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E0B2B8-5161-B8B3-C2F7-8B3609ABB1FC}"/>
              </a:ext>
            </a:extLst>
          </p:cNvPr>
          <p:cNvSpPr txBox="1"/>
          <p:nvPr/>
        </p:nvSpPr>
        <p:spPr>
          <a:xfrm>
            <a:off x="1016317" y="7795967"/>
            <a:ext cx="82120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E89936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D6E5742-5196-1802-81AE-D4F0F712009E}"/>
              </a:ext>
            </a:extLst>
          </p:cNvPr>
          <p:cNvSpPr txBox="1"/>
          <p:nvPr/>
        </p:nvSpPr>
        <p:spPr>
          <a:xfrm>
            <a:off x="2191705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DB28342-516A-64C9-2577-7ACBB2DD74D0}"/>
              </a:ext>
            </a:extLst>
          </p:cNvPr>
          <p:cNvSpPr txBox="1"/>
          <p:nvPr/>
        </p:nvSpPr>
        <p:spPr>
          <a:xfrm>
            <a:off x="10354476" y="7795967"/>
            <a:ext cx="82120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71B6C9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F01AB8-21D9-ACA7-C061-24D7AE18314B}"/>
              </a:ext>
            </a:extLst>
          </p:cNvPr>
          <p:cNvSpPr txBox="1"/>
          <p:nvPr/>
        </p:nvSpPr>
        <p:spPr>
          <a:xfrm>
            <a:off x="3997461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B3A48E-4D8B-D6D9-7A0E-97078C12B47E}"/>
              </a:ext>
            </a:extLst>
          </p:cNvPr>
          <p:cNvSpPr txBox="1"/>
          <p:nvPr/>
        </p:nvSpPr>
        <p:spPr>
          <a:xfrm>
            <a:off x="3094584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9CCD63-0F65-592D-CE91-8C09FE5930F3}"/>
              </a:ext>
            </a:extLst>
          </p:cNvPr>
          <p:cNvSpPr txBox="1"/>
          <p:nvPr/>
        </p:nvSpPr>
        <p:spPr>
          <a:xfrm>
            <a:off x="4747253" y="7795967"/>
            <a:ext cx="854871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EDE6DB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FA9813-9287-05F5-D861-7701EF1F0628}"/>
              </a:ext>
            </a:extLst>
          </p:cNvPr>
          <p:cNvSpPr txBox="1"/>
          <p:nvPr/>
        </p:nvSpPr>
        <p:spPr>
          <a:xfrm>
            <a:off x="6560222" y="7795967"/>
            <a:ext cx="840444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>
                <a:solidFill>
                  <a:schemeClr val="tx2"/>
                </a:solidFill>
              </a:rPr>
              <a:t>DBE8EB</a:t>
            </a:r>
            <a:endParaRPr lang="en-US" sz="1600" dirty="0">
              <a:solidFill>
                <a:schemeClr val="tx2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EAE6E1-E5B9-A437-9A45-839DFD4245EE}"/>
              </a:ext>
            </a:extLst>
          </p:cNvPr>
          <p:cNvSpPr txBox="1"/>
          <p:nvPr/>
        </p:nvSpPr>
        <p:spPr>
          <a:xfrm>
            <a:off x="5687801" y="7795967"/>
            <a:ext cx="779529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F8F8F8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BDD5D6-BDE5-11E3-4A2F-8C61BCDF5872}"/>
              </a:ext>
            </a:extLst>
          </p:cNvPr>
          <p:cNvSpPr txBox="1"/>
          <p:nvPr/>
        </p:nvSpPr>
        <p:spPr>
          <a:xfrm>
            <a:off x="8350654" y="7795967"/>
            <a:ext cx="871092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A6DAA7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BE26167-74AB-CC0A-DA60-831BB1B791FF}"/>
              </a:ext>
            </a:extLst>
          </p:cNvPr>
          <p:cNvSpPr txBox="1"/>
          <p:nvPr/>
        </p:nvSpPr>
        <p:spPr>
          <a:xfrm>
            <a:off x="7608973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CB144E7-F79E-1B66-500E-AA10E537F6C7}"/>
              </a:ext>
            </a:extLst>
          </p:cNvPr>
          <p:cNvSpPr txBox="1"/>
          <p:nvPr/>
        </p:nvSpPr>
        <p:spPr>
          <a:xfrm>
            <a:off x="9414729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0380C7-E952-85A6-1AE2-B3B2DD1481A4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59104847-769B-8437-1755-175EFDCB9FDF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6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094EB900-65EE-BC99-0D51-4E0EC2BBCAC1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EFE6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389CFB48-4110-5C21-AAC2-B369130A2214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7A857DDB-57EA-245B-6D2D-490CBAEF0CD0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8E9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48865371-B36B-5B6E-7714-7ACC2FA510F7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58B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EDB3023-F101-0DF5-9A9E-B5CA1AEF0182}"/>
              </a:ext>
            </a:extLst>
          </p:cNvPr>
          <p:cNvSpPr txBox="1"/>
          <p:nvPr/>
        </p:nvSpPr>
        <p:spPr>
          <a:xfrm>
            <a:off x="1678471" y="6054740"/>
            <a:ext cx="34191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+PY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369CF98-A48E-2A4E-09CB-F43B24C77E01}"/>
              </a:ext>
            </a:extLst>
          </p:cNvPr>
          <p:cNvSpPr txBox="1"/>
          <p:nvPr/>
        </p:nvSpPr>
        <p:spPr>
          <a:xfrm>
            <a:off x="512064" y="6054740"/>
            <a:ext cx="322674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-PY</a:t>
            </a:r>
          </a:p>
        </p:txBody>
      </p:sp>
    </p:spTree>
    <p:extLst>
      <p:ext uri="{BB962C8B-B14F-4D97-AF65-F5344CB8AC3E}">
        <p14:creationId xmlns:p14="http://schemas.microsoft.com/office/powerpoint/2010/main" val="40404549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6FA4F-56E0-38D4-2ADF-7F5EB3DFF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FAB8F07-6D4B-916A-C1E3-E7E3096D579E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E08F0F-52CE-A816-71D0-86B4FA3FF4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6B193F2-CE7B-FC39-0466-64F32A0539F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Architecture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813AE8D-2181-6973-DFF7-DE2DCBC4B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DBED7E5-EA80-DACD-B5DD-5B2AFC67C3A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F0C5160-5E71-1D75-1843-505E782ADE9E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FD1D7D0-E508-4E54-4F9E-1F87491FCD21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787B23-C3C2-4DC1-FC2E-4E3FDEB0E3DB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5D6C4DB3-A694-6654-C46A-6A30201BAC24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DC8341F-BE21-35A0-B63A-B7CAA7D8AA78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C7FAE859-4F19-CCAA-8231-8F233ACDBF22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070C8A8-5F70-7685-B7B9-DECC513B03C7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AC7EC1D-51A2-8BD1-7F7E-89632221EAF7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43849591-B68A-EEAB-67F2-23F5BAB43709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330E64A-029D-BE57-A4F4-11697BEC61F3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117BF85-BAAA-2D29-537D-299AAEC0D2A5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84E70D7-B616-9354-E43A-19C4E8220C5C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2FCDF86-1BFE-F1DD-09A6-0DDEAED0EA7A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B4A05E3-5F07-17A7-A878-E3A1F3F83F36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3967FA3-FEEE-A226-4B36-FB0C331951E6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C1693B4E-8875-225E-C3BC-7D59AEE0ACF0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06B4C579-A729-7BC8-C3C2-C43674979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18269E38-D98E-A1A9-849D-FA7CE973A729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2D4281-B725-AADD-7434-A67A1A6008DB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A0448F1-9072-6C0C-66A5-40DE5ABB8FD4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A7BE0DB5-2B07-7D12-87EB-1EA854951E2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528E10CF-5539-9E74-A175-FF3487DF89A0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77AEB37-B31B-0863-1FA0-10CE92E74F36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4C842EB-ACD9-13E8-3D00-A46BBE4F8CF0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15AD5229-C433-7CFC-899F-E2A9748EC12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4BEB0E91-753E-DE0D-1DF6-13AAA357C45E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50529EB5-7D61-96B4-768B-08F6BF3B9D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FA8CC6E-79D0-779A-4057-FF94D4182B43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PORTFOLIO_PERIOD_ARCHITECTURE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4B93BD-B59A-71C8-4848-15AFF292DD1C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4BE5A8-50A2-3CB5-EB9F-ECAAAD999D4C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D242320-FF53-799F-AD12-F1A53454CADD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B0FE9ED6-B82B-2268-BCC0-A3C543ECC3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093FE6B-1978-BDB2-A7E1-C77BFDC63CE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889ECD7-4049-C2BC-62DC-5EFCEFFE482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3C71F5E1-5F10-DEAB-C5E9-9D1A4015EF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669BCA8-26A4-2D2B-F1E1-0F65BD120BC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AA2CAC9-D0AF-5C25-7509-7F76A37502B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B57FDB8E-6FC9-A84D-B32A-91746C436FB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62C6950-8001-E340-ADED-D28E5F7F961E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18DA12C-ECBE-3A73-0A59-64820DFAA06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65AD3B7-FEC0-B0E6-33A0-5C13D4D6EB7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ED4B644-4825-FB9E-D737-7F6747FF7D17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3C279F1-186D-292C-F3C7-24C382DE4CE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DCF5C1D5-2A14-42E2-BD7E-C1FDDC8AE3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08558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0A81-88C5-4527-C0A0-244B12481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DEA43F6-2071-E4E3-9658-2E834D622D8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A6D8F8-87A5-C17B-4FAE-C3BBF4350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74A1267-C3B2-3A92-DF89-401DA4929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SECURITY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5CC2A46-8D1D-B9E0-899A-180D236E2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6088FB0-75A6-06A4-8AF0-E15C620BBB8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95C2AEC-BEC9-1EBD-9A04-49E608990E6F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6B3CD47-6CC5-ABA0-E88E-229A68F556D4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CA677C-111E-875F-FC17-73BFE1BDFD44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EC9BD897-5CC5-0BB3-6FD3-BAF7BD8C8172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08E60C9-861D-AA85-6F53-430DA8D35704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1169B188-BB78-5F4B-7AE9-E217C61AB23F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370D179-969D-85A0-A06E-413B540E185C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7C588636-91AF-B6DF-687D-D36D36ADB260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796BBBD4-2A5F-42AA-0DA7-ACCD2FB4884C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971F45B-97E8-07E8-1BC4-CA3A6C6B05B0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D7BAFC4-5D20-5CA6-5D69-18B2193E27D3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EC0203-C84B-A017-E50B-D8C562ED72FC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CBF21EE-B664-875B-657B-6A7DE48C1917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1C4FBD-3D07-9CDE-F484-43A77C6E2906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77CE2E-24F6-C868-1DBD-D6231ECF96B9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895F4F1C-E438-A90D-66C3-33883C267910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53E5021-8F11-D9FB-3522-0AFE679D7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B984F6CC-F2D6-1582-A8C6-28D90AF33E0F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95A87B-AA9C-9615-3498-614A8AEA5CA6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3E92728-75A1-5016-FA53-C251593711D8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12414985-6172-43CD-D1A0-11BAA4B5E493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8E5B1B82-ADD4-55C5-DC2F-D122CCB2B170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2986F345-FAD8-1285-16C6-76CBE1A846C4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DBA12BEC-C460-C9C3-B5F4-BE5100CE3C96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6E5E6DD1-4145-AB4F-5DAB-D1471F1DD09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EE3A61A7-D12A-DBFF-E070-23A8246878F4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7A00A032-720A-A938-CD54-07D654F3C4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B8CD629-B159-F115-70E3-983CFD3F3A2E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PORTFOLIO_PERIOD_SECURITY_RATINGS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01991B-B862-0EFA-EF73-1CABCA0EFFB5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7BD9E38-8E8F-2F47-EBCC-E2056CCB0884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1F9E506-1D4B-0427-C538-A70A96AAC85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333AC463-8BC4-E8E3-4A67-A90F4834994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C0DA11D-4AAC-9261-CF98-0410B69CB9C5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354C010-2C13-6AB9-0A36-3C62C558A6CE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27E03CA4-6785-33F3-CB9B-FD964C866D2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6A60979-6D38-E7FF-0653-CE22466F329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8491FD7-42D1-6A8E-CC31-85935C3C1E65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50A1DE28-F3BA-475E-4572-074BADB413B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35995C8-4370-67FD-9DC9-539FCC2F1685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AB831AC-1159-76A9-D244-2BAE164D824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E7762DA0-4411-F242-1F8A-37857244C6A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6ABF5B0-1B48-D2F0-A03B-627A5BD3C359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3D2ECB5-3381-6192-75B4-847C1A38CB7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84B338EE-D205-848D-1E5A-77EB022FCE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389753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08932-67FE-3479-AEE1-B79D9C3C5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BDCAA79-36DA-0C0E-7EC3-23BEA35C7716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9741DF7-A2F7-DE2C-4980-7DA07FA9D5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F4D386A-EB7E-8B9F-F213-5AAB72238BE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SECURITY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CB3DF4B-7F1B-6565-0112-AF77D9AE5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AA92ECD-1BDA-FBEF-7C64-ECD0BA7B4B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7F77EA-7E26-BE49-1757-A4CD9A5566EB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0E164206-2345-E6D1-3746-641DBCAA683B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6786EE57-08F8-578E-A94E-4382E2E67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9DD3010D-284B-FFE8-00DA-5B6B519F38C7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AF65DDF-8D18-FC3B-861E-407B8366FA77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15C3881-1CF2-F1D2-4215-9BE451E8DB22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0301DAEA-569B-4BFD-ADCC-7840C9E2C91C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BF2D4EA4-AC1B-DA7D-2EDB-28604D9FA58C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5B5F588-AE14-1A44-72CB-7290D2B83CA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64C617FB-D78D-A196-6ADD-360D8179B45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3663B325-18F9-3426-D584-BA9F7DB8CABE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B04A86CB-042C-A526-AA66-032348B7C9D9}"/>
              </a:ext>
            </a:extLst>
          </p:cNvPr>
          <p:cNvSpPr/>
          <p:nvPr/>
        </p:nvSpPr>
        <p:spPr>
          <a:xfrm>
            <a:off x="1" y="3154680"/>
            <a:ext cx="12191999" cy="316332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B102D423-A941-90C8-5743-AA30ED296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73775" y="6070942"/>
            <a:ext cx="371130" cy="206558"/>
          </a:xfrm>
          <a:prstGeom prst="rect">
            <a:avLst/>
          </a:prstGeom>
        </p:spPr>
      </p:pic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67C0D00E-17C9-7B3E-1EE5-6A1653E68281}"/>
              </a:ext>
            </a:extLst>
          </p:cNvPr>
          <p:cNvSpPr/>
          <p:nvPr/>
        </p:nvSpPr>
        <p:spPr>
          <a:xfrm flipH="1">
            <a:off x="841767" y="3237334"/>
            <a:ext cx="3086538" cy="3031905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687937C5-61E6-B270-981B-2D0C53A4713E}"/>
              </a:ext>
            </a:extLst>
          </p:cNvPr>
          <p:cNvSpPr/>
          <p:nvPr/>
        </p:nvSpPr>
        <p:spPr>
          <a:xfrm flipH="1">
            <a:off x="4117074" y="3237334"/>
            <a:ext cx="3086538" cy="3031905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425C641F-B66E-DC80-C38D-822A10B95814}"/>
              </a:ext>
            </a:extLst>
          </p:cNvPr>
          <p:cNvSpPr/>
          <p:nvPr/>
        </p:nvSpPr>
        <p:spPr>
          <a:xfrm flipH="1">
            <a:off x="7392380" y="3237334"/>
            <a:ext cx="3086538" cy="3031905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CD49DD0C-66C3-9266-E636-A03AE7C9DFA7}"/>
              </a:ext>
            </a:extLst>
          </p:cNvPr>
          <p:cNvSpPr/>
          <p:nvPr/>
        </p:nvSpPr>
        <p:spPr>
          <a:xfrm>
            <a:off x="207003" y="3495726"/>
            <a:ext cx="11480030" cy="1314054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accent1"/>
                </a:solidFill>
              </a:rPr>
              <a:t>Open and resolved findings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9541F284-CD2B-8E13-4326-72177237DE8A}"/>
              </a:ext>
            </a:extLst>
          </p:cNvPr>
          <p:cNvSpPr/>
          <p:nvPr/>
        </p:nvSpPr>
        <p:spPr>
          <a:xfrm>
            <a:off x="207003" y="4876643"/>
            <a:ext cx="11480030" cy="1314054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accent1"/>
                </a:solidFill>
              </a:rPr>
              <a:t>Resolution time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71CFFAB-EFDD-8C98-85AC-DBE00381AB5A}"/>
              </a:ext>
            </a:extLst>
          </p:cNvPr>
          <p:cNvSpPr txBox="1"/>
          <p:nvPr/>
        </p:nvSpPr>
        <p:spPr>
          <a:xfrm>
            <a:off x="10685920" y="3914480"/>
            <a:ext cx="856473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Existing findings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49AE532-6CF4-ED36-78E9-50B68ABEFD32}"/>
              </a:ext>
            </a:extLst>
          </p:cNvPr>
          <p:cNvSpPr txBox="1"/>
          <p:nvPr/>
        </p:nvSpPr>
        <p:spPr>
          <a:xfrm>
            <a:off x="10685920" y="4096769"/>
            <a:ext cx="728233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New findings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ABF7308-37F3-8EA2-975F-F6C558C139C2}"/>
              </a:ext>
            </a:extLst>
          </p:cNvPr>
          <p:cNvSpPr txBox="1"/>
          <p:nvPr/>
        </p:nvSpPr>
        <p:spPr>
          <a:xfrm>
            <a:off x="10685920" y="4279058"/>
            <a:ext cx="915785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Resolved findings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66E8A60-AACC-3A37-E7C3-8E8EA1357414}"/>
              </a:ext>
            </a:extLst>
          </p:cNvPr>
          <p:cNvSpPr txBox="1"/>
          <p:nvPr/>
        </p:nvSpPr>
        <p:spPr>
          <a:xfrm>
            <a:off x="10685920" y="5203409"/>
            <a:ext cx="846855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At most 30 days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19DFB87-5463-8FF3-0A60-20E4C1163724}"/>
              </a:ext>
            </a:extLst>
          </p:cNvPr>
          <p:cNvSpPr txBox="1"/>
          <p:nvPr/>
        </p:nvSpPr>
        <p:spPr>
          <a:xfrm>
            <a:off x="10685920" y="5385698"/>
            <a:ext cx="684952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30-180 days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9099BC1-E198-5D17-B560-93946792D4F1}"/>
              </a:ext>
            </a:extLst>
          </p:cNvPr>
          <p:cNvSpPr txBox="1"/>
          <p:nvPr/>
        </p:nvSpPr>
        <p:spPr>
          <a:xfrm>
            <a:off x="10685920" y="5567987"/>
            <a:ext cx="736248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180-365 days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6D3C359-CD68-8B7A-9AD9-800D632925E5}"/>
              </a:ext>
            </a:extLst>
          </p:cNvPr>
          <p:cNvSpPr txBox="1"/>
          <p:nvPr/>
        </p:nvSpPr>
        <p:spPr>
          <a:xfrm>
            <a:off x="10685920" y="5750276"/>
            <a:ext cx="886931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At least 365 days</a:t>
            </a:r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F0ACD575-00A0-9ADB-615A-2516E8D62FE6}"/>
              </a:ext>
            </a:extLst>
          </p:cNvPr>
          <p:cNvSpPr/>
          <p:nvPr/>
        </p:nvSpPr>
        <p:spPr>
          <a:xfrm>
            <a:off x="10555012" y="5277286"/>
            <a:ext cx="168322" cy="91833"/>
          </a:xfrm>
          <a:prstGeom prst="roundRect">
            <a:avLst/>
          </a:prstGeom>
          <a:solidFill>
            <a:srgbClr val="C6CD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BD5B81D3-8D2C-5BA1-AD33-C5B66FA98BDE}"/>
              </a:ext>
            </a:extLst>
          </p:cNvPr>
          <p:cNvSpPr/>
          <p:nvPr/>
        </p:nvSpPr>
        <p:spPr>
          <a:xfrm>
            <a:off x="10555012" y="5458208"/>
            <a:ext cx="168322" cy="91833"/>
          </a:xfrm>
          <a:prstGeom prst="roundRect">
            <a:avLst/>
          </a:prstGeom>
          <a:solidFill>
            <a:srgbClr val="C8BE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C1406FCC-71DD-1FDC-A2A4-7B7F1E4B91FC}"/>
              </a:ext>
            </a:extLst>
          </p:cNvPr>
          <p:cNvSpPr/>
          <p:nvPr/>
        </p:nvSpPr>
        <p:spPr>
          <a:xfrm>
            <a:off x="10555012" y="5639130"/>
            <a:ext cx="168322" cy="91833"/>
          </a:xfrm>
          <a:prstGeom prst="roundRect">
            <a:avLst/>
          </a:prstGeom>
          <a:solidFill>
            <a:srgbClr val="A694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93" name="Rounded Rectangle 92">
            <a:extLst>
              <a:ext uri="{FF2B5EF4-FFF2-40B4-BE49-F238E27FC236}">
                <a16:creationId xmlns:a16="http://schemas.microsoft.com/office/drawing/2014/main" id="{C88CBBCA-EDC1-BFE3-5202-969B344A3C5E}"/>
              </a:ext>
            </a:extLst>
          </p:cNvPr>
          <p:cNvSpPr/>
          <p:nvPr/>
        </p:nvSpPr>
        <p:spPr>
          <a:xfrm>
            <a:off x="10555012" y="5820051"/>
            <a:ext cx="168322" cy="91833"/>
          </a:xfrm>
          <a:prstGeom prst="roundRect">
            <a:avLst/>
          </a:prstGeom>
          <a:solidFill>
            <a:srgbClr val="836B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B5B03021-B0E1-D3DF-666F-604DCD5CD0D4}"/>
              </a:ext>
            </a:extLst>
          </p:cNvPr>
          <p:cNvSpPr/>
          <p:nvPr/>
        </p:nvSpPr>
        <p:spPr>
          <a:xfrm>
            <a:off x="10555012" y="3982475"/>
            <a:ext cx="168322" cy="91833"/>
          </a:xfrm>
          <a:prstGeom prst="roundRect">
            <a:avLst/>
          </a:prstGeom>
          <a:solidFill>
            <a:srgbClr val="334E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7732D24F-0C97-A5E3-5BE3-86EB1DD5A459}"/>
              </a:ext>
            </a:extLst>
          </p:cNvPr>
          <p:cNvSpPr/>
          <p:nvPr/>
        </p:nvSpPr>
        <p:spPr>
          <a:xfrm>
            <a:off x="10555012" y="4165683"/>
            <a:ext cx="168322" cy="91833"/>
          </a:xfrm>
          <a:prstGeom prst="roundRect">
            <a:avLst/>
          </a:prstGeom>
          <a:solidFill>
            <a:srgbClr val="9DAA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664468DD-F725-773E-BAB7-98DCF200E9F7}"/>
              </a:ext>
            </a:extLst>
          </p:cNvPr>
          <p:cNvSpPr/>
          <p:nvPr/>
        </p:nvSpPr>
        <p:spPr>
          <a:xfrm>
            <a:off x="10555012" y="4348891"/>
            <a:ext cx="168322" cy="91833"/>
          </a:xfrm>
          <a:prstGeom prst="roundRect">
            <a:avLst/>
          </a:prstGeom>
          <a:solidFill>
            <a:srgbClr val="C6CD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D0D5CB-F67C-03CB-84F5-8ADF2D529748}"/>
              </a:ext>
            </a:extLst>
          </p:cNvPr>
          <p:cNvSpPr txBox="1"/>
          <p:nvPr/>
        </p:nvSpPr>
        <p:spPr>
          <a:xfrm>
            <a:off x="3847211" y="6948976"/>
            <a:ext cx="1125778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New findings (2D6BFF)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B516C-5A42-1576-24CA-C03D1717DE69}"/>
              </a:ext>
            </a:extLst>
          </p:cNvPr>
          <p:cNvSpPr txBox="1"/>
          <p:nvPr/>
        </p:nvSpPr>
        <p:spPr>
          <a:xfrm>
            <a:off x="3847211" y="7131265"/>
            <a:ext cx="1258827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Existing findings (B8C3FA)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6EDEA9-04DF-E723-1F5B-FACCD40A8CF2}"/>
              </a:ext>
            </a:extLst>
          </p:cNvPr>
          <p:cNvSpPr txBox="1"/>
          <p:nvPr/>
        </p:nvSpPr>
        <p:spPr>
          <a:xfrm>
            <a:off x="3847211" y="7313554"/>
            <a:ext cx="130852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Resolved findings (E9C343)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824A3D6-404E-6681-8BD2-1FB97DED7179}"/>
              </a:ext>
            </a:extLst>
          </p:cNvPr>
          <p:cNvSpPr/>
          <p:nvPr/>
        </p:nvSpPr>
        <p:spPr>
          <a:xfrm>
            <a:off x="3716303" y="7016971"/>
            <a:ext cx="168322" cy="91833"/>
          </a:xfrm>
          <a:prstGeom prst="roundRect">
            <a:avLst/>
          </a:prstGeom>
          <a:solidFill>
            <a:srgbClr val="2D6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D8105E-4BD3-946A-3386-67F8816B5245}"/>
              </a:ext>
            </a:extLst>
          </p:cNvPr>
          <p:cNvSpPr/>
          <p:nvPr/>
        </p:nvSpPr>
        <p:spPr>
          <a:xfrm>
            <a:off x="3716303" y="7200179"/>
            <a:ext cx="168322" cy="91833"/>
          </a:xfrm>
          <a:prstGeom prst="roundRect">
            <a:avLst/>
          </a:prstGeom>
          <a:solidFill>
            <a:srgbClr val="B6C4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708B75B-A95C-C433-F392-F80FA8AED1D8}"/>
              </a:ext>
            </a:extLst>
          </p:cNvPr>
          <p:cNvSpPr/>
          <p:nvPr/>
        </p:nvSpPr>
        <p:spPr>
          <a:xfrm>
            <a:off x="3716303" y="7383387"/>
            <a:ext cx="168322" cy="91833"/>
          </a:xfrm>
          <a:prstGeom prst="roundRect">
            <a:avLst/>
          </a:prstGeom>
          <a:solidFill>
            <a:srgbClr val="F1C10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D86F90-B83C-95D2-0263-C0960F4176D9}"/>
              </a:ext>
            </a:extLst>
          </p:cNvPr>
          <p:cNvSpPr txBox="1"/>
          <p:nvPr/>
        </p:nvSpPr>
        <p:spPr>
          <a:xfrm>
            <a:off x="6355405" y="6948976"/>
            <a:ext cx="1645151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At most 7 / 14 / 30 /  days (2D6BFF)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34EFB9-5610-46A8-02BF-DD91B6F97E06}"/>
              </a:ext>
            </a:extLst>
          </p:cNvPr>
          <p:cNvSpPr txBox="1"/>
          <p:nvPr/>
        </p:nvSpPr>
        <p:spPr>
          <a:xfrm>
            <a:off x="6355405" y="7131265"/>
            <a:ext cx="1670799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7-14 / 14-30 / 30-180 days (E9C343)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ED2BEC-6CE3-1F2A-CDC3-36BB37E09BD1}"/>
              </a:ext>
            </a:extLst>
          </p:cNvPr>
          <p:cNvSpPr txBox="1"/>
          <p:nvPr/>
        </p:nvSpPr>
        <p:spPr>
          <a:xfrm>
            <a:off x="6355405" y="7313554"/>
            <a:ext cx="1834305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14-30 / 30-180 / 180-365 days (C9A837)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540858-2D95-20D2-168F-EB118164412E}"/>
              </a:ext>
            </a:extLst>
          </p:cNvPr>
          <p:cNvSpPr txBox="1"/>
          <p:nvPr/>
        </p:nvSpPr>
        <p:spPr>
          <a:xfrm>
            <a:off x="6355405" y="7495843"/>
            <a:ext cx="1739728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At least 30 / 180 / 365 days (AB8D2D)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4E8A7ED-0584-2528-F05E-FBF4834260FD}"/>
              </a:ext>
            </a:extLst>
          </p:cNvPr>
          <p:cNvSpPr/>
          <p:nvPr/>
        </p:nvSpPr>
        <p:spPr>
          <a:xfrm>
            <a:off x="6224497" y="7022853"/>
            <a:ext cx="168322" cy="91833"/>
          </a:xfrm>
          <a:prstGeom prst="roundRect">
            <a:avLst/>
          </a:prstGeom>
          <a:solidFill>
            <a:srgbClr val="2F6B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F57996B4-400A-1707-6FAF-47CE0D1132CE}"/>
              </a:ext>
            </a:extLst>
          </p:cNvPr>
          <p:cNvSpPr/>
          <p:nvPr/>
        </p:nvSpPr>
        <p:spPr>
          <a:xfrm>
            <a:off x="6224497" y="7203775"/>
            <a:ext cx="168322" cy="91833"/>
          </a:xfrm>
          <a:prstGeom prst="roundRect">
            <a:avLst/>
          </a:prstGeom>
          <a:solidFill>
            <a:srgbClr val="E9C3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D51F3CF7-5C41-A6BD-B496-E231C2433787}"/>
              </a:ext>
            </a:extLst>
          </p:cNvPr>
          <p:cNvSpPr/>
          <p:nvPr/>
        </p:nvSpPr>
        <p:spPr>
          <a:xfrm>
            <a:off x="6224497" y="7384697"/>
            <a:ext cx="168322" cy="91833"/>
          </a:xfrm>
          <a:prstGeom prst="roundRect">
            <a:avLst/>
          </a:prstGeom>
          <a:solidFill>
            <a:srgbClr val="D0A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AD0A3B9C-2E25-9487-B93D-6859968E49CD}"/>
              </a:ext>
            </a:extLst>
          </p:cNvPr>
          <p:cNvSpPr/>
          <p:nvPr/>
        </p:nvSpPr>
        <p:spPr>
          <a:xfrm>
            <a:off x="6224497" y="7565618"/>
            <a:ext cx="168322" cy="91833"/>
          </a:xfrm>
          <a:prstGeom prst="roundRect">
            <a:avLst/>
          </a:prstGeom>
          <a:solidFill>
            <a:srgbClr val="B18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738C682-48A6-D670-7903-E8184035BEC7}"/>
              </a:ext>
            </a:extLst>
          </p:cNvPr>
          <p:cNvSpPr/>
          <p:nvPr/>
        </p:nvSpPr>
        <p:spPr>
          <a:xfrm>
            <a:off x="926285" y="3569394"/>
            <a:ext cx="6149934" cy="2501548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PORTFOLIO_PERIOD_SECURITY_DASHBOARD_FINDINGS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4381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47711-2F95-8D02-EF61-9DFDAFBAA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D508E6A-8D1D-AB1F-259E-339FCAE0BA97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7F47A6-2E30-A3A2-1FA6-ADC44FB6A7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A66B300-1C90-2F6C-DB67-3C596EBEC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TEST-TO-PRODUCTION CODE RATIO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9C93C0-DAC7-2BC6-6231-8EDFB3938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5ACD4F1-D304-8D5E-8BF8-58711FD1521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7D26347-FC43-BACE-9980-199D72DFEA57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1C10223-DCE0-5F70-C5C9-161E26AB1F6F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A940A4-7B9F-E6FA-1DA1-61E3E0AC074A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21CDA381-07E7-2A5F-39FC-6CD823027E12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B7CA0860-0E4F-BE2B-DC36-21DCF1901124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30F198E-D53A-B895-7449-D48895DE465C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63BEA591-92CD-6410-9177-AAADAD5BA152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313EB585-C202-E84B-DCD7-0785E2BBEE5E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0A71916B-2C50-AAF9-E985-6B565A1F2570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C97D32-DEA1-D7BC-FF30-0CA6E31ABA5F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48554DF-F124-812D-CFB2-CCBCCC5C754B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7C85D2-5CA0-7C6B-C837-52C97A3F1FE5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249F0FC-8FFE-6494-C53B-F171CD58F625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C30671-CB14-EFAE-2144-B7D5D92464F4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D451C5-E76B-3719-C382-7D6FEBB6F620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FA533D47-095D-5ADF-4AAD-018B57D09AE7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3B8BDA8-5F9C-3D34-74B6-695698823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3264ABFF-287B-3DE5-2110-A761434FAA9E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C8EDE4F-62F9-B2A2-E4E1-BA4AAA907AA8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F2CA785-4B4F-E913-38BB-70B02DFBF3B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8D4579EA-D1D8-B5DC-36DE-B9D4F20F83F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53E641D5-003A-3B1A-6159-9CF8191D090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A5DD955-EE69-A07B-0FAE-D1F1D06E2FF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BBB7BB32-7795-2534-56C3-721ECD146A83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1F5C76BE-C791-3518-F04A-4DC87236073E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159F00D2-0FAA-97EB-7004-A0C689B5EF82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A3F9EAC3-8018-153F-61E8-066A263206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C77118A-7FE6-2744-6CB5-CE5588900C71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PORTFOLIO_PERIOD_TEST_CODE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86087A-1562-6F9F-A7EE-D50063A83A35}"/>
              </a:ext>
            </a:extLst>
          </p:cNvPr>
          <p:cNvSpPr txBox="1"/>
          <p:nvPr/>
        </p:nvSpPr>
        <p:spPr>
          <a:xfrm>
            <a:off x="2899580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58F6506-BA78-16D7-8F52-64E2D7234BF0}"/>
              </a:ext>
            </a:extLst>
          </p:cNvPr>
          <p:cNvGrpSpPr/>
          <p:nvPr/>
        </p:nvGrpSpPr>
        <p:grpSpPr>
          <a:xfrm>
            <a:off x="512064" y="6117354"/>
            <a:ext cx="273482" cy="98617"/>
            <a:chOff x="586253" y="6116391"/>
            <a:chExt cx="273482" cy="98617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5EBDDDB-95D4-0512-C3B5-DDDDBB6AC14E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71" name="Rounded Rectangle 70">
              <a:extLst>
                <a:ext uri="{FF2B5EF4-FFF2-40B4-BE49-F238E27FC236}">
                  <a16:creationId xmlns:a16="http://schemas.microsoft.com/office/drawing/2014/main" id="{8C6A02D5-900B-5DC5-1C44-06658418797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AC1574B-EFC8-DEBE-3AEA-1AE5FE83F3D7}"/>
              </a:ext>
            </a:extLst>
          </p:cNvPr>
          <p:cNvGrpSpPr/>
          <p:nvPr/>
        </p:nvGrpSpPr>
        <p:grpSpPr>
          <a:xfrm>
            <a:off x="877767" y="6117354"/>
            <a:ext cx="408134" cy="98617"/>
            <a:chOff x="961765" y="6117353"/>
            <a:chExt cx="408134" cy="9861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311C860-DB1A-1DCA-B9DC-AAFBDE61E8DA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2E885490-8379-983E-86C3-56DB50E030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9CD63C20-9B7B-97B8-B602-F58429F14ADD}"/>
              </a:ext>
            </a:extLst>
          </p:cNvPr>
          <p:cNvGrpSpPr/>
          <p:nvPr/>
        </p:nvGrpSpPr>
        <p:grpSpPr>
          <a:xfrm>
            <a:off x="1378122" y="6117354"/>
            <a:ext cx="446606" cy="98617"/>
            <a:chOff x="1114165" y="6269753"/>
            <a:chExt cx="446606" cy="9861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CB502513-4155-2B38-101F-C327B56033BD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78" name="Rounded Rectangle 77">
              <a:extLst>
                <a:ext uri="{FF2B5EF4-FFF2-40B4-BE49-F238E27FC236}">
                  <a16:creationId xmlns:a16="http://schemas.microsoft.com/office/drawing/2014/main" id="{34A284FE-34F5-0EE7-2680-9DDF4CBB535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12A682FE-D437-6828-1087-A1DF2E9370CC}"/>
              </a:ext>
            </a:extLst>
          </p:cNvPr>
          <p:cNvGrpSpPr/>
          <p:nvPr/>
        </p:nvGrpSpPr>
        <p:grpSpPr>
          <a:xfrm>
            <a:off x="1916949" y="6117354"/>
            <a:ext cx="485078" cy="98617"/>
            <a:chOff x="1114165" y="6269753"/>
            <a:chExt cx="485078" cy="98617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C967DAC-7419-D227-9FB5-136030FD729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24F9B8A7-407D-1AAF-6F4E-114693419D2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1AB6347-CC9A-9BE4-4BAE-0AA60C2CF95C}"/>
              </a:ext>
            </a:extLst>
          </p:cNvPr>
          <p:cNvGrpSpPr/>
          <p:nvPr/>
        </p:nvGrpSpPr>
        <p:grpSpPr>
          <a:xfrm>
            <a:off x="2494246" y="6117354"/>
            <a:ext cx="350426" cy="98617"/>
            <a:chOff x="1114165" y="6269753"/>
            <a:chExt cx="350426" cy="98617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8C432BC6-5457-8E38-BD36-E3E40333CF85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84" name="Rounded Rectangle 83">
              <a:extLst>
                <a:ext uri="{FF2B5EF4-FFF2-40B4-BE49-F238E27FC236}">
                  <a16:creationId xmlns:a16="http://schemas.microsoft.com/office/drawing/2014/main" id="{EA10911F-0395-F155-209F-57254B95F6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490190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23559</TotalTime>
  <Words>945</Words>
  <Application>Microsoft Macintosh PowerPoint</Application>
  <PresentationFormat>Widescreen</PresentationFormat>
  <Paragraphs>286</Paragraphs>
  <Slides>20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Arial</vt:lpstr>
      <vt:lpstr>Calibri</vt:lpstr>
      <vt:lpstr>Calibri Bold</vt:lpstr>
      <vt:lpstr>Calibri Light</vt:lpstr>
      <vt:lpstr>Calibri Regular</vt:lpstr>
      <vt:lpstr>Sigsterren</vt:lpstr>
      <vt:lpstr>TheSansMono M5</vt:lpstr>
      <vt:lpstr>Wingdings</vt:lpstr>
      <vt:lpstr>Office Theme</vt:lpstr>
      <vt:lpstr>PowerPoint Presentation</vt:lpstr>
      <vt:lpstr>PowerPoint Presentation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PowerPoint Presentation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PowerPoint Presentation</vt:lpstr>
      <vt:lpstr>@@</vt:lpstr>
      <vt:lpstr>@@</vt:lpstr>
      <vt:lpstr>@@</vt:lpstr>
      <vt:lpstr>@@</vt:lpstr>
      <vt:lpstr>@@</vt:lpstr>
      <vt:lpstr>@@</vt:lpstr>
      <vt:lpstr>@@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Thomas Kovac</cp:lastModifiedBy>
  <cp:revision>151</cp:revision>
  <cp:lastPrinted>2020-07-02T15:41:27Z</cp:lastPrinted>
  <dcterms:created xsi:type="dcterms:W3CDTF">2024-01-03T15:04:34Z</dcterms:created>
  <dcterms:modified xsi:type="dcterms:W3CDTF">2025-08-23T15:42:41Z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