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8" r:id="rId18"/>
    <p:sldId id="10729" r:id="rId19"/>
    <p:sldId id="10727" r:id="rId20"/>
    <p:sldId id="10726" r:id="rId21"/>
    <p:sldId id="10731" r:id="rId22"/>
    <p:sldId id="10732" r:id="rId23"/>
    <p:sldId id="10723" r:id="rId24"/>
    <p:sldId id="59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8C00"/>
    <a:srgbClr val="D0A700"/>
    <a:srgbClr val="E9C343"/>
    <a:srgbClr val="F1C109"/>
    <a:srgbClr val="2F6BFE"/>
    <a:srgbClr val="B6C4FF"/>
    <a:srgbClr val="2D6BFF"/>
    <a:srgbClr val="D8E9EC"/>
    <a:srgbClr val="58B8CC"/>
    <a:srgbClr val="EFE6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16"/>
    <p:restoredTop sz="96327"/>
  </p:normalViewPr>
  <p:slideViewPr>
    <p:cSldViewPr snapToGrid="0" snapToObjects="1" showGuides="1">
      <p:cViewPr varScale="1">
        <p:scale>
          <a:sx n="110" d="100"/>
          <a:sy n="110" d="100"/>
        </p:scale>
        <p:origin x="112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79EA7-9E0F-A30A-7773-2366D1DF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15B9C0-1729-89A5-BDBB-D4D9D64F61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F35920-DAEA-3B96-C1C4-B1210C242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840A33-EC3D-5A3B-3E0B-F3C497E5A0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B74B313-6830-DEF8-1148-1BDA2D0AB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3685E7-A45E-DF9B-90AE-FE2ACA8DFE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A1498DF-7C02-B183-B78D-C458BCD32FDC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C9632B6-F9D1-F384-41B4-528EA345C515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2C6122-4344-B10E-8530-9A29D6086A1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3843F98-5552-F249-15FC-915A5DD2B3A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AFCFC8-6780-C3CF-0AFE-C28A9D1462E6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FCE2CC5-2CF9-9538-8D61-0BD4B74475D0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63C28A4-A24D-2082-0456-41BCE8D4070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9D25F0C-935C-F459-01EB-727B921D4669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D485807-6F5D-5A24-D787-AA03F0A92284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CEFABB-E1D5-DFD1-40E4-722DA0AFDD35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2EED059-C35B-30FB-216D-512052D0D647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D4D9CB3-5679-F28D-FDD2-2E348A50D937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FE8365-B5FB-7907-3DD9-E01FD55B4B4E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CB82B0-D9B4-F3A1-C8D5-3B5C3ED98FE8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DF5BA5-0058-7FE9-D0AB-60E0DA268B78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ED6557AD-B7B1-2792-5C6A-4B879C331B8C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F41F059-05DD-C108-C2D0-6033A3E60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40A62AD-F7F5-B173-0898-322136FAD750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01E155-D9D4-EC1C-28EA-14A8EA734445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A4A8152-ED19-BB7D-D225-ADBF3269257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BA9B3E6-245A-C0A0-185B-A829C03F5887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218F299A-6098-C319-B388-95D3DE10D105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1E626CF-A101-28D5-EDEF-71AC26E45F17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013B576-3DBA-0ADE-F60C-A6C7DEDFCA1A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C7C013D7-E009-E851-F4CA-41A5CDADF00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4A5C37A-0A7F-F523-7D1F-D3CDCCE0AF1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2681A2A-D48A-7D45-09C1-DF712BC5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E08760A-8484-48C1-CB6E-D8435415390D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1DA0CB-C306-A533-81C2-F58E7AAD1A8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9E5116-69E0-E51E-082B-B9554195A4E4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4EDA70-A68C-FFDC-E765-FC7BCDCDD238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E1B95C-2C18-0461-C0FB-F6256E72F9BC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rgbClr val="E790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27BA21-359B-E70F-FE48-61E12EB5EE48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0B16F0-DDF6-9CF3-B104-F6485E507845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A92AEB-B1D9-C562-7E2B-868C9357F799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E4372C-BEAF-561A-5355-3F3AB75E9B1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1F6519-88B1-FB73-3CE5-95965CDCC252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6211FC-EC5F-9920-1172-0756514BD9EB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rgbClr val="97DCA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4B9E5EA-5C74-4035-BEEC-01DA2347190F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17ACFD-4BD7-3D9D-182F-57F1D2EF2F0C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DC7E09-5E67-7748-DDEF-A7F159DAEFB3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CB5545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2F5665-6AEB-88BE-2B39-86AAC71DA14A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9FE757-FDA2-AC9B-9BDA-14184BF2D044}"/>
              </a:ext>
            </a:extLst>
          </p:cNvPr>
          <p:cNvSpPr txBox="1"/>
          <p:nvPr/>
        </p:nvSpPr>
        <p:spPr>
          <a:xfrm>
            <a:off x="10358483" y="7795967"/>
            <a:ext cx="8131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57C969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EEA041-B74B-F8F2-FF45-92D3B209B179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C52C6-6B46-D72B-A870-A45F24A09431}"/>
              </a:ext>
            </a:extLst>
          </p:cNvPr>
          <p:cNvSpPr txBox="1"/>
          <p:nvPr/>
        </p:nvSpPr>
        <p:spPr>
          <a:xfrm>
            <a:off x="2943805" y="7795967"/>
            <a:ext cx="85025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DA948B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6B9CFE-C200-5C19-2D52-F6BB4843D621}"/>
              </a:ext>
            </a:extLst>
          </p:cNvPr>
          <p:cNvSpPr txBox="1"/>
          <p:nvPr/>
        </p:nvSpPr>
        <p:spPr>
          <a:xfrm>
            <a:off x="4741642" y="7795967"/>
            <a:ext cx="866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F3DDD7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447BD0-2A55-1CE8-3031-BB5817119F5F}"/>
              </a:ext>
            </a:extLst>
          </p:cNvPr>
          <p:cNvSpPr txBox="1"/>
          <p:nvPr/>
        </p:nvSpPr>
        <p:spPr>
          <a:xfrm>
            <a:off x="6545795" y="7795967"/>
            <a:ext cx="8692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D9EEDD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7D6663-5C77-8AD2-80EB-DD8618147848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18E9BC-414C-B123-49CB-D287FD364617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09F2E4-0AA8-54C3-F328-3A363A4D114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98ECA3-6137-80F2-D84D-98F0946FDB04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016F68-3929-B0A6-9A70-964CCDA5D054}"/>
              </a:ext>
            </a:extLst>
          </p:cNvPr>
          <p:cNvSpPr/>
          <p:nvPr/>
        </p:nvSpPr>
        <p:spPr>
          <a:xfrm>
            <a:off x="5137902" y="8172752"/>
            <a:ext cx="353366" cy="3336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C66490FF-9283-17EE-60CD-B822CD68EF25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DC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ED98E80-10A2-5364-4091-6705DB3C9F9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CA16043E-840A-BD02-94E8-539D0B0A6B66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6149571-E7A7-CDC6-69D9-F2740A1FA902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C82B2C7-705C-E893-F5EF-72FB1B097820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7C9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A108D7-3656-C512-F32E-C7EC45AE7A92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2A9E222-BFFE-1E4D-AA0F-AED7EC6E745C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074526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1F161-B90E-8C56-2252-1512C9DA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AC7CEC-8E23-EB2B-27B5-4ABF62FAB03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65D14D-1CD8-2CDD-B941-6801777F2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ED9104-3218-FCCD-05C4-315211085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 CHANGE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8640D2-8DF8-0DC3-3C63-A111BDB9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138AA3-B9FD-5715-B8FB-547CB65CF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38A97F2-F17B-5AC4-1347-AFEFA455EF46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B2AF24D-3D52-BB15-9293-14CFD1E555D0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FB96E3-1052-4FF4-A79A-1B97C36C908D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06D672E-20F8-989B-D512-BEC16897C47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20BB66-962E-E2CC-4146-E089D51FC7A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27E2554-5327-BA26-0784-AF99E93823B7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021D9100-D950-8106-46A1-6161331A7BDE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4973D1E-1D2C-D10C-30A4-1ACDA43709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4F1F953-480A-B7FA-15F6-5A9957C998CA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EABAA-5E31-99C1-2148-99E3700D9B4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85F7DE-2691-8B2B-E114-2A862286A68A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E7B9D5-733B-A6F5-4849-51C64E0BD4A9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E65E07-BEC6-D825-21DE-A526C8645BDD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436BA12-022D-C6EB-815A-CD6115CB88FA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4EAEA8-1C55-F0B5-5438-0CE0DEA35D9A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14742EA5-7D83-21AA-EAEA-54537DBC17D6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300D5D-E362-AAE7-A4AD-8CBAC4B39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BA421D5-AA0C-CD2A-F80C-8A0A5D072D82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22DB4E-35D4-2AB3-FDAB-2D94579C7E8C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53FAD79-26B3-4982-978D-C590116D68D9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8804C87-01D4-54E8-9068-56FE7267CE6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7D4C245C-9737-17AF-E358-435BD21CEEF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D7D30C-C1C2-93CB-3EBF-617F8C2C9532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F6FD9F3-8DA1-F1FE-9594-2A18CB71DB12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262797A-1920-B04D-0831-ECA6811546BB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CC751F7C-4517-B5C9-D24B-490BDC364E63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9415B8D-D15B-CD76-E298-4ECC82619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AE5624D-19A2-5427-E6A7-6529A2C96C48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FDACCF-411C-27FA-BBD4-078D2DB0BFE0}"/>
              </a:ext>
            </a:extLst>
          </p:cNvPr>
          <p:cNvSpPr/>
          <p:nvPr/>
        </p:nvSpPr>
        <p:spPr>
          <a:xfrm>
            <a:off x="1250238" y="7283752"/>
            <a:ext cx="353366" cy="333633"/>
          </a:xfrm>
          <a:prstGeom prst="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F8F6B-037D-C8CB-4482-D3A48B51A6D1}"/>
              </a:ext>
            </a:extLst>
          </p:cNvPr>
          <p:cNvSpPr/>
          <p:nvPr/>
        </p:nvSpPr>
        <p:spPr>
          <a:xfrm>
            <a:off x="2184054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0C8805-C845-FCCC-468D-3A73CE61C6F6}"/>
              </a:ext>
            </a:extLst>
          </p:cNvPr>
          <p:cNvSpPr/>
          <p:nvPr/>
        </p:nvSpPr>
        <p:spPr>
          <a:xfrm>
            <a:off x="311787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1437-7B12-0193-A1DF-96A590196EFF}"/>
              </a:ext>
            </a:extLst>
          </p:cNvPr>
          <p:cNvSpPr/>
          <p:nvPr/>
        </p:nvSpPr>
        <p:spPr>
          <a:xfrm>
            <a:off x="405168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400C9-59D6-7394-BC5C-3D9A63D9F567}"/>
              </a:ext>
            </a:extLst>
          </p:cNvPr>
          <p:cNvSpPr/>
          <p:nvPr/>
        </p:nvSpPr>
        <p:spPr>
          <a:xfrm>
            <a:off x="4985502" y="7283752"/>
            <a:ext cx="353366" cy="333633"/>
          </a:xfrm>
          <a:prstGeom prst="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503177-3304-EE28-18F3-C435DBDA2DE5}"/>
              </a:ext>
            </a:extLst>
          </p:cNvPr>
          <p:cNvSpPr/>
          <p:nvPr/>
        </p:nvSpPr>
        <p:spPr>
          <a:xfrm>
            <a:off x="5919318" y="7283752"/>
            <a:ext cx="353366" cy="333633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50B0B0-1146-C1D1-B295-E39F9836096C}"/>
              </a:ext>
            </a:extLst>
          </p:cNvPr>
          <p:cNvSpPr/>
          <p:nvPr/>
        </p:nvSpPr>
        <p:spPr>
          <a:xfrm>
            <a:off x="6853134" y="7283752"/>
            <a:ext cx="353366" cy="333633"/>
          </a:xfrm>
          <a:prstGeom prst="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0F528-4469-DBF0-BD9A-B7523BE92996}"/>
              </a:ext>
            </a:extLst>
          </p:cNvPr>
          <p:cNvSpPr/>
          <p:nvPr/>
        </p:nvSpPr>
        <p:spPr>
          <a:xfrm>
            <a:off x="7786950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8D7B00-5EE0-60D9-7256-2671E337C793}"/>
              </a:ext>
            </a:extLst>
          </p:cNvPr>
          <p:cNvSpPr/>
          <p:nvPr/>
        </p:nvSpPr>
        <p:spPr>
          <a:xfrm>
            <a:off x="8720766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C90C5E-E776-BCBA-83EC-58AD68239D51}"/>
              </a:ext>
            </a:extLst>
          </p:cNvPr>
          <p:cNvSpPr/>
          <p:nvPr/>
        </p:nvSpPr>
        <p:spPr>
          <a:xfrm>
            <a:off x="9654582" y="7283752"/>
            <a:ext cx="353366" cy="333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36F1E-4ACB-B76C-8626-F436F31EE77B}"/>
              </a:ext>
            </a:extLst>
          </p:cNvPr>
          <p:cNvSpPr/>
          <p:nvPr/>
        </p:nvSpPr>
        <p:spPr>
          <a:xfrm>
            <a:off x="10588396" y="7283752"/>
            <a:ext cx="353366" cy="333633"/>
          </a:xfrm>
          <a:prstGeom prst="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0B2B8-5161-B8B3-C2F7-8B3609ABB1FC}"/>
              </a:ext>
            </a:extLst>
          </p:cNvPr>
          <p:cNvSpPr txBox="1"/>
          <p:nvPr/>
        </p:nvSpPr>
        <p:spPr>
          <a:xfrm>
            <a:off x="1016317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E89936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6E5742-5196-1802-81AE-D4F0F712009E}"/>
              </a:ext>
            </a:extLst>
          </p:cNvPr>
          <p:cNvSpPr txBox="1"/>
          <p:nvPr/>
        </p:nvSpPr>
        <p:spPr>
          <a:xfrm>
            <a:off x="2191705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B28342-516A-64C9-2577-7ACBB2DD74D0}"/>
              </a:ext>
            </a:extLst>
          </p:cNvPr>
          <p:cNvSpPr txBox="1"/>
          <p:nvPr/>
        </p:nvSpPr>
        <p:spPr>
          <a:xfrm>
            <a:off x="10354476" y="7795967"/>
            <a:ext cx="82120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71B6C9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F01AB8-21D9-ACA7-C061-24D7AE18314B}"/>
              </a:ext>
            </a:extLst>
          </p:cNvPr>
          <p:cNvSpPr txBox="1"/>
          <p:nvPr/>
        </p:nvSpPr>
        <p:spPr>
          <a:xfrm>
            <a:off x="3997461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B3A48E-4D8B-D6D9-7A0E-97078C12B47E}"/>
              </a:ext>
            </a:extLst>
          </p:cNvPr>
          <p:cNvSpPr txBox="1"/>
          <p:nvPr/>
        </p:nvSpPr>
        <p:spPr>
          <a:xfrm>
            <a:off x="3094584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CCD63-0F65-592D-CE91-8C09FE5930F3}"/>
              </a:ext>
            </a:extLst>
          </p:cNvPr>
          <p:cNvSpPr txBox="1"/>
          <p:nvPr/>
        </p:nvSpPr>
        <p:spPr>
          <a:xfrm>
            <a:off x="4747253" y="7795967"/>
            <a:ext cx="854871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EDE6DB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A9813-9287-05F5-D861-7701EF1F0628}"/>
              </a:ext>
            </a:extLst>
          </p:cNvPr>
          <p:cNvSpPr txBox="1"/>
          <p:nvPr/>
        </p:nvSpPr>
        <p:spPr>
          <a:xfrm>
            <a:off x="6560222" y="7795967"/>
            <a:ext cx="840444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>
                <a:solidFill>
                  <a:schemeClr val="tx2"/>
                </a:solidFill>
              </a:rPr>
              <a:t>DBE8EB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EAE6E1-E5B9-A437-9A45-839DFD4245EE}"/>
              </a:ext>
            </a:extLst>
          </p:cNvPr>
          <p:cNvSpPr txBox="1"/>
          <p:nvPr/>
        </p:nvSpPr>
        <p:spPr>
          <a:xfrm>
            <a:off x="5687801" y="7795967"/>
            <a:ext cx="779529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F8F8F8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BDD5D6-BDE5-11E3-4A2F-8C61BCDF5872}"/>
              </a:ext>
            </a:extLst>
          </p:cNvPr>
          <p:cNvSpPr txBox="1"/>
          <p:nvPr/>
        </p:nvSpPr>
        <p:spPr>
          <a:xfrm>
            <a:off x="8350654" y="7795967"/>
            <a:ext cx="871092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A6DAA7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BE26167-74AB-CC0A-DA60-831BB1B791FF}"/>
              </a:ext>
            </a:extLst>
          </p:cNvPr>
          <p:cNvSpPr txBox="1"/>
          <p:nvPr/>
        </p:nvSpPr>
        <p:spPr>
          <a:xfrm>
            <a:off x="7608973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CB144E7-F79E-1B66-500E-AA10E537F6C7}"/>
              </a:ext>
            </a:extLst>
          </p:cNvPr>
          <p:cNvSpPr txBox="1"/>
          <p:nvPr/>
        </p:nvSpPr>
        <p:spPr>
          <a:xfrm>
            <a:off x="9414729" y="7795967"/>
            <a:ext cx="54869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@@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0380C7-E952-85A6-1AE2-B3B2DD1481A4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9104847-769B-8437-1755-175EFDCB9FDF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94EB900-65EE-BC99-0D51-4E0EC2BBCAC1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89CFB48-4110-5C21-AAC2-B369130A2214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857DDB-57EA-245B-6D2D-490CBAEF0CD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8865371-B36B-5B6E-7714-7ACC2FA510F7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EDB3023-F101-0DF5-9A9E-B5CA1AEF0182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69CF98-A48E-2A4E-09CB-F43B24C77E01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404045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FA4F-56E0-38D4-2ADF-7F5EB3DFF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B8F07-6D4B-916A-C1E3-E7E3096D579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08F0F-52CE-A816-71D0-86B4FA3FF4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B193F2-CE7B-FC39-0466-64F32A0539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813AE8D-2181-6973-DFF7-DE2DCBC4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BED7E5-EA80-DACD-B5DD-5B2AFC67C3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C5160-5E71-1D75-1843-505E782ADE9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D1D7D0-E508-4E54-4F9E-1F87491FCD21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787B23-C3C2-4DC1-FC2E-4E3FDEB0E3D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5D6C4DB3-A694-6654-C46A-6A30201BAC2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DC8341F-BE21-35A0-B63A-B7CAA7D8AA78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FAE859-4F19-CCAA-8231-8F233ACDBF22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070C8A8-5F70-7685-B7B9-DECC513B03C7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AC7EC1D-51A2-8BD1-7F7E-89632221EAF7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43849591-B68A-EEAB-67F2-23F5BAB43709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30E64A-029D-BE57-A4F4-11697BEC61F3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17BF85-BAAA-2D29-537D-299AAEC0D2A5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4E70D7-B616-9354-E43A-19C4E8220C5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FCDF86-1BFE-F1DD-09A6-0DDEAED0EA7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4A05E3-5F07-17A7-A878-E3A1F3F83F3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967FA3-FEEE-A226-4B36-FB0C331951E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C1693B4E-8875-225E-C3BC-7D59AEE0ACF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06B4C579-A729-7BC8-C3C2-C43674979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269E38-D98E-A1A9-849D-FA7CE973A729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2D4281-B725-AADD-7434-A67A1A6008DB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A0448F1-9072-6C0C-66A5-40DE5ABB8FD4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A7BE0DB5-2B07-7D12-87EB-1EA854951E2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28E10CF-5539-9E74-A175-FF3487DF89A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7AEB37-B31B-0863-1FA0-10CE92E74F36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54C842EB-ACD9-13E8-3D00-A46BBE4F8CF0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5AD5229-C433-7CFC-899F-E2A9748EC12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4BEB0E91-753E-DE0D-1DF6-13AAA357C45E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0529EB5-7D61-96B4-768B-08F6BF3B9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FA8CC6E-79D0-779A-4057-FF94D4182B43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4B93BD-B59A-71C8-4848-15AFF292DD1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4BE5A8-50A2-3CB5-EB9F-ECAAAD999D4C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242320-FF53-799F-AD12-F1A53454CAD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B0FE9ED6-B82B-2268-BCC0-A3C543ECC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93FE6B-1978-BDB2-A7E1-C77BFDC63CE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89ECD7-4049-C2BC-62DC-5EFCEFFE482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C71F5E1-5F10-DEAB-C5E9-9D1A4015EF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69BCA8-26A4-2D2B-F1E1-0F65BD120BC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A2CAC9-D0AF-5C25-7509-7F76A37502B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57FDB8E-6FC9-A84D-B32A-91746C436F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62C6950-8001-E340-ADED-D28E5F7F961E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18DA12C-ECBE-3A73-0A59-64820DFAA06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65AD3B7-FEC0-B0E6-33A0-5C13D4D6EB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ED4B644-4825-FB9E-D737-7F6747FF7D17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279F1-186D-292C-F3C7-24C382DE4CE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CF5C1D5-2A14-42E2-BD7E-C1FDDC8AE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855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 dirty="0"/>
              <a:t>– </a:t>
            </a:r>
            <a:r>
              <a:rPr lang="en-US" dirty="0">
                <a:solidFill>
                  <a:schemeClr val="accent3"/>
                </a:solidFill>
              </a:rPr>
              <a:t>FINDINGS TREND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964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08932-67FE-3479-AEE1-B79D9C3C5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BDCAA79-36DA-0C0E-7EC3-23BEA35C7716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741DF7-A2F7-DE2C-4980-7DA07FA9D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F4D386A-EB7E-8B9F-F213-5AAB72238B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 </a:t>
            </a:r>
            <a:r>
              <a:rPr lang="en-US"/>
              <a:t>– </a:t>
            </a:r>
            <a:r>
              <a:rPr lang="en-US">
                <a:solidFill>
                  <a:schemeClr val="accent3"/>
                </a:solidFill>
              </a:rPr>
              <a:t>RESOLUTION TIMES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CB3DF4B-7F1B-6565-0112-AF77D9AE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AA92ECD-1BDA-FBEF-7C64-ECD0BA7B4B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7F77EA-7E26-BE49-1757-A4CD9A5566EB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0E164206-2345-E6D1-3746-641DBCAA683B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786EE57-08F8-578E-A94E-4382E2E6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9DD3010D-284B-FFE8-00DA-5B6B519F38C7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F65DDF-8D18-FC3B-861E-407B8366FA77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15C3881-1CF2-F1D2-4215-9BE451E8DB22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301DAEA-569B-4BFD-ADCC-7840C9E2C91C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BF2D4EA4-AC1B-DA7D-2EDB-28604D9FA58C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5B5F588-AE14-1A44-72CB-7290D2B83CA1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64C617FB-D78D-A196-6ADD-360D8179B45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3663B325-18F9-3426-D584-BA9F7DB8CAB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B04A86CB-042C-A526-AA66-032348B7C9D9}"/>
              </a:ext>
            </a:extLst>
          </p:cNvPr>
          <p:cNvSpPr/>
          <p:nvPr/>
        </p:nvSpPr>
        <p:spPr>
          <a:xfrm>
            <a:off x="1" y="3154680"/>
            <a:ext cx="12191999" cy="316332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CD49DD0C-66C3-9266-E636-A03AE7C9DFA7}"/>
              </a:ext>
            </a:extLst>
          </p:cNvPr>
          <p:cNvSpPr/>
          <p:nvPr/>
        </p:nvSpPr>
        <p:spPr>
          <a:xfrm>
            <a:off x="207002" y="3495726"/>
            <a:ext cx="11984997" cy="2575216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accent1"/>
                </a:solidFill>
              </a:rPr>
              <a:t>Open and resolved findings</a:t>
            </a: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B102D423-A941-90C8-5743-AA30ED29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73775" y="5803314"/>
            <a:ext cx="371130" cy="206558"/>
          </a:xfrm>
          <a:prstGeom prst="rect">
            <a:avLst/>
          </a:prstGeom>
        </p:spPr>
      </p:pic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7C0D00E-17C9-7B3E-1EE5-6A1653E68281}"/>
              </a:ext>
            </a:extLst>
          </p:cNvPr>
          <p:cNvSpPr/>
          <p:nvPr/>
        </p:nvSpPr>
        <p:spPr>
          <a:xfrm flipH="1">
            <a:off x="609944" y="3237334"/>
            <a:ext cx="3612958" cy="29533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87937C5-61E6-B270-981B-2D0C53A4713E}"/>
              </a:ext>
            </a:extLst>
          </p:cNvPr>
          <p:cNvSpPr/>
          <p:nvPr/>
        </p:nvSpPr>
        <p:spPr>
          <a:xfrm flipH="1">
            <a:off x="4373475" y="3237334"/>
            <a:ext cx="3610810" cy="2953323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425C641F-B66E-DC80-C38D-822A10B95814}"/>
              </a:ext>
            </a:extLst>
          </p:cNvPr>
          <p:cNvSpPr/>
          <p:nvPr/>
        </p:nvSpPr>
        <p:spPr>
          <a:xfrm flipH="1">
            <a:off x="8134857" y="3237334"/>
            <a:ext cx="3610810" cy="2953323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5B4458-7A18-6975-596A-37B01EA5C4A6}"/>
              </a:ext>
            </a:extLst>
          </p:cNvPr>
          <p:cNvSpPr/>
          <p:nvPr/>
        </p:nvSpPr>
        <p:spPr>
          <a:xfrm>
            <a:off x="766866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F42F13-AC84-E68B-5231-2D1D16BF93F2}"/>
              </a:ext>
            </a:extLst>
          </p:cNvPr>
          <p:cNvSpPr/>
          <p:nvPr/>
        </p:nvSpPr>
        <p:spPr>
          <a:xfrm>
            <a:off x="4529323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258737-222F-2C4D-7BF4-52200E9C6818}"/>
              </a:ext>
            </a:extLst>
          </p:cNvPr>
          <p:cNvSpPr/>
          <p:nvPr/>
        </p:nvSpPr>
        <p:spPr>
          <a:xfrm>
            <a:off x="8290705" y="3612456"/>
            <a:ext cx="3299114" cy="2341757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907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23559</TotalTime>
  <Words>969</Words>
  <Application>Microsoft Macintosh PowerPoint</Application>
  <PresentationFormat>Widescreen</PresentationFormat>
  <Paragraphs>288</Paragraphs>
  <Slides>21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@@</vt:lpstr>
      <vt:lpstr>@@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154</cp:revision>
  <cp:lastPrinted>2020-07-02T15:41:27Z</cp:lastPrinted>
  <dcterms:created xsi:type="dcterms:W3CDTF">2024-01-03T15:04:34Z</dcterms:created>
  <dcterms:modified xsi:type="dcterms:W3CDTF">2025-08-24T19:26:09Z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