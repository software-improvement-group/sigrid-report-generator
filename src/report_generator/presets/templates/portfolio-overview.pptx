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417" r:id="rId40"/>
    <p:sldId id="11418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06"/>
    <p:restoredTop sz="96763"/>
  </p:normalViewPr>
  <p:slideViewPr>
    <p:cSldViewPr snapToGrid="0" snapToObjects="1" showGuides="1">
      <p:cViewPr varScale="1">
        <p:scale>
          <a:sx n="227" d="100"/>
          <a:sy n="227" d="100"/>
        </p:scale>
        <p:origin x="5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chart" Target="../charts/chart23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2.xml"/><Relationship Id="rId5" Type="http://schemas.openxmlformats.org/officeDocument/2006/relationships/chart" Target="../charts/chart21.xml"/><Relationship Id="rId4" Type="http://schemas.openxmlformats.org/officeDocument/2006/relationships/chart" Target="../charts/chart2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6.xml"/><Relationship Id="rId5" Type="http://schemas.openxmlformats.org/officeDocument/2006/relationships/chart" Target="../charts/chart25.xml"/><Relationship Id="rId4" Type="http://schemas.openxmlformats.org/officeDocument/2006/relationships/chart" Target="../charts/chart2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9.xml"/><Relationship Id="rId5" Type="http://schemas.openxmlformats.org/officeDocument/2006/relationships/chart" Target="../charts/chart28.xml"/><Relationship Id="rId4" Type="http://schemas.openxmlformats.org/officeDocument/2006/relationships/chart" Target="../charts/char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PROGRESS_STATUS_CHART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PROGRESS_CAPABILITY_CHART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PROGRESS_MAINTAINABILITY_TIME_CHART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PROGRESS_ARCHITECTURE_TIME_CHART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PROGRESS_OSH_TIME_CHART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PROGRESS_SECURITY_TIME_CHART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39E27-D90F-E20C-49BD-FB57BABEFAC9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OBJECTIVES_STATUS_CHART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8BFEBBE-782F-5949-61DC-BFDB2677CFC4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OBJECTIVES_TEAM_CHART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C118AE4-B9DA-B3FE-EEDD-1BDB04D2F462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OBJECTIVES_CAPABILITY_CHART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D29FE66-4BB3-5D2F-A3C4-C8B49FF32A9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OBJECTIVES_OVERALL_CHART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BA44144-1546-C60D-08A3-3BA8963BD131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OBJECTIVES_SECURITY_CHART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A9FCBC9-E8E9-8172-ED03-E01AFEA3D080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OBJECTIVES_OSH_CHART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AF101A0-D2C5-ABB6-3561-D791839A8F4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OBJECTIVES_MAINTAINABILITY_CHART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B94DF9-0680-0BC8-EEFA-8DEBE0564A3D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OBJECTIVES_ARCHITECTURE_CHART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PORTFOLIO_PERIOD_START_DATE and PORTFOLIO_PERIOD_END_DATE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7695A-0F52-1B53-B0CD-9FE176D84948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15FDBA-44E5-4000-CE8B-09E1F218B77D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CA3F0-A440-956F-9DFA-0417F9AF51B1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3050122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BA603-4FBD-82C4-AF78-275C415604E9}"/>
              </a:ext>
            </a:extLst>
          </p:cNvPr>
          <p:cNvSpPr txBox="1"/>
          <p:nvPr/>
        </p:nvSpPr>
        <p:spPr>
          <a:xfrm>
            <a:off x="8376169" y="-369332"/>
            <a:ext cx="4236629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PORTFOLIO_SECURITY_FINDINGS_CRITICAL</a:t>
            </a: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5211144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9514578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F2DF3773-3A5B-588B-8446-1DD6A3E84C57}"/>
              </a:ext>
            </a:extLst>
          </p:cNvPr>
          <p:cNvSpPr txBox="1"/>
          <p:nvPr/>
        </p:nvSpPr>
        <p:spPr>
          <a:xfrm>
            <a:off x="8376169" y="-369332"/>
            <a:ext cx="4350443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PORTFOLIO_SECURITY_FINDINGS_HIGHMED</a:t>
            </a:r>
          </a:p>
        </p:txBody>
      </p:sp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11110</TotalTime>
  <Words>2402</Words>
  <Application>Microsoft Macintosh PowerPoint</Application>
  <PresentationFormat>Widescreen</PresentationFormat>
  <Paragraphs>364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2025-12-31)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155</cp:revision>
  <cp:lastPrinted>2020-04-20T09:37:43Z</cp:lastPrinted>
  <dcterms:created xsi:type="dcterms:W3CDTF">2025-10-22T11:22:13Z</dcterms:created>
  <dcterms:modified xsi:type="dcterms:W3CDTF">2026-02-23T15:46:52Z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