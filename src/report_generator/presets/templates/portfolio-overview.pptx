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5"/>
  </p:notesMasterIdLst>
  <p:handoutMasterIdLst>
    <p:handoutMasterId r:id="rId46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376" r:id="rId37"/>
    <p:sldId id="11284" r:id="rId38"/>
    <p:sldId id="11377" r:id="rId39"/>
    <p:sldId id="11421" r:id="rId40"/>
    <p:sldId id="11415" r:id="rId41"/>
    <p:sldId id="11416" r:id="rId42"/>
    <p:sldId id="11417" r:id="rId43"/>
    <p:sldId id="1141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microsoft.com/office/2018/10/relationships/authors" Target="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810FDED6-3589-364E-97C6-3C4ECD2E936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3B5F99-7B6E-2C48-B267-BCD66FCCDC9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79BA133-D33F-E341-8AB2-E89F84C8A76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18379</TotalTime>
  <Words>2700</Words>
  <Application>Microsoft Macintosh PowerPoint</Application>
  <PresentationFormat>Widescreen</PresentationFormat>
  <Paragraphs>424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53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206</cp:revision>
  <cp:lastPrinted>2020-04-20T09:37:43Z</cp:lastPrinted>
  <dcterms:created xsi:type="dcterms:W3CDTF">2025-10-22T11:22:13Z</dcterms:created>
  <dcterms:modified xsi:type="dcterms:W3CDTF">2026-07-13T18:35:40Z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