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9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0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1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12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3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15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6.xml" ContentType="application/vnd.openxmlformats-officedocument.presentationml.notesSlid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10748" r:id="rId3"/>
    <p:sldId id="10749" r:id="rId4"/>
    <p:sldId id="10751" r:id="rId5"/>
    <p:sldId id="10753" r:id="rId6"/>
    <p:sldId id="10750" r:id="rId7"/>
    <p:sldId id="10754" r:id="rId8"/>
    <p:sldId id="10755" r:id="rId9"/>
    <p:sldId id="10756" r:id="rId10"/>
    <p:sldId id="10724" r:id="rId11"/>
    <p:sldId id="598" r:id="rId12"/>
    <p:sldId id="605" r:id="rId13"/>
    <p:sldId id="606" r:id="rId14"/>
    <p:sldId id="604" r:id="rId15"/>
    <p:sldId id="599" r:id="rId16"/>
    <p:sldId id="600" r:id="rId17"/>
    <p:sldId id="603" r:id="rId18"/>
    <p:sldId id="602" r:id="rId19"/>
    <p:sldId id="601" r:id="rId20"/>
    <p:sldId id="10725" r:id="rId21"/>
    <p:sldId id="10736" r:id="rId22"/>
    <p:sldId id="10757" r:id="rId23"/>
    <p:sldId id="10758" r:id="rId24"/>
    <p:sldId id="10759" r:id="rId25"/>
    <p:sldId id="10728" r:id="rId26"/>
    <p:sldId id="10746" r:id="rId27"/>
    <p:sldId id="10737" r:id="rId28"/>
    <p:sldId id="10738" r:id="rId29"/>
    <p:sldId id="10747" r:id="rId30"/>
    <p:sldId id="10739" r:id="rId31"/>
    <p:sldId id="10742" r:id="rId32"/>
    <p:sldId id="10745" r:id="rId33"/>
    <p:sldId id="10740" r:id="rId34"/>
    <p:sldId id="10741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1"/>
    <p:restoredTop sz="94713"/>
  </p:normalViewPr>
  <p:slideViewPr>
    <p:cSldViewPr snapToGrid="0">
      <p:cViewPr varScale="1">
        <p:scale>
          <a:sx n="140" d="100"/>
          <a:sy n="140" d="100"/>
        </p:scale>
        <p:origin x="544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2B8B4-E227-994A-A2C0-477E986EF4F1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65466-C581-7E43-9AE7-259D040BA75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2717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4685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93361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BAF86-B143-256F-A6DE-947386033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25F102-ED15-0829-E661-51C419988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E443AE-3F29-B710-BB72-3C5A9268F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26D24-99AD-2305-5C33-E2F7A390DB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3442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77980-1C59-BCBF-435E-2C9A6452D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507D0A-AFE6-2745-BEC9-601C2FB44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32906F-F26B-760C-23AB-148118A7CF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97CA1-82AA-AB43-4653-AB12BB92AE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471093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38385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17255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5510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649516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44482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88923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0401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3950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96144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2299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8DFC1-A092-39A6-01F6-D2F6F7EE4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B55B31-A62C-50B3-929D-AFCAB21DF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83540-5D23-2147-246A-6861D7E4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0B823-EE09-CCCD-AD82-235F37131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23649-355D-2EC3-C538-28DCFDDA8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4384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6EC1-BAD4-048B-DE60-365F66086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434C8-5B1B-AAFE-5A88-035583DC4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0A86-A068-5667-0F21-95CD344C3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AE3D6-BA23-05FB-E4A5-C476A855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D2667-534A-8E1F-E7F9-874D705C6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849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72FA-6831-D446-DAA6-ECB4EBAB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B2809-64C1-C78F-DED0-555454D70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57AD6-1027-472D-EFFA-64215018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383D0-6645-F7DD-58D1-CEE36A3F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9594D-0DCF-D1F7-02FA-ADEB7E55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94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F8BC2-E729-5CA7-A85D-B87D3C899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69312-1F3B-CD00-4FE6-1BEC46249A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208A2-3CD8-922C-368B-AC2241785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E7EED-8EC8-DC93-6375-211201D1C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3E202-3E62-F1F5-AA8A-4DF23B5D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533DD-54BD-DF1A-BF91-014256CD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7567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267F-3834-145B-D726-8B1A36D7F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BA246-FDD1-ABC3-1967-33046C19B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1C608E-9237-0ED4-43E0-3D0B788B9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66FA3F-6CE9-C148-0C59-6F91CA0D4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70E57-ADFF-6A13-CE59-49AE43F8A2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10CBC1-D140-DD3B-63FB-E123E4DF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844A1E-E8D3-5E40-DD0F-5313D9CBB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54E296-AFD6-9148-7462-58922113E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9092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8992D-D52C-8E25-3702-5E88F20F9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5CD539-F339-2698-C282-23D615C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A67B4-CC38-B6E6-30FD-E5D968C5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45C68D-CD45-B0DD-55C5-A6F04B80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71422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484CB2-1819-B929-7CB4-4F5ADE4C6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2B4E0D-5006-921D-1B83-674EE31FA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63261-F0AD-00BB-494F-065135760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234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A695C-D390-7203-1264-8CA4F326C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80FB8-A98C-9D9B-96EF-0FC08B5D3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5051B-26E6-991C-2BF1-36EEEB343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C7D98-224A-925C-298C-B15F57AB1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94ECD-A2D4-87F4-1621-19B22875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4779C-C8FC-1B0E-7453-C4FE268B7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1521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DB926-55E1-35BE-B7AD-45510E699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CB0A1E-50F0-97C4-1E15-1515BC99E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BA65E-56F7-639F-B3C5-6585D8CAD3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E9665-F72E-69FA-3CD5-EFC7AABFB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FCA99-D2CA-1518-5B72-A3127DC6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245A7-B6E7-5C5B-2A98-0A1062D7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2947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A00C0-A8A9-4299-F6BC-A9A4D1D2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C950B-78FF-DBD3-956A-704427372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5E70-0961-1783-39D0-F92069719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B0C4B-49E6-4E83-B38E-C5702A589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E0A6B-73CE-C5B8-57ED-10FCF34B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401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63D09-2DBE-222D-C11B-C988284F0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A635D-3DF0-D555-E18D-E803069A8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40FEB-D828-70C1-4E34-8AC461631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EF7E4-703C-826B-BD71-BDA84A0B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093A-4C95-CCB9-4F38-023203BC2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0385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800" y="85637"/>
            <a:ext cx="11880000" cy="1325563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383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61156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892F76-C81B-4467-B617-ACE65479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725CF-7581-4A48-ACBD-3890345A2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6AE24-DF80-5A91-126D-F71EE9650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F8156-3D1B-1047-9A3D-372BE84AD46C}" type="datetimeFigureOut">
              <a:rPr lang="nl-NL" smtClean="0"/>
              <a:t>12-12-2025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A3FF1-3ADA-45D9-8076-20F3EC61B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44382-98DF-26B3-68BE-FEAF5F120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92348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E1C48-4250-F014-A3F8-34661B4FC5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A8A455-F547-606F-671C-0AC8D9917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CUSTOMER_NAME</a:t>
            </a:r>
            <a:endParaRPr lang="en-US" dirty="0"/>
          </a:p>
          <a:p>
            <a:r>
              <a:rPr lang="en-US" i="1" dirty="0" err="1"/>
              <a:t>REPORT_DATE</a:t>
            </a:r>
            <a:endParaRPr lang="nl-NL" i="1" dirty="0"/>
          </a:p>
        </p:txBody>
      </p:sp>
    </p:spTree>
    <p:extLst>
      <p:ext uri="{BB962C8B-B14F-4D97-AF65-F5344CB8AC3E}">
        <p14:creationId xmlns:p14="http://schemas.microsoft.com/office/powerpoint/2010/main" val="1336024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PROGRESS IN SIGRID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3885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319172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PROGRESS_STATUS_CHART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Complete    </a:t>
            </a:r>
            <a:r>
              <a:rPr lang="en-US" sz="1600" dirty="0">
                <a:solidFill>
                  <a:srgbClr val="67E77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Increased    </a:t>
            </a:r>
            <a:r>
              <a:rPr lang="en-US" sz="1600" dirty="0">
                <a:solidFill>
                  <a:srgbClr val="F06241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Decreased    </a:t>
            </a:r>
            <a:r>
              <a:rPr lang="en-US" sz="1600" dirty="0">
                <a:solidFill>
                  <a:srgbClr val="BFC4C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</a:t>
            </a:r>
            <a:r>
              <a:rPr lang="en-US" dirty="0"/>
              <a:t> over time</a:t>
            </a:r>
            <a:endParaRPr lang="en-US" sz="24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8D2C92C-F3B6-0645-618B-6712BD3DC864}"/>
              </a:ext>
            </a:extLst>
          </p:cNvPr>
          <p:cNvSpPr txBox="1"/>
          <p:nvPr/>
        </p:nvSpPr>
        <p:spPr>
          <a:xfrm>
            <a:off x="8958648" y="-525758"/>
            <a:ext cx="29117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627681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PROGRESS_CAPABILITY_CHART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Complete    </a:t>
            </a:r>
            <a:r>
              <a:rPr lang="en-US" sz="1600" dirty="0">
                <a:solidFill>
                  <a:srgbClr val="67E77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Increased    </a:t>
            </a:r>
            <a:r>
              <a:rPr lang="en-US" sz="1600" dirty="0">
                <a:solidFill>
                  <a:srgbClr val="F06241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Decreased    </a:t>
            </a:r>
            <a:r>
              <a:rPr lang="en-US" sz="1600" dirty="0">
                <a:solidFill>
                  <a:srgbClr val="BFC4C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34A4DD1-8E2E-2463-DEA2-A080991AFFDD}"/>
              </a:ext>
            </a:extLst>
          </p:cNvPr>
          <p:cNvSpPr txBox="1"/>
          <p:nvPr/>
        </p:nvSpPr>
        <p:spPr>
          <a:xfrm>
            <a:off x="8958648" y="-525758"/>
            <a:ext cx="485622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PROGRESS_MAINTAINABILITY_TIME_CHART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</a:t>
            </a:r>
            <a:r>
              <a:rPr lang="en-US" dirty="0"/>
              <a:t>Architecture</a:t>
            </a:r>
            <a:endParaRPr lang="en-US" sz="24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F3F2DA5-DB91-036B-8084-E06A04533789}"/>
              </a:ext>
            </a:extLst>
          </p:cNvPr>
          <p:cNvSpPr txBox="1"/>
          <p:nvPr/>
        </p:nvSpPr>
        <p:spPr>
          <a:xfrm>
            <a:off x="8958648" y="-525758"/>
            <a:ext cx="466495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PROGRESS_ARCHITECTURE_TIME_CHART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C168E2-17AD-9DBA-6B84-1C144E1C9C60}"/>
              </a:ext>
            </a:extLst>
          </p:cNvPr>
          <p:cNvSpPr txBox="1"/>
          <p:nvPr/>
        </p:nvSpPr>
        <p:spPr>
          <a:xfrm>
            <a:off x="8958648" y="-525758"/>
            <a:ext cx="349360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PROGRESS_OSH_TIME_CHART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BFA34CA-8C78-239B-7E53-B3D03983749C}"/>
              </a:ext>
            </a:extLst>
          </p:cNvPr>
          <p:cNvSpPr txBox="1"/>
          <p:nvPr/>
        </p:nvSpPr>
        <p:spPr>
          <a:xfrm>
            <a:off x="8958648" y="-525758"/>
            <a:ext cx="407485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PROGRESS_SECURITY_TIME_CHART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team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1AD40B4-54CF-E962-E2CD-DBA01BAF12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84A89CA-B332-7EC3-67B2-258E207222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0C18547-BE89-EC61-7BC4-8E69B57A25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494BABF-3857-C7F4-BDBD-8716AD63B7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8FDDB53-DF23-E4D7-3B57-48245519662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03F6258-6556-30B1-2DD0-5E65108A58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6517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0173E27-F9F0-221F-FA11-154A04DEFB53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PORTFOLIO_PERIOD_MAINTAINABILITY_GROUPED_BY_LIFECYCLE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2BE5-80A4-219C-185D-79D226A8C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19CF67-67C1-196C-5212-CF782C6A30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BE4F193-C6C7-64CA-EDCD-83C300768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9CEF1B-77C6-72C9-67A4-8FD590658B6F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C0D6C20-4BB8-9E06-CFFC-01FE6D4594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1DCA19F-41A2-F8D1-90C3-5F30F29368A3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PORTFOLIO_PERIOD_MAINTAINABILITY_GROUPED_BY_DEPLOYMENT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5F8E30B-5282-F591-81E5-38E8D28A4337}"/>
              </a:ext>
            </a:extLst>
          </p:cNvPr>
          <p:cNvSpPr txBox="1"/>
          <p:nvPr/>
        </p:nvSpPr>
        <p:spPr>
          <a:xfrm>
            <a:off x="2643466" y="6054740"/>
            <a:ext cx="1674005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06ABF7B-8E73-2773-8D86-94BF6C84D56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6FB4AA5-C460-7345-BEBF-85FF2EE62A2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0C3BD28F-97A2-7C56-93BD-B8B86388F8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EDE8EDA-EA43-0FC6-8954-90C03765339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F358481-B2A7-AF82-A99A-D3B4A57A41F1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D5949264-F1E4-0A92-81F8-09B85DD190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DAFB52F-1898-08E2-FC0A-500D6EA91D9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10EB8E9-7ABA-5402-DB76-F7BBFE31C1D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578A0E16-4C86-C488-A308-2486BC6D36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E2E24A2-9B55-A841-1DE1-138ECAEE1F24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0FB21F5-C359-44A4-B24D-9376625C819A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0764962-3621-93A5-DDF7-94704410F4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DB1A6FF-ECE3-6EFB-C8D4-EE17491F84B4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57F034E-9009-71D4-3402-5D134420E73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EFDA78C9-00C0-B5FB-B2CB-6030126720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703322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E94D2-F7AA-EF4D-559F-7794EA40A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7C3273-F2BA-D1EA-4E61-3EA1D0B80C7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24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BF031D1-1053-BDDF-7EF2-A38650905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46CE21-1A65-FFC9-9052-86A726EAFDDD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B91C8CB-3AFC-3A73-F4FB-547FFD08F3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C35CD51-B5EF-2F03-6DA6-2E2FED837FF4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EF8F457-6436-12D3-DAA3-61548A0AB661}"/>
              </a:ext>
            </a:extLst>
          </p:cNvPr>
          <p:cNvSpPr txBox="1"/>
          <p:nvPr/>
        </p:nvSpPr>
        <p:spPr>
          <a:xfrm>
            <a:off x="2643466" y="6054740"/>
            <a:ext cx="1988193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0C07D85-BA88-F1CB-544B-71B06F9567B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9EE96DB-CBFB-81AC-F3AB-4D2312937C9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6849459F-628F-E580-D725-9F798DB080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1E50964-86C8-02C0-CB39-04B40C2DB931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D1FFFB3-BA2A-A8F8-CB77-3C0B353E8DC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008754E8-3625-ED92-FE05-9E217662A7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E630F72-1B52-18AB-8AA7-2D160813740F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94A134-866B-B751-7C04-8A572F0E956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FCF02081-A2A3-1532-38DC-C4BBEA9219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E2F14B4-762F-A566-9713-8F642EB8718B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39B51A-30A2-20E3-2BFA-46C58E10D47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18C8227-933C-05C6-3BF9-AFA7428F60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F9CFC03-B411-D271-2B44-FD5CE1517FBB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6103C86-FF94-C4A1-A970-087240F20A9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8EDFC3D4-82AD-FF08-C317-7FCAD3C612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431459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A092B-3A98-114F-C2A0-DD62E3F4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57243-FAB8-E039-D9A3-D54EC6EA8F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25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D56A-257C-C7BE-6375-A44CB8A5A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PORTFOLIO_PERIOD_MAINT_CHANGE_SHORT_SUMMARY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ECF270-F885-64B6-46BF-241F241374B9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DAD7929-7B61-72A6-AA9F-B6798F438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78E4D6A-55EC-93BF-6A33-FA9208ECBED5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AC6AA5-168E-F727-F6B3-8078A8F19EF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8D49E38-6B3A-90E7-57E3-B03E0C49D5E3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5261DDD-E528-238B-3F1F-FDA7B2453D0A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3B9A086-BD80-D521-433C-9FBA23A0C6D5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C1AEF0F-6590-B59B-788E-2855B27060D4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5AAB98-B44C-90C2-26A8-D1BFC5D4393E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444EC0-D1F0-547F-4728-0516F25DCF5B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6B688A-DD6B-5AFB-AC4D-56D97DE08695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3508933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Maintainability delta quality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PORTFOLIO_PERIOD_MAINTAINABILITY_DELTA_QUALITY_NEW_CODE_GROUPED_BY_TEAM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9E4E84-561D-8538-3451-6D2D3B498565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7F17DD-BCF9-3BEC-FE79-C8FFD0A55138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PORTFOLIO_PERIOD_MAINTAINABILITY_DELTA_QUALITY_NEW_AND_CHANGED_CODE_GROUPED_BY_TEAM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D16385-746F-021C-58FE-67A1E779E0FF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905ABF-A6D7-FAC1-5B91-5CADF7955C81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/>
              <a:t>Changed</a:t>
            </a:r>
            <a:r>
              <a:rPr lang="en-US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18689B-E326-5F21-B8B6-92726D3378BB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36706309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13B-F586-F5BD-7A43-AC9714B7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659FF-CBDC-CC70-F631-D315ACF476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27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4AEBA7B-EC1B-0579-C38D-F8A91A0EE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volume (effort)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B5BA4-D487-BD86-4517-7C629B3F6BB1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4D27AA7-4FE9-C5A8-680C-7651241AD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1F50C4-34B3-1CC9-202C-0F250C8A2B69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6AC4F8-A612-A2C5-60EE-46C8EEB067C0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A22223E-D563-C733-7EB6-E554F9A409DC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5FD4E83-3A51-8CEB-F1E7-B9AE6CF35E4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7B5994A-70B5-BDCF-5682-883A04BCCE42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DB81E5-9879-BE81-8051-08CA6EF45B3E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D82FEF4-F9F5-6891-BDCC-7C48A7133F7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6D5220-3415-91B8-276B-76F572C63818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57733-65A2-2CA1-C3A1-6033C85CAB1E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39983486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98B94-159B-948F-0AFF-57D21882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85621-2D28-9AB1-179A-D9D8366A58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28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74F167-668D-210C-5C93-4EB801EF7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Architecture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3017EF-A386-CAA2-6A07-96E4B2D997B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58A3327-6118-370B-8363-D7ADF8B57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210451-B7EA-B10B-FF58-699350452E4D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E37FC2-777A-0F60-ABC7-4621AE884476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A16E73-A1E0-4BC8-B4E4-7864C43FD26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708D778-329C-D174-F5F1-CB9998DB4354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23B0641-C51A-1164-1488-2D8351F2FD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C6732EA-3CF8-4098-6A71-A4BE2C78F410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789F270-100E-1C90-D75E-ED070FC0D24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4B199232-2C7B-CE6C-8619-A4F13C6504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F7B50A9-89F5-38A6-090B-1A0D014ACC31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BA535C-1218-320D-9DCA-E6AF1E19849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1EE2939-67E0-7787-8275-C65C782E8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6BC872-D9CD-D7FC-CCB7-ACF73B3F05D4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B8CD9F-B8FA-0FB6-53F6-2D39B0364E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186358DD-6C1D-C01B-4945-B1559CD65B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D44E56-CC8C-DF72-8571-551DB39EFAD1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E7CB3B9-DDE3-51DD-022A-D5103A71AD1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30004702-6D14-9BA1-7C29-10C5B9CA63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359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29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Open-source health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PORTFOLIO_PERIOD_OSH_RATINGS_GROUPED_BY_TEAM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2244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54897-76F9-AAFA-689E-859A05016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DA84B-A8FF-561D-5BE5-472D23F835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FB5966A-E6AD-D0AA-719E-91AAA596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23437B-9103-F910-DA88-E786F4F1AC56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E2BFF46-8C29-AB4B-F2B1-08C35741F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DD8AE50-C257-163F-FEA3-9EDD7F987503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8A50D-967C-17A9-8826-8E857C0D09F7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FCE37CD-D789-C9CC-B3F1-D822D13D9CB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AC2ED9-ED5D-C0F0-7FAC-89E92FE7A73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3CC167F9-6790-48E2-A6D5-ACA7AD8416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C8B29D-F4DD-50C9-9017-75E022A12052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1E54D5-F91E-6B58-1C95-5A67CE07D6B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A56CDE96-1671-BB45-8B37-A88B31C70E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359F7FC-54D0-2949-EE42-C602D24930BA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E0DAA19-B5AD-7680-2494-B8BD9F03DED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33E84355-AB6A-ED2E-EEDE-3A1F583F7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659599C-679E-FE7D-111C-F951BA2325C9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7359069-73BD-1F86-2C2F-B6B4992F1C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B9775F2-5461-C552-F938-B09422878B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C952A4-81F7-5DB7-BC4A-7E7855D878E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7A5F101-5D92-FA2B-F494-AFF1D0EB332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7EE8E326-D841-00CB-CDD0-5005C2C4CB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9662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43F93-7952-EE6F-AB83-36D7C31DF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7F46F4-FE2B-5585-3E4E-45ED2341A4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33EE222-E5BC-4470-AF2E-B90F56B77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findings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159BC40-5B4C-795C-6FCB-FCA563A5AE0F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84C6DD6-8200-16D2-9609-569E042945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FC185B0-6CA0-A445-999A-8C89A24E366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41D01DB-A890-7402-1ACF-609E980DE1A7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C37EC38-873F-C0A8-F818-24FB209E2B8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E87E057-DD66-1619-C712-B52301C92830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329652B-628D-7B3F-5C6F-43469FA826A5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DF8B184-8E8F-4F34-A553-3AE963C2CB0F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406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C9EA-B8A7-1749-9437-CD803D33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72D615-A071-5226-44B4-91F63CC827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32</a:t>
            </a:fld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27BE383-7689-A77A-D28C-E114CEA9F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resolution times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5326C2D-C268-C6FA-1AC2-B751F98C3035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resolution times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3359F52-1E48-C168-CBD3-43791F34D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80C53A6-E87C-E89A-78B8-8F9537AA5D7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7B792B-0FEE-748C-3523-B0A3EF1213DD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F046E34-2126-0CA7-96AA-936FDE050854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81AC3D-2C22-AD77-0DEF-DD67B1166FDD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</a:t>
            </a:r>
            <a:r>
              <a:rPr lang="en-US" sz="1600" err="1">
                <a:solidFill>
                  <a:schemeClr val="bg1"/>
                </a:solidFill>
              </a:rPr>
              <a:t>DASHBOARD</a:t>
            </a:r>
            <a:r>
              <a:rPr lang="en-US" sz="1600">
                <a:solidFill>
                  <a:schemeClr val="bg1"/>
                </a:solidFill>
              </a:rPr>
              <a:t>_HIGH_</a:t>
            </a:r>
            <a:r>
              <a:rPr lang="en-US" sz="1600" dirty="0" err="1">
                <a:solidFill>
                  <a:schemeClr val="bg1"/>
                </a:solidFill>
              </a:rPr>
              <a:t>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74C7591-8B12-75FA-079B-AC6778FE65D8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5FFAB9-2ABB-D037-43F4-74D73F180A55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31097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0F067-408F-718E-A79E-387537F67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D659551-4F5A-10B8-7A41-CD926AF6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BAA02-82E9-62FD-74CB-ED28CAAD4867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5A3EC73-629A-7947-7394-8587B21625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C32FF67-1E75-AAEA-1B80-9207B20289E2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1A2112-78E6-8DCF-8E0E-78EEEF639D5D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9C15F92-A072-4C90-549B-96EFABFB6B39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3ED3970-91BA-7822-A0F7-EAB5D6D13CB6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08113C03-CCC7-B779-788F-F5D6D85EF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6CC743E-8F63-AC63-3A18-265A1EB5F6BF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8D27BD3-6C63-DE79-BD7D-8FE61B9CB43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0E3F1D99-704B-7152-AB1F-CE5AC667B4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420E8A5-1463-6855-50FB-B5D9D8F4F76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45A470-51DB-3A5C-8E03-2E85B80C9DCE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59331E72-3E06-2B97-C3E1-E67B3DAE6B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72D6356-4497-C5BE-E201-E65B37114D79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EC41104-3E63-7945-22F3-89A98EE94100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E6E16E22-F267-DC04-3A35-55E6FA5769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3B5D263-83A1-D811-9B9F-30FF462DE916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21FB978-C82B-26CB-4C25-A74F8B4D4EA8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A1A004E2-7DE9-C71A-5B23-87B428D595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56B02A-D12E-FE41-BE32-DF93AD7E95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1A8B-9CE3-C528-149D-E8A7ADE1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832091-13CF-5084-EBA4-864AADBF7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64E4A-782F-9ABB-D130-CD4267F278DD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349151-E545-23EA-2E4E-CC16B29D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E6E38EA-5B17-C666-9ECF-540201246D3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PORTFOLIO_PERIOD_TEST_CODE_CHANGE_GROUPED_</a:t>
            </a:r>
            <a:r>
              <a:rPr lang="en-US" sz="1600" err="1">
                <a:solidFill>
                  <a:schemeClr val="bg1"/>
                </a:solidFill>
              </a:rPr>
              <a:t>BY</a:t>
            </a:r>
            <a:r>
              <a:rPr lang="en-US" sz="1600">
                <a:solidFill>
                  <a:schemeClr val="bg1"/>
                </a:solidFill>
              </a:rPr>
              <a:t>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695A3-7892-CBCD-CCC1-ED9F42D91537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F1842-9F61-0CAE-02D3-77634C06083C}"/>
              </a:ext>
            </a:extLst>
          </p:cNvPr>
          <p:cNvSpPr txBox="1"/>
          <p:nvPr/>
        </p:nvSpPr>
        <p:spPr>
          <a:xfrm>
            <a:off x="1678471" y="6054740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AE08C-5EA5-5C8C-2F1A-CBF2E0771A04}"/>
              </a:ext>
            </a:extLst>
          </p:cNvPr>
          <p:cNvSpPr txBox="1"/>
          <p:nvPr/>
        </p:nvSpPr>
        <p:spPr>
          <a:xfrm>
            <a:off x="512064" y="6054740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4FECE0-E33A-23A4-4934-65269E0185D8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641D25-FDBA-3ED6-8617-19EB8666B393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A41F6AF-8B56-B10D-E81C-5CCEDFB25F3F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773BFA5-4876-A7AF-1F5D-E3F4609F498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31B2BBA-FA9A-5ACB-B596-BD2F8F7F13F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CAE36B7C-186E-9F19-6296-DBA2C5A15E7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2734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1169</Words>
  <Application>Microsoft Macintosh PowerPoint</Application>
  <PresentationFormat>Widescreen</PresentationFormat>
  <Paragraphs>252</Paragraphs>
  <Slides>34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Sigsterren</vt:lpstr>
      <vt:lpstr>Wingdings</vt:lpstr>
      <vt:lpstr>Office Theme</vt:lpstr>
      <vt:lpstr>Portfolio overview</vt:lpstr>
      <vt:lpstr>PowerPoint Presentation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PORTFOLIO_PERIOD_MAINT_SHORT_SUMMARY</vt:lpstr>
      <vt:lpstr>PORTFOLIO_PERIOD_MAINT_SHORT_SUMMARY</vt:lpstr>
      <vt:lpstr>PORTFOLIO_PERIOD_MAINT_SHORT_SUMMARY</vt:lpstr>
      <vt:lpstr>PORTFOLIO_PERIOD_MAINT_CHANGE_SHORT_SUMMARY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Security ratings of the portfolio between PORTFOLIO_PERIOD_START_DATE and PORTFOLIO_PERIOD_END_DATE</vt:lpstr>
      <vt:lpstr>Security findings of the portfolio of the last 12 months (ending at PORTFOLIO_PERIOD_END_DATE) </vt:lpstr>
      <vt:lpstr>Security resolution times of the portfolio of the last 12 months (ending at PORTFOLIO_PERIOD_END_DATE) 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Floris van Leeuwen</dc:creator>
  <cp:lastModifiedBy>Thomas Kovac</cp:lastModifiedBy>
  <cp:revision>5</cp:revision>
  <dcterms:created xsi:type="dcterms:W3CDTF">2025-10-21T17:29:07Z</dcterms:created>
  <dcterms:modified xsi:type="dcterms:W3CDTF">2025-12-12T10:40:09Z</dcterms:modified>
</cp:coreProperties>
</file>