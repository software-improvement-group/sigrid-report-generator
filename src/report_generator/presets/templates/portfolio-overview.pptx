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8" r:id="rId18"/>
    <p:sldId id="10729" r:id="rId19"/>
    <p:sldId id="10727" r:id="rId20"/>
    <p:sldId id="10726" r:id="rId21"/>
    <p:sldId id="10731" r:id="rId22"/>
    <p:sldId id="10723" r:id="rId23"/>
    <p:sldId id="59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8C00"/>
    <a:srgbClr val="D0A700"/>
    <a:srgbClr val="E9C343"/>
    <a:srgbClr val="F1C109"/>
    <a:srgbClr val="2F6BFE"/>
    <a:srgbClr val="B6C4FF"/>
    <a:srgbClr val="2D6BFF"/>
    <a:srgbClr val="D8E9EC"/>
    <a:srgbClr val="58B8CC"/>
    <a:srgbClr val="EFE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16"/>
    <p:restoredTop sz="96327"/>
  </p:normalViewPr>
  <p:slideViewPr>
    <p:cSldViewPr snapToGrid="0" snapToObjects="1" showGuides="1">
      <p:cViewPr varScale="1">
        <p:scale>
          <a:sx n="110" d="100"/>
          <a:sy n="110" d="100"/>
        </p:scale>
        <p:origin x="112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Sigrid Report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A1498DF-7C02-B183-B78D-C458BCD32FDC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C9632B6-F9D1-F384-41B4-528EA345C515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3843F98-5552-F249-15FC-915A5DD2B3A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FAFCFC8-6780-C3CF-0AFE-C28A9D1462E6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FCE2CC5-2CF9-9538-8D61-0BD4B74475D0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63C28A4-A24D-2082-0456-41BCE8D4070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9D25F0C-935C-F459-01EB-727B921D4669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D485807-6F5D-5A24-D787-AA03F0A92284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CEFABB-E1D5-DFD1-40E4-722DA0AFDD35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EED059-C35B-30FB-216D-512052D0D647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4D9CB3-5679-F28D-FDD2-2E348A50D937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FE8365-B5FB-7907-3DD9-E01FD55B4B4E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CB82B0-D9B4-F3A1-C8D5-3B5C3ED98FE8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DF5BA5-0058-7FE9-D0AB-60E0DA268B78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4A5C37A-0A7F-F523-7D1F-D3CDCCE0AF1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2681A2A-D48A-7D45-09C1-DF712BC5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E08760A-8484-48C1-CB6E-D8435415390D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741642" y="7795967"/>
            <a:ext cx="866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F3DDD7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545795" y="7795967"/>
            <a:ext cx="8692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D9EEDD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016F68-3929-B0A6-9A70-964CCDA5D054}"/>
              </a:ext>
            </a:extLst>
          </p:cNvPr>
          <p:cNvSpPr/>
          <p:nvPr/>
        </p:nvSpPr>
        <p:spPr>
          <a:xfrm>
            <a:off x="5137902" y="8172752"/>
            <a:ext cx="353366" cy="3336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C66490FF-9283-17EE-60CD-B822CD68EF25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ED98E80-10A2-5364-4091-6705DB3C9F9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CA16043E-840A-BD02-94E8-539D0B0A6B66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6149571-E7A7-CDC6-69D9-F2740A1FA902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C82B2C7-705C-E893-F5EF-72FB1B097820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A108D7-3656-C512-F32E-C7EC45AE7A92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A9E222-BFFE-1E4D-AA0F-AED7EC6E745C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074526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1F161-B90E-8C56-2252-1512C9DA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AC7CEC-8E23-EB2B-27B5-4ABF62FAB0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65D14D-1CD8-2CDD-B941-6801777F2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ED9104-3218-FCCD-05C4-315211085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8640D2-8DF8-0DC3-3C63-A111BDB9D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138AA3-B9FD-5715-B8FB-547CB65CF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38A97F2-F17B-5AC4-1347-AFEFA455EF46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B2AF24D-3D52-BB15-9293-14CFD1E555D0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FB96E3-1052-4FF4-A79A-1B97C36C908D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06D672E-20F8-989B-D512-BEC16897C47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320BB66-962E-E2CC-4146-E089D51FC7A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27E2554-5327-BA26-0784-AF99E93823B7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021D9100-D950-8106-46A1-6161331A7BDE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4973D1E-1D2C-D10C-30A4-1ACDA43709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4F1F953-480A-B7FA-15F6-5A9957C998CA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0EABAA-5E31-99C1-2148-99E3700D9B4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85F7DE-2691-8B2B-E114-2A862286A68A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E7B9D5-733B-A6F5-4849-51C64E0BD4A9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E65E07-BEC6-D825-21DE-A526C8645BDD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6BA12-022D-C6EB-815A-CD6115CB88FA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4EAEA8-1C55-F0B5-5438-0CE0DEA35D9A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14742EA5-7D83-21AA-EAEA-54537DBC17D6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300D5D-E362-AAE7-A4AD-8CBAC4B39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BA421D5-AA0C-CD2A-F80C-8A0A5D072D82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2DB4E-35D4-2AB3-FDAB-2D94579C7E8C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53FAD79-26B3-4982-978D-C590116D68D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8804C87-01D4-54E8-9068-56FE7267CE6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7D4C245C-9737-17AF-E358-435BD21CEEF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D7D30C-C1C2-93CB-3EBF-617F8C2C953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F6FD9F3-8DA1-F1FE-9594-2A18CB71DB12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262797A-1920-B04D-0831-ECA6811546BB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CC751F7C-4517-B5C9-D24B-490BDC364E63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9415B8D-D15B-CD76-E298-4ECC82619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AE5624D-19A2-5427-E6A7-6529A2C96C48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FDACCF-411C-27FA-BBD4-078D2DB0BFE0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F8F6B-037D-C8CB-4482-D3A48B51A6D1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C8805-C845-FCCC-468D-3A73CE61C6F6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1437-7B12-0193-A1DF-96A590196EFF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400C9-59D6-7394-BC5C-3D9A63D9F567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503177-3304-EE28-18F3-C435DBDA2DE5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50B0B0-1146-C1D1-B295-E39F9836096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0F528-4469-DBF0-BD9A-B7523BE92996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8D7B00-5EE0-60D9-7256-2671E337C793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C90C5E-E776-BCBA-83EC-58AD68239D51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036F1E-4ACB-B76C-8626-F436F31EE77B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E0B2B8-5161-B8B3-C2F7-8B3609ABB1FC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E89936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6E5742-5196-1802-81AE-D4F0F712009E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B28342-516A-64C9-2577-7ACBB2DD74D0}"/>
              </a:ext>
            </a:extLst>
          </p:cNvPr>
          <p:cNvSpPr txBox="1"/>
          <p:nvPr/>
        </p:nvSpPr>
        <p:spPr>
          <a:xfrm>
            <a:off x="10354476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71B6C9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F01AB8-21D9-ACA7-C061-24D7AE18314B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A48E-4D8B-D6D9-7A0E-97078C12B47E}"/>
              </a:ext>
            </a:extLst>
          </p:cNvPr>
          <p:cNvSpPr txBox="1"/>
          <p:nvPr/>
        </p:nvSpPr>
        <p:spPr>
          <a:xfrm>
            <a:off x="3094584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9CCD63-0F65-592D-CE91-8C09FE5930F3}"/>
              </a:ext>
            </a:extLst>
          </p:cNvPr>
          <p:cNvSpPr txBox="1"/>
          <p:nvPr/>
        </p:nvSpPr>
        <p:spPr>
          <a:xfrm>
            <a:off x="4747253" y="7795967"/>
            <a:ext cx="854871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EDE6DB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A9813-9287-05F5-D861-7701EF1F0628}"/>
              </a:ext>
            </a:extLst>
          </p:cNvPr>
          <p:cNvSpPr txBox="1"/>
          <p:nvPr/>
        </p:nvSpPr>
        <p:spPr>
          <a:xfrm>
            <a:off x="6560222" y="7795967"/>
            <a:ext cx="84044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>
                <a:solidFill>
                  <a:schemeClr val="tx2"/>
                </a:solidFill>
              </a:rPr>
              <a:t>DBE8EB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EAE6E1-E5B9-A437-9A45-839DFD4245EE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BDD5D6-BDE5-11E3-4A2F-8C61BCDF5872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E26167-74AB-CC0A-DA60-831BB1B791F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B144E7-F79E-1B66-500E-AA10E537F6C7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0380C7-E952-85A6-1AE2-B3B2DD1481A4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9104847-769B-8437-1755-175EFDCB9FDF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94EB900-65EE-BC99-0D51-4E0EC2BBCAC1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89CFB48-4110-5C21-AAC2-B369130A2214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A857DDB-57EA-245B-6D2D-490CBAEF0CD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8865371-B36B-5B6E-7714-7ACC2FA510F7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DB3023-F101-0DF5-9A9E-B5CA1AEF0182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69CF98-A48E-2A4E-09CB-F43B24C77E01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404045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0C5160-5E71-1D75-1843-505E782ADE9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D1D7D0-E508-4E54-4F9E-1F87491FCD21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D6C4DB3-A694-6654-C46A-6A30201BAC2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C8341F-BE21-35A0-B63A-B7CAA7D8AA78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FAE859-4F19-CCAA-8231-8F233ACDBF22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070C8A8-5F70-7685-B7B9-DECC513B03C7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AC7EC1D-51A2-8BD1-7F7E-89632221EAF7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3849591-B68A-EEAB-67F2-23F5BAB43709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30E64A-029D-BE57-A4F4-11697BEC61F3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17BF85-BAAA-2D29-537D-299AAEC0D2A5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4E70D7-B616-9354-E43A-19C4E8220C5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FCDF86-1BFE-F1DD-09A6-0DDEAED0EA7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4A05E3-5F07-17A7-A878-E3A1F3F83F3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67FA3-FEEE-A226-4B36-FB0C331951E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BEB0E91-753E-DE0D-1DF6-13AAA357C45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50529EB5-7D61-96B4-768B-08F6BF3B9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FA8CC6E-79D0-779A-4057-FF94D4182B43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95C2AEC-BEC9-1EBD-9A04-49E608990E6F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6B3CD47-6CC5-ABA0-E88E-229A68F556D4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C9BD897-5CC5-0BB3-6FD3-BAF7BD8C817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08E60C9-861D-AA85-6F53-430DA8D3570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169B188-BB78-5F4B-7AE9-E217C61AB23F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370D179-969D-85A0-A06E-413B540E185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C588636-91AF-B6DF-687D-D36D36ADB2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96BBBD4-2A5F-42AA-0DA7-ACCD2FB4884C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71F45B-97E8-07E8-1BC4-CA3A6C6B05B0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7BAFC4-5D20-5CA6-5D69-18B2193E27D3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EC0203-C84B-A017-E50B-D8C562ED72F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F21EE-B664-875B-657B-6A7DE48C1917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1C4FBD-3D07-9CDE-F484-43A77C6E290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77CE2E-24F6-C868-1DBD-D6231ECF96B9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EE3A61A7-D12A-DBFF-E070-23A8246878F4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A00A032-720A-A938-CD54-07D654F3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B8CD629-B159-F115-70E3-983CFD3F3A2E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964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23559</TotalTime>
  <Words>893</Words>
  <Application>Microsoft Macintosh PowerPoint</Application>
  <PresentationFormat>Widescreen</PresentationFormat>
  <Paragraphs>273</Paragraphs>
  <Slides>20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@@</vt:lpstr>
      <vt:lpstr>@@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152</cp:revision>
  <cp:lastPrinted>2020-07-02T15:41:27Z</cp:lastPrinted>
  <dcterms:created xsi:type="dcterms:W3CDTF">2024-01-03T15:04:34Z</dcterms:created>
  <dcterms:modified xsi:type="dcterms:W3CDTF">2025-08-24T12:07:42Z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