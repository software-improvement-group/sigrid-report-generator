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8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561" r:id="rId5"/>
    <p:sldId id="10724" r:id="rId6"/>
    <p:sldId id="598" r:id="rId7"/>
    <p:sldId id="605" r:id="rId8"/>
    <p:sldId id="606" r:id="rId9"/>
    <p:sldId id="604" r:id="rId10"/>
    <p:sldId id="599" r:id="rId11"/>
    <p:sldId id="600" r:id="rId12"/>
    <p:sldId id="603" r:id="rId13"/>
    <p:sldId id="602" r:id="rId14"/>
    <p:sldId id="601" r:id="rId15"/>
    <p:sldId id="10725" r:id="rId16"/>
    <p:sldId id="10721" r:id="rId17"/>
    <p:sldId id="10730" r:id="rId18"/>
    <p:sldId id="10729" r:id="rId19"/>
    <p:sldId id="10727" r:id="rId20"/>
    <p:sldId id="10726" r:id="rId21"/>
    <p:sldId id="10731" r:id="rId22"/>
    <p:sldId id="10732" r:id="rId23"/>
    <p:sldId id="10723" r:id="rId24"/>
    <p:sldId id="59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18C00"/>
    <a:srgbClr val="D0A700"/>
    <a:srgbClr val="E9C343"/>
    <a:srgbClr val="F1C109"/>
    <a:srgbClr val="2F6BFE"/>
    <a:srgbClr val="B6C4FF"/>
    <a:srgbClr val="2D6BFF"/>
    <a:srgbClr val="D8E9EC"/>
    <a:srgbClr val="58B8CC"/>
    <a:srgbClr val="EFE6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389"/>
    <p:restoredTop sz="96327"/>
  </p:normalViewPr>
  <p:slideViewPr>
    <p:cSldViewPr snapToGrid="0" snapToObjects="1" showGuides="1">
      <p:cViewPr varScale="1">
        <p:scale>
          <a:sx n="152" d="100"/>
          <a:sy n="152" d="100"/>
        </p:scale>
        <p:origin x="200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6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7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8/26/25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emf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Portfolio Overview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REPORT_DATE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7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469EBE-D781-BBE7-29B3-57566E620D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CEA32-D081-8FDD-76C5-C241F4387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OBJECTIVES_STATUS_CHART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78348F-B34F-B964-E35D-39DECE3BFD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84645-C932-640A-5E4B-F4B967838F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team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0F10C8-8291-84BB-615B-4FE46E9122C0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OBJECTIVES_TEAM_CHART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9429BB-1FAC-98FE-7D71-42B7D87DA3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81411-6610-CAFD-EA1C-81FD4B0238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capability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OBJECTIVES_CAPABILITY_CHART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3EDD46-211F-38F5-AB6D-EB1744922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077B15-64A3-766F-A6A8-B3999BFA41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5FA84B-5F3F-E103-125D-195720E3F1F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OBJECTIVES_OVERALL_CHART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1CC23F-34A9-CAB4-F1AC-61CD4A137D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971F33-EC6D-15CB-7964-1A1BA3BB36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9FCAA8-D0E0-3539-B820-DF6D6318129E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OBJECTIVES_SECURITY_CHART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27DFA2-EE79-84D9-93B7-40E7783C22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E3577-CF80-4497-779B-F8F9B64983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E381E8-8BDC-C11E-0B4E-573D2927E3C8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OBJECTIVES_OSH_CHART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9F4491-51CB-EEE5-D092-EF2325FC49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5BB6BA-D3E5-6DBC-BA5D-B53502B31A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BB95D9E-971C-257B-3338-71CD7C91C01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OBJECTIVES_MAINTAINABILITY_CHART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830A8F-64E7-1C1D-24C6-C12102806E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722AC-8C8A-2B3B-1671-FE6B7573FD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183F90-63B2-0646-9068-7E4E2BCF14D9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OBJECTIVES_ARCHITECTURE_CHART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53638-E7EA-6540-EB95-71AC99BB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06550A-82BC-27A9-5BA9-11E0BD7D28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C72F-BC02-E5AC-7875-697FD443A9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E30962-2823-732A-4055-DA798F20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713ED-C675-C9A6-C511-46A1453EFEE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PORTFOLIO TRENDS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D5F29-E096-9FA6-116C-606DEF54A9DD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725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651B2-5EA3-6357-504E-42CA686F1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4214F55-87AB-4503-AC82-2BC95B208C8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72C7AE-2076-5997-4EAB-D22E042653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8BE65D2-3460-4C7C-16F9-3BE88017BB6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03F1AD-18C8-77BE-1E79-3C2B6F237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PORTFOLIO_PERIOD_MAINT_SHORT_SUMMARY</a:t>
            </a:r>
            <a:endParaRPr lang="en-US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69D6EAF-E8FD-D3A3-7829-CED7DB0F871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 err="1"/>
              <a:t>PORTFOLIO_PERIOD_MAINT</a:t>
            </a:r>
            <a:r>
              <a:rPr lang="en-US" sz="1400" noProof="0" err="1"/>
              <a:t>_</a:t>
            </a:r>
            <a:r>
              <a:rPr lang="en-US" sz="1400" noProof="0"/>
              <a:t>SUMMARY</a:t>
            </a:r>
            <a:endParaRPr lang="en-US" sz="1400" noProof="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BC282C-8055-7AD8-3590-C3FE9E42BC3E}"/>
              </a:ext>
            </a:extLst>
          </p:cNvPr>
          <p:cNvSpPr/>
          <p:nvPr/>
        </p:nvSpPr>
        <p:spPr>
          <a:xfrm>
            <a:off x="0" y="3154680"/>
            <a:ext cx="12192000" cy="31633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57E767-91E7-AE70-64BF-A19D315FFCB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D5257F9D-A1EF-3657-2F03-349BDB3AB728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EE0FC60-4BEC-117D-43BD-FAF458086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CD0596EA-3804-1B0D-B056-FFB0EFE2179D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C0DAE1E-9C80-B69F-C5B2-2FF402E7ECD3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2B2F9C2-9C05-8500-6B07-CE52749A027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0060EC7-3956-2900-208B-A6D695F1CCCB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FFC8C0A-4B8E-5310-C9AC-4C7DC0939C2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EB9298-CC53-FB86-C9E1-155A21BE3F3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E26DF9C6-5F0F-E895-D5C1-F25034229E1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48E409E-8257-1F8A-3328-2A7CD42B868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pic>
        <p:nvPicPr>
          <p:cNvPr id="12" name="Graphic 11">
            <a:extLst>
              <a:ext uri="{FF2B5EF4-FFF2-40B4-BE49-F238E27FC236}">
                <a16:creationId xmlns:a16="http://schemas.microsoft.com/office/drawing/2014/main" id="{CC2B36CB-D689-645C-D228-AD02B6458F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35C89F2-B477-3176-2469-71E3807A1A6B}"/>
              </a:ext>
            </a:extLst>
          </p:cNvPr>
          <p:cNvSpPr/>
          <p:nvPr/>
        </p:nvSpPr>
        <p:spPr>
          <a:xfrm>
            <a:off x="512063" y="3200400"/>
            <a:ext cx="11233603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0A53FF-D71D-3D67-50B4-FAA3AE4114D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4670BD4-8D94-ED0B-FFED-B8139631ED27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086AE49-2782-41F7-D7F9-7750BD9CBBC8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15D418FF-2745-DC77-45E2-412627D233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000A49-DE6B-BF60-E1B8-122031AB699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902B2E-66DA-BBCB-A017-354DB7B5721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BF0F54E8-CD51-CB07-352E-5F1DBF6471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790328B-BB2E-30DC-0542-914BB46E325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0A97732-F50A-35C4-8B9D-AEABCAACDFB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BD07014-1C94-5A5C-19F6-7FE5F04B96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ED18638-10AA-4FB8-6C3A-51EB2F97F77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066157F-CAC0-89E5-CE60-632450B3C5E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B07C9750-174E-6C20-52D1-8FC59DE811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D5EAC22-A0CB-275B-C62C-60A3D44054A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D1121EA-A56F-C53F-C342-F187FA80A5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6B67F0A4-241C-B69C-5C66-73CC0E2A69B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55816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79EA7-9E0F-A30A-7773-2366D1DF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26047BC9-D038-DB88-70AC-A680A23D48CF}"/>
              </a:ext>
            </a:extLst>
          </p:cNvPr>
          <p:cNvSpPr/>
          <p:nvPr/>
        </p:nvSpPr>
        <p:spPr>
          <a:xfrm>
            <a:off x="0" y="3154680"/>
            <a:ext cx="12192000" cy="31633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FE8B8EB1-46BA-CB96-0D13-5147AF3FA2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DD4CD3E3-ECE7-14BB-B087-80FECB689CB9}"/>
              </a:ext>
            </a:extLst>
          </p:cNvPr>
          <p:cNvSpPr/>
          <p:nvPr/>
        </p:nvSpPr>
        <p:spPr>
          <a:xfrm>
            <a:off x="512063" y="3200400"/>
            <a:ext cx="11233603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15B9C0-1729-89A5-BDBB-D4D9D64F613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F35920-DAEA-3B96-C1C4-B1210C242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9840A33-EC3D-5A3B-3E0B-F3C497E5A0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 CHANGE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B74B313-6830-DEF8-1148-1BDA2D0AB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PORTFOLIO_PERIOD_MAINT_CHANGE_SHORT_SUMMARY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3685E7-A45E-DF9B-90AE-FE2ACA8DFEC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 err="1"/>
              <a:t>PORTFOLIO_PERIOD_MAINT_CHANGE_SUMMARY</a:t>
            </a:r>
            <a:endParaRPr lang="en-US" sz="1400" noProof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A2C6122-4344-B10E-8530-9A29D6086A1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ED6557AD-B7B1-2792-5C6A-4B879C331B8C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9F41F059-05DD-C108-C2D0-6033A3E601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40A62AD-F7F5-B173-0898-322136FAD750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201E155-D9D4-EC1C-28EA-14A8EA734445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A4A8152-ED19-BB7D-D225-ADBF32692579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DBA9B3E6-245A-C0A0-185B-A829C03F5887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218F299A-6098-C319-B388-95D3DE10D105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1E626CF-A101-28D5-EDEF-71AC26E45F1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013B576-3DBA-0ADE-F60C-A6C7DEDFCA1A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C7C013D7-E009-E851-F4CA-41A5CDADF00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591DA0CB-C306-A533-81C2-F58E7AAD1A8B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9E5116-69E0-E51E-082B-B9554195A4E4}"/>
              </a:ext>
            </a:extLst>
          </p:cNvPr>
          <p:cNvSpPr/>
          <p:nvPr/>
        </p:nvSpPr>
        <p:spPr>
          <a:xfrm>
            <a:off x="1250238" y="7283752"/>
            <a:ext cx="353366" cy="333633"/>
          </a:xfrm>
          <a:prstGeom prst="rect">
            <a:avLst/>
          </a:prstGeom>
          <a:solidFill>
            <a:srgbClr val="DC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4EDA70-A68C-FFDC-E765-FC7BCDCDD238}"/>
              </a:ext>
            </a:extLst>
          </p:cNvPr>
          <p:cNvSpPr/>
          <p:nvPr/>
        </p:nvSpPr>
        <p:spPr>
          <a:xfrm>
            <a:off x="2184054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E1B95C-2C18-0461-C0FB-F6256E72F9BC}"/>
              </a:ext>
            </a:extLst>
          </p:cNvPr>
          <p:cNvSpPr/>
          <p:nvPr/>
        </p:nvSpPr>
        <p:spPr>
          <a:xfrm>
            <a:off x="3117870" y="7283752"/>
            <a:ext cx="353366" cy="333633"/>
          </a:xfrm>
          <a:prstGeom prst="rect">
            <a:avLst/>
          </a:prstGeom>
          <a:solidFill>
            <a:srgbClr val="E79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27BA21-359B-E70F-FE48-61E12EB5EE48}"/>
              </a:ext>
            </a:extLst>
          </p:cNvPr>
          <p:cNvSpPr/>
          <p:nvPr/>
        </p:nvSpPr>
        <p:spPr>
          <a:xfrm>
            <a:off x="4051686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0B16F0-DDF6-9CF3-B104-F6485E507845}"/>
              </a:ext>
            </a:extLst>
          </p:cNvPr>
          <p:cNvSpPr/>
          <p:nvPr/>
        </p:nvSpPr>
        <p:spPr>
          <a:xfrm>
            <a:off x="4985502" y="7283752"/>
            <a:ext cx="353366" cy="333633"/>
          </a:xfrm>
          <a:prstGeom prst="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7A92AEB-B1D9-C562-7E2B-868C9357F799}"/>
              </a:ext>
            </a:extLst>
          </p:cNvPr>
          <p:cNvSpPr/>
          <p:nvPr/>
        </p:nvSpPr>
        <p:spPr>
          <a:xfrm>
            <a:off x="5919318" y="7283752"/>
            <a:ext cx="353366" cy="333633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E4372C-BEAF-561A-5355-3F3AB75E9B1C}"/>
              </a:ext>
            </a:extLst>
          </p:cNvPr>
          <p:cNvSpPr/>
          <p:nvPr/>
        </p:nvSpPr>
        <p:spPr>
          <a:xfrm>
            <a:off x="6853134" y="7283752"/>
            <a:ext cx="353366" cy="333633"/>
          </a:xfrm>
          <a:prstGeom prst="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1F6519-88B1-FB73-3CE5-95965CDCC252}"/>
              </a:ext>
            </a:extLst>
          </p:cNvPr>
          <p:cNvSpPr/>
          <p:nvPr/>
        </p:nvSpPr>
        <p:spPr>
          <a:xfrm>
            <a:off x="7786950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6211FC-EC5F-9920-1172-0756514BD9EB}"/>
              </a:ext>
            </a:extLst>
          </p:cNvPr>
          <p:cNvSpPr/>
          <p:nvPr/>
        </p:nvSpPr>
        <p:spPr>
          <a:xfrm>
            <a:off x="8720766" y="7283752"/>
            <a:ext cx="353366" cy="333633"/>
          </a:xfrm>
          <a:prstGeom prst="rect">
            <a:avLst/>
          </a:prstGeom>
          <a:solidFill>
            <a:srgbClr val="97DC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4B9E5EA-5C74-4035-BEEC-01DA2347190F}"/>
              </a:ext>
            </a:extLst>
          </p:cNvPr>
          <p:cNvSpPr/>
          <p:nvPr/>
        </p:nvSpPr>
        <p:spPr>
          <a:xfrm>
            <a:off x="9654582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117ACFD-4BD7-3D9D-182F-57F1D2EF2F0C}"/>
              </a:ext>
            </a:extLst>
          </p:cNvPr>
          <p:cNvSpPr/>
          <p:nvPr/>
        </p:nvSpPr>
        <p:spPr>
          <a:xfrm>
            <a:off x="10588396" y="7283752"/>
            <a:ext cx="353366" cy="333633"/>
          </a:xfrm>
          <a:prstGeom prst="rect">
            <a:avLst/>
          </a:prstGeom>
          <a:solidFill>
            <a:srgbClr val="57C9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DC7E09-5E67-7748-DDEF-A7F159DAEFB3}"/>
              </a:ext>
            </a:extLst>
          </p:cNvPr>
          <p:cNvSpPr txBox="1"/>
          <p:nvPr/>
        </p:nvSpPr>
        <p:spPr>
          <a:xfrm>
            <a:off x="1016317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CB5545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2F5665-6AEB-88BE-2B39-86AAC71DA14A}"/>
              </a:ext>
            </a:extLst>
          </p:cNvPr>
          <p:cNvSpPr txBox="1"/>
          <p:nvPr/>
        </p:nvSpPr>
        <p:spPr>
          <a:xfrm>
            <a:off x="2191705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9FE757-FDA2-AC9B-9BDA-14184BF2D044}"/>
              </a:ext>
            </a:extLst>
          </p:cNvPr>
          <p:cNvSpPr txBox="1"/>
          <p:nvPr/>
        </p:nvSpPr>
        <p:spPr>
          <a:xfrm>
            <a:off x="10358483" y="7795967"/>
            <a:ext cx="8131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57C969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EEA041-B74B-F8F2-FF45-92D3B209B179}"/>
              </a:ext>
            </a:extLst>
          </p:cNvPr>
          <p:cNvSpPr txBox="1"/>
          <p:nvPr/>
        </p:nvSpPr>
        <p:spPr>
          <a:xfrm>
            <a:off x="3997461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1C52C6-6B46-D72B-A870-A45F24A09431}"/>
              </a:ext>
            </a:extLst>
          </p:cNvPr>
          <p:cNvSpPr txBox="1"/>
          <p:nvPr/>
        </p:nvSpPr>
        <p:spPr>
          <a:xfrm>
            <a:off x="2943805" y="7795967"/>
            <a:ext cx="850254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DA948B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6B9CFE-C200-5C19-2D52-F6BB4843D621}"/>
              </a:ext>
            </a:extLst>
          </p:cNvPr>
          <p:cNvSpPr txBox="1"/>
          <p:nvPr/>
        </p:nvSpPr>
        <p:spPr>
          <a:xfrm>
            <a:off x="4741642" y="7795967"/>
            <a:ext cx="866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F3DDD7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447BD0-2A55-1CE8-3031-BB5817119F5F}"/>
              </a:ext>
            </a:extLst>
          </p:cNvPr>
          <p:cNvSpPr txBox="1"/>
          <p:nvPr/>
        </p:nvSpPr>
        <p:spPr>
          <a:xfrm>
            <a:off x="6545795" y="7795967"/>
            <a:ext cx="8692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D9EEDD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7D6663-5C77-8AD2-80EB-DD8618147848}"/>
              </a:ext>
            </a:extLst>
          </p:cNvPr>
          <p:cNvSpPr txBox="1"/>
          <p:nvPr/>
        </p:nvSpPr>
        <p:spPr>
          <a:xfrm>
            <a:off x="5687801" y="7795967"/>
            <a:ext cx="779529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F8F8F8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418E9BC-414C-B123-49CB-D287FD364617}"/>
              </a:ext>
            </a:extLst>
          </p:cNvPr>
          <p:cNvSpPr txBox="1"/>
          <p:nvPr/>
        </p:nvSpPr>
        <p:spPr>
          <a:xfrm>
            <a:off x="8350654" y="7795967"/>
            <a:ext cx="871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A6DAA7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09F2E4-0AA8-54C3-F328-3A363A4D114F}"/>
              </a:ext>
            </a:extLst>
          </p:cNvPr>
          <p:cNvSpPr txBox="1"/>
          <p:nvPr/>
        </p:nvSpPr>
        <p:spPr>
          <a:xfrm>
            <a:off x="7608973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998ECA3-6137-80F2-D84D-98F0946FDB04}"/>
              </a:ext>
            </a:extLst>
          </p:cNvPr>
          <p:cNvSpPr txBox="1"/>
          <p:nvPr/>
        </p:nvSpPr>
        <p:spPr>
          <a:xfrm>
            <a:off x="9414729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0016F68-3929-B0A6-9A70-964CCDA5D054}"/>
              </a:ext>
            </a:extLst>
          </p:cNvPr>
          <p:cNvSpPr/>
          <p:nvPr/>
        </p:nvSpPr>
        <p:spPr>
          <a:xfrm>
            <a:off x="5137902" y="8172752"/>
            <a:ext cx="353366" cy="33363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C66490FF-9283-17EE-60CD-B822CD68EF25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DC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2ED98E80-10A2-5364-4091-6705DB3C9F96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CA16043E-840A-BD02-94E8-539D0B0A6B66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86149571-E7A7-CDC6-69D9-F2740A1FA902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4C82B2C7-705C-E893-F5EF-72FB1B097820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7C9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3A108D7-3656-C512-F32E-C7EC45AE7A92}"/>
              </a:ext>
            </a:extLst>
          </p:cNvPr>
          <p:cNvSpPr txBox="1"/>
          <p:nvPr/>
        </p:nvSpPr>
        <p:spPr>
          <a:xfrm>
            <a:off x="1678471" y="6054740"/>
            <a:ext cx="317864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2A9E222-BFFE-1E4D-AA0F-AED7EC6E745C}"/>
              </a:ext>
            </a:extLst>
          </p:cNvPr>
          <p:cNvSpPr txBox="1"/>
          <p:nvPr/>
        </p:nvSpPr>
        <p:spPr>
          <a:xfrm>
            <a:off x="512064" y="6054740"/>
            <a:ext cx="29862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5663885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1F161-B90E-8C56-2252-1512C9DAB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68966C8-97CB-AAC7-AB03-482F0C059F16}"/>
              </a:ext>
            </a:extLst>
          </p:cNvPr>
          <p:cNvSpPr/>
          <p:nvPr/>
        </p:nvSpPr>
        <p:spPr>
          <a:xfrm>
            <a:off x="0" y="3154680"/>
            <a:ext cx="12192000" cy="31633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8B77484D-CBEA-D0C9-DEAD-82D5668568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8B723700-687E-A43B-F57A-CF8BEF86EDC7}"/>
              </a:ext>
            </a:extLst>
          </p:cNvPr>
          <p:cNvSpPr/>
          <p:nvPr/>
        </p:nvSpPr>
        <p:spPr>
          <a:xfrm>
            <a:off x="512063" y="3200400"/>
            <a:ext cx="11233603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PORTFOLIO_PERIOD_VOLUME_CHANGE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DAC7CEC-8E23-EB2B-27B5-4ABF62FAB03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65D14D-1CD8-2CDD-B941-6801777F2D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BED9104-3218-FCCD-05C4-3152110850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VOLUME CHANGE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B8640D2-8DF8-0DC3-3C63-A111BDB9D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D138AA3-B9FD-5715-B8FB-547CB65CF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FB96E3-1052-4FF4-A79A-1B97C36C908D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14742EA5-7D83-21AA-EAEA-54537DBC17D6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7300D5D-E362-AAE7-A4AD-8CBAC4B394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5BA421D5-AA0C-CD2A-F80C-8A0A5D072D82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22DB4E-35D4-2AB3-FDAB-2D94579C7E8C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53FAD79-26B3-4982-978D-C590116D68D9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08804C87-01D4-54E8-9068-56FE7267CE6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7D4C245C-9737-17AF-E358-435BD21CEEF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BD7D30C-C1C2-93CB-3EBF-617F8C2C953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AF6FD9F3-8DA1-F1FE-9594-2A18CB71DB12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262797A-1920-B04D-0831-ECA6811546BB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A2FDACCF-411C-27FA-BBD4-078D2DB0BFE0}"/>
              </a:ext>
            </a:extLst>
          </p:cNvPr>
          <p:cNvSpPr/>
          <p:nvPr/>
        </p:nvSpPr>
        <p:spPr>
          <a:xfrm>
            <a:off x="1250238" y="7283752"/>
            <a:ext cx="353366" cy="333633"/>
          </a:xfrm>
          <a:prstGeom prst="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8F8F6B-037D-C8CB-4482-D3A48B51A6D1}"/>
              </a:ext>
            </a:extLst>
          </p:cNvPr>
          <p:cNvSpPr/>
          <p:nvPr/>
        </p:nvSpPr>
        <p:spPr>
          <a:xfrm>
            <a:off x="2184054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0C8805-C845-FCCC-468D-3A73CE61C6F6}"/>
              </a:ext>
            </a:extLst>
          </p:cNvPr>
          <p:cNvSpPr/>
          <p:nvPr/>
        </p:nvSpPr>
        <p:spPr>
          <a:xfrm>
            <a:off x="3117870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1D1437-7B12-0193-A1DF-96A590196EFF}"/>
              </a:ext>
            </a:extLst>
          </p:cNvPr>
          <p:cNvSpPr/>
          <p:nvPr/>
        </p:nvSpPr>
        <p:spPr>
          <a:xfrm>
            <a:off x="4051686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A400C9-59D6-7394-BC5C-3D9A63D9F567}"/>
              </a:ext>
            </a:extLst>
          </p:cNvPr>
          <p:cNvSpPr/>
          <p:nvPr/>
        </p:nvSpPr>
        <p:spPr>
          <a:xfrm>
            <a:off x="4985502" y="7283752"/>
            <a:ext cx="353366" cy="333633"/>
          </a:xfrm>
          <a:prstGeom prst="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503177-3304-EE28-18F3-C435DBDA2DE5}"/>
              </a:ext>
            </a:extLst>
          </p:cNvPr>
          <p:cNvSpPr/>
          <p:nvPr/>
        </p:nvSpPr>
        <p:spPr>
          <a:xfrm>
            <a:off x="5919318" y="7283752"/>
            <a:ext cx="353366" cy="333633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550B0B0-1146-C1D1-B295-E39F9836096C}"/>
              </a:ext>
            </a:extLst>
          </p:cNvPr>
          <p:cNvSpPr/>
          <p:nvPr/>
        </p:nvSpPr>
        <p:spPr>
          <a:xfrm>
            <a:off x="6853134" y="7283752"/>
            <a:ext cx="353366" cy="333633"/>
          </a:xfrm>
          <a:prstGeom prst="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840F528-4469-DBF0-BD9A-B7523BE92996}"/>
              </a:ext>
            </a:extLst>
          </p:cNvPr>
          <p:cNvSpPr/>
          <p:nvPr/>
        </p:nvSpPr>
        <p:spPr>
          <a:xfrm>
            <a:off x="7786950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8D7B00-5EE0-60D9-7256-2671E337C793}"/>
              </a:ext>
            </a:extLst>
          </p:cNvPr>
          <p:cNvSpPr/>
          <p:nvPr/>
        </p:nvSpPr>
        <p:spPr>
          <a:xfrm>
            <a:off x="8720766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C90C5E-E776-BCBA-83EC-58AD68239D51}"/>
              </a:ext>
            </a:extLst>
          </p:cNvPr>
          <p:cNvSpPr/>
          <p:nvPr/>
        </p:nvSpPr>
        <p:spPr>
          <a:xfrm>
            <a:off x="9654582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8036F1E-4ACB-B76C-8626-F436F31EE77B}"/>
              </a:ext>
            </a:extLst>
          </p:cNvPr>
          <p:cNvSpPr/>
          <p:nvPr/>
        </p:nvSpPr>
        <p:spPr>
          <a:xfrm>
            <a:off x="10588396" y="7283752"/>
            <a:ext cx="353366" cy="333633"/>
          </a:xfrm>
          <a:prstGeom prst="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E0B2B8-5161-B8B3-C2F7-8B3609ABB1FC}"/>
              </a:ext>
            </a:extLst>
          </p:cNvPr>
          <p:cNvSpPr txBox="1"/>
          <p:nvPr/>
        </p:nvSpPr>
        <p:spPr>
          <a:xfrm>
            <a:off x="1016317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E89936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6E5742-5196-1802-81AE-D4F0F712009E}"/>
              </a:ext>
            </a:extLst>
          </p:cNvPr>
          <p:cNvSpPr txBox="1"/>
          <p:nvPr/>
        </p:nvSpPr>
        <p:spPr>
          <a:xfrm>
            <a:off x="2191705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B28342-516A-64C9-2577-7ACBB2DD74D0}"/>
              </a:ext>
            </a:extLst>
          </p:cNvPr>
          <p:cNvSpPr txBox="1"/>
          <p:nvPr/>
        </p:nvSpPr>
        <p:spPr>
          <a:xfrm>
            <a:off x="10354476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71B6C9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F01AB8-21D9-ACA7-C061-24D7AE18314B}"/>
              </a:ext>
            </a:extLst>
          </p:cNvPr>
          <p:cNvSpPr txBox="1"/>
          <p:nvPr/>
        </p:nvSpPr>
        <p:spPr>
          <a:xfrm>
            <a:off x="3997461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B3A48E-4D8B-D6D9-7A0E-97078C12B47E}"/>
              </a:ext>
            </a:extLst>
          </p:cNvPr>
          <p:cNvSpPr txBox="1"/>
          <p:nvPr/>
        </p:nvSpPr>
        <p:spPr>
          <a:xfrm>
            <a:off x="3094584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9CCD63-0F65-592D-CE91-8C09FE5930F3}"/>
              </a:ext>
            </a:extLst>
          </p:cNvPr>
          <p:cNvSpPr txBox="1"/>
          <p:nvPr/>
        </p:nvSpPr>
        <p:spPr>
          <a:xfrm>
            <a:off x="4747253" y="7795967"/>
            <a:ext cx="854871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EDE6DB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FA9813-9287-05F5-D861-7701EF1F0628}"/>
              </a:ext>
            </a:extLst>
          </p:cNvPr>
          <p:cNvSpPr txBox="1"/>
          <p:nvPr/>
        </p:nvSpPr>
        <p:spPr>
          <a:xfrm>
            <a:off x="6560222" y="7795967"/>
            <a:ext cx="840444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>
                <a:solidFill>
                  <a:schemeClr val="tx2"/>
                </a:solidFill>
              </a:rPr>
              <a:t>DBE8EB</a:t>
            </a:r>
            <a:endParaRPr lang="en-US" sz="1600" dirty="0">
              <a:solidFill>
                <a:schemeClr val="tx2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EAE6E1-E5B9-A437-9A45-839DFD4245EE}"/>
              </a:ext>
            </a:extLst>
          </p:cNvPr>
          <p:cNvSpPr txBox="1"/>
          <p:nvPr/>
        </p:nvSpPr>
        <p:spPr>
          <a:xfrm>
            <a:off x="5687801" y="7795967"/>
            <a:ext cx="779529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F8F8F8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BDD5D6-BDE5-11E3-4A2F-8C61BCDF5872}"/>
              </a:ext>
            </a:extLst>
          </p:cNvPr>
          <p:cNvSpPr txBox="1"/>
          <p:nvPr/>
        </p:nvSpPr>
        <p:spPr>
          <a:xfrm>
            <a:off x="8350654" y="7795967"/>
            <a:ext cx="871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A6DAA7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BE26167-74AB-CC0A-DA60-831BB1B791FF}"/>
              </a:ext>
            </a:extLst>
          </p:cNvPr>
          <p:cNvSpPr txBox="1"/>
          <p:nvPr/>
        </p:nvSpPr>
        <p:spPr>
          <a:xfrm>
            <a:off x="7608973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CB144E7-F79E-1B66-500E-AA10E537F6C7}"/>
              </a:ext>
            </a:extLst>
          </p:cNvPr>
          <p:cNvSpPr txBox="1"/>
          <p:nvPr/>
        </p:nvSpPr>
        <p:spPr>
          <a:xfrm>
            <a:off x="9414729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0380C7-E952-85A6-1AE2-B3B2DD1481A4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59104847-769B-8437-1755-175EFDCB9FDF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094EB900-65EE-BC99-0D51-4E0EC2BBCAC1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389CFB48-4110-5C21-AAC2-B369130A2214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7A857DDB-57EA-245B-6D2D-490CBAEF0CD0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48865371-B36B-5B6E-7714-7ACC2FA510F7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EDB3023-F101-0DF5-9A9E-B5CA1AEF0182}"/>
              </a:ext>
            </a:extLst>
          </p:cNvPr>
          <p:cNvSpPr txBox="1"/>
          <p:nvPr/>
        </p:nvSpPr>
        <p:spPr>
          <a:xfrm>
            <a:off x="1678471" y="6054740"/>
            <a:ext cx="34191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+PY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369CF98-A48E-2A4E-09CB-F43B24C77E01}"/>
              </a:ext>
            </a:extLst>
          </p:cNvPr>
          <p:cNvSpPr txBox="1"/>
          <p:nvPr/>
        </p:nvSpPr>
        <p:spPr>
          <a:xfrm>
            <a:off x="512064" y="6054740"/>
            <a:ext cx="322674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-PY</a:t>
            </a:r>
          </a:p>
        </p:txBody>
      </p:sp>
    </p:spTree>
    <p:extLst>
      <p:ext uri="{BB962C8B-B14F-4D97-AF65-F5344CB8AC3E}">
        <p14:creationId xmlns:p14="http://schemas.microsoft.com/office/powerpoint/2010/main" val="40404549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6FA4F-56E0-38D4-2ADF-7F5EB3DFF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9DE9D23-F171-3D38-4DDD-822DBED570EA}"/>
              </a:ext>
            </a:extLst>
          </p:cNvPr>
          <p:cNvSpPr/>
          <p:nvPr/>
        </p:nvSpPr>
        <p:spPr>
          <a:xfrm>
            <a:off x="0" y="3154680"/>
            <a:ext cx="12192000" cy="31633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29" name="Graphic 28">
            <a:extLst>
              <a:ext uri="{FF2B5EF4-FFF2-40B4-BE49-F238E27FC236}">
                <a16:creationId xmlns:a16="http://schemas.microsoft.com/office/drawing/2014/main" id="{31D49286-B5B8-6F2F-9E2D-E9A2295B01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F58F9AEA-629C-2248-82C2-129E4AE89A34}"/>
              </a:ext>
            </a:extLst>
          </p:cNvPr>
          <p:cNvSpPr/>
          <p:nvPr/>
        </p:nvSpPr>
        <p:spPr>
          <a:xfrm>
            <a:off x="512063" y="3200400"/>
            <a:ext cx="11233603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PORTFOLIO_PERIOD_ARCHITECTURE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FAB8F07-6D4B-916A-C1E3-E7E3096D579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E08F0F-52CE-A816-71D0-86B4FA3FF4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B193F2-CE7B-FC39-0466-64F32A0539F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Architecture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813AE8D-2181-6973-DFF7-DE2DCBC4B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DBED7E5-EA80-DACD-B5DD-5B2AFC67C3A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787B23-C3C2-4DC1-FC2E-4E3FDEB0E3D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C1693B4E-8875-225E-C3BC-7D59AEE0ACF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06B4C579-A729-7BC8-C3C2-C436749794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8269E38-D98E-A1A9-849D-FA7CE973A729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2D4281-B725-AADD-7434-A67A1A6008DB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A0448F1-9072-6C0C-66A5-40DE5ABB8FD4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A7BE0DB5-2B07-7D12-87EB-1EA854951E2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28E10CF-5539-9E74-A175-FF3487DF89A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77AEB37-B31B-0863-1FA0-10CE92E74F3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4C842EB-ACD9-13E8-3D00-A46BBE4F8CF0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5AD5229-C433-7CFC-899F-E2A9748EC12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E4B93BD-B59A-71C8-4848-15AFF292DD1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4BE5A8-50A2-3CB5-EB9F-ECAAAD999D4C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D242320-FF53-799F-AD12-F1A53454CADD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B0FE9ED6-B82B-2268-BCC0-A3C543ECC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093FE6B-1978-BDB2-A7E1-C77BFDC63CE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889ECD7-4049-C2BC-62DC-5EFCEFFE482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C71F5E1-5F10-DEAB-C5E9-9D1A4015EF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669BCA8-26A4-2D2B-F1E1-0F65BD120BC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AA2CAC9-D0AF-5C25-7509-7F76A37502B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B57FDB8E-6FC9-A84D-B32A-91746C436F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62C6950-8001-E340-ADED-D28E5F7F961E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18DA12C-ECBE-3A73-0A59-64820DFAA06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65AD3B7-FEC0-B0E6-33A0-5C13D4D6EB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ED4B644-4825-FB9E-D737-7F6747FF7D17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3C279F1-186D-292C-F3C7-24C382DE4CE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DCF5C1D5-2A14-42E2-BD7E-C1FDDC8AE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08558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0A81-88C5-4527-C0A0-244B12481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F630F6E-7484-0D72-69B9-54336C15D9A5}"/>
              </a:ext>
            </a:extLst>
          </p:cNvPr>
          <p:cNvSpPr/>
          <p:nvPr/>
        </p:nvSpPr>
        <p:spPr>
          <a:xfrm>
            <a:off x="0" y="3154680"/>
            <a:ext cx="12192000" cy="31633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29" name="Graphic 28">
            <a:extLst>
              <a:ext uri="{FF2B5EF4-FFF2-40B4-BE49-F238E27FC236}">
                <a16:creationId xmlns:a16="http://schemas.microsoft.com/office/drawing/2014/main" id="{0B3B0F72-C78B-2B29-3387-2F0E64D7E2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4E2FC1BB-3EFE-8701-7528-487FC7F267D9}"/>
              </a:ext>
            </a:extLst>
          </p:cNvPr>
          <p:cNvSpPr/>
          <p:nvPr/>
        </p:nvSpPr>
        <p:spPr>
          <a:xfrm>
            <a:off x="512063" y="3200400"/>
            <a:ext cx="11233603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DEA43F6-2071-E4E3-9658-2E834D622D8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A6D8F8-87A5-C17B-4FAE-C3BBF4350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4A1267-C3B2-3A92-DF89-401DA4929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CC2A46-8D1D-B9E0-899A-180D236E2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6088FB0-75A6-06A4-8AF0-E15C620BBB8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CA677C-111E-875F-FC17-73BFE1BDFD44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895F4F1C-E438-A90D-66C3-33883C26791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53E5021-8F11-D9FB-3522-0AFE679D7E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B984F6CC-F2D6-1582-A8C6-28D90AF33E0F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95A87B-AA9C-9615-3498-614A8AEA5CA6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3E92728-75A1-5016-FA53-C251593711D8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12414985-6172-43CD-D1A0-11BAA4B5E49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E5B1B82-ADD4-55C5-DC2F-D122CCB2B17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986F345-FAD8-1285-16C6-76CBE1A846C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DBA12BEC-C460-C9C3-B5F4-BE5100CE3C96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6E5E6DD1-4145-AB4F-5DAB-D1471F1DD09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0301991B-B862-0EFA-EF73-1CABCA0EFFB5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BD9E38-8E8F-2F47-EBCC-E2056CCB0884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1F9E506-1D4B-0427-C538-A70A96AAC85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333AC463-8BC4-E8E3-4A67-A90F483499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C0DA11D-4AAC-9261-CF98-0410B69CB9C5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354C010-2C13-6AB9-0A36-3C62C558A6CE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27E03CA4-6785-33F3-CB9B-FD964C866D2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6A60979-6D38-E7FF-0653-CE22466F329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8491FD7-42D1-6A8E-CC31-85935C3C1E6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50A1DE28-F3BA-475E-4572-074BADB413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5995C8-4370-67FD-9DC9-539FCC2F1685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AB831AC-1159-76A9-D244-2BAE164D824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E7762DA0-4411-F242-1F8A-37857244C6A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6ABF5B0-1B48-D2F0-A03B-627A5BD3C359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3D2ECB5-3381-6192-75B4-847C1A38CB7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84B338EE-D205-848D-1E5A-77EB022FCE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389753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08932-67FE-3479-AEE1-B79D9C3C5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BDCAA79-36DA-0C0E-7EC3-23BEA35C7716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741DF7-A2F7-DE2C-4980-7DA07FA9D5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F4D386A-EB7E-8B9F-F213-5AAB72238BE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 </a:t>
            </a:r>
            <a:r>
              <a:rPr lang="en-US" dirty="0"/>
              <a:t>– </a:t>
            </a:r>
            <a:r>
              <a:rPr lang="en-US" dirty="0">
                <a:solidFill>
                  <a:schemeClr val="accent3"/>
                </a:solidFill>
              </a:rPr>
              <a:t>FINDINGS TREND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CB3DF4B-7F1B-6565-0112-AF77D9AE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AA92ECD-1BDA-FBEF-7C64-ECD0BA7B4B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7F77EA-7E26-BE49-1757-A4CD9A5566E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0E164206-2345-E6D1-3746-641DBCAA683B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786EE57-08F8-578E-A94E-4382E2E67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9DD3010D-284B-FFE8-00DA-5B6B519F38C7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F65DDF-8D18-FC3B-861E-407B8366FA77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15C3881-1CF2-F1D2-4215-9BE451E8DB22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0301DAEA-569B-4BFD-ADCC-7840C9E2C91C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BF2D4EA4-AC1B-DA7D-2EDB-28604D9FA58C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5B5F588-AE14-1A44-72CB-7290D2B83CA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64C617FB-D78D-A196-6ADD-360D8179B45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3663B325-18F9-3426-D584-BA9F7DB8CAB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B04A86CB-042C-A526-AA66-032348B7C9D9}"/>
              </a:ext>
            </a:extLst>
          </p:cNvPr>
          <p:cNvSpPr/>
          <p:nvPr/>
        </p:nvSpPr>
        <p:spPr>
          <a:xfrm>
            <a:off x="1" y="3154680"/>
            <a:ext cx="12191999" cy="316332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CD49DD0C-66C3-9266-E636-A03AE7C9DFA7}"/>
              </a:ext>
            </a:extLst>
          </p:cNvPr>
          <p:cNvSpPr/>
          <p:nvPr/>
        </p:nvSpPr>
        <p:spPr>
          <a:xfrm>
            <a:off x="207002" y="3495726"/>
            <a:ext cx="11984997" cy="2575216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accent1"/>
                </a:solidFill>
              </a:rPr>
              <a:t>Open and resolved findings</a:t>
            </a: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B102D423-A941-90C8-5743-AA30ED296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73775" y="5803314"/>
            <a:ext cx="371130" cy="206558"/>
          </a:xfrm>
          <a:prstGeom prst="rect">
            <a:avLst/>
          </a:prstGeom>
        </p:spPr>
      </p:pic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67C0D00E-17C9-7B3E-1EE5-6A1653E68281}"/>
              </a:ext>
            </a:extLst>
          </p:cNvPr>
          <p:cNvSpPr/>
          <p:nvPr/>
        </p:nvSpPr>
        <p:spPr>
          <a:xfrm flipH="1">
            <a:off x="609944" y="3237334"/>
            <a:ext cx="3612958" cy="29533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687937C5-61E6-B270-981B-2D0C53A4713E}"/>
              </a:ext>
            </a:extLst>
          </p:cNvPr>
          <p:cNvSpPr/>
          <p:nvPr/>
        </p:nvSpPr>
        <p:spPr>
          <a:xfrm flipH="1">
            <a:off x="4373475" y="3237334"/>
            <a:ext cx="3610810" cy="2953323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425C641F-B66E-DC80-C38D-822A10B95814}"/>
              </a:ext>
            </a:extLst>
          </p:cNvPr>
          <p:cNvSpPr/>
          <p:nvPr/>
        </p:nvSpPr>
        <p:spPr>
          <a:xfrm flipH="1">
            <a:off x="8134857" y="3237334"/>
            <a:ext cx="3610810" cy="2953323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5B4458-7A18-6975-596A-37B01EA5C4A6}"/>
              </a:ext>
            </a:extLst>
          </p:cNvPr>
          <p:cNvSpPr/>
          <p:nvPr/>
        </p:nvSpPr>
        <p:spPr>
          <a:xfrm>
            <a:off x="766866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F42F13-AC84-E68B-5231-2D1D16BF93F2}"/>
              </a:ext>
            </a:extLst>
          </p:cNvPr>
          <p:cNvSpPr/>
          <p:nvPr/>
        </p:nvSpPr>
        <p:spPr>
          <a:xfrm>
            <a:off x="4529323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PORTFOLIO_PERIOD_SECURITY_DASHBOARD_HIGH_FINDINGS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258737-222F-2C4D-7BF4-52200E9C6818}"/>
              </a:ext>
            </a:extLst>
          </p:cNvPr>
          <p:cNvSpPr/>
          <p:nvPr/>
        </p:nvSpPr>
        <p:spPr>
          <a:xfrm>
            <a:off x="8290705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PORTFOLIO_PERIOD_SECURITY_DASHBOARD_MEDIUM_FINDINGS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79646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08932-67FE-3479-AEE1-B79D9C3C5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BDCAA79-36DA-0C0E-7EC3-23BEA35C7716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741DF7-A2F7-DE2C-4980-7DA07FA9D5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F4D386A-EB7E-8B9F-F213-5AAB72238BE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 </a:t>
            </a:r>
            <a:r>
              <a:rPr lang="en-US" dirty="0"/>
              <a:t>– </a:t>
            </a:r>
            <a:r>
              <a:rPr lang="en-US" dirty="0">
                <a:solidFill>
                  <a:schemeClr val="accent3"/>
                </a:solidFill>
              </a:rPr>
              <a:t>RESOLUTION TIMES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CB3DF4B-7F1B-6565-0112-AF77D9AE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AA92ECD-1BDA-FBEF-7C64-ECD0BA7B4B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7F77EA-7E26-BE49-1757-A4CD9A5566E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0E164206-2345-E6D1-3746-641DBCAA683B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786EE57-08F8-578E-A94E-4382E2E67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9DD3010D-284B-FFE8-00DA-5B6B519F38C7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F65DDF-8D18-FC3B-861E-407B8366FA77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15C3881-1CF2-F1D2-4215-9BE451E8DB22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0301DAEA-569B-4BFD-ADCC-7840C9E2C91C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BF2D4EA4-AC1B-DA7D-2EDB-28604D9FA58C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5B5F588-AE14-1A44-72CB-7290D2B83CA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64C617FB-D78D-A196-6ADD-360D8179B45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3663B325-18F9-3426-D584-BA9F7DB8CAB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B04A86CB-042C-A526-AA66-032348B7C9D9}"/>
              </a:ext>
            </a:extLst>
          </p:cNvPr>
          <p:cNvSpPr/>
          <p:nvPr/>
        </p:nvSpPr>
        <p:spPr>
          <a:xfrm>
            <a:off x="1" y="3154680"/>
            <a:ext cx="12191999" cy="316332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CD49DD0C-66C3-9266-E636-A03AE7C9DFA7}"/>
              </a:ext>
            </a:extLst>
          </p:cNvPr>
          <p:cNvSpPr/>
          <p:nvPr/>
        </p:nvSpPr>
        <p:spPr>
          <a:xfrm>
            <a:off x="207002" y="3495726"/>
            <a:ext cx="11984997" cy="2575216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accent1"/>
                </a:solidFill>
              </a:rPr>
              <a:t>Open and resolved findings</a:t>
            </a: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B102D423-A941-90C8-5743-AA30ED296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73775" y="5803314"/>
            <a:ext cx="371130" cy="206558"/>
          </a:xfrm>
          <a:prstGeom prst="rect">
            <a:avLst/>
          </a:prstGeom>
        </p:spPr>
      </p:pic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67C0D00E-17C9-7B3E-1EE5-6A1653E68281}"/>
              </a:ext>
            </a:extLst>
          </p:cNvPr>
          <p:cNvSpPr/>
          <p:nvPr/>
        </p:nvSpPr>
        <p:spPr>
          <a:xfrm flipH="1">
            <a:off x="609944" y="3237334"/>
            <a:ext cx="3612958" cy="29533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687937C5-61E6-B270-981B-2D0C53A4713E}"/>
              </a:ext>
            </a:extLst>
          </p:cNvPr>
          <p:cNvSpPr/>
          <p:nvPr/>
        </p:nvSpPr>
        <p:spPr>
          <a:xfrm flipH="1">
            <a:off x="4373475" y="3237334"/>
            <a:ext cx="3610810" cy="2953323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425C641F-B66E-DC80-C38D-822A10B95814}"/>
              </a:ext>
            </a:extLst>
          </p:cNvPr>
          <p:cNvSpPr/>
          <p:nvPr/>
        </p:nvSpPr>
        <p:spPr>
          <a:xfrm flipH="1">
            <a:off x="8134857" y="3237334"/>
            <a:ext cx="3610810" cy="2953323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5B4458-7A18-6975-596A-37B01EA5C4A6}"/>
              </a:ext>
            </a:extLst>
          </p:cNvPr>
          <p:cNvSpPr/>
          <p:nvPr/>
        </p:nvSpPr>
        <p:spPr>
          <a:xfrm>
            <a:off x="766866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F42F13-AC84-E68B-5231-2D1D16BF93F2}"/>
              </a:ext>
            </a:extLst>
          </p:cNvPr>
          <p:cNvSpPr/>
          <p:nvPr/>
        </p:nvSpPr>
        <p:spPr>
          <a:xfrm>
            <a:off x="4529323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PORTFOLIO_PERIOD_SECURITY_DASHBOARD_HIGH_RESOLUTION_TIMES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258737-222F-2C4D-7BF4-52200E9C6818}"/>
              </a:ext>
            </a:extLst>
          </p:cNvPr>
          <p:cNvSpPr/>
          <p:nvPr/>
        </p:nvSpPr>
        <p:spPr>
          <a:xfrm>
            <a:off x="8290705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>
                <a:solidFill>
                  <a:schemeClr val="bg1"/>
                </a:solidFill>
              </a:rPr>
              <a:t>PORTFOLIO_PERIOD_SECURITY_DASHBOARD_MEDIUM_RESOLUTION_TIMES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9078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47711-2F95-8D02-EF61-9DFDAFBAA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0FDAEA-F501-5697-C22E-C7782F296164}"/>
              </a:ext>
            </a:extLst>
          </p:cNvPr>
          <p:cNvSpPr/>
          <p:nvPr/>
        </p:nvSpPr>
        <p:spPr>
          <a:xfrm>
            <a:off x="0" y="3154680"/>
            <a:ext cx="12192000" cy="31633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97DD701-B751-C6C9-6C62-073841B084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00CC4F9-ED4A-0BEC-C66F-26903BB4FBFF}"/>
              </a:ext>
            </a:extLst>
          </p:cNvPr>
          <p:cNvSpPr/>
          <p:nvPr/>
        </p:nvSpPr>
        <p:spPr>
          <a:xfrm>
            <a:off x="512063" y="3200400"/>
            <a:ext cx="11233603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508E6A-8D1D-AB1F-259E-339FCAE0BA97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7F47A6-2E30-A3A2-1FA6-ADC44FB6A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66B300-1C90-2F6C-DB67-3C596EBEC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TEST-TO-PRODUCTION CODE RATIO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9C93C0-DAC7-2BC6-6231-8EDFB3938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ACD4F1-D304-8D5E-8BF8-58711FD1521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A940A4-7B9F-E6FA-1DA1-61E3E0AC074A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FA533D47-095D-5ADF-4AAD-018B57D09AE7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3B8BDA8-5F9C-3D34-74B6-695698823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3264ABFF-287B-3DE5-2110-A761434FAA9E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8EDE4F-62F9-B2A2-E4E1-BA4AAA907AA8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F2CA785-4B4F-E913-38BB-70B02DFBF3B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8D4579EA-D1D8-B5DC-36DE-B9D4F20F83F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3E641D5-003A-3B1A-6159-9CF8191D090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A5DD955-EE69-A07B-0FAE-D1F1D06E2FF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BBB7BB32-7795-2534-56C3-721ECD146A8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F5C76BE-C791-3518-F04A-4DC87236073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AE86087A-1562-6F9F-A7EE-D50063A83A35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58F6506-BA78-16D7-8F52-64E2D7234BF0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5EBDDDB-95D4-0512-C3B5-DDDDBB6AC14E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71" name="Rounded Rectangle 70">
              <a:extLst>
                <a:ext uri="{FF2B5EF4-FFF2-40B4-BE49-F238E27FC236}">
                  <a16:creationId xmlns:a16="http://schemas.microsoft.com/office/drawing/2014/main" id="{8C6A02D5-900B-5DC5-1C44-0665841879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AC1574B-EFC8-DEBE-3AEA-1AE5FE83F3D7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311C860-DB1A-1DCA-B9DC-AAFBDE61E8DA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2E885490-8379-983E-86C3-56DB50E030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9CD63C20-9B7B-97B8-B602-F58429F14AD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B502513-4155-2B38-101F-C327B56033B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78" name="Rounded Rectangle 77">
              <a:extLst>
                <a:ext uri="{FF2B5EF4-FFF2-40B4-BE49-F238E27FC236}">
                  <a16:creationId xmlns:a16="http://schemas.microsoft.com/office/drawing/2014/main" id="{34A284FE-34F5-0EE7-2680-9DDF4CBB535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2A682FE-D437-6828-1087-A1DF2E9370CC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C967DAC-7419-D227-9FB5-136030FD729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24F9B8A7-407D-1AAF-6F4E-114693419D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1AB6347-CC9A-9BE4-4BAE-0AA60C2CF95C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C432BC6-5457-8E38-BD36-E3E40333CF85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EA10911F-0395-F155-209F-57254B95F6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90190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23623</TotalTime>
  <Words>743</Words>
  <Application>Microsoft Macintosh PowerPoint</Application>
  <PresentationFormat>Widescreen</PresentationFormat>
  <Paragraphs>210</Paragraphs>
  <Slides>21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Arial</vt:lpstr>
      <vt:lpstr>Calibri</vt:lpstr>
      <vt:lpstr>Calibri Bold</vt:lpstr>
      <vt:lpstr>Calibri Light</vt:lpstr>
      <vt:lpstr>Calibri Regular</vt:lpstr>
      <vt:lpstr>Sigsterren</vt:lpstr>
      <vt:lpstr>TheSansMono M5</vt:lpstr>
      <vt:lpstr>Wingdings</vt:lpstr>
      <vt:lpstr>Office Theme</vt:lpstr>
      <vt:lpstr>PowerPoint Presentation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  <vt:lpstr>PORTFOLIO_PERIOD_MAINT_SHORT_SUMMARY</vt:lpstr>
      <vt:lpstr>PORTFOLIO_PERIOD_MAINT_CHANGE_SHORT_SUMMARY</vt:lpstr>
      <vt:lpstr>@@</vt:lpstr>
      <vt:lpstr>@@</vt:lpstr>
      <vt:lpstr>@@</vt:lpstr>
      <vt:lpstr>@@</vt:lpstr>
      <vt:lpstr>@@</vt:lpstr>
      <vt:lpstr>@@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Thomas Kovac</cp:lastModifiedBy>
  <cp:revision>158</cp:revision>
  <cp:lastPrinted>2020-07-02T15:41:27Z</cp:lastPrinted>
  <dcterms:created xsi:type="dcterms:W3CDTF">2024-01-03T15:04:34Z</dcterms:created>
  <dcterms:modified xsi:type="dcterms:W3CDTF">2025-08-26T11:57:40Z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