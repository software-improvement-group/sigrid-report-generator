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516" r:id="rId5"/>
    <p:sldId id="524" r:id="rId6"/>
    <p:sldId id="525" r:id="rId7"/>
    <p:sldId id="517" r:id="rId8"/>
    <p:sldId id="519" r:id="rId9"/>
    <p:sldId id="518" r:id="rId10"/>
    <p:sldId id="520" r:id="rId11"/>
    <p:sldId id="521" r:id="rId12"/>
    <p:sldId id="52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54B"/>
    <a:srgbClr val="FFFFFF"/>
    <a:srgbClr val="FEF5BA"/>
    <a:srgbClr val="DFC100"/>
    <a:srgbClr val="E78E17"/>
    <a:srgbClr val="910813"/>
    <a:srgbClr val="CF4731"/>
    <a:srgbClr val="EBC937"/>
    <a:srgbClr val="DB4A3D"/>
    <a:srgbClr val="F008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28"/>
    <p:restoredTop sz="96327"/>
  </p:normalViewPr>
  <p:slideViewPr>
    <p:cSldViewPr snapToGrid="0" snapToObjects="1" showGuides="1">
      <p:cViewPr varScale="1">
        <p:scale>
          <a:sx n="182" d="100"/>
          <a:sy n="182" d="100"/>
        </p:scale>
        <p:origin x="-2016" y="10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238741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43D2-0A50-B1A1-6A70-EA893A89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FE279C-4C15-C0CD-CD8C-D113F08C38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99AB0A4-4412-DA95-3B05-9A2C78D4A6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A4376-F05C-1DB5-3B66-1200BBEC7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TECH_1_NAME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A1E700-8D50-95CB-85EE-207ADF6DA3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F9E-A987-5911-4D0F-F9A9C778BB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_TECH_1">
            <a:extLst>
              <a:ext uri="{FF2B5EF4-FFF2-40B4-BE49-F238E27FC236}">
                <a16:creationId xmlns:a16="http://schemas.microsoft.com/office/drawing/2014/main" id="{16250ACC-BD7A-52DB-89C3-4BB8375BAC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784244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8171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62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883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3201-E191-6435-75CD-D7B3DD145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41089-EB80-0B9C-6213-9042103F1B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3B6A2B-F2B5-8599-EF49-BEFA9C8837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309F97-6633-1404-3361-15659DDDD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TECH_2_NAME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4D0C8-A4A0-C34B-8E7C-FDF6F610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F63C7-304C-3986-14FE-F6ACA91D59D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_TECH_2">
            <a:extLst>
              <a:ext uri="{FF2B5EF4-FFF2-40B4-BE49-F238E27FC236}">
                <a16:creationId xmlns:a16="http://schemas.microsoft.com/office/drawing/2014/main" id="{560FCC86-E574-D7DC-FCF9-5B1104948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952918"/>
              </p:ext>
            </p:extLst>
          </p:nvPr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8171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62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1931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6643359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251483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4690946"/>
              </p:ext>
            </p:extLst>
          </p:nvPr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251971"/>
              </p:ext>
            </p:extLst>
          </p:nvPr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859789"/>
              </p:ext>
            </p:extLst>
          </p:nvPr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974292"/>
              </p:ext>
            </p:extLst>
          </p:nvPr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22559</TotalTime>
  <Words>258</Words>
  <Application>Microsoft Macintosh PowerPoint</Application>
  <PresentationFormat>Widescreen</PresentationFormat>
  <Paragraphs>114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An overview of the longest duplicates</vt:lpstr>
      <vt:lpstr>An overview of the longest TECH_1_NAME duplicates</vt:lpstr>
      <vt:lpstr>An overview of the longest TECH_2_NAME duplicates</vt:lpstr>
      <vt:lpstr>An overview of the longest units</vt:lpstr>
      <vt:lpstr>An overview of the most complex units</vt:lpstr>
      <vt:lpstr>An overview of the units with the largest interfaces</vt:lpstr>
      <vt:lpstr>An overview of the modules with the highest coupling</vt:lpstr>
      <vt:lpstr>An overview of component entanglement related findings</vt:lpstr>
      <vt:lpstr>An overview of high impact communicating files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173</cp:revision>
  <cp:lastPrinted>2020-07-02T15:41:27Z</cp:lastPrinted>
  <dcterms:created xsi:type="dcterms:W3CDTF">2024-01-03T15:04:34Z</dcterms:created>
  <dcterms:modified xsi:type="dcterms:W3CDTF">2026-04-22T09:31:54Z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