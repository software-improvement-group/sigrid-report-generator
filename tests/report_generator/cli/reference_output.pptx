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handoutMasters/handoutMaster1.xml" ContentType="application/vnd.openxmlformats-officedocument.presentationml.handoutMaster+xml"/>
  <Override PartName="/ppt/media/image10.svg" ContentType="image/svg+xml"/>
  <Override PartName="/ppt/media/image12.svg" ContentType="image/svg+xml"/>
  <Override PartName="/ppt/media/image14.svg" ContentType="image/svg+xml"/>
  <Override PartName="/ppt/media/image16.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1"/>
  </p:notesMasterIdLst>
  <p:handoutMasterIdLst>
    <p:handoutMasterId r:id="rId22"/>
  </p:handoutMasterIdLst>
  <p:sldIdLst>
    <p:sldId id="561" r:id="rId5"/>
    <p:sldId id="11162" r:id="rId6"/>
    <p:sldId id="11167" r:id="rId7"/>
    <p:sldId id="11166" r:id="rId8"/>
    <p:sldId id="1824" r:id="rId9"/>
    <p:sldId id="1652" r:id="rId10"/>
    <p:sldId id="11164" r:id="rId11"/>
    <p:sldId id="11170" r:id="rId12"/>
    <p:sldId id="2185" r:id="rId13"/>
    <p:sldId id="516" r:id="rId14"/>
    <p:sldId id="517" r:id="rId15"/>
    <p:sldId id="519" r:id="rId16"/>
    <p:sldId id="518" r:id="rId17"/>
    <p:sldId id="520" r:id="rId18"/>
    <p:sldId id="521" r:id="rId19"/>
    <p:sldId id="52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78E17"/>
    <a:srgbClr val="910813"/>
    <a:srgbClr val="CF4731"/>
    <a:srgbClr val="EBC937"/>
    <a:srgbClr val="DB4A3D"/>
    <a:srgbClr val="F0089F"/>
    <a:srgbClr val="1E354B"/>
    <a:srgbClr val="57C967"/>
    <a:srgbClr val="F9C640"/>
    <a:srgbClr val="1E36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2094BA-3324-E44C-AFE3-01F0E8F31A48}" v="69" dt="2024-01-12T19:24:27.5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238"/>
    <p:restoredTop sz="96327"/>
  </p:normalViewPr>
  <p:slideViewPr>
    <p:cSldViewPr snapToGrid="0" snapToObjects="1" showGuides="1">
      <p:cViewPr varScale="1">
        <p:scale>
          <a:sx n="80" d="100"/>
          <a:sy n="80" d="100"/>
        </p:scale>
        <p:origin x="224" y="1224"/>
      </p:cViewPr>
      <p:guideLst>
        <p:guide orient="horz" pos="2160"/>
        <p:guide pos="3840"/>
      </p:guideLst>
    </p:cSldViewPr>
  </p:slideViewPr>
  <p:notesTextViewPr>
    <p:cViewPr>
      <p:scale>
        <a:sx n="1" d="1"/>
        <a:sy n="1" d="1"/>
      </p:scale>
      <p:origin x="0" y="0"/>
    </p:cViewPr>
  </p:notesTextViewPr>
  <p:sorterViewPr>
    <p:cViewPr>
      <p:scale>
        <a:sx n="38" d="100"/>
        <a:sy n="38" d="100"/>
      </p:scale>
      <p:origin x="0" y="0"/>
    </p:cViewPr>
  </p:sorterViewPr>
  <p:notesViewPr>
    <p:cSldViewPr snapToGrid="0" snapToObjects="1">
      <p:cViewPr varScale="1">
        <p:scale>
          <a:sx n="163" d="100"/>
          <a:sy n="163" d="100"/>
        </p:scale>
        <p:origin x="6728" y="184"/>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notesMaster" Target="notesMasters/notesMaster1.xml"/><Relationship Id="rId22" Type="http://schemas.openxmlformats.org/officeDocument/2006/relationships/handoutMaster" Target="handoutMasters/handout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col"/>
        <c:grouping val="clustered"/>
        <c:varyColors val="0"/>
        <c:ser>
          <c:idx val="0"/>
          <c:order val="0"/>
          <c:tx>
            <c:strRef>
              <c:f>Sheet1!$B$1</c:f>
              <c:strCache>
                <c:ptCount val="1"/>
                <c:pt idx="0">
                  <c:v>Volume in Person Months</c:v>
                </c:pt>
              </c:strCache>
            </c:strRef>
          </c:tx>
          <c:spPr>
            <a:solidFill>
              <a:schemeClr val="accent2"/>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chemeClr val="tx2"/>
              </a:solidFill>
              <a:ln w="19050">
                <a:noFill/>
              </a:ln>
              <a:effectLst>
                <a:outerShdw blurRad="241300" dist="38100" dir="2700000" algn="tl" rotWithShape="0">
                  <a:prstClr val="black">
                    <a:alpha val="15000"/>
                  </a:prstClr>
                </a:outerShdw>
              </a:effectLst>
            </c:spPr>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1-034B-534E-9ADC-79D3329DBEB7}"/>
              </c:ext>
            </c:extLst>
          </c:dPt>
          <c:dLbls>
            <c:dLbl>
              <c:idx val="2"/>
              <c:tx>
                <c:rich>
                  <a:bodyPr/>
                  <a:lstStyle/>
                  <a:p>
                    <a:r>
                      <a:rPr lang="en-US"/>
                      <a:t>&gt;</a:t>
                    </a:r>
                    <a:fld id="{AA6CA5E8-FDB8-434A-B68E-C7A3CC6735E5}" type="VALUE">
                      <a:rPr lang="en-US" smtClean="0"/>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7FA8-464D-BE91-55CE5770358C}"/>
                </c:ext>
              </c:extLst>
            </c:dLbl>
            <c:dLbl>
              <c:idx val="3"/>
              <c:tx>
                <c:rich>
                  <a:bodyPr/>
                  <a:lstStyle/>
                  <a:p>
                    <a:r>
                      <a:rPr lang="en-US"/>
                      <a:t>&gt;</a:t>
                    </a:r>
                    <a:fld id="{6E19E0AF-A501-7C4B-8799-4B6F8CFD540B}" type="VALUE">
                      <a:rPr lang="en-US" smtClean="0"/>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7FA8-464D-BE91-55CE5770358C}"/>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2"/>
                    </a:solidFill>
                    <a:latin typeface="+mn-lt"/>
                    <a:ea typeface="+mn-ea"/>
                    <a:cs typeface="+mn-cs"/>
                  </a:defRPr>
                </a:pPr>
                <a:endParaRPr lang="en-NL"/>
              </a:p>
            </c:txPr>
            <c:showLegendKey val="0"/>
            <c:showVal val="1"/>
            <c:showCatName val="0"/>
            <c:showSerName val="0"/>
            <c:showPercent val="0"/>
            <c:showBubbleSize val="0"/>
            <c:showLeaderLines val="0"/>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5="http://schemas.microsoft.com/office/drawing/2012/chart" uri="{CE6537A1-D6FC-4f65-9D91-7224C49458BB}">
                <c15:showLeaderLines val="0"/>
              </c:ext>
            </c:extLst>
          </c:dLbls>
          <c:cat>
            <c:strRef>
              <c:f>Sheet1!$A$2:$A$6</c:f>
              <c:strCache>
                <c:ptCount val="5"/>
                <c:pt idx="0">
                  <c:v>Scala</c:v>
                </c:pt>
                <c:pt idx="1">
                  <c:v>Java</c:v>
                </c:pt>
                <c:pt idx="2">
                  <c:v>Python</c:v>
                </c:pt>
                <c:pt idx="3">
                  <c:v>C++</c:v>
                </c:pt>
                <c:pt idx="4">
                  <c:v>Others</c:v>
                </c:pt>
              </c:strCache>
            </c:strRef>
          </c:cat>
          <c:val>
            <c:numRef>
              <c:f>Sheet1!$B$2:$B$6</c:f>
              <c:numCache>
                <c:formatCode>General</c:formatCode>
                <c:ptCount val="5"/>
                <c:pt idx="0">
                  <c:v>0.6900479791175801</c:v>
                </c:pt>
                <c:pt idx="1">
                  <c:v>0.23657492488049928</c:v>
                </c:pt>
                <c:pt idx="2">
                  <c:v>0.030989295978946983</c:v>
                </c:pt>
                <c:pt idx="3">
                  <c:v>0.028507039524745988</c:v>
                </c:pt>
                <c:pt idx="4">
                  <c:v>0.013880760498227663</c:v>
                </c:pt>
              </c:numCache>
            </c:numRef>
          </c:val>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0-034B-534E-9ADC-79D3329DBEB7}"/>
            </c:ext>
          </c:extLst>
        </c:ser>
        <c:dLbls>
          <c:showLegendKey val="0"/>
          <c:showVal val="0"/>
          <c:showCatName val="0"/>
          <c:showSerName val="0"/>
          <c:showPercent val="0"/>
          <c:showBubbleSize val="0"/>
        </c:dLbls>
        <c:gapWidth val="20"/>
        <c:axId val="476387520"/>
        <c:axId val="477616192"/>
      </c:barChart>
      <c:catAx>
        <c:axId val="4763875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NL"/>
          </a:p>
        </c:txPr>
        <c:crossAx val="477616192"/>
        <c:crosses val="autoZero"/>
        <c:auto val="1"/>
        <c:lblAlgn val="ctr"/>
        <c:lblOffset val="100"/>
        <c:noMultiLvlLbl val="0"/>
      </c:catAx>
      <c:valAx>
        <c:axId val="477616192"/>
        <c:scaling>
          <c:orientation val="minMax"/>
        </c:scaling>
        <c:delete val="1"/>
        <c:axPos val="l"/>
        <c:numFmt formatCode="0%" sourceLinked="1"/>
        <c:majorTickMark val="out"/>
        <c:minorTickMark val="none"/>
        <c:tickLblPos val="nextTo"/>
        <c:crossAx val="476387520"/>
        <c:crosses val="autoZero"/>
        <c:crossBetween val="between"/>
      </c:valAx>
      <c:spPr>
        <a:noFill/>
        <a:ln>
          <a:noFill/>
        </a:ln>
        <a:effectLst/>
      </c:spPr>
    </c:plotArea>
    <c:plotVisOnly val="1"/>
    <c:dispBlanksAs val="gap"/>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N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Volume in Person Months</c:v>
                </c:pt>
              </c:strCache>
            </c:strRef>
          </c:tx>
          <c:dPt>
            <c:idx val="0"/>
            <c:bubble3D val="0"/>
            <c:spPr>
              <a:solidFill>
                <a:srgbClr val="DB4A3D"/>
              </a:solidFill>
              <a:ln w="19050">
                <a:solidFill>
                  <a:schemeClr val="lt1"/>
                </a:solidFill>
              </a:ln>
              <a:effectLst/>
            </c:spPr>
            <c:extLst>
              <c:ext xmlns:c16="http://schemas.microsoft.com/office/drawing/2014/chart" uri="{C3380CC4-5D6E-409C-BE32-E72D297353CC}">
                <c16:uniqueId val="{00000001-8CC0-8749-A89A-75F11CBE0F81}"/>
              </c:ext>
            </c:extLst>
          </c:dPt>
          <c:dPt>
            <c:idx val="1"/>
            <c:bubble3D val="0"/>
            <c:spPr>
              <a:solidFill>
                <a:srgbClr val="DB4A3D"/>
              </a:solidFill>
              <a:ln w="19050">
                <a:solidFill>
                  <a:schemeClr val="lt1"/>
                </a:solidFill>
              </a:ln>
              <a:effectLst/>
            </c:spPr>
            <c:extLst>
              <c:ext xmlns:c16="http://schemas.microsoft.com/office/drawing/2014/chart" uri="{C3380CC4-5D6E-409C-BE32-E72D297353CC}">
                <c16:uniqueId val="{00000003-8CC0-8749-A89A-75F11CBE0F81}"/>
              </c:ext>
            </c:extLst>
          </c:dPt>
          <c:dPt>
            <c:idx val="2"/>
            <c:bubble3D val="0"/>
            <c:spPr>
              <a:solidFill>
                <a:srgbClr val="DB4A3D"/>
              </a:solidFill>
              <a:ln w="19050">
                <a:solidFill>
                  <a:schemeClr val="lt1"/>
                </a:solidFill>
              </a:ln>
              <a:effectLst/>
            </c:spPr>
            <c:extLst>
              <c:ext xmlns:c16="http://schemas.microsoft.com/office/drawing/2014/chart" uri="{C3380CC4-5D6E-409C-BE32-E72D297353CC}">
                <c16:uniqueId val="{00000005-8CC0-8749-A89A-75F11CBE0F81}"/>
              </c:ext>
            </c:extLst>
          </c:dPt>
          <c:dPt>
            <c:idx val="3"/>
            <c:bubble3D val="0"/>
            <c:spPr>
              <a:solidFill>
                <a:srgbClr val="DB4A3D"/>
              </a:solidFill>
              <a:ln w="19050">
                <a:solidFill>
                  <a:schemeClr val="lt1"/>
                </a:solidFill>
              </a:ln>
              <a:effectLst/>
            </c:spPr>
            <c:extLst>
              <c:ext xmlns:c16="http://schemas.microsoft.com/office/drawing/2014/chart" uri="{C3380CC4-5D6E-409C-BE32-E72D297353CC}">
                <c16:uniqueId val="{00000007-8CC0-8749-A89A-75F11CBE0F81}"/>
              </c:ext>
            </c:extLst>
          </c:dPt>
          <c:dPt>
            <c:idx val="4"/>
            <c:spPr>
              <a:solidFill>
                <a:srgbClr val="DB4A3D"/>
              </a:solidFill>
            </c:spPr>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NL"/>
              </a:p>
            </c:txPr>
            <c:dLblPos val="ctr"/>
            <c:showLegendKey val="0"/>
            <c:showVal val="0"/>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Scala</c:v>
                </c:pt>
                <c:pt idx="1">
                  <c:v>Java</c:v>
                </c:pt>
                <c:pt idx="2">
                  <c:v>Python</c:v>
                </c:pt>
                <c:pt idx="3">
                  <c:v>C++</c:v>
                </c:pt>
                <c:pt idx="4">
                  <c:v>Others</c:v>
                </c:pt>
              </c:strCache>
            </c:strRef>
          </c:cat>
          <c:val>
            <c:numRef>
              <c:f>Sheet1!$B$2:$B$6</c:f>
              <c:numCache>
                <c:formatCode>General</c:formatCode>
                <c:ptCount val="5"/>
                <c:pt idx="0">
                  <c:v>0.6900479791175801</c:v>
                </c:pt>
                <c:pt idx="1">
                  <c:v>0.23657492488049928</c:v>
                </c:pt>
                <c:pt idx="2">
                  <c:v>0.030989295978946983</c:v>
                </c:pt>
                <c:pt idx="3">
                  <c:v>0.028507039524745988</c:v>
                </c:pt>
                <c:pt idx="4">
                  <c:v>0.013880760498227663</c:v>
                </c:pt>
              </c:numCache>
            </c:numRef>
          </c:val>
          <c:extLst>
            <c:ext xmlns:c16="http://schemas.microsoft.com/office/drawing/2014/chart" uri="{C3380CC4-5D6E-409C-BE32-E72D297353CC}">
              <c16:uniqueId val="{00000000-3780-1E47-A0AF-94D32305FB48}"/>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N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Series 1</c:v>
                </c:pt>
              </c:strCache>
            </c:strRef>
          </c:tx>
          <c:spPr>
            <a:ln w="19050" cap="rnd">
              <a:noFill/>
              <a:round/>
            </a:ln>
            <a:effectLst>
              <a:outerShdw blurRad="76200" sx="102000" sy="102000" algn="ctr" rotWithShape="0">
                <a:schemeClr val="accent3">
                  <a:alpha val="30000"/>
                </a:schemeClr>
              </a:outerShdw>
            </a:effectLst>
          </c:spPr>
          <c:marker>
            <c:symbol val="diamond"/>
            <c:size val="10"/>
            <c:spPr>
              <a:solidFill>
                <a:schemeClr val="accent1"/>
              </a:solidFill>
              <a:ln w="28575">
                <a:solidFill>
                  <a:schemeClr val="accent3"/>
                </a:solidFill>
              </a:ln>
              <a:effectLst>
                <a:outerShdw blurRad="76200" sx="102000" sy="102000" algn="ctr" rotWithShape="0">
                  <a:schemeClr val="accent3">
                    <a:alpha val="30000"/>
                  </a:schemeClr>
                </a:outerShdw>
              </a:effectLst>
            </c:spPr>
          </c:marker>
          <c:dLbls>
            <c:dLbl>
              <c:idx val="0"/>
              <c:layout>
                <c:manualLayout>
                  <c:x val="1.6061704965061169E-2"/>
                  <c:y val="0"/>
                </c:manualLayout>
              </c:layout>
              <c:tx>
                <c:rich>
                  <a:bodyPr/>
                  <a:lstStyle/>
                  <a:p>
                    <a:r>
                      <a:t>Twitter Algorithm</a:t>
                    </a:r>
                  </a:p>
                </c:rich>
              </c:tx>
              <c:dLblPos val="r"/>
              <c:showLegendKey val="0"/>
              <c:showVal val="1"/>
              <c:showCatName val="0"/>
              <c:showSerName val="0"/>
              <c:showPercent val="0"/>
              <c:showBubbleSize val="0"/>
              <c:extLst>
                <c:ext xmlns:c15="http://schemas.microsoft.com/office/drawing/2012/chart" uri="{CE6537A1-D6FC-4f65-9D91-7224C49458BB}">
                  <c15:showDataLabelsRange val="1"/>
                </c:ext>
                <c:ext xmlns:c16="http://schemas.microsoft.com/office/drawing/2014/chart" uri="{C3380CC4-5D6E-409C-BE32-E72D297353CC}">
                  <c16:uniqueId val="{00000000-B86A-D14B-85E9-B8DEC18B60F7}"/>
                </c:ext>
              </c:extLst>
            </c:dLbl>
            <c:dLbl>
              <c:idx val="1"/>
              <c:tx>
                <c:rich>
                  <a:bodyPr/>
                  <a:lstStyle/>
                  <a:p>
                    <a:r>
                      <a:rPr lang="en-US"/>
                      <a:t>Android-core</a:t>
                    </a:r>
                  </a:p>
                </c:rich>
              </c:tx>
              <c:dLblPos val="r"/>
              <c:showLegendKey val="0"/>
              <c:showVal val="1"/>
              <c:showCatName val="0"/>
              <c:showSerName val="0"/>
              <c:showPercent val="0"/>
              <c:showBubbleSize val="0"/>
              <c:extLst>
                <c:ext xmlns:c15="http://schemas.microsoft.com/office/drawing/2012/chart" uri="{CE6537A1-D6FC-4f65-9D91-7224C49458BB}">
                  <c15:showDataLabelsRange val="1"/>
                </c:ext>
                <c:ext xmlns:c16="http://schemas.microsoft.com/office/drawing/2014/chart" uri="{C3380CC4-5D6E-409C-BE32-E72D297353CC}">
                  <c16:uniqueId val="{00000001-B86A-D14B-85E9-B8DEC18B60F7}"/>
                </c:ext>
              </c:extLst>
            </c:dLbl>
            <c:dLbl>
              <c:idx val="2"/>
              <c:tx>
                <c:rich>
                  <a:bodyPr/>
                  <a:lstStyle/>
                  <a:p>
                    <a:r>
                      <a:rPr lang="en-US"/>
                      <a:t>Angular</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0519-7043-91E7-EECF3C414252}"/>
                </c:ext>
              </c:extLst>
            </c:dLbl>
            <c:dLbl>
              <c:idx val="3"/>
              <c:layout>
                <c:manualLayout>
                  <c:x val="-2.3413399101154898E-2"/>
                  <c:y val="-4.5616973413873718E-2"/>
                </c:manualLayout>
              </c:layout>
              <c:tx>
                <c:rich>
                  <a:bodyPr/>
                  <a:lstStyle/>
                  <a:p>
                    <a:r>
                      <a:rPr lang="en-US"/>
                      <a:t>Bazel</a:t>
                    </a:r>
                  </a:p>
                </c:rich>
              </c:tx>
              <c:dLblPos val="r"/>
              <c:showLegendKey val="0"/>
              <c:showVal val="1"/>
              <c:showCatName val="0"/>
              <c:showSerName val="0"/>
              <c:showPercent val="0"/>
              <c:showBubbleSize val="0"/>
              <c:extLst>
                <c:ext xmlns:c15="http://schemas.microsoft.com/office/drawing/2012/chart" uri="{CE6537A1-D6FC-4f65-9D91-7224C49458BB}">
                  <c15:showDataLabelsRange val="1"/>
                </c:ext>
                <c:ext xmlns:c16="http://schemas.microsoft.com/office/drawing/2014/chart" uri="{C3380CC4-5D6E-409C-BE32-E72D297353CC}">
                  <c16:uniqueId val="{00000002-B86A-D14B-85E9-B8DEC18B60F7}"/>
                </c:ext>
              </c:extLst>
            </c:dLbl>
            <c:dLbl>
              <c:idx val="4"/>
              <c:tx>
                <c:rich>
                  <a:bodyPr/>
                  <a:lstStyle/>
                  <a:p>
                    <a:r>
                      <a:rPr lang="en-US"/>
                      <a:t>Bitcoin</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0519-7043-91E7-EECF3C414252}"/>
                </c:ext>
              </c:extLst>
            </c:dLbl>
            <c:dLbl>
              <c:idx val="5"/>
              <c:tx>
                <c:rich>
                  <a:bodyPr/>
                  <a:lstStyle/>
                  <a:p>
                    <a:r>
                      <a:rPr lang="en-US"/>
                      <a:t>Card Management</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0519-7043-91E7-EECF3C414252}"/>
                </c:ext>
              </c:extLst>
            </c:dLbl>
            <c:dLbl>
              <c:idx val="6"/>
              <c:tx>
                <c:rich>
                  <a:bodyPr/>
                  <a:lstStyle/>
                  <a:p>
                    <a:r>
                      <a:rPr lang="en-US"/>
                      <a:t>Django</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0519-7043-91E7-EECF3C414252}"/>
                </c:ext>
              </c:extLst>
            </c:dLbl>
            <c:dLbl>
              <c:idx val="7"/>
              <c:tx>
                <c:rich>
                  <a:bodyPr/>
                  <a:lstStyle/>
                  <a:p>
                    <a:r>
                      <a:rPr lang="en-US"/>
                      <a:t>Druid</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0519-7043-91E7-EECF3C414252}"/>
                </c:ext>
              </c:extLst>
            </c:dLbl>
            <c:dLbl>
              <c:idx val="8"/>
              <c:tx>
                <c:rich>
                  <a:bodyPr/>
                  <a:lstStyle/>
                  <a:p>
                    <a:r>
                      <a:rPr lang="en-US"/>
                      <a:t>Dubbo</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0519-7043-91E7-EECF3C414252}"/>
                </c:ext>
              </c:extLst>
            </c:dLbl>
            <c:dLbl>
              <c:idx val="9"/>
              <c:tx>
                <c:rich>
                  <a:bodyPr/>
                  <a:lstStyle/>
                  <a:p>
                    <a:r>
                      <a:rPr lang="en-US"/>
                      <a:t>Echarts</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0519-7043-91E7-EECF3C414252}"/>
                </c:ext>
              </c:extLst>
            </c:dLbl>
            <c:dLbl>
              <c:idx val="10"/>
              <c:tx>
                <c:rich>
                  <a:bodyPr/>
                  <a:lstStyle/>
                  <a:p>
                    <a:r>
                      <a:rPr lang="en-US"/>
                      <a:t>Elasticsearch</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0519-7043-91E7-EECF3C414252}"/>
                </c:ext>
              </c:extLst>
            </c:dLbl>
            <c:dLbl>
              <c:idx val="11"/>
              <c:tx>
                <c:rich>
                  <a:bodyPr/>
                  <a:lstStyle/>
                  <a:p>
                    <a:r>
                      <a:rPr lang="en-US"/>
                      <a:t>Electron</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0519-7043-91E7-EECF3C414252}"/>
                </c:ext>
              </c:extLst>
            </c:dLbl>
            <c:dLbl>
              <c:idx val="12"/>
              <c:tx>
                <c:rich>
                  <a:bodyPr/>
                  <a:lstStyle/>
                  <a:p>
                    <a:r>
                      <a:rPr lang="en-US"/>
                      <a:t>Facebookyoga</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0519-7043-91E7-EECF3C414252}"/>
                </c:ext>
              </c:extLst>
            </c:dLbl>
            <c:dLbl>
              <c:idx val="13"/>
              <c:tx>
                <c:rich>
                  <a:bodyPr/>
                  <a:lstStyle/>
                  <a:p>
                    <a:r>
                      <a:rPr lang="en-US"/>
                      <a:t>GIT</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0519-7043-91E7-EECF3C414252}"/>
                </c:ext>
              </c:extLst>
            </c:dLbl>
            <c:dLbl>
              <c:idx val="14"/>
              <c:tx>
                <c:rich>
                  <a:bodyPr/>
                  <a:lstStyle/>
                  <a:p>
                    <a:r>
                      <a:rPr lang="en-US"/>
                      <a:t>Google V8</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0519-7043-91E7-EECF3C414252}"/>
                </c:ext>
              </c:extLst>
            </c:dLbl>
            <c:dLbl>
              <c:idx val="15"/>
              <c:tx>
                <c:rich>
                  <a:bodyPr/>
                  <a:lstStyle/>
                  <a:p>
                    <a:r>
                      <a:rPr lang="en-US"/>
                      <a:t>Googleguava</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0519-7043-91E7-EECF3C414252}"/>
                </c:ext>
              </c:extLst>
            </c:dLbl>
            <c:dLbl>
              <c:idx val="16"/>
              <c:tx>
                <c:rich>
                  <a:bodyPr/>
                  <a:lstStyle/>
                  <a:p>
                    <a:r>
                      <a:rPr lang="en-US"/>
                      <a:t>Hadoop</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0519-7043-91E7-EECF3C414252}"/>
                </c:ext>
              </c:extLst>
            </c:dLbl>
            <c:dLbl>
              <c:idx val="17"/>
              <c:tx>
                <c:rich>
                  <a:bodyPr/>
                  <a:lstStyle/>
                  <a:p>
                    <a:r>
                      <a:rPr lang="en-US"/>
                      <a:t>Hibernate</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E-0519-7043-91E7-EECF3C414252}"/>
                </c:ext>
              </c:extLst>
            </c:dLbl>
            <c:dLbl>
              <c:idx val="18"/>
              <c:tx>
                <c:rich>
                  <a:bodyPr/>
                  <a:lstStyle/>
                  <a:p>
                    <a:r>
                      <a:rPr lang="en-US"/>
                      <a:t>HR App</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F-0519-7043-91E7-EECF3C414252}"/>
                </c:ext>
              </c:extLst>
            </c:dLbl>
            <c:dLbl>
              <c:idx val="19"/>
              <c:tx>
                <c:rich>
                  <a:bodyPr/>
                  <a:lstStyle/>
                  <a:p>
                    <a:r>
                      <a:rPr lang="en-US"/>
                      <a:t>Insecure-bank</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0-0519-7043-91E7-EECF3C414252}"/>
                </c:ext>
              </c:extLst>
            </c:dLbl>
            <c:dLbl>
              <c:idx val="20"/>
              <c:tx>
                <c:rich>
                  <a:bodyPr/>
                  <a:lstStyle/>
                  <a:p>
                    <a:r>
                      <a:rPr lang="en-US"/>
                      <a:t>Jruby</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1-0519-7043-91E7-EECF3C414252}"/>
                </c:ext>
              </c:extLst>
            </c:dLbl>
            <c:dLbl>
              <c:idx val="21"/>
              <c:tx>
                <c:rich>
                  <a:bodyPr/>
                  <a:lstStyle/>
                  <a:p>
                    <a:r>
                      <a:rPr lang="en-US"/>
                      <a:t>Kafka</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2-0519-7043-91E7-EECF3C414252}"/>
                </c:ext>
              </c:extLst>
            </c:dLbl>
            <c:dLbl>
              <c:idx val="22"/>
              <c:tx>
                <c:rich>
                  <a:bodyPr/>
                  <a:lstStyle/>
                  <a:p>
                    <a:r>
                      <a:rPr lang="en-US"/>
                      <a:t>Mainframe</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3-0519-7043-91E7-EECF3C414252}"/>
                </c:ext>
              </c:extLst>
            </c:dLbl>
            <c:dLbl>
              <c:idx val="23"/>
              <c:tx>
                <c:rich>
                  <a:bodyPr/>
                  <a:lstStyle/>
                  <a:p>
                    <a:r>
                      <a:rPr lang="en-US"/>
                      <a:t>Mariadb-server</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4-0519-7043-91E7-EECF3C414252}"/>
                </c:ext>
              </c:extLst>
            </c:dLbl>
            <c:dLbl>
              <c:idx val="24"/>
              <c:tx>
                <c:rich>
                  <a:bodyPr/>
                  <a:lstStyle/>
                  <a:p>
                    <a:r>
                      <a:rPr lang="en-US"/>
                      <a:t>Microsoftterminal</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5-0519-7043-91E7-EECF3C414252}"/>
                </c:ext>
              </c:extLst>
            </c:dLbl>
            <c:dLbl>
              <c:idx val="25"/>
              <c:tx>
                <c:rich>
                  <a:bodyPr/>
                  <a:lstStyle/>
                  <a:p>
                    <a:r>
                      <a:rPr lang="en-US"/>
                      <a:t>Mongodb</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6-0519-7043-91E7-EECF3C414252}"/>
                </c:ext>
              </c:extLst>
            </c:dLbl>
            <c:dLbl>
              <c:idx val="26"/>
              <c:tx>
                <c:rich>
                  <a:bodyPr/>
                  <a:lstStyle/>
                  <a:p>
                    <a:r>
                      <a:rPr lang="en-US"/>
                      <a:t>Mysql-server</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7-0519-7043-91E7-EECF3C414252}"/>
                </c:ext>
              </c:extLst>
            </c:dLbl>
            <c:dLbl>
              <c:idx val="27"/>
              <c:tx>
                <c:rich>
                  <a:bodyPr/>
                  <a:lstStyle/>
                  <a:p>
                    <a:r>
                      <a:rPr lang="en-US"/>
                      <a:t>Nodejs</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8-0519-7043-91E7-EECF3C414252}"/>
                </c:ext>
              </c:extLst>
            </c:dLbl>
            <c:dLbl>
              <c:idx val="28"/>
              <c:tx>
                <c:rich>
                  <a:bodyPr/>
                  <a:lstStyle/>
                  <a:p>
                    <a:r>
                      <a:rPr lang="en-US"/>
                      <a:t>Okhttp</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9-0519-7043-91E7-EECF3C414252}"/>
                </c:ext>
              </c:extLst>
            </c:dLbl>
            <c:dLbl>
              <c:idx val="29"/>
              <c:tx>
                <c:rich>
                  <a:bodyPr/>
                  <a:lstStyle/>
                  <a:p>
                    <a:r>
                      <a:rPr lang="en-US"/>
                      <a:t>Oraclegraal</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A-0519-7043-91E7-EECF3C414252}"/>
                </c:ext>
              </c:extLst>
            </c:dLbl>
            <c:dLbl>
              <c:idx val="30"/>
              <c:tx>
                <c:rich>
                  <a:bodyPr/>
                  <a:lstStyle/>
                  <a:p>
                    <a:r>
                      <a:rPr lang="en-US"/>
                      <a:t>Platform cloud demo</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B-0519-7043-91E7-EECF3C414252}"/>
                </c:ext>
              </c:extLst>
            </c:dLbl>
            <c:dLbl>
              <c:idx val="31"/>
              <c:tx>
                <c:rich>
                  <a:bodyPr/>
                  <a:lstStyle/>
                  <a:p>
                    <a:r>
                      <a:rPr lang="en-US"/>
                      <a:t>Postgres</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C-0519-7043-91E7-EECF3C414252}"/>
                </c:ext>
              </c:extLst>
            </c:dLbl>
            <c:dLbl>
              <c:idx val="32"/>
              <c:tx>
                <c:rich>
                  <a:bodyPr/>
                  <a:lstStyle/>
                  <a:p>
                    <a:r>
                      <a:rPr lang="en-US"/>
                      <a:t>Postman-runtime</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D-0519-7043-91E7-EECF3C414252}"/>
                </c:ext>
              </c:extLst>
            </c:dLbl>
            <c:dLbl>
              <c:idx val="33"/>
              <c:tx>
                <c:rich>
                  <a:bodyPr/>
                  <a:lstStyle/>
                  <a:p>
                    <a:r>
                      <a:rPr lang="en-US"/>
                      <a:t>Puppet</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E-0519-7043-91E7-EECF3C414252}"/>
                </c:ext>
              </c:extLst>
            </c:dLbl>
            <c:dLbl>
              <c:idx val="34"/>
              <c:tx>
                <c:rich>
                  <a:bodyPr/>
                  <a:lstStyle/>
                  <a:p>
                    <a:r>
                      <a:rPr lang="en-US"/>
                      <a:t>Pure Aloe</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F-0519-7043-91E7-EECF3C414252}"/>
                </c:ext>
              </c:extLst>
            </c:dLbl>
            <c:dLbl>
              <c:idx val="35"/>
              <c:tx>
                <c:rich>
                  <a:bodyPr/>
                  <a:lstStyle/>
                  <a:p>
                    <a:r>
                      <a:rPr lang="en-US"/>
                      <a:t>Rasa</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0-0519-7043-91E7-EECF3C414252}"/>
                </c:ext>
              </c:extLst>
            </c:dLbl>
            <c:dLbl>
              <c:idx val="36"/>
              <c:tx>
                <c:rich>
                  <a:bodyPr/>
                  <a:lstStyle/>
                  <a:p>
                    <a:r>
                      <a:rPr lang="en-US"/>
                      <a:t>React</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1-0519-7043-91E7-EECF3C414252}"/>
                </c:ext>
              </c:extLst>
            </c:dLbl>
            <c:dLbl>
              <c:idx val="37"/>
              <c:tx>
                <c:rich>
                  <a:bodyPr/>
                  <a:lstStyle/>
                  <a:p>
                    <a:r>
                      <a:rPr lang="en-US"/>
                      <a:t>Redis</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2-0519-7043-91E7-EECF3C414252}"/>
                </c:ext>
              </c:extLst>
            </c:dLbl>
            <c:dLbl>
              <c:idx val="38"/>
              <c:tx>
                <c:rich>
                  <a:bodyPr/>
                  <a:lstStyle/>
                  <a:p>
                    <a:r>
                      <a:rPr lang="en-US"/>
                      <a:t>Roslyn</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3-0519-7043-91E7-EECF3C414252}"/>
                </c:ext>
              </c:extLst>
            </c:dLbl>
            <c:dLbl>
              <c:idx val="39"/>
              <c:tx>
                <c:rich>
                  <a:bodyPr/>
                  <a:lstStyle/>
                  <a:p>
                    <a:r>
                      <a:rPr lang="en-US"/>
                      <a:t>Roslyn analyzers</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4-0519-7043-91E7-EECF3C414252}"/>
                </c:ext>
              </c:extLst>
            </c:dLbl>
            <c:dLbl>
              <c:idx val="40"/>
              <c:tx>
                <c:rich>
                  <a:bodyPr/>
                  <a:lstStyle/>
                  <a:p>
                    <a:r>
                      <a:rPr lang="en-US"/>
                      <a:t>Spring-boot</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5-0519-7043-91E7-EECF3C414252}"/>
                </c:ext>
              </c:extLst>
            </c:dLbl>
            <c:dLbl>
              <c:idx val="41"/>
              <c:tx>
                <c:rich>
                  <a:bodyPr/>
                  <a:lstStyle/>
                  <a:p>
                    <a:r>
                      <a:rPr lang="en-US"/>
                      <a:t>Swift</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6-0519-7043-91E7-EECF3C414252}"/>
                </c:ext>
              </c:extLst>
            </c:dLbl>
            <c:dLbl>
              <c:idx val="42"/>
              <c:tx>
                <c:rich>
                  <a:bodyPr/>
                  <a:lstStyle/>
                  <a:p>
                    <a:r>
                      <a:rPr lang="en-US"/>
                      <a:t>Systemd</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7-0519-7043-91E7-EECF3C414252}"/>
                </c:ext>
              </c:extLst>
            </c:dLbl>
            <c:dLbl>
              <c:idx val="43"/>
              <c:tx>
                <c:rich>
                  <a:bodyPr/>
                  <a:lstStyle/>
                  <a:p>
                    <a:r>
                      <a:rPr lang="en-US"/>
                      <a:t>Tensorflow</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8-0519-7043-91E7-EECF3C414252}"/>
                </c:ext>
              </c:extLst>
            </c:dLbl>
            <c:dLbl>
              <c:idx val="44"/>
              <c:tx>
                <c:rich>
                  <a:bodyPr/>
                  <a:lstStyle/>
                  <a:p>
                    <a:r>
                      <a:rPr lang="en-US"/>
                      <a:t>Utplsql</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9-0519-7043-91E7-EECF3C414252}"/>
                </c:ext>
              </c:extLst>
            </c:dLbl>
            <c:dLbl>
              <c:idx val="45"/>
              <c:tx>
                <c:rich>
                  <a:bodyPr/>
                  <a:lstStyle/>
                  <a:p>
                    <a:r>
                      <a:rPr lang="en-US"/>
                      <a:t>Visual Studio Code</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A-0519-7043-91E7-EECF3C414252}"/>
                </c:ext>
              </c:extLst>
            </c:dLbl>
            <c:dLbl>
              <c:idx val="46"/>
              <c:tx>
                <c:rich>
                  <a:bodyPr/>
                  <a:lstStyle/>
                  <a:p>
                    <a:r>
                      <a:rPr lang="en-US"/>
                      <a:t>Vuejs</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B-0519-7043-91E7-EECF3C414252}"/>
                </c:ext>
              </c:extLst>
            </c:dLbl>
            <c:dLbl>
              <c:idx val="47"/>
              <c:tx>
                <c:rich>
                  <a:bodyPr/>
                  <a:lstStyle/>
                  <a:p>
                    <a:r>
                      <a:rPr lang="en-US"/>
                      <a:t>Webmethods</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C-0519-7043-91E7-EECF3C414252}"/>
                </c:ext>
              </c:extLst>
            </c:dLbl>
            <c:dLbl>
              <c:idx val="48"/>
              <c:tx>
                <c:rich>
                  <a:bodyPr/>
                  <a:lstStyle/>
                  <a:p>
                    <a:r>
                      <a:rPr lang="en-US"/>
                      <a:t>Webpack</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D-0519-7043-91E7-EECF3C414252}"/>
                </c:ext>
              </c:extLst>
            </c:dLbl>
            <c:dLbl>
              <c:idx val="49"/>
              <c:tx>
                <c:rich>
                  <a:bodyPr/>
                  <a:lstStyle/>
                  <a:p>
                    <a:r>
                      <a:rPr lang="en-US"/>
                      <a:t>Zuul</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2E-0519-7043-91E7-EECF3C414252}"/>
                </c:ext>
              </c:extLst>
            </c:dLbl>
            <c:numFmt formatCode="#,##0.0" sourceLinked="0"/>
            <c:spPr>
              <a:solidFill>
                <a:schemeClr val="accent3">
                  <a:alpha val="85000"/>
                </a:schemeClr>
              </a:solidFill>
              <a:ln>
                <a:noFill/>
              </a:ln>
              <a:effectLst>
                <a:outerShdw blurRad="187732" sx="102000" sy="102000" algn="ctr" rotWithShape="0">
                  <a:prstClr val="black">
                    <a:alpha val="19735"/>
                  </a:prstClr>
                </a:outerShdw>
              </a:effectLst>
            </c:spPr>
            <c:txPr>
              <a:bodyPr rot="0" spcFirstLastPara="1" vertOverflow="clip" horzOverflow="clip" vert="horz" wrap="none" lIns="36576" tIns="0" rIns="36576" bIns="0" anchor="ctr" anchorCtr="1">
                <a:spAutoFit/>
              </a:bodyPr>
              <a:lstStyle/>
              <a:p>
                <a:pPr>
                  <a:defRPr sz="1197" b="1" i="0" u="none" strike="noStrike" kern="1200" baseline="0">
                    <a:solidFill>
                      <a:schemeClr val="bg1"/>
                    </a:solidFill>
                    <a:latin typeface="+mn-lt"/>
                    <a:ea typeface="+mn-ea"/>
                    <a:cs typeface="+mn-cs"/>
                  </a:defRPr>
                </a:pPr>
                <a:endParaRPr lang="en-NL"/>
              </a:p>
            </c:txPr>
            <c:dLblPos val="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oundRect">
                    <a:avLst/>
                  </a:prstGeom>
                  <a:noFill/>
                  <a:ln>
                    <a:noFill/>
                  </a:ln>
                </c15:spPr>
                <c15:showDataLabelsRange val="1"/>
                <c15:showLeaderLines val="0"/>
              </c:ext>
            </c:extLst>
          </c:dLbls>
          <c:xVal>
            <c:numRef>
              <c:f>Sheet1!$A$2:$A$2</c:f>
              <c:numCache>
                <c:formatCode>General</c:formatCode>
                <c:ptCount val="1"/>
                <c:pt idx="0">
                  <c:v>39.7</c:v>
                </c:pt>
              </c:numCache>
            </c:numRef>
          </c:xVal>
          <c:yVal>
            <c:numRef>
              <c:f>Sheet1!$B$2:$B$2</c:f>
              <c:numCache>
                <c:formatCode>General</c:formatCode>
                <c:ptCount val="1"/>
                <c:pt idx="0">
                  <c:v>3.1088759386596374</c:v>
                </c:pt>
              </c:numCache>
            </c:numRef>
          </c:yVal>
          <c:smooth val="0"/>
          <c:extLst>
            <c:ext xmlns:c15="http://schemas.microsoft.com/office/drawing/2012/chart" uri="{02D57815-91ED-43cb-92C2-25804820EDAC}">
              <c15:datalabelsRange>
                <c15:f>Sheet1!$C$2:$C$3</c15:f>
                <c15:dlblRangeCache>
                  <c:ptCount val="2"/>
                </c15:dlblRangeCache>
              </c15:datalabelsRange>
            </c:ext>
            <c:ext xmlns:c16="http://schemas.microsoft.com/office/drawing/2014/chart" uri="{C3380CC4-5D6E-409C-BE32-E72D297353CC}">
              <c16:uniqueId val="{00000003-B86A-D14B-85E9-B8DEC18B60F7}"/>
            </c:ext>
          </c:extLst>
        </c:ser>
        <c:dLbls>
          <c:showLegendKey val="0"/>
          <c:showVal val="0"/>
          <c:showCatName val="0"/>
          <c:showSerName val="0"/>
          <c:showPercent val="0"/>
          <c:showBubbleSize val="0"/>
        </c:dLbls>
        <c:axId val="1649584720"/>
        <c:axId val="1649586368"/>
      </c:scatterChart>
      <c:valAx>
        <c:axId val="1649584720"/>
        <c:scaling>
          <c:logBase val="10"/>
          <c:orientation val="minMax"/>
          <c:max val="10000"/>
          <c:min val="0.1"/>
        </c:scaling>
        <c:delete val="0"/>
        <c:axPos val="b"/>
        <c:majorGridlines>
          <c:spPr>
            <a:ln w="9525" cap="flat" cmpd="sng" algn="ctr">
              <a:noFill/>
              <a:round/>
            </a:ln>
            <a:effectLst/>
          </c:spPr>
        </c:majorGridlines>
        <c:numFmt formatCode="#,##0" sourceLinked="0"/>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1" i="0" u="none" strike="noStrike" kern="1200" baseline="0">
                <a:solidFill>
                  <a:schemeClr val="bg1"/>
                </a:solidFill>
                <a:latin typeface="+mn-lt"/>
                <a:ea typeface="+mn-ea"/>
                <a:cs typeface="+mn-cs"/>
              </a:defRPr>
            </a:pPr>
            <a:endParaRPr lang="en-NL"/>
          </a:p>
        </c:txPr>
        <c:crossAx val="1649586368"/>
        <c:crosses val="autoZero"/>
        <c:crossBetween val="midCat"/>
      </c:valAx>
      <c:valAx>
        <c:axId val="1649586368"/>
        <c:scaling>
          <c:orientation val="minMax"/>
          <c:max val="5.5"/>
          <c:min val="0.5"/>
        </c:scaling>
        <c:delete val="0"/>
        <c:axPos val="l"/>
        <c:majorGridlines>
          <c:spPr>
            <a:ln w="9525" cap="flat" cmpd="sng" algn="ctr">
              <a:noFill/>
              <a:round/>
            </a:ln>
            <a:effectLst/>
          </c:spPr>
        </c:majorGridlines>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NL"/>
          </a:p>
        </c:txPr>
        <c:crossAx val="1649584720"/>
        <c:crossesAt val="0.1"/>
        <c:crossBetween val="midCat"/>
        <c:majorUnit val="1"/>
        <c:minorUnit val="0.5"/>
      </c:valAx>
      <c:spPr>
        <a:noFill/>
        <a:ln>
          <a:noFill/>
        </a:ln>
        <a:effectLst/>
      </c:spPr>
    </c:plotArea>
    <c:plotVisOnly val="0"/>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N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080532533357349E-2"/>
          <c:y val="9.4658855447728937E-2"/>
          <c:w val="0.87463248862865584"/>
          <c:h val="0.8106822891045421"/>
        </c:manualLayout>
      </c:layout>
      <c:barChart>
        <c:barDir val="bar"/>
        <c:grouping val="stacked"/>
        <c:varyColors val="0"/>
        <c:ser>
          <c:idx val="0"/>
          <c:order val="0"/>
          <c:tx>
            <c:strRef>
              <c:f>Sheet1!$B$1</c:f>
              <c:strCache>
                <c:ptCount val="1"/>
                <c:pt idx="0">
                  <c:v>Critical risk</c:v>
                </c:pt>
              </c:strCache>
            </c:strRef>
          </c:tx>
          <c:spPr>
            <a:solidFill>
              <a:srgbClr val="910813"/>
            </a:solidFill>
            <a:ln>
              <a:noFill/>
            </a:ln>
            <a:effectLst/>
          </c:spPr>
          <c:invertIfNegative val="0"/>
          <c:cat>
            <c:strRef>
              <c:f>Sheet1!$A$2:$A$3</c:f>
              <c:strCache>
                <c:ptCount val="2"/>
                <c:pt idx="0">
                  <c:v>Vulnerability risk</c:v>
                </c:pt>
                <c:pt idx="1">
                  <c:v>Legal risk</c:v>
                </c:pt>
              </c:strCache>
            </c:strRef>
          </c:cat>
          <c:val>
            <c:numRef>
              <c:f>Sheet1!$B$2:$B$3</c:f>
              <c:numCache>
                <c:formatCode>General</c:formatCode>
                <c:ptCount val="2"/>
                <c:pt idx="0">
                  <c:v>0</c:v>
                </c:pt>
                <c:pt idx="1">
                  <c:v>0</c:v>
                </c:pt>
              </c:numCache>
            </c:numRef>
          </c:val>
          <c:extLst>
            <c:ext xmlns:c16="http://schemas.microsoft.com/office/drawing/2014/chart" uri="{C3380CC4-5D6E-409C-BE32-E72D297353CC}">
              <c16:uniqueId val="{00000000-D7C1-0A4B-BF3C-1F87FFDAFFAB}"/>
            </c:ext>
          </c:extLst>
        </c:ser>
        <c:ser>
          <c:idx val="1"/>
          <c:order val="1"/>
          <c:tx>
            <c:strRef>
              <c:f>Sheet1!$C$1</c:f>
              <c:strCache>
                <c:ptCount val="1"/>
                <c:pt idx="0">
                  <c:v>High risk</c:v>
                </c:pt>
              </c:strCache>
            </c:strRef>
          </c:tx>
          <c:spPr>
            <a:solidFill>
              <a:srgbClr val="CF4731"/>
            </a:solidFill>
            <a:ln>
              <a:noFill/>
            </a:ln>
            <a:effectLst/>
          </c:spPr>
          <c:invertIfNegative val="0"/>
          <c:dPt>
            <c:idx val="2"/>
            <c:invertIfNegative val="0"/>
            <c:bubble3D val="0"/>
            <c:spPr>
              <a:solidFill>
                <a:srgbClr val="CF4731"/>
              </a:solidFill>
              <a:ln>
                <a:noFill/>
              </a:ln>
              <a:effectLst/>
            </c:spPr>
            <c:extLst>
              <c:ext xmlns:c16="http://schemas.microsoft.com/office/drawing/2014/chart" uri="{C3380CC4-5D6E-409C-BE32-E72D297353CC}">
                <c16:uniqueId val="{00000002-D7C1-0A4B-BF3C-1F87FFDAFFAB}"/>
              </c:ext>
            </c:extLst>
          </c:dPt>
          <c:dPt>
            <c:idx val="3"/>
            <c:invertIfNegative val="0"/>
            <c:bubble3D val="0"/>
            <c:spPr>
              <a:solidFill>
                <a:srgbClr val="CF4731"/>
              </a:solidFill>
              <a:ln>
                <a:noFill/>
              </a:ln>
              <a:effectLst/>
            </c:spPr>
            <c:extLst>
              <c:ext xmlns:c16="http://schemas.microsoft.com/office/drawing/2014/chart" uri="{C3380CC4-5D6E-409C-BE32-E72D297353CC}">
                <c16:uniqueId val="{00000004-D7C1-0A4B-BF3C-1F87FFDAFFAB}"/>
              </c:ext>
            </c:extLst>
          </c:dPt>
          <c:dPt>
            <c:idx val="4"/>
            <c:invertIfNegative val="0"/>
            <c:bubble3D val="0"/>
            <c:spPr>
              <a:solidFill>
                <a:srgbClr val="CF4731"/>
              </a:solidFill>
              <a:ln>
                <a:noFill/>
              </a:ln>
              <a:effectLst/>
            </c:spPr>
            <c:extLst>
              <c:ext xmlns:c16="http://schemas.microsoft.com/office/drawing/2014/chart" uri="{C3380CC4-5D6E-409C-BE32-E72D297353CC}">
                <c16:uniqueId val="{00000006-D7C1-0A4B-BF3C-1F87FFDAFFAB}"/>
              </c:ext>
            </c:extLst>
          </c:dPt>
          <c:dPt>
            <c:idx val="5"/>
            <c:invertIfNegative val="0"/>
            <c:bubble3D val="0"/>
            <c:spPr>
              <a:solidFill>
                <a:srgbClr val="CF4731"/>
              </a:solidFill>
              <a:ln>
                <a:noFill/>
              </a:ln>
              <a:effectLst/>
            </c:spPr>
            <c:extLst>
              <c:ext xmlns:c16="http://schemas.microsoft.com/office/drawing/2014/chart" uri="{C3380CC4-5D6E-409C-BE32-E72D297353CC}">
                <c16:uniqueId val="{00000008-D7C1-0A4B-BF3C-1F87FFDAFFAB}"/>
              </c:ext>
            </c:extLst>
          </c:dPt>
          <c:cat>
            <c:strRef>
              <c:f>Sheet1!$A$2:$A$3</c:f>
              <c:strCache>
                <c:ptCount val="2"/>
                <c:pt idx="0">
                  <c:v>Vulnerability risk</c:v>
                </c:pt>
                <c:pt idx="1">
                  <c:v>Legal risk</c:v>
                </c:pt>
              </c:strCache>
            </c:strRef>
          </c:cat>
          <c:val>
            <c:numRef>
              <c:f>Sheet1!$C$2:$C$3</c:f>
              <c:numCache>
                <c:formatCode>General</c:formatCode>
                <c:ptCount val="2"/>
                <c:pt idx="0">
                  <c:v>0</c:v>
                </c:pt>
                <c:pt idx="1">
                  <c:v>0</c:v>
                </c:pt>
              </c:numCache>
            </c:numRef>
          </c:val>
          <c:extLst>
            <c:ext xmlns:c16="http://schemas.microsoft.com/office/drawing/2014/chart" uri="{C3380CC4-5D6E-409C-BE32-E72D297353CC}">
              <c16:uniqueId val="{00000009-D7C1-0A4B-BF3C-1F87FFDAFFAB}"/>
            </c:ext>
          </c:extLst>
        </c:ser>
        <c:ser>
          <c:idx val="2"/>
          <c:order val="2"/>
          <c:tx>
            <c:strRef>
              <c:f>Sheet1!$D$1</c:f>
              <c:strCache>
                <c:ptCount val="1"/>
                <c:pt idx="0">
                  <c:v>Medium risk</c:v>
                </c:pt>
              </c:strCache>
            </c:strRef>
          </c:tx>
          <c:spPr>
            <a:solidFill>
              <a:srgbClr val="E78E17"/>
            </a:solidFill>
            <a:ln>
              <a:noFill/>
            </a:ln>
            <a:effectLst/>
          </c:spPr>
          <c:invertIfNegative val="0"/>
          <c:dPt>
            <c:idx val="2"/>
            <c:invertIfNegative val="0"/>
            <c:bubble3D val="0"/>
            <c:spPr>
              <a:solidFill>
                <a:srgbClr val="E78E17"/>
              </a:solidFill>
              <a:ln>
                <a:noFill/>
              </a:ln>
              <a:effectLst/>
            </c:spPr>
            <c:extLst>
              <c:ext xmlns:c16="http://schemas.microsoft.com/office/drawing/2014/chart" uri="{C3380CC4-5D6E-409C-BE32-E72D297353CC}">
                <c16:uniqueId val="{0000000B-D7C1-0A4B-BF3C-1F87FFDAFFAB}"/>
              </c:ext>
            </c:extLst>
          </c:dPt>
          <c:dPt>
            <c:idx val="5"/>
            <c:invertIfNegative val="0"/>
            <c:bubble3D val="0"/>
            <c:spPr>
              <a:solidFill>
                <a:srgbClr val="E78E17"/>
              </a:solidFill>
              <a:ln>
                <a:noFill/>
              </a:ln>
              <a:effectLst/>
            </c:spPr>
            <c:extLst>
              <c:ext xmlns:c16="http://schemas.microsoft.com/office/drawing/2014/chart" uri="{C3380CC4-5D6E-409C-BE32-E72D297353CC}">
                <c16:uniqueId val="{0000000D-D7C1-0A4B-BF3C-1F87FFDAFFAB}"/>
              </c:ext>
            </c:extLst>
          </c:dPt>
          <c:cat>
            <c:strRef>
              <c:f>Sheet1!$A$2:$A$3</c:f>
              <c:strCache>
                <c:ptCount val="2"/>
                <c:pt idx="0">
                  <c:v>Vulnerability risk</c:v>
                </c:pt>
                <c:pt idx="1">
                  <c:v>Legal risk</c:v>
                </c:pt>
              </c:strCache>
            </c:strRef>
          </c:cat>
          <c:val>
            <c:numRef>
              <c:f>Sheet1!$D$2:$D$3</c:f>
              <c:numCache>
                <c:formatCode>General</c:formatCode>
                <c:ptCount val="2"/>
                <c:pt idx="0">
                  <c:v>1</c:v>
                </c:pt>
                <c:pt idx="1">
                  <c:v>0</c:v>
                </c:pt>
              </c:numCache>
            </c:numRef>
          </c:val>
          <c:extLst>
            <c:ext xmlns:c16="http://schemas.microsoft.com/office/drawing/2014/chart" uri="{C3380CC4-5D6E-409C-BE32-E72D297353CC}">
              <c16:uniqueId val="{0000000E-D7C1-0A4B-BF3C-1F87FFDAFFAB}"/>
            </c:ext>
          </c:extLst>
        </c:ser>
        <c:ser>
          <c:idx val="3"/>
          <c:order val="3"/>
          <c:tx>
            <c:strRef>
              <c:f>Sheet1!$E$1</c:f>
              <c:strCache>
                <c:ptCount val="1"/>
                <c:pt idx="0">
                  <c:v>Low risk</c:v>
                </c:pt>
              </c:strCache>
            </c:strRef>
          </c:tx>
          <c:spPr>
            <a:solidFill>
              <a:srgbClr val="EBC937"/>
            </a:solidFill>
            <a:ln>
              <a:noFill/>
            </a:ln>
            <a:effectLst/>
          </c:spPr>
          <c:invertIfNegative val="0"/>
          <c:cat>
            <c:strRef>
              <c:f>Sheet1!$A$2:$A$3</c:f>
              <c:strCache>
                <c:ptCount val="2"/>
                <c:pt idx="0">
                  <c:v>Vulnerability risk</c:v>
                </c:pt>
                <c:pt idx="1">
                  <c:v>Legal risk</c:v>
                </c:pt>
              </c:strCache>
            </c:strRef>
          </c:cat>
          <c:val>
            <c:numRef>
              <c:f>Sheet1!$E$2:$E$3</c:f>
              <c:numCache>
                <c:formatCode>General</c:formatCode>
                <c:ptCount val="2"/>
                <c:pt idx="0">
                  <c:v>0</c:v>
                </c:pt>
                <c:pt idx="1">
                  <c:v>0</c:v>
                </c:pt>
              </c:numCache>
            </c:numRef>
          </c:val>
          <c:extLst>
            <c:ext xmlns:c16="http://schemas.microsoft.com/office/drawing/2014/chart" uri="{C3380CC4-5D6E-409C-BE32-E72D297353CC}">
              <c16:uniqueId val="{0000000C-3178-A848-A9F6-D040B7E589FA}"/>
            </c:ext>
          </c:extLst>
        </c:ser>
        <c:dLbls>
          <c:showLegendKey val="0"/>
          <c:showVal val="0"/>
          <c:showCatName val="0"/>
          <c:showSerName val="0"/>
          <c:showPercent val="0"/>
          <c:showBubbleSize val="0"/>
        </c:dLbls>
        <c:gapWidth val="30"/>
        <c:overlap val="100"/>
        <c:axId val="1358545104"/>
        <c:axId val="1358370032"/>
      </c:barChart>
      <c:catAx>
        <c:axId val="1358545104"/>
        <c:scaling>
          <c:orientation val="maxMin"/>
        </c:scaling>
        <c:delete val="1"/>
        <c:axPos val="l"/>
        <c:numFmt formatCode="General" sourceLinked="1"/>
        <c:majorTickMark val="none"/>
        <c:minorTickMark val="none"/>
        <c:tickLblPos val="nextTo"/>
        <c:crossAx val="1358370032"/>
        <c:crosses val="autoZero"/>
        <c:auto val="1"/>
        <c:lblAlgn val="ctr"/>
        <c:lblOffset val="100"/>
        <c:noMultiLvlLbl val="0"/>
      </c:catAx>
      <c:valAx>
        <c:axId val="1358370032"/>
        <c:scaling>
          <c:orientation val="minMax"/>
          <c:max val="22.0"/>
          <c:min val="0.0"/>
        </c:scaling>
        <c:delete val="1"/>
        <c:axPos val="b"/>
        <c:majorGridlines>
          <c:spPr>
            <a:ln w="9525" cap="flat" cmpd="sng" algn="ctr">
              <a:solidFill>
                <a:schemeClr val="tx1">
                  <a:lumMod val="60000"/>
                  <a:lumOff val="40000"/>
                  <a:alpha val="35000"/>
                </a:schemeClr>
              </a:solidFill>
              <a:prstDash val="solid"/>
              <a:round/>
            </a:ln>
            <a:effectLst/>
          </c:spPr>
        </c:majorGridlines>
        <c:numFmt formatCode="General" sourceLinked="1"/>
        <c:majorTickMark val="none"/>
        <c:minorTickMark val="none"/>
        <c:tickLblPos val="nextTo"/>
        <c:crossAx val="1358545104"/>
        <c:crosses val="max"/>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NL"/>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24475308641975E-2"/>
          <c:y val="5.5420651472336685E-2"/>
          <c:w val="0.87405833333333338"/>
          <c:h val="0.66666679890396441"/>
        </c:manualLayout>
      </c:layout>
      <c:barChart>
        <c:barDir val="bar"/>
        <c:grouping val="stacked"/>
        <c:varyColors val="0"/>
        <c:ser>
          <c:idx val="0"/>
          <c:order val="0"/>
          <c:tx>
            <c:strRef>
              <c:f>Sheet1!$B$1</c:f>
              <c:strCache>
                <c:ptCount val="1"/>
                <c:pt idx="0">
                  <c:v>Critical risk</c:v>
                </c:pt>
              </c:strCache>
            </c:strRef>
          </c:tx>
          <c:spPr>
            <a:solidFill>
              <a:srgbClr val="910813">
                <a:alpha val="50000"/>
              </a:srgbClr>
            </a:solidFill>
            <a:ln>
              <a:noFill/>
            </a:ln>
            <a:effectLst/>
          </c:spPr>
          <c:invertIfNegative val="0"/>
          <c:cat>
            <c:strRef>
              <c:f>Sheet1!$A$2:$A$5</c:f>
              <c:strCache>
                <c:ptCount val="4"/>
                <c:pt idx="0">
                  <c:v>Freshness risk</c:v>
                </c:pt>
                <c:pt idx="1">
                  <c:v>Stability risk</c:v>
                </c:pt>
                <c:pt idx="2">
                  <c:v>Management risk</c:v>
                </c:pt>
                <c:pt idx="3">
                  <c:v>Activity risk</c:v>
                </c:pt>
              </c:strCache>
            </c:strRef>
          </c:cat>
          <c:val>
            <c:numRef>
              <c:f>Sheet1!$B$2:$B$5</c:f>
              <c:numCache>
                <c:formatCode>General</c:formatCode>
                <c:ptCount val="4"/>
                <c:pt idx="0">
                  <c:v>0</c:v>
                </c:pt>
                <c:pt idx="1">
                  <c:v>0</c:v>
                </c:pt>
                <c:pt idx="2">
                  <c:v>0</c:v>
                </c:pt>
                <c:pt idx="3">
                  <c:v>1</c:v>
                </c:pt>
              </c:numCache>
            </c:numRef>
          </c:val>
          <c:extLst>
            <c:ext xmlns:c16="http://schemas.microsoft.com/office/drawing/2014/chart" uri="{C3380CC4-5D6E-409C-BE32-E72D297353CC}">
              <c16:uniqueId val="{00000000-8A49-5C45-872A-96D6CCD48952}"/>
            </c:ext>
          </c:extLst>
        </c:ser>
        <c:ser>
          <c:idx val="1"/>
          <c:order val="1"/>
          <c:tx>
            <c:strRef>
              <c:f>Sheet1!$C$1</c:f>
              <c:strCache>
                <c:ptCount val="1"/>
                <c:pt idx="0">
                  <c:v>High risk</c:v>
                </c:pt>
              </c:strCache>
            </c:strRef>
          </c:tx>
          <c:spPr>
            <a:solidFill>
              <a:srgbClr val="CF4731">
                <a:alpha val="50000"/>
              </a:srgbClr>
            </a:solidFill>
            <a:ln>
              <a:noFill/>
            </a:ln>
            <a:effectLst/>
          </c:spPr>
          <c:invertIfNegative val="0"/>
          <c:dPt>
            <c:idx val="2"/>
            <c:invertIfNegative val="0"/>
            <c:bubble3D val="0"/>
            <c:spPr>
              <a:solidFill>
                <a:srgbClr val="CF4731">
                  <a:alpha val="50000"/>
                </a:srgbClr>
              </a:solidFill>
              <a:ln>
                <a:noFill/>
              </a:ln>
              <a:effectLst/>
            </c:spPr>
            <c:extLst>
              <c:ext xmlns:c16="http://schemas.microsoft.com/office/drawing/2014/chart" uri="{C3380CC4-5D6E-409C-BE32-E72D297353CC}">
                <c16:uniqueId val="{00000002-8A49-5C45-872A-96D6CCD48952}"/>
              </c:ext>
            </c:extLst>
          </c:dPt>
          <c:dPt>
            <c:idx val="3"/>
            <c:invertIfNegative val="0"/>
            <c:bubble3D val="0"/>
            <c:spPr>
              <a:solidFill>
                <a:srgbClr val="CF4731">
                  <a:alpha val="50000"/>
                </a:srgbClr>
              </a:solidFill>
              <a:ln>
                <a:noFill/>
              </a:ln>
              <a:effectLst/>
            </c:spPr>
            <c:extLst>
              <c:ext xmlns:c16="http://schemas.microsoft.com/office/drawing/2014/chart" uri="{C3380CC4-5D6E-409C-BE32-E72D297353CC}">
                <c16:uniqueId val="{00000004-8A49-5C45-872A-96D6CCD48952}"/>
              </c:ext>
            </c:extLst>
          </c:dPt>
          <c:dPt>
            <c:idx val="4"/>
            <c:invertIfNegative val="0"/>
            <c:bubble3D val="0"/>
            <c:spPr>
              <a:solidFill>
                <a:srgbClr val="CF4731">
                  <a:alpha val="50000"/>
                </a:srgbClr>
              </a:solidFill>
              <a:ln>
                <a:noFill/>
              </a:ln>
              <a:effectLst/>
            </c:spPr>
            <c:extLst>
              <c:ext xmlns:c16="http://schemas.microsoft.com/office/drawing/2014/chart" uri="{C3380CC4-5D6E-409C-BE32-E72D297353CC}">
                <c16:uniqueId val="{00000006-8A49-5C45-872A-96D6CCD48952}"/>
              </c:ext>
            </c:extLst>
          </c:dPt>
          <c:dPt>
            <c:idx val="5"/>
            <c:invertIfNegative val="0"/>
            <c:bubble3D val="0"/>
            <c:spPr>
              <a:solidFill>
                <a:srgbClr val="CF4731">
                  <a:alpha val="50000"/>
                </a:srgbClr>
              </a:solidFill>
              <a:ln>
                <a:noFill/>
              </a:ln>
              <a:effectLst/>
            </c:spPr>
            <c:extLst>
              <c:ext xmlns:c16="http://schemas.microsoft.com/office/drawing/2014/chart" uri="{C3380CC4-5D6E-409C-BE32-E72D297353CC}">
                <c16:uniqueId val="{00000008-8A49-5C45-872A-96D6CCD48952}"/>
              </c:ext>
            </c:extLst>
          </c:dPt>
          <c:cat>
            <c:strRef>
              <c:f>Sheet1!$A$2:$A$5</c:f>
              <c:strCache>
                <c:ptCount val="4"/>
                <c:pt idx="0">
                  <c:v>Freshness risk</c:v>
                </c:pt>
                <c:pt idx="1">
                  <c:v>Stability risk</c:v>
                </c:pt>
                <c:pt idx="2">
                  <c:v>Management risk</c:v>
                </c:pt>
                <c:pt idx="3">
                  <c:v>Activity risk</c:v>
                </c:pt>
              </c:strCache>
            </c:strRef>
          </c:cat>
          <c:val>
            <c:numRef>
              <c:f>Sheet1!$C$2:$C$5</c:f>
              <c:numCache>
                <c:formatCode>General</c:formatCode>
                <c:ptCount val="4"/>
                <c:pt idx="0">
                  <c:v>4</c:v>
                </c:pt>
                <c:pt idx="1">
                  <c:v>0</c:v>
                </c:pt>
                <c:pt idx="2">
                  <c:v>0</c:v>
                </c:pt>
                <c:pt idx="3">
                  <c:v>1</c:v>
                </c:pt>
              </c:numCache>
            </c:numRef>
          </c:val>
          <c:extLst>
            <c:ext xmlns:c16="http://schemas.microsoft.com/office/drawing/2014/chart" uri="{C3380CC4-5D6E-409C-BE32-E72D297353CC}">
              <c16:uniqueId val="{00000009-8A49-5C45-872A-96D6CCD48952}"/>
            </c:ext>
          </c:extLst>
        </c:ser>
        <c:ser>
          <c:idx val="2"/>
          <c:order val="2"/>
          <c:tx>
            <c:strRef>
              <c:f>Sheet1!$D$1</c:f>
              <c:strCache>
                <c:ptCount val="1"/>
                <c:pt idx="0">
                  <c:v>Medium risk</c:v>
                </c:pt>
              </c:strCache>
            </c:strRef>
          </c:tx>
          <c:spPr>
            <a:solidFill>
              <a:srgbClr val="E78E17">
                <a:alpha val="50000"/>
              </a:srgbClr>
            </a:solidFill>
            <a:ln>
              <a:noFill/>
            </a:ln>
            <a:effectLst/>
          </c:spPr>
          <c:invertIfNegative val="0"/>
          <c:dPt>
            <c:idx val="2"/>
            <c:invertIfNegative val="0"/>
            <c:bubble3D val="0"/>
            <c:spPr>
              <a:solidFill>
                <a:srgbClr val="E78E17">
                  <a:alpha val="50000"/>
                </a:srgbClr>
              </a:solidFill>
              <a:ln>
                <a:noFill/>
              </a:ln>
              <a:effectLst/>
            </c:spPr>
            <c:extLst>
              <c:ext xmlns:c16="http://schemas.microsoft.com/office/drawing/2014/chart" uri="{C3380CC4-5D6E-409C-BE32-E72D297353CC}">
                <c16:uniqueId val="{0000000B-8A49-5C45-872A-96D6CCD48952}"/>
              </c:ext>
            </c:extLst>
          </c:dPt>
          <c:dPt>
            <c:idx val="5"/>
            <c:invertIfNegative val="0"/>
            <c:bubble3D val="0"/>
            <c:spPr>
              <a:solidFill>
                <a:srgbClr val="E78E17">
                  <a:alpha val="50000"/>
                </a:srgbClr>
              </a:solidFill>
              <a:ln>
                <a:noFill/>
              </a:ln>
              <a:effectLst/>
            </c:spPr>
            <c:extLst>
              <c:ext xmlns:c16="http://schemas.microsoft.com/office/drawing/2014/chart" uri="{C3380CC4-5D6E-409C-BE32-E72D297353CC}">
                <c16:uniqueId val="{0000000D-8A49-5C45-872A-96D6CCD48952}"/>
              </c:ext>
            </c:extLst>
          </c:dPt>
          <c:cat>
            <c:strRef>
              <c:f>Sheet1!$A$2:$A$5</c:f>
              <c:strCache>
                <c:ptCount val="4"/>
                <c:pt idx="0">
                  <c:v>Freshness risk</c:v>
                </c:pt>
                <c:pt idx="1">
                  <c:v>Stability risk</c:v>
                </c:pt>
                <c:pt idx="2">
                  <c:v>Management risk</c:v>
                </c:pt>
                <c:pt idx="3">
                  <c:v>Activity risk</c:v>
                </c:pt>
              </c:strCache>
            </c:strRef>
          </c:cat>
          <c:val>
            <c:numRef>
              <c:f>Sheet1!$D$2:$D$5</c:f>
              <c:numCache>
                <c:formatCode>General</c:formatCode>
                <c:ptCount val="4"/>
                <c:pt idx="0">
                  <c:v>11</c:v>
                </c:pt>
                <c:pt idx="1">
                  <c:v>0</c:v>
                </c:pt>
                <c:pt idx="2">
                  <c:v>0</c:v>
                </c:pt>
                <c:pt idx="3">
                  <c:v>3</c:v>
                </c:pt>
              </c:numCache>
            </c:numRef>
          </c:val>
          <c:extLst>
            <c:ext xmlns:c16="http://schemas.microsoft.com/office/drawing/2014/chart" uri="{C3380CC4-5D6E-409C-BE32-E72D297353CC}">
              <c16:uniqueId val="{0000000E-8A49-5C45-872A-96D6CCD48952}"/>
            </c:ext>
          </c:extLst>
        </c:ser>
        <c:ser>
          <c:idx val="3"/>
          <c:order val="3"/>
          <c:tx>
            <c:strRef>
              <c:f>Sheet1!$E$1</c:f>
              <c:strCache>
                <c:ptCount val="1"/>
                <c:pt idx="0">
                  <c:v>Low risk</c:v>
                </c:pt>
              </c:strCache>
            </c:strRef>
          </c:tx>
          <c:spPr>
            <a:solidFill>
              <a:srgbClr val="EBC937">
                <a:alpha val="50000"/>
              </a:srgbClr>
            </a:solidFill>
            <a:ln>
              <a:noFill/>
            </a:ln>
            <a:effectLst/>
          </c:spPr>
          <c:invertIfNegative val="0"/>
          <c:cat>
            <c:strRef>
              <c:f>Sheet1!$A$2:$A$5</c:f>
              <c:strCache>
                <c:ptCount val="4"/>
                <c:pt idx="0">
                  <c:v>Freshness risk</c:v>
                </c:pt>
                <c:pt idx="1">
                  <c:v>Stability risk</c:v>
                </c:pt>
                <c:pt idx="2">
                  <c:v>Management risk</c:v>
                </c:pt>
                <c:pt idx="3">
                  <c:v>Activity risk</c:v>
                </c:pt>
              </c:strCache>
            </c:strRef>
          </c:cat>
          <c:val>
            <c:numRef>
              <c:f>Sheet1!$E$2:$E$5</c:f>
              <c:numCache>
                <c:formatCode>General</c:formatCode>
                <c:ptCount val="4"/>
                <c:pt idx="0">
                  <c:v>5</c:v>
                </c:pt>
                <c:pt idx="1">
                  <c:v>0</c:v>
                </c:pt>
                <c:pt idx="2">
                  <c:v>0</c:v>
                </c:pt>
                <c:pt idx="3">
                  <c:v>7</c:v>
                </c:pt>
              </c:numCache>
            </c:numRef>
          </c:val>
          <c:extLst>
            <c:ext xmlns:c16="http://schemas.microsoft.com/office/drawing/2014/chart" uri="{C3380CC4-5D6E-409C-BE32-E72D297353CC}">
              <c16:uniqueId val="{0000000C-078F-804A-98C0-2EFA001BBAD0}"/>
            </c:ext>
          </c:extLst>
        </c:ser>
        <c:dLbls>
          <c:showLegendKey val="0"/>
          <c:showVal val="0"/>
          <c:showCatName val="0"/>
          <c:showSerName val="0"/>
          <c:showPercent val="0"/>
          <c:showBubbleSize val="0"/>
        </c:dLbls>
        <c:gapWidth val="100"/>
        <c:overlap val="100"/>
        <c:axId val="1358545104"/>
        <c:axId val="1358370032"/>
      </c:barChart>
      <c:catAx>
        <c:axId val="1358545104"/>
        <c:scaling>
          <c:orientation val="maxMin"/>
        </c:scaling>
        <c:delete val="1"/>
        <c:axPos val="l"/>
        <c:numFmt formatCode="General" sourceLinked="1"/>
        <c:majorTickMark val="none"/>
        <c:minorTickMark val="none"/>
        <c:tickLblPos val="nextTo"/>
        <c:crossAx val="1358370032"/>
        <c:crosses val="autoZero"/>
        <c:auto val="1"/>
        <c:lblAlgn val="ctr"/>
        <c:lblOffset val="100"/>
        <c:noMultiLvlLbl val="0"/>
      </c:catAx>
      <c:valAx>
        <c:axId val="1358370032"/>
        <c:scaling>
          <c:orientation val="minMax"/>
          <c:max val="22.0"/>
          <c:min val="0.0"/>
        </c:scaling>
        <c:delete val="0"/>
        <c:axPos val="b"/>
        <c:majorGridlines>
          <c:spPr>
            <a:ln w="9525" cap="flat" cmpd="sng" algn="ctr">
              <a:solidFill>
                <a:schemeClr val="tx1">
                  <a:lumMod val="60000"/>
                  <a:lumOff val="40000"/>
                  <a:alpha val="35000"/>
                </a:schemeClr>
              </a:solidFill>
              <a:prstDash val="solid"/>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0000"/>
                    <a:lumOff val="40000"/>
                  </a:schemeClr>
                </a:solidFill>
                <a:latin typeface="+mn-lt"/>
                <a:ea typeface="+mn-ea"/>
                <a:cs typeface="+mn-cs"/>
              </a:defRPr>
            </a:pPr>
            <a:endParaRPr lang="en-NL"/>
          </a:p>
        </c:txPr>
        <c:crossAx val="1358545104"/>
        <c:crosses val="max"/>
        <c:crossBetween val="between"/>
      </c:valAx>
      <c:spPr>
        <a:noFill/>
        <a:ln>
          <a:noFill/>
        </a:ln>
        <a:effectLst/>
      </c:spPr>
    </c:plotArea>
    <c:legend>
      <c:legendPos val="b"/>
      <c:layout>
        <c:manualLayout>
          <c:xMode val="edge"/>
          <c:yMode val="edge"/>
          <c:x val="0"/>
          <c:y val="0.89604363196085568"/>
          <c:w val="1"/>
          <c:h val="6.868868073856646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0000"/>
                  <a:lumOff val="40000"/>
                </a:schemeClr>
              </a:solidFill>
              <a:latin typeface="+mn-lt"/>
              <a:ea typeface="+mn-ea"/>
              <a:cs typeface="+mn-cs"/>
            </a:defRPr>
          </a:pPr>
          <a:endParaRPr lang="en-NL"/>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NL"/>
    </a:p>
  </c:txPr>
  <c:externalData r:id="rId3">
    <c:autoUpdate val="0"/>
  </c:externalData>
</c:chartSpace>
</file>

<file path=ppt/charts/colors1.xml><?xml version="1.0" encoding="utf-8"?>
<cs:colorStyle xmlns:cs="http://schemas.microsoft.com/office/drawing/2012/chartStyle" xmlns:a="http://schemas.openxmlformats.org/drawingml/2006/main" meth="withinLinear" id="15">
  <a:schemeClr val="accent2"/>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AF400D1-FA8E-6548-A590-873477C843F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B4962C3-51DB-5B49-AE33-9436051173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1255C68-584F-174D-BB81-51BF91708794}" type="datetimeFigureOut">
              <a:rPr lang="en-US" smtClean="0"/>
              <a:t>7/18/25</a:t>
            </a:fld>
            <a:endParaRPr lang="en-US"/>
          </a:p>
        </p:txBody>
      </p:sp>
      <p:sp>
        <p:nvSpPr>
          <p:cNvPr id="4" name="Footer Placeholder 3">
            <a:extLst>
              <a:ext uri="{FF2B5EF4-FFF2-40B4-BE49-F238E27FC236}">
                <a16:creationId xmlns:a16="http://schemas.microsoft.com/office/drawing/2014/main" id="{64633DF3-39D0-BC4B-8900-A41729E59CD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4D735CF-6CE3-3041-89CE-FA86F745DE4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3A955B2-A2D5-2846-95B1-99C033D9F488}" type="slidenum">
              <a:rPr lang="en-US" smtClean="0"/>
              <a:t>‹#›</a:t>
            </a:fld>
            <a:endParaRPr lang="en-US"/>
          </a:p>
        </p:txBody>
      </p:sp>
    </p:spTree>
    <p:extLst>
      <p:ext uri="{BB962C8B-B14F-4D97-AF65-F5344CB8AC3E}">
        <p14:creationId xmlns:p14="http://schemas.microsoft.com/office/powerpoint/2010/main" val="17689016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EDAAC4-819D-C544-9EA1-C73624CFD70B}" type="datetimeFigureOut">
              <a:rPr lang="en-US" smtClean="0"/>
              <a:t>7/18/25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08DED6-61EF-5240-95D8-926F20A98C89}" type="slidenum">
              <a:rPr lang="en-US" smtClean="0"/>
              <a:t>‹#›</a:t>
            </a:fld>
            <a:endParaRPr lang="en-US"/>
          </a:p>
        </p:txBody>
      </p:sp>
    </p:spTree>
    <p:extLst>
      <p:ext uri="{BB962C8B-B14F-4D97-AF65-F5344CB8AC3E}">
        <p14:creationId xmlns:p14="http://schemas.microsoft.com/office/powerpoint/2010/main" val="1307998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408DED6-61EF-5240-95D8-926F20A98C89}" type="slidenum">
              <a:rPr lang="en-US" smtClean="0"/>
              <a:t>2</a:t>
            </a:fld>
            <a:endParaRPr lang="en-US"/>
          </a:p>
        </p:txBody>
      </p:sp>
    </p:spTree>
    <p:extLst>
      <p:ext uri="{BB962C8B-B14F-4D97-AF65-F5344CB8AC3E}">
        <p14:creationId xmlns:p14="http://schemas.microsoft.com/office/powerpoint/2010/main" val="9078360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408DED6-61EF-5240-95D8-926F20A98C89}" type="slidenum">
              <a:rPr lang="en-US" smtClean="0"/>
              <a:t>3</a:t>
            </a:fld>
            <a:endParaRPr lang="en-US"/>
          </a:p>
        </p:txBody>
      </p:sp>
    </p:spTree>
    <p:extLst>
      <p:ext uri="{BB962C8B-B14F-4D97-AF65-F5344CB8AC3E}">
        <p14:creationId xmlns:p14="http://schemas.microsoft.com/office/powerpoint/2010/main" val="2758188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5</a:t>
            </a:fld>
            <a:endParaRPr lang="en-US"/>
          </a:p>
        </p:txBody>
      </p:sp>
    </p:spTree>
    <p:extLst>
      <p:ext uri="{BB962C8B-B14F-4D97-AF65-F5344CB8AC3E}">
        <p14:creationId xmlns:p14="http://schemas.microsoft.com/office/powerpoint/2010/main" val="27857492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a:p>
        </p:txBody>
      </p:sp>
      <p:sp>
        <p:nvSpPr>
          <p:cNvPr id="4" name="Slide Number Placeholder 3"/>
          <p:cNvSpPr>
            <a:spLocks noGrp="1"/>
          </p:cNvSpPr>
          <p:nvPr>
            <p:ph type="sldNum" sz="quarter" idx="5"/>
          </p:nvPr>
        </p:nvSpPr>
        <p:spPr/>
        <p:txBody>
          <a:bodyPr/>
          <a:lstStyle/>
          <a:p>
            <a:fld id="{4408DED6-61EF-5240-95D8-926F20A98C89}" type="slidenum">
              <a:rPr lang="en-US" smtClean="0"/>
              <a:t>7</a:t>
            </a:fld>
            <a:endParaRPr lang="en-US"/>
          </a:p>
        </p:txBody>
      </p:sp>
    </p:spTree>
    <p:extLst>
      <p:ext uri="{BB962C8B-B14F-4D97-AF65-F5344CB8AC3E}">
        <p14:creationId xmlns:p14="http://schemas.microsoft.com/office/powerpoint/2010/main" val="10800915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image" Target="../media/image7.png"/><Relationship Id="rId5" Type="http://schemas.openxmlformats.org/officeDocument/2006/relationships/image" Target="../media/image8.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11.png"/><Relationship Id="rId9" Type="http://schemas.openxmlformats.org/officeDocument/2006/relationships/image" Target="../media/image12.svg"/><Relationship Id="rId10" Type="http://schemas.openxmlformats.org/officeDocument/2006/relationships/image" Target="../media/image13.png"/><Relationship Id="rId11" Type="http://schemas.openxmlformats.org/officeDocument/2006/relationships/image" Target="../media/image14.svg"/><Relationship Id="rId12" Type="http://schemas.openxmlformats.org/officeDocument/2006/relationships/image" Target="../media/image15.png"/><Relationship Id="rId13" Type="http://schemas.openxmlformats.org/officeDocument/2006/relationships/image" Target="../media/image16.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image" Target="../media/image7.png"/><Relationship Id="rId5" Type="http://schemas.openxmlformats.org/officeDocument/2006/relationships/image" Target="../media/image8.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11.png"/><Relationship Id="rId9" Type="http://schemas.openxmlformats.org/officeDocument/2006/relationships/image" Target="../media/image12.svg"/><Relationship Id="rId10" Type="http://schemas.openxmlformats.org/officeDocument/2006/relationships/image" Target="../media/image13.png"/><Relationship Id="rId11" Type="http://schemas.openxmlformats.org/officeDocument/2006/relationships/image" Target="../media/image14.svg"/><Relationship Id="rId12" Type="http://schemas.openxmlformats.org/officeDocument/2006/relationships/image" Target="../media/image15.png"/><Relationship Id="rId13" Type="http://schemas.openxmlformats.org/officeDocument/2006/relationships/image" Target="../media/image16.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 cover Telecom">
    <p:bg>
      <p:bgPr>
        <a:solidFill>
          <a:schemeClr val="bg1"/>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6D4EE728-E82E-704D-ADEB-24FAC51A5077}"/>
              </a:ext>
            </a:extLst>
          </p:cNvPr>
          <p:cNvPicPr>
            <a:picLocks noChangeAspect="1"/>
          </p:cNvPicPr>
          <p:nvPr userDrawn="1"/>
        </p:nvPicPr>
        <p:blipFill>
          <a:blip r:embed="rId2"/>
          <a:stretch>
            <a:fillRect/>
          </a:stretch>
        </p:blipFill>
        <p:spPr>
          <a:xfrm>
            <a:off x="0" y="-9833"/>
            <a:ext cx="12192000" cy="6875783"/>
          </a:xfrm>
          <a:prstGeom prst="rect">
            <a:avLst/>
          </a:prstGeom>
        </p:spPr>
      </p:pic>
      <p:pic>
        <p:nvPicPr>
          <p:cNvPr id="19" name="Picture 18">
            <a:extLst>
              <a:ext uri="{FF2B5EF4-FFF2-40B4-BE49-F238E27FC236}">
                <a16:creationId xmlns:a16="http://schemas.microsoft.com/office/drawing/2014/main" id="{E1BFBDC1-0F88-404F-8878-DA6B9775F7E9}"/>
              </a:ext>
            </a:extLst>
          </p:cNvPr>
          <p:cNvPicPr>
            <a:picLocks noChangeAspect="1"/>
          </p:cNvPicPr>
          <p:nvPr userDrawn="1"/>
        </p:nvPicPr>
        <p:blipFill>
          <a:blip r:embed="rId3">
            <a:alphaModFix amt="93000"/>
          </a:blip>
          <a:stretch>
            <a:fillRect/>
          </a:stretch>
        </p:blipFill>
        <p:spPr>
          <a:xfrm>
            <a:off x="0" y="0"/>
            <a:ext cx="12192000" cy="6858000"/>
          </a:xfrm>
          <a:prstGeom prst="rect">
            <a:avLst/>
          </a:prstGeom>
        </p:spPr>
      </p:pic>
      <p:sp>
        <p:nvSpPr>
          <p:cNvPr id="11" name="Text Placeholder 5">
            <a:extLst>
              <a:ext uri="{FF2B5EF4-FFF2-40B4-BE49-F238E27FC236}">
                <a16:creationId xmlns:a16="http://schemas.microsoft.com/office/drawing/2014/main" id="{7AF298E3-4E90-9E47-86B5-57AC25744388}"/>
              </a:ext>
            </a:extLst>
          </p:cNvPr>
          <p:cNvSpPr>
            <a:spLocks noGrp="1"/>
          </p:cNvSpPr>
          <p:nvPr>
            <p:ph type="body" sz="quarter" idx="13" hasCustomPrompt="1"/>
          </p:nvPr>
        </p:nvSpPr>
        <p:spPr>
          <a:xfrm>
            <a:off x="3235414" y="2937600"/>
            <a:ext cx="8486893" cy="366712"/>
          </a:xfrm>
          <a:prstGeom prst="rect">
            <a:avLst/>
          </a:prstGeom>
        </p:spPr>
        <p:txBody>
          <a:bodyPr wrap="none" tIns="0" bIns="0" anchor="t">
            <a:noAutofit/>
          </a:bodyPr>
          <a:lstStyle>
            <a:lvl1pPr marL="0" indent="0">
              <a:lnSpc>
                <a:spcPct val="100000"/>
              </a:lnSpc>
              <a:buNone/>
              <a:defRPr sz="2800" b="0" i="0">
                <a:solidFill>
                  <a:schemeClr val="bg1"/>
                </a:solidFill>
                <a:latin typeface="Calibri Light" panose="020F0302020204030204" pitchFamily="34" charset="0"/>
                <a:cs typeface="Calibri Light" panose="020F0302020204030204" pitchFamily="34" charset="0"/>
              </a:defRPr>
            </a:lvl1pPr>
            <a:lvl2pPr marL="457200" indent="0">
              <a:buNone/>
              <a:defRPr>
                <a:solidFill>
                  <a:srgbClr val="DFC123"/>
                </a:solidFill>
              </a:defRPr>
            </a:lvl2pPr>
            <a:lvl3pPr marL="914400" indent="0">
              <a:buNone/>
              <a:defRPr>
                <a:solidFill>
                  <a:srgbClr val="DFC123"/>
                </a:solidFill>
              </a:defRPr>
            </a:lvl3pPr>
            <a:lvl4pPr marL="1371600" indent="0">
              <a:buNone/>
              <a:defRPr>
                <a:solidFill>
                  <a:srgbClr val="DFC123"/>
                </a:solidFill>
              </a:defRPr>
            </a:lvl4pPr>
            <a:lvl5pPr marL="1828800" indent="0">
              <a:buNone/>
              <a:defRPr>
                <a:solidFill>
                  <a:srgbClr val="DFC123"/>
                </a:solidFill>
              </a:defRPr>
            </a:lvl5pPr>
          </a:lstStyle>
          <a:p>
            <a:pPr lvl="0"/>
            <a:r>
              <a:rPr lang="en-US" dirty="0"/>
              <a:t>Client name - System name</a:t>
            </a:r>
          </a:p>
        </p:txBody>
      </p:sp>
      <p:sp>
        <p:nvSpPr>
          <p:cNvPr id="12" name="Text Placeholder 7">
            <a:extLst>
              <a:ext uri="{FF2B5EF4-FFF2-40B4-BE49-F238E27FC236}">
                <a16:creationId xmlns:a16="http://schemas.microsoft.com/office/drawing/2014/main" id="{67C6FE27-98CB-9247-98B6-B1989EF943B5}"/>
              </a:ext>
            </a:extLst>
          </p:cNvPr>
          <p:cNvSpPr>
            <a:spLocks noGrp="1"/>
          </p:cNvSpPr>
          <p:nvPr>
            <p:ph type="body" sz="quarter" idx="14" hasCustomPrompt="1"/>
          </p:nvPr>
        </p:nvSpPr>
        <p:spPr>
          <a:xfrm>
            <a:off x="3235415" y="3319200"/>
            <a:ext cx="8486892" cy="344488"/>
          </a:xfrm>
          <a:prstGeom prst="rect">
            <a:avLst/>
          </a:prstGeom>
        </p:spPr>
        <p:txBody>
          <a:bodyPr tIns="0" bIns="0" anchor="t">
            <a:noAutofit/>
          </a:bodyPr>
          <a:lstStyle>
            <a:lvl1pPr marL="0" indent="0">
              <a:lnSpc>
                <a:spcPct val="100000"/>
              </a:lnSpc>
              <a:buNone/>
              <a:defRPr sz="2800" b="1" i="0">
                <a:solidFill>
                  <a:schemeClr val="bg1"/>
                </a:solidFill>
                <a:latin typeface="Calibri" panose="020F0502020204030204" pitchFamily="34"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Insert presentation subject</a:t>
            </a:r>
          </a:p>
        </p:txBody>
      </p:sp>
      <p:sp>
        <p:nvSpPr>
          <p:cNvPr id="18" name="Text Placeholder 11">
            <a:extLst>
              <a:ext uri="{FF2B5EF4-FFF2-40B4-BE49-F238E27FC236}">
                <a16:creationId xmlns:a16="http://schemas.microsoft.com/office/drawing/2014/main" id="{F0D60B5C-8D30-9A43-A2F0-A420A723845D}"/>
              </a:ext>
            </a:extLst>
          </p:cNvPr>
          <p:cNvSpPr>
            <a:spLocks noGrp="1"/>
          </p:cNvSpPr>
          <p:nvPr>
            <p:ph type="body" sz="quarter" idx="16" hasCustomPrompt="1"/>
          </p:nvPr>
        </p:nvSpPr>
        <p:spPr>
          <a:xfrm>
            <a:off x="10576161" y="6525935"/>
            <a:ext cx="1146147" cy="257763"/>
          </a:xfrm>
          <a:prstGeom prst="rect">
            <a:avLst/>
          </a:prstGeom>
        </p:spPr>
        <p:txBody>
          <a:bodyPr wrap="none" rIns="0">
            <a:spAutoFit/>
          </a:bodyPr>
          <a:lstStyle>
            <a:lvl1pPr marL="0" indent="0" algn="r">
              <a:buNone/>
              <a:defRPr sz="1000" b="1" cap="all" baseline="0">
                <a:solidFill>
                  <a:schemeClr val="bg1"/>
                </a:solidFill>
                <a:effectLst>
                  <a:outerShdw blurRad="571500" dist="38100" dir="2700000" sx="105000" sy="105000" algn="tl" rotWithShape="0">
                    <a:schemeClr val="tx2"/>
                  </a:outerShdw>
                </a:effectLst>
              </a:defRPr>
            </a:lvl1pPr>
            <a:lvl2pPr>
              <a:defRPr sz="1400" b="1">
                <a:solidFill>
                  <a:schemeClr val="bg1"/>
                </a:solidFill>
              </a:defRPr>
            </a:lvl2pPr>
            <a:lvl3pPr>
              <a:defRPr sz="1400" b="1">
                <a:solidFill>
                  <a:schemeClr val="bg1"/>
                </a:solidFill>
              </a:defRPr>
            </a:lvl3pPr>
            <a:lvl4pPr>
              <a:defRPr sz="1400" b="1">
                <a:solidFill>
                  <a:schemeClr val="bg1"/>
                </a:solidFill>
              </a:defRPr>
            </a:lvl4pPr>
            <a:lvl5pPr>
              <a:defRPr sz="1400" b="1">
                <a:solidFill>
                  <a:schemeClr val="bg1"/>
                </a:solidFill>
              </a:defRPr>
            </a:lvl5pPr>
          </a:lstStyle>
          <a:p>
            <a:pPr lvl="0"/>
            <a:r>
              <a:rPr lang="en-US" dirty="0"/>
              <a:t>INSERT REPORT DATE</a:t>
            </a:r>
          </a:p>
        </p:txBody>
      </p:sp>
    </p:spTree>
    <p:extLst>
      <p:ext uri="{BB962C8B-B14F-4D97-AF65-F5344CB8AC3E}">
        <p14:creationId xmlns:p14="http://schemas.microsoft.com/office/powerpoint/2010/main" val="41823633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122E66F4-7F53-DD4A-8713-C073FB230CEA}"/>
              </a:ext>
            </a:extLst>
          </p:cNvPr>
          <p:cNvSpPr>
            <a:spLocks noGrp="1"/>
          </p:cNvSpPr>
          <p:nvPr>
            <p:ph type="body" sz="quarter" idx="13" hasCustomPrompt="1"/>
          </p:nvPr>
        </p:nvSpPr>
        <p:spPr>
          <a:xfrm>
            <a:off x="1080000" y="1366268"/>
            <a:ext cx="10665667" cy="4952085"/>
          </a:xfrm>
          <a:prstGeom prst="rect">
            <a:avLst/>
          </a:prstGeom>
        </p:spPr>
        <p:txBody>
          <a:bodyPr vert="horz" lIns="90000" tIns="45720" rIns="91440" bIns="45720" rtlCol="0">
            <a:noAutofit/>
          </a:bodyPr>
          <a:lstStyle>
            <a:lvl1pPr marL="342900" indent="-342900">
              <a:lnSpc>
                <a:spcPct val="114000"/>
              </a:lnSpc>
              <a:spcBef>
                <a:spcPts val="0"/>
              </a:spcBef>
              <a:spcAft>
                <a:spcPts val="600"/>
              </a:spcAft>
              <a:buClr>
                <a:srgbClr val="B2BECD"/>
              </a:buClr>
              <a:buFont typeface="+mj-lt"/>
              <a:buAutoNum type="arabicPeriod"/>
              <a:defRPr lang="en-US" sz="1600" b="0" dirty="0">
                <a:solidFill>
                  <a:schemeClr val="tx2"/>
                </a:solidFill>
              </a:defRPr>
            </a:lvl1pPr>
            <a:lvl2pPr>
              <a:defRPr sz="1600">
                <a:solidFill>
                  <a:schemeClr val="tx2"/>
                </a:solidFill>
              </a:defRPr>
            </a:lvl2pPr>
            <a:lvl3pPr>
              <a:defRPr sz="1600">
                <a:solidFill>
                  <a:schemeClr val="tx2"/>
                </a:solidFill>
              </a:defRPr>
            </a:lvl3pPr>
            <a:lvl4pPr>
              <a:defRPr sz="1600">
                <a:solidFill>
                  <a:schemeClr val="tx2"/>
                </a:solidFill>
              </a:defRPr>
            </a:lvl4pPr>
            <a:lvl5pPr>
              <a:defRPr sz="1600">
                <a:solidFill>
                  <a:schemeClr val="tx2"/>
                </a:solidFill>
              </a:defRPr>
            </a:lvl5pPr>
            <a:lvl6pPr>
              <a:defRPr sz="1600">
                <a:solidFill>
                  <a:schemeClr val="tx2"/>
                </a:solidFill>
              </a:defRPr>
            </a:lvl6pPr>
            <a:lvl7pPr>
              <a:defRPr sz="1600">
                <a:solidFill>
                  <a:schemeClr val="tx2"/>
                </a:solidFill>
              </a:defRPr>
            </a:lvl7pPr>
            <a:lvl8pPr>
              <a:defRPr sz="1600">
                <a:solidFill>
                  <a:schemeClr val="tx2"/>
                </a:solidFill>
              </a:defRPr>
            </a:lvl8pPr>
          </a:lstStyle>
          <a:p>
            <a:pPr marL="342900" indent="-342900">
              <a:lnSpc>
                <a:spcPct val="114000"/>
              </a:lnSpc>
              <a:buClr>
                <a:srgbClr val="9FABB6"/>
              </a:buClr>
              <a:buFont typeface="+mj-lt"/>
              <a:buAutoNum type="arabicPeriod"/>
            </a:pPr>
            <a:r>
              <a:rPr lang="en-US" dirty="0"/>
              <a:t>Insert sections (make bold to highlight sections)</a:t>
            </a:r>
          </a:p>
        </p:txBody>
      </p:sp>
      <p:sp>
        <p:nvSpPr>
          <p:cNvPr id="12" name="Slide Number Placeholder 5">
            <a:extLst>
              <a:ext uri="{FF2B5EF4-FFF2-40B4-BE49-F238E27FC236}">
                <a16:creationId xmlns:a16="http://schemas.microsoft.com/office/drawing/2014/main" id="{B3FAE89E-5649-9B44-9D8C-7D3C163D27F1}"/>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3BECD"/>
                </a:solidFill>
              </a:defRPr>
            </a:lvl1pPr>
          </a:lstStyle>
          <a:p>
            <a:fld id="{E242BD21-9B61-2246-BCB1-4BE5E1BEBE1C}" type="slidenum">
              <a:rPr lang="en-US" smtClean="0"/>
              <a:pPr/>
              <a:t>‹#›</a:t>
            </a:fld>
            <a:endParaRPr lang="en-US"/>
          </a:p>
        </p:txBody>
      </p:sp>
      <p:sp>
        <p:nvSpPr>
          <p:cNvPr id="6" name="Title 1">
            <a:extLst>
              <a:ext uri="{FF2B5EF4-FFF2-40B4-BE49-F238E27FC236}">
                <a16:creationId xmlns:a16="http://schemas.microsoft.com/office/drawing/2014/main" id="{010DD217-089D-C949-BCCE-0C2D8196FA38}"/>
              </a:ext>
            </a:extLst>
          </p:cNvPr>
          <p:cNvSpPr>
            <a:spLocks noGrp="1"/>
          </p:cNvSpPr>
          <p:nvPr>
            <p:ph type="title" hasCustomPrompt="1"/>
          </p:nvPr>
        </p:nvSpPr>
        <p:spPr>
          <a:xfrm>
            <a:off x="1935667" y="277522"/>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slide title</a:t>
            </a:r>
          </a:p>
        </p:txBody>
      </p:sp>
      <p:sp>
        <p:nvSpPr>
          <p:cNvPr id="8" name="Footer Placeholder 5">
            <a:extLst>
              <a:ext uri="{FF2B5EF4-FFF2-40B4-BE49-F238E27FC236}">
                <a16:creationId xmlns:a16="http://schemas.microsoft.com/office/drawing/2014/main" id="{B4138DB0-ED82-C84A-8589-E27E32B9B58D}"/>
              </a:ext>
            </a:extLst>
          </p:cNvPr>
          <p:cNvSpPr>
            <a:spLocks noGrp="1"/>
          </p:cNvSpPr>
          <p:nvPr>
            <p:ph type="ftr" sz="quarter" idx="3"/>
          </p:nvPr>
        </p:nvSpPr>
        <p:spPr>
          <a:xfrm>
            <a:off x="2669790" y="6549140"/>
            <a:ext cx="804066"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defRPr lang="en-US" sz="1000" b="1" spc="10" dirty="0">
                <a:solidFill>
                  <a:srgbClr val="B3BECD"/>
                </a:solidFill>
              </a:defRPr>
            </a:lvl1pPr>
          </a:lstStyle>
          <a:p>
            <a:r>
              <a:rPr lang="en-US"/>
              <a:t>Confidential</a:t>
            </a:r>
          </a:p>
        </p:txBody>
      </p:sp>
    </p:spTree>
    <p:extLst>
      <p:ext uri="{BB962C8B-B14F-4D97-AF65-F5344CB8AC3E}">
        <p14:creationId xmlns:p14="http://schemas.microsoft.com/office/powerpoint/2010/main" val="2526575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able of contents dar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0F7AAF3-E03F-F445-84B7-DEC6FD5CC0B8}"/>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48F36FC-ED84-CE49-90C1-FB88EDBAE7F2}"/>
              </a:ext>
            </a:extLst>
          </p:cNvPr>
          <p:cNvSpPr/>
          <p:nvPr userDrawn="1"/>
        </p:nvSpPr>
        <p:spPr>
          <a:xfrm>
            <a:off x="1526401" y="0"/>
            <a:ext cx="10665600" cy="85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5">
            <a:extLst>
              <a:ext uri="{FF2B5EF4-FFF2-40B4-BE49-F238E27FC236}">
                <a16:creationId xmlns:a16="http://schemas.microsoft.com/office/drawing/2014/main" id="{B3FAE89E-5649-9B44-9D8C-7D3C163D27F1}"/>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smtClean="0"/>
              <a:pPr/>
              <a:t>‹#›</a:t>
            </a:fld>
            <a:endParaRPr dirty="0"/>
          </a:p>
        </p:txBody>
      </p:sp>
      <p:sp>
        <p:nvSpPr>
          <p:cNvPr id="20" name="Title 1">
            <a:extLst>
              <a:ext uri="{FF2B5EF4-FFF2-40B4-BE49-F238E27FC236}">
                <a16:creationId xmlns:a16="http://schemas.microsoft.com/office/drawing/2014/main" id="{3A2DC225-29A5-1C4E-85B1-B1B58619FC8B}"/>
              </a:ext>
            </a:extLst>
          </p:cNvPr>
          <p:cNvSpPr>
            <a:spLocks noGrp="1"/>
          </p:cNvSpPr>
          <p:nvPr>
            <p:ph type="title" hasCustomPrompt="1"/>
          </p:nvPr>
        </p:nvSpPr>
        <p:spPr>
          <a:xfrm>
            <a:off x="1935667" y="277522"/>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slide title</a:t>
            </a:r>
          </a:p>
        </p:txBody>
      </p:sp>
      <p:sp>
        <p:nvSpPr>
          <p:cNvPr id="13" name="Text Placeholder 2">
            <a:extLst>
              <a:ext uri="{FF2B5EF4-FFF2-40B4-BE49-F238E27FC236}">
                <a16:creationId xmlns:a16="http://schemas.microsoft.com/office/drawing/2014/main" id="{D37A1B97-F536-DA40-9B5F-C768D92CAC7A}"/>
              </a:ext>
            </a:extLst>
          </p:cNvPr>
          <p:cNvSpPr>
            <a:spLocks noGrp="1"/>
          </p:cNvSpPr>
          <p:nvPr>
            <p:ph type="body" sz="quarter" idx="13" hasCustomPrompt="1"/>
          </p:nvPr>
        </p:nvSpPr>
        <p:spPr>
          <a:xfrm>
            <a:off x="1080000" y="1366268"/>
            <a:ext cx="10665667" cy="4952085"/>
          </a:xfrm>
          <a:prstGeom prst="rect">
            <a:avLst/>
          </a:prstGeom>
        </p:spPr>
        <p:txBody>
          <a:bodyPr vert="horz" lIns="90000" tIns="45720" rIns="91440" bIns="45720" rtlCol="0">
            <a:noAutofit/>
          </a:bodyPr>
          <a:lstStyle>
            <a:lvl1pPr marL="342900" indent="-342900">
              <a:lnSpc>
                <a:spcPct val="114000"/>
              </a:lnSpc>
              <a:spcBef>
                <a:spcPts val="0"/>
              </a:spcBef>
              <a:spcAft>
                <a:spcPts val="600"/>
              </a:spcAft>
              <a:buClr>
                <a:srgbClr val="B2BECD"/>
              </a:buClr>
              <a:buFont typeface="+mj-lt"/>
              <a:buAutoNum type="arabicPeriod"/>
              <a:defRPr lang="en-US" sz="1600" b="0" dirty="0">
                <a:solidFill>
                  <a:schemeClr val="bg1"/>
                </a:solidFill>
              </a:defRPr>
            </a:lvl1pPr>
            <a:lvl2pPr>
              <a:defRPr sz="16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vl6pPr>
              <a:defRPr sz="1600">
                <a:solidFill>
                  <a:schemeClr val="bg1"/>
                </a:solidFill>
              </a:defRPr>
            </a:lvl6pPr>
            <a:lvl7pPr>
              <a:defRPr sz="1600">
                <a:solidFill>
                  <a:schemeClr val="bg1"/>
                </a:solidFill>
              </a:defRPr>
            </a:lvl7pPr>
            <a:lvl8pPr>
              <a:defRPr sz="1600">
                <a:solidFill>
                  <a:schemeClr val="bg1"/>
                </a:solidFill>
              </a:defRPr>
            </a:lvl8pPr>
          </a:lstStyle>
          <a:p>
            <a:pPr marL="342900" indent="-342900">
              <a:lnSpc>
                <a:spcPct val="114000"/>
              </a:lnSpc>
              <a:buClr>
                <a:srgbClr val="9FABB6"/>
              </a:buClr>
              <a:buFont typeface="+mj-lt"/>
              <a:buAutoNum type="arabicPeriod"/>
            </a:pPr>
            <a:r>
              <a:rPr lang="en-US" dirty="0"/>
              <a:t>Insert sections (make bold to highlight sections)</a:t>
            </a:r>
          </a:p>
        </p:txBody>
      </p:sp>
    </p:spTree>
    <p:extLst>
      <p:ext uri="{BB962C8B-B14F-4D97-AF65-F5344CB8AC3E}">
        <p14:creationId xmlns:p14="http://schemas.microsoft.com/office/powerpoint/2010/main" val="3569207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15" name="Slide Number Placeholder 5">
            <a:extLst>
              <a:ext uri="{FF2B5EF4-FFF2-40B4-BE49-F238E27FC236}">
                <a16:creationId xmlns:a16="http://schemas.microsoft.com/office/drawing/2014/main" id="{598AB3A5-9E9A-0F4F-B44F-E7B1D1AFFB8E}"/>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lang="en-US" smtClean="0"/>
              <a:pPr/>
              <a:t>‹#›</a:t>
            </a:fld>
            <a:endParaRPr lang="en-US"/>
          </a:p>
        </p:txBody>
      </p:sp>
      <p:sp>
        <p:nvSpPr>
          <p:cNvPr id="25" name="TextBox 24">
            <a:extLst>
              <a:ext uri="{FF2B5EF4-FFF2-40B4-BE49-F238E27FC236}">
                <a16:creationId xmlns:a16="http://schemas.microsoft.com/office/drawing/2014/main" id="{DDD864A3-F6DC-434B-B5BE-5F14C8CEA463}"/>
              </a:ext>
            </a:extLst>
          </p:cNvPr>
          <p:cNvSpPr txBox="1"/>
          <p:nvPr userDrawn="1"/>
        </p:nvSpPr>
        <p:spPr>
          <a:xfrm>
            <a:off x="1848464" y="146728"/>
            <a:ext cx="334297" cy="276999"/>
          </a:xfrm>
          <a:prstGeom prst="rect">
            <a:avLst/>
          </a:prstGeom>
        </p:spPr>
        <p:txBody>
          <a:bodyPr wrap="square" anchor="ctr">
            <a:spAutoFit/>
          </a:bodyPr>
          <a:lstStyle>
            <a:defPPr>
              <a:defRPr lang="en-US"/>
            </a:defPPr>
            <a:lvl1pPr>
              <a:defRPr sz="1200" b="1" spc="-10">
                <a:solidFill>
                  <a:srgbClr val="183142">
                    <a:alpha val="25000"/>
                  </a:srgbClr>
                </a:solidFill>
                <a:latin typeface="TheSans B6 SemiBold" charset="0"/>
                <a:ea typeface="TheSans B6 SemiBold" charset="0"/>
                <a:cs typeface="TheSans B6 SemiBold" charset="0"/>
              </a:defRPr>
            </a:lvl1pPr>
            <a:lvl2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2pPr>
            <a:lvl3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3pPr>
            <a:lvl4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4pPr>
            <a:lvl5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dirty="0">
                <a:solidFill>
                  <a:srgbClr val="B2BECD"/>
                </a:solidFill>
                <a:latin typeface="+mn-lt"/>
              </a:rPr>
              <a:t>//</a:t>
            </a:r>
          </a:p>
        </p:txBody>
      </p:sp>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dirty="0"/>
              <a:t>INSERT PRESENTATION SECTION</a:t>
            </a:r>
          </a:p>
        </p:txBody>
      </p:sp>
      <p:sp>
        <p:nvSpPr>
          <p:cNvPr id="27" name="Title 1">
            <a:extLst>
              <a:ext uri="{FF2B5EF4-FFF2-40B4-BE49-F238E27FC236}">
                <a16:creationId xmlns:a16="http://schemas.microsoft.com/office/drawing/2014/main" id="{8A8B0682-F79C-014E-BF74-DADFA39ECD08}"/>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key slide message</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514800" y="1368000"/>
            <a:ext cx="11232000" cy="4950000"/>
          </a:xfrm>
        </p:spPr>
        <p:txBody>
          <a:bodyPr>
            <a:noAutofit/>
          </a:bodyPr>
          <a:lstStyle>
            <a:lvl1pPr marL="285750" indent="-285750">
              <a:buFont typeface="Wingdings" pitchFamily="2" charset="2"/>
              <a:buChar char="§"/>
              <a:tabLst/>
              <a:defRPr/>
            </a:lvl1pPr>
          </a:lstStyle>
          <a:p>
            <a:pPr lvl="0"/>
            <a:r>
              <a:rPr lang="en-US" dirty="0"/>
              <a:t>Insert content text (headers in bold)</a:t>
            </a:r>
          </a:p>
        </p:txBody>
      </p:sp>
    </p:spTree>
    <p:extLst>
      <p:ext uri="{BB962C8B-B14F-4D97-AF65-F5344CB8AC3E}">
        <p14:creationId xmlns:p14="http://schemas.microsoft.com/office/powerpoint/2010/main" val="1546037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eneral - Title only">
    <p:spTree>
      <p:nvGrpSpPr>
        <p:cNvPr id="1" name=""/>
        <p:cNvGrpSpPr/>
        <p:nvPr/>
      </p:nvGrpSpPr>
      <p:grpSpPr>
        <a:xfrm>
          <a:off x="0" y="0"/>
          <a:ext cx="0" cy="0"/>
          <a:chOff x="0" y="0"/>
          <a:chExt cx="0" cy="0"/>
        </a:xfrm>
      </p:grpSpPr>
      <p:sp>
        <p:nvSpPr>
          <p:cNvPr id="12" name="Slide Number Placeholder 5">
            <a:extLst>
              <a:ext uri="{FF2B5EF4-FFF2-40B4-BE49-F238E27FC236}">
                <a16:creationId xmlns:a16="http://schemas.microsoft.com/office/drawing/2014/main" id="{B3FAE89E-5649-9B44-9D8C-7D3C163D27F1}"/>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3BECD"/>
                </a:solidFill>
              </a:defRPr>
            </a:lvl1pPr>
          </a:lstStyle>
          <a:p>
            <a:fld id="{E242BD21-9B61-2246-BCB1-4BE5E1BEBE1C}" type="slidenum">
              <a:rPr lang="en-US" smtClean="0"/>
              <a:pPr/>
              <a:t>‹#›</a:t>
            </a:fld>
            <a:endParaRPr lang="en-US"/>
          </a:p>
        </p:txBody>
      </p:sp>
      <p:sp>
        <p:nvSpPr>
          <p:cNvPr id="6" name="Title 1">
            <a:extLst>
              <a:ext uri="{FF2B5EF4-FFF2-40B4-BE49-F238E27FC236}">
                <a16:creationId xmlns:a16="http://schemas.microsoft.com/office/drawing/2014/main" id="{010DD217-089D-C949-BCCE-0C2D8196FA38}"/>
              </a:ext>
            </a:extLst>
          </p:cNvPr>
          <p:cNvSpPr>
            <a:spLocks noGrp="1"/>
          </p:cNvSpPr>
          <p:nvPr>
            <p:ph type="title" hasCustomPrompt="1"/>
          </p:nvPr>
        </p:nvSpPr>
        <p:spPr>
          <a:xfrm>
            <a:off x="1935667" y="277522"/>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slide title</a:t>
            </a:r>
          </a:p>
        </p:txBody>
      </p:sp>
      <p:sp>
        <p:nvSpPr>
          <p:cNvPr id="7" name="Content Placeholder 2">
            <a:extLst>
              <a:ext uri="{FF2B5EF4-FFF2-40B4-BE49-F238E27FC236}">
                <a16:creationId xmlns:a16="http://schemas.microsoft.com/office/drawing/2014/main" id="{5606E028-6F75-5A40-AE18-EB44D4BC81AB}"/>
              </a:ext>
            </a:extLst>
          </p:cNvPr>
          <p:cNvSpPr>
            <a:spLocks noGrp="1"/>
          </p:cNvSpPr>
          <p:nvPr>
            <p:ph sz="quarter" idx="13" hasCustomPrompt="1"/>
          </p:nvPr>
        </p:nvSpPr>
        <p:spPr>
          <a:xfrm>
            <a:off x="514800" y="1368000"/>
            <a:ext cx="11232000" cy="4950000"/>
          </a:xfrm>
        </p:spPr>
        <p:txBody>
          <a:bodyPr>
            <a:noAutofit/>
          </a:bodyPr>
          <a:lstStyle>
            <a:lvl1pPr marL="285750" indent="-285750">
              <a:buFont typeface="Wingdings" pitchFamily="2" charset="2"/>
              <a:buChar char="§"/>
              <a:tabLst/>
              <a:defRPr/>
            </a:lvl1pPr>
          </a:lstStyle>
          <a:p>
            <a:pPr lvl="0"/>
            <a:r>
              <a:rPr lang="en-US" dirty="0"/>
              <a:t>Insert content text (headers in bold)</a:t>
            </a:r>
          </a:p>
        </p:txBody>
      </p:sp>
    </p:spTree>
    <p:extLst>
      <p:ext uri="{BB962C8B-B14F-4D97-AF65-F5344CB8AC3E}">
        <p14:creationId xmlns:p14="http://schemas.microsoft.com/office/powerpoint/2010/main" val="24990303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General dark">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299649B-5451-C04E-B29F-B9106BA428C6}"/>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8EB6C95-789F-6849-B896-687225A3A848}"/>
              </a:ext>
            </a:extLst>
          </p:cNvPr>
          <p:cNvSpPr/>
          <p:nvPr userDrawn="1"/>
        </p:nvSpPr>
        <p:spPr>
          <a:xfrm>
            <a:off x="1526399" y="1"/>
            <a:ext cx="10665601" cy="85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lide Number Placeholder 5">
            <a:extLst>
              <a:ext uri="{FF2B5EF4-FFF2-40B4-BE49-F238E27FC236}">
                <a16:creationId xmlns:a16="http://schemas.microsoft.com/office/drawing/2014/main" id="{598AB3A5-9E9A-0F4F-B44F-E7B1D1AFFB8E}"/>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lang="en-US" smtClean="0"/>
              <a:pPr/>
              <a:t>‹#›</a:t>
            </a:fld>
            <a:endParaRPr lang="en-US"/>
          </a:p>
        </p:txBody>
      </p:sp>
      <p:sp>
        <p:nvSpPr>
          <p:cNvPr id="17" name="TextBox 16">
            <a:extLst>
              <a:ext uri="{FF2B5EF4-FFF2-40B4-BE49-F238E27FC236}">
                <a16:creationId xmlns:a16="http://schemas.microsoft.com/office/drawing/2014/main" id="{9AD62445-A202-3741-926B-06A74F654895}"/>
              </a:ext>
            </a:extLst>
          </p:cNvPr>
          <p:cNvSpPr txBox="1"/>
          <p:nvPr userDrawn="1"/>
        </p:nvSpPr>
        <p:spPr>
          <a:xfrm>
            <a:off x="1848464" y="146728"/>
            <a:ext cx="334297" cy="276999"/>
          </a:xfrm>
          <a:prstGeom prst="rect">
            <a:avLst/>
          </a:prstGeom>
        </p:spPr>
        <p:txBody>
          <a:bodyPr wrap="square" anchor="ctr">
            <a:spAutoFit/>
          </a:bodyPr>
          <a:lstStyle>
            <a:defPPr>
              <a:defRPr lang="en-US"/>
            </a:defPPr>
            <a:lvl1pPr>
              <a:defRPr sz="1200" b="1" spc="-10">
                <a:solidFill>
                  <a:srgbClr val="183142">
                    <a:alpha val="25000"/>
                  </a:srgbClr>
                </a:solidFill>
                <a:latin typeface="TheSans B6 SemiBold" charset="0"/>
                <a:ea typeface="TheSans B6 SemiBold" charset="0"/>
                <a:cs typeface="TheSans B6 SemiBold" charset="0"/>
              </a:defRPr>
            </a:lvl1pPr>
            <a:lvl2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2pPr>
            <a:lvl3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3pPr>
            <a:lvl4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4pPr>
            <a:lvl5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dirty="0">
                <a:solidFill>
                  <a:srgbClr val="B2BECD"/>
                </a:solidFill>
                <a:latin typeface="+mn-lt"/>
              </a:rPr>
              <a:t>//</a:t>
            </a:r>
          </a:p>
        </p:txBody>
      </p:sp>
      <p:sp>
        <p:nvSpPr>
          <p:cNvPr id="18" name="Text Placeholder 4">
            <a:extLst>
              <a:ext uri="{FF2B5EF4-FFF2-40B4-BE49-F238E27FC236}">
                <a16:creationId xmlns:a16="http://schemas.microsoft.com/office/drawing/2014/main" id="{A7985789-259F-8A45-8AFC-1116A7FBC4C0}"/>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dirty="0"/>
              <a:t>INSERT PRESENTATION SECTION</a:t>
            </a:r>
          </a:p>
        </p:txBody>
      </p:sp>
      <p:sp>
        <p:nvSpPr>
          <p:cNvPr id="20" name="Title 1">
            <a:extLst>
              <a:ext uri="{FF2B5EF4-FFF2-40B4-BE49-F238E27FC236}">
                <a16:creationId xmlns:a16="http://schemas.microsoft.com/office/drawing/2014/main" id="{0585523F-AA2C-D94A-8558-94C468B99C36}"/>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key slide message</a:t>
            </a:r>
          </a:p>
        </p:txBody>
      </p:sp>
      <p:sp>
        <p:nvSpPr>
          <p:cNvPr id="13" name="Content Placeholder 2">
            <a:extLst>
              <a:ext uri="{FF2B5EF4-FFF2-40B4-BE49-F238E27FC236}">
                <a16:creationId xmlns:a16="http://schemas.microsoft.com/office/drawing/2014/main" id="{5B723CB0-4ECE-354C-B92C-5CCAC7B1422C}"/>
              </a:ext>
            </a:extLst>
          </p:cNvPr>
          <p:cNvSpPr>
            <a:spLocks noGrp="1"/>
          </p:cNvSpPr>
          <p:nvPr>
            <p:ph sz="quarter" idx="13" hasCustomPrompt="1"/>
          </p:nvPr>
        </p:nvSpPr>
        <p:spPr>
          <a:xfrm>
            <a:off x="514800" y="1368000"/>
            <a:ext cx="11232000" cy="4950000"/>
          </a:xfrm>
        </p:spPr>
        <p:txBody>
          <a:bodyPr>
            <a:noAutofit/>
          </a:bodyPr>
          <a:lstStyle>
            <a:lvl1pPr marL="285750" indent="-285750">
              <a:buFont typeface="Wingdings" pitchFamily="2" charset="2"/>
              <a:buChar char="§"/>
              <a:tabLs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Tree>
    <p:extLst>
      <p:ext uri="{BB962C8B-B14F-4D97-AF65-F5344CB8AC3E}">
        <p14:creationId xmlns:p14="http://schemas.microsoft.com/office/powerpoint/2010/main" val="15734875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rast slid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299649B-5451-C04E-B29F-B9106BA428C6}"/>
              </a:ext>
            </a:extLst>
          </p:cNvPr>
          <p:cNvSpPr/>
          <p:nvPr userDrawn="1"/>
        </p:nvSpPr>
        <p:spPr>
          <a:xfrm>
            <a:off x="0" y="0"/>
            <a:ext cx="12192000" cy="6858000"/>
          </a:xfrm>
          <a:prstGeom prst="rect">
            <a:avLst/>
          </a:prstGeom>
          <a:gradFill>
            <a:gsLst>
              <a:gs pos="100000">
                <a:srgbClr val="AA98C4"/>
              </a:gs>
              <a:gs pos="0">
                <a:srgbClr val="576BAA"/>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val 1">
            <a:extLst>
              <a:ext uri="{FF2B5EF4-FFF2-40B4-BE49-F238E27FC236}">
                <a16:creationId xmlns:a16="http://schemas.microsoft.com/office/drawing/2014/main" id="{4062C32F-BF79-8E4D-80C7-A236088BE3DC}"/>
              </a:ext>
            </a:extLst>
          </p:cNvPr>
          <p:cNvSpPr/>
          <p:nvPr userDrawn="1"/>
        </p:nvSpPr>
        <p:spPr>
          <a:xfrm>
            <a:off x="-230588" y="385969"/>
            <a:ext cx="12730038" cy="7310231"/>
          </a:xfrm>
          <a:prstGeom prst="ellipse">
            <a:avLst/>
          </a:prstGeom>
          <a:gradFill flip="none" rotWithShape="1">
            <a:gsLst>
              <a:gs pos="100000">
                <a:schemeClr val="bg1">
                  <a:alpha val="0"/>
                </a:schemeClr>
              </a:gs>
              <a:gs pos="45000">
                <a:srgbClr val="FFFFFF">
                  <a:alpha val="15000"/>
                </a:srgbClr>
              </a:gs>
              <a:gs pos="0">
                <a:schemeClr val="bg1">
                  <a:alpha val="57000"/>
                </a:schemeClr>
              </a:gs>
            </a:gsLst>
            <a:path path="circle">
              <a:fillToRect l="50000" t="50000" r="50000" b="50000"/>
            </a:path>
            <a:tileRect/>
          </a:gra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19" name="Rectangle 18">
            <a:extLst>
              <a:ext uri="{FF2B5EF4-FFF2-40B4-BE49-F238E27FC236}">
                <a16:creationId xmlns:a16="http://schemas.microsoft.com/office/drawing/2014/main" id="{85B5964A-85C4-E845-8FF0-BCE54011F8F7}"/>
              </a:ext>
            </a:extLst>
          </p:cNvPr>
          <p:cNvSpPr/>
          <p:nvPr userDrawn="1"/>
        </p:nvSpPr>
        <p:spPr>
          <a:xfrm>
            <a:off x="0" y="-4586"/>
            <a:ext cx="12192000" cy="6858000"/>
          </a:xfrm>
          <a:prstGeom prst="rect">
            <a:avLst/>
          </a:prstGeom>
          <a:gradFill>
            <a:gsLst>
              <a:gs pos="100000">
                <a:srgbClr val="576BAA">
                  <a:alpha val="45000"/>
                </a:srgbClr>
              </a:gs>
              <a:gs pos="50000">
                <a:srgbClr val="AA98C4">
                  <a:alpha val="0"/>
                </a:srgbClr>
              </a:gs>
              <a:gs pos="0">
                <a:srgbClr val="576BAA">
                  <a:alpha val="65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8EB6C95-789F-6849-B896-687225A3A848}"/>
              </a:ext>
            </a:extLst>
          </p:cNvPr>
          <p:cNvSpPr/>
          <p:nvPr userDrawn="1"/>
        </p:nvSpPr>
        <p:spPr>
          <a:xfrm>
            <a:off x="1526399" y="1"/>
            <a:ext cx="10665601" cy="85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9AD62445-A202-3741-926B-06A74F654895}"/>
              </a:ext>
            </a:extLst>
          </p:cNvPr>
          <p:cNvSpPr txBox="1"/>
          <p:nvPr userDrawn="1"/>
        </p:nvSpPr>
        <p:spPr>
          <a:xfrm>
            <a:off x="1848464" y="146728"/>
            <a:ext cx="334297" cy="276999"/>
          </a:xfrm>
          <a:prstGeom prst="rect">
            <a:avLst/>
          </a:prstGeom>
        </p:spPr>
        <p:txBody>
          <a:bodyPr wrap="square" anchor="ctr">
            <a:spAutoFit/>
          </a:bodyPr>
          <a:lstStyle>
            <a:defPPr>
              <a:defRPr lang="en-US"/>
            </a:defPPr>
            <a:lvl1pPr>
              <a:defRPr sz="1200" b="1" spc="-10">
                <a:solidFill>
                  <a:srgbClr val="183142">
                    <a:alpha val="25000"/>
                  </a:srgbClr>
                </a:solidFill>
                <a:latin typeface="TheSans B6 SemiBold" charset="0"/>
                <a:ea typeface="TheSans B6 SemiBold" charset="0"/>
                <a:cs typeface="TheSans B6 SemiBold" charset="0"/>
              </a:defRPr>
            </a:lvl1pPr>
            <a:lvl2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2pPr>
            <a:lvl3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3pPr>
            <a:lvl4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4pPr>
            <a:lvl5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dirty="0">
                <a:solidFill>
                  <a:srgbClr val="B2BECD"/>
                </a:solidFill>
                <a:latin typeface="+mn-lt"/>
              </a:rPr>
              <a:t>//</a:t>
            </a:r>
          </a:p>
        </p:txBody>
      </p:sp>
      <p:sp>
        <p:nvSpPr>
          <p:cNvPr id="18" name="Text Placeholder 4">
            <a:extLst>
              <a:ext uri="{FF2B5EF4-FFF2-40B4-BE49-F238E27FC236}">
                <a16:creationId xmlns:a16="http://schemas.microsoft.com/office/drawing/2014/main" id="{A7985789-259F-8A45-8AFC-1116A7FBC4C0}"/>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dirty="0"/>
              <a:t>INSERT PRESENTATION SECTION</a:t>
            </a:r>
          </a:p>
        </p:txBody>
      </p:sp>
      <p:sp>
        <p:nvSpPr>
          <p:cNvPr id="20" name="Title 1">
            <a:extLst>
              <a:ext uri="{FF2B5EF4-FFF2-40B4-BE49-F238E27FC236}">
                <a16:creationId xmlns:a16="http://schemas.microsoft.com/office/drawing/2014/main" id="{0585523F-AA2C-D94A-8558-94C468B99C36}"/>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key slide message</a:t>
            </a:r>
          </a:p>
        </p:txBody>
      </p:sp>
      <p:sp>
        <p:nvSpPr>
          <p:cNvPr id="15" name="Slide Number Placeholder 5">
            <a:extLst>
              <a:ext uri="{FF2B5EF4-FFF2-40B4-BE49-F238E27FC236}">
                <a16:creationId xmlns:a16="http://schemas.microsoft.com/office/drawing/2014/main" id="{598AB3A5-9E9A-0F4F-B44F-E7B1D1AFFB8E}"/>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chemeClr val="bg1"/>
                </a:solidFill>
              </a:defRPr>
            </a:lvl1pPr>
          </a:lstStyle>
          <a:p>
            <a:fld id="{E242BD21-9B61-2246-BCB1-4BE5E1BEBE1C}" type="slidenum">
              <a:rPr lang="en-US" smtClean="0"/>
              <a:pPr/>
              <a:t>‹#›</a:t>
            </a:fld>
            <a:endParaRPr lang="en-US"/>
          </a:p>
        </p:txBody>
      </p:sp>
      <p:sp>
        <p:nvSpPr>
          <p:cNvPr id="13" name="Content Placeholder 2">
            <a:extLst>
              <a:ext uri="{FF2B5EF4-FFF2-40B4-BE49-F238E27FC236}">
                <a16:creationId xmlns:a16="http://schemas.microsoft.com/office/drawing/2014/main" id="{5B723CB0-4ECE-354C-B92C-5CCAC7B1422C}"/>
              </a:ext>
            </a:extLst>
          </p:cNvPr>
          <p:cNvSpPr>
            <a:spLocks noGrp="1"/>
          </p:cNvSpPr>
          <p:nvPr>
            <p:ph sz="quarter" idx="13" hasCustomPrompt="1"/>
          </p:nvPr>
        </p:nvSpPr>
        <p:spPr>
          <a:xfrm>
            <a:off x="514800" y="1368000"/>
            <a:ext cx="11232000" cy="4950000"/>
          </a:xfrm>
        </p:spPr>
        <p:txBody>
          <a:bodyPr>
            <a:noAutofit/>
          </a:bodyPr>
          <a:lstStyle>
            <a:lvl1pPr marL="285750" indent="-285750">
              <a:buFont typeface="Wingdings" pitchFamily="2" charset="2"/>
              <a:buChar char="§"/>
              <a:tabLs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Tree>
    <p:extLst>
      <p:ext uri="{BB962C8B-B14F-4D97-AF65-F5344CB8AC3E}">
        <p14:creationId xmlns:p14="http://schemas.microsoft.com/office/powerpoint/2010/main" val="15048214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Dark with graphic background">
    <p:spTree>
      <p:nvGrpSpPr>
        <p:cNvPr id="1" name=""/>
        <p:cNvGrpSpPr/>
        <p:nvPr/>
      </p:nvGrpSpPr>
      <p:grpSpPr>
        <a:xfrm>
          <a:off x="0" y="0"/>
          <a:ext cx="0" cy="0"/>
          <a:chOff x="0" y="0"/>
          <a:chExt cx="0" cy="0"/>
        </a:xfrm>
      </p:grpSpPr>
      <p:pic>
        <p:nvPicPr>
          <p:cNvPr id="30" name="Picture 29">
            <a:extLst>
              <a:ext uri="{FF2B5EF4-FFF2-40B4-BE49-F238E27FC236}">
                <a16:creationId xmlns:a16="http://schemas.microsoft.com/office/drawing/2014/main" id="{7F570A5C-1465-F949-AFD7-E381D9043BB3}"/>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0" y="-2749"/>
            <a:ext cx="12192000" cy="6868700"/>
          </a:xfrm>
          <a:prstGeom prst="rect">
            <a:avLst/>
          </a:prstGeom>
        </p:spPr>
      </p:pic>
      <p:sp>
        <p:nvSpPr>
          <p:cNvPr id="8" name="Rectangle 7">
            <a:extLst>
              <a:ext uri="{FF2B5EF4-FFF2-40B4-BE49-F238E27FC236}">
                <a16:creationId xmlns:a16="http://schemas.microsoft.com/office/drawing/2014/main" id="{B299649B-5451-C04E-B29F-B9106BA428C6}"/>
              </a:ext>
            </a:extLst>
          </p:cNvPr>
          <p:cNvSpPr/>
          <p:nvPr userDrawn="1"/>
        </p:nvSpPr>
        <p:spPr>
          <a:xfrm>
            <a:off x="0" y="0"/>
            <a:ext cx="12192000" cy="6858000"/>
          </a:xfrm>
          <a:prstGeom prst="rect">
            <a:avLst/>
          </a:prstGeom>
          <a:gradFill>
            <a:gsLst>
              <a:gs pos="24000">
                <a:schemeClr val="tx2">
                  <a:alpha val="80000"/>
                </a:schemeClr>
              </a:gs>
              <a:gs pos="0">
                <a:schemeClr val="tx2">
                  <a:alpha val="74000"/>
                </a:schemeClr>
              </a:gs>
              <a:gs pos="93000">
                <a:schemeClr val="tx2">
                  <a:alpha val="25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44">
              <a:solidFill>
                <a:schemeClr val="accent2"/>
              </a:solidFill>
            </a:endParaRPr>
          </a:p>
        </p:txBody>
      </p:sp>
      <p:sp>
        <p:nvSpPr>
          <p:cNvPr id="2" name="Rectangle 1">
            <a:extLst>
              <a:ext uri="{FF2B5EF4-FFF2-40B4-BE49-F238E27FC236}">
                <a16:creationId xmlns:a16="http://schemas.microsoft.com/office/drawing/2014/main" id="{A9FB5ABF-597D-DA40-9F8B-5743780B79A1}"/>
              </a:ext>
            </a:extLst>
          </p:cNvPr>
          <p:cNvSpPr/>
          <p:nvPr userDrawn="1"/>
        </p:nvSpPr>
        <p:spPr>
          <a:xfrm>
            <a:off x="0" y="1720892"/>
            <a:ext cx="12192000" cy="5145061"/>
          </a:xfrm>
          <a:prstGeom prst="rect">
            <a:avLst/>
          </a:prstGeom>
          <a:gradFill>
            <a:gsLst>
              <a:gs pos="46000">
                <a:schemeClr val="accent2">
                  <a:alpha val="0"/>
                </a:schemeClr>
              </a:gs>
              <a:gs pos="100000">
                <a:srgbClr val="DFC101">
                  <a:alpha val="32000"/>
                </a:srgbClr>
              </a:gs>
              <a:gs pos="82000">
                <a:schemeClr val="accent2">
                  <a:alpha val="1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5912" tIns="57275" rIns="85912" bIns="57275" rtlCol="0" anchor="t"/>
          <a:lstStyle/>
          <a:p>
            <a:pPr algn="l"/>
            <a:endParaRPr lang="en-US" sz="1273" dirty="0" err="1">
              <a:solidFill>
                <a:schemeClr val="bg1"/>
              </a:solidFill>
            </a:endParaRPr>
          </a:p>
        </p:txBody>
      </p:sp>
      <p:sp>
        <p:nvSpPr>
          <p:cNvPr id="18" name="Rectangle 17">
            <a:extLst>
              <a:ext uri="{FF2B5EF4-FFF2-40B4-BE49-F238E27FC236}">
                <a16:creationId xmlns:a16="http://schemas.microsoft.com/office/drawing/2014/main" id="{F0B229FA-CC1D-8949-846A-2C092B3B8178}"/>
              </a:ext>
            </a:extLst>
          </p:cNvPr>
          <p:cNvSpPr/>
          <p:nvPr userDrawn="1"/>
        </p:nvSpPr>
        <p:spPr>
          <a:xfrm>
            <a:off x="1526399" y="1"/>
            <a:ext cx="10665601" cy="85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lide Number Placeholder 5">
            <a:extLst>
              <a:ext uri="{FF2B5EF4-FFF2-40B4-BE49-F238E27FC236}">
                <a16:creationId xmlns:a16="http://schemas.microsoft.com/office/drawing/2014/main" id="{F1029506-2B22-D540-9093-4B18C0BD137E}"/>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lang="en-US" smtClean="0"/>
              <a:pPr/>
              <a:t>‹#›</a:t>
            </a:fld>
            <a:endParaRPr lang="en-US"/>
          </a:p>
        </p:txBody>
      </p:sp>
      <p:sp>
        <p:nvSpPr>
          <p:cNvPr id="24" name="TextBox 23">
            <a:extLst>
              <a:ext uri="{FF2B5EF4-FFF2-40B4-BE49-F238E27FC236}">
                <a16:creationId xmlns:a16="http://schemas.microsoft.com/office/drawing/2014/main" id="{54543FC0-FA8A-4842-8FC2-F203AF9029D4}"/>
              </a:ext>
            </a:extLst>
          </p:cNvPr>
          <p:cNvSpPr txBox="1"/>
          <p:nvPr userDrawn="1"/>
        </p:nvSpPr>
        <p:spPr>
          <a:xfrm>
            <a:off x="1848464" y="146728"/>
            <a:ext cx="334297" cy="276999"/>
          </a:xfrm>
          <a:prstGeom prst="rect">
            <a:avLst/>
          </a:prstGeom>
        </p:spPr>
        <p:txBody>
          <a:bodyPr wrap="square" anchor="ctr">
            <a:spAutoFit/>
          </a:bodyPr>
          <a:lstStyle>
            <a:defPPr>
              <a:defRPr lang="en-US"/>
            </a:defPPr>
            <a:lvl1pPr>
              <a:defRPr sz="1200" b="1" spc="-10">
                <a:solidFill>
                  <a:srgbClr val="183142">
                    <a:alpha val="25000"/>
                  </a:srgbClr>
                </a:solidFill>
                <a:latin typeface="TheSans B6 SemiBold" charset="0"/>
                <a:ea typeface="TheSans B6 SemiBold" charset="0"/>
                <a:cs typeface="TheSans B6 SemiBold" charset="0"/>
              </a:defRPr>
            </a:lvl1pPr>
            <a:lvl2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2pPr>
            <a:lvl3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3pPr>
            <a:lvl4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4pPr>
            <a:lvl5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dirty="0">
                <a:solidFill>
                  <a:srgbClr val="B2BECD"/>
                </a:solidFill>
                <a:latin typeface="+mn-lt"/>
              </a:rPr>
              <a:t>//</a:t>
            </a:r>
          </a:p>
        </p:txBody>
      </p:sp>
      <p:sp>
        <p:nvSpPr>
          <p:cNvPr id="25" name="Text Placeholder 4">
            <a:extLst>
              <a:ext uri="{FF2B5EF4-FFF2-40B4-BE49-F238E27FC236}">
                <a16:creationId xmlns:a16="http://schemas.microsoft.com/office/drawing/2014/main" id="{B0B6AD95-6CA1-134E-A06C-BEECADF70E04}"/>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dirty="0"/>
              <a:t>INSERT PRESENTATION SECTION</a:t>
            </a:r>
          </a:p>
        </p:txBody>
      </p:sp>
      <p:sp>
        <p:nvSpPr>
          <p:cNvPr id="26" name="Title 1">
            <a:extLst>
              <a:ext uri="{FF2B5EF4-FFF2-40B4-BE49-F238E27FC236}">
                <a16:creationId xmlns:a16="http://schemas.microsoft.com/office/drawing/2014/main" id="{EC2317AA-E47D-1A45-A701-485ECFFE29F9}"/>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key slide message</a:t>
            </a:r>
          </a:p>
        </p:txBody>
      </p:sp>
      <p:sp>
        <p:nvSpPr>
          <p:cNvPr id="33" name="Content Placeholder 2">
            <a:extLst>
              <a:ext uri="{FF2B5EF4-FFF2-40B4-BE49-F238E27FC236}">
                <a16:creationId xmlns:a16="http://schemas.microsoft.com/office/drawing/2014/main" id="{B399D4FA-CC06-BB46-A0F0-A490F2F22187}"/>
              </a:ext>
            </a:extLst>
          </p:cNvPr>
          <p:cNvSpPr>
            <a:spLocks noGrp="1"/>
          </p:cNvSpPr>
          <p:nvPr>
            <p:ph sz="quarter" idx="13" hasCustomPrompt="1"/>
          </p:nvPr>
        </p:nvSpPr>
        <p:spPr>
          <a:xfrm>
            <a:off x="514800" y="1368000"/>
            <a:ext cx="11232000" cy="4950000"/>
          </a:xfrm>
        </p:spPr>
        <p:txBody>
          <a:bodyPr>
            <a:noAutofit/>
          </a:bodyPr>
          <a:lstStyle>
            <a:lvl1pPr marL="285750" indent="-285750">
              <a:buFont typeface="Wingdings" pitchFamily="2" charset="2"/>
              <a:buChar char="§"/>
              <a:tabLs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Tree>
    <p:extLst>
      <p:ext uri="{BB962C8B-B14F-4D97-AF65-F5344CB8AC3E}">
        <p14:creationId xmlns:p14="http://schemas.microsoft.com/office/powerpoint/2010/main" val="8475046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General reversed color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299649B-5451-C04E-B29F-B9106BA428C6}"/>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8EB6C95-789F-6849-B896-687225A3A848}"/>
              </a:ext>
            </a:extLst>
          </p:cNvPr>
          <p:cNvSpPr/>
          <p:nvPr userDrawn="1"/>
        </p:nvSpPr>
        <p:spPr>
          <a:xfrm>
            <a:off x="1526401" y="0"/>
            <a:ext cx="10665600" cy="856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lide Number Placeholder 5">
            <a:extLst>
              <a:ext uri="{FF2B5EF4-FFF2-40B4-BE49-F238E27FC236}">
                <a16:creationId xmlns:a16="http://schemas.microsoft.com/office/drawing/2014/main" id="{598AB3A5-9E9A-0F4F-B44F-E7B1D1AFFB8E}"/>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lang="en-US" smtClean="0"/>
              <a:pPr/>
              <a:t>‹#›</a:t>
            </a:fld>
            <a:endParaRPr lang="en-US"/>
          </a:p>
        </p:txBody>
      </p:sp>
      <p:sp>
        <p:nvSpPr>
          <p:cNvPr id="25" name="TextBox 24">
            <a:extLst>
              <a:ext uri="{FF2B5EF4-FFF2-40B4-BE49-F238E27FC236}">
                <a16:creationId xmlns:a16="http://schemas.microsoft.com/office/drawing/2014/main" id="{DDD864A3-F6DC-434B-B5BE-5F14C8CEA463}"/>
              </a:ext>
            </a:extLst>
          </p:cNvPr>
          <p:cNvSpPr txBox="1"/>
          <p:nvPr userDrawn="1"/>
        </p:nvSpPr>
        <p:spPr>
          <a:xfrm>
            <a:off x="1848464" y="146728"/>
            <a:ext cx="334297" cy="276999"/>
          </a:xfrm>
          <a:prstGeom prst="rect">
            <a:avLst/>
          </a:prstGeom>
        </p:spPr>
        <p:txBody>
          <a:bodyPr wrap="square" anchor="ctr">
            <a:spAutoFit/>
          </a:bodyPr>
          <a:lstStyle>
            <a:defPPr>
              <a:defRPr lang="en-US"/>
            </a:defPPr>
            <a:lvl1pPr>
              <a:defRPr sz="1200" b="1" spc="-10">
                <a:solidFill>
                  <a:srgbClr val="183142">
                    <a:alpha val="25000"/>
                  </a:srgbClr>
                </a:solidFill>
                <a:latin typeface="TheSans B6 SemiBold" charset="0"/>
                <a:ea typeface="TheSans B6 SemiBold" charset="0"/>
                <a:cs typeface="TheSans B6 SemiBold" charset="0"/>
              </a:defRPr>
            </a:lvl1pPr>
            <a:lvl2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2pPr>
            <a:lvl3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3pPr>
            <a:lvl4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4pPr>
            <a:lvl5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dirty="0">
                <a:solidFill>
                  <a:srgbClr val="B2BECD"/>
                </a:solidFill>
                <a:latin typeface="+mn-lt"/>
              </a:rPr>
              <a:t>//</a:t>
            </a:r>
          </a:p>
        </p:txBody>
      </p:sp>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dirty="0"/>
              <a:t>INSERT PRESENTATION SECTION</a:t>
            </a:r>
          </a:p>
        </p:txBody>
      </p:sp>
      <p:sp>
        <p:nvSpPr>
          <p:cNvPr id="27" name="Title 1">
            <a:extLst>
              <a:ext uri="{FF2B5EF4-FFF2-40B4-BE49-F238E27FC236}">
                <a16:creationId xmlns:a16="http://schemas.microsoft.com/office/drawing/2014/main" id="{8A8B0682-F79C-014E-BF74-DADFA39ECD08}"/>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key slide message</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514800" y="1368000"/>
            <a:ext cx="11232000" cy="4950000"/>
          </a:xfrm>
        </p:spPr>
        <p:txBody>
          <a:bodyPr>
            <a:noAutofit/>
          </a:bodyPr>
          <a:lstStyle>
            <a:lvl1pPr marL="285750" indent="-285750">
              <a:buFont typeface="Wingdings" pitchFamily="2" charset="2"/>
              <a:buChar char="§"/>
              <a:tabLst/>
              <a:defRPr/>
            </a:lvl1pPr>
          </a:lstStyle>
          <a:p>
            <a:pPr lvl="0"/>
            <a:r>
              <a:rPr lang="en-US" dirty="0"/>
              <a:t>Insert content text (headers in bold)</a:t>
            </a:r>
          </a:p>
        </p:txBody>
      </p:sp>
    </p:spTree>
    <p:extLst>
      <p:ext uri="{BB962C8B-B14F-4D97-AF65-F5344CB8AC3E}">
        <p14:creationId xmlns:p14="http://schemas.microsoft.com/office/powerpoint/2010/main" val="1880141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C0CA7ACA-36F1-CC4B-B88F-E30BC3BB7F85}"/>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lang="en-US" smtClean="0"/>
              <a:pPr/>
              <a:t>‹#›</a:t>
            </a:fld>
            <a:endParaRPr lang="en-US"/>
          </a:p>
        </p:txBody>
      </p:sp>
      <p:sp>
        <p:nvSpPr>
          <p:cNvPr id="18" name="TextBox 17">
            <a:extLst>
              <a:ext uri="{FF2B5EF4-FFF2-40B4-BE49-F238E27FC236}">
                <a16:creationId xmlns:a16="http://schemas.microsoft.com/office/drawing/2014/main" id="{2E70E661-2568-014D-9679-50866771DD38}"/>
              </a:ext>
            </a:extLst>
          </p:cNvPr>
          <p:cNvSpPr txBox="1"/>
          <p:nvPr userDrawn="1"/>
        </p:nvSpPr>
        <p:spPr>
          <a:xfrm>
            <a:off x="1848464" y="146728"/>
            <a:ext cx="334297" cy="276999"/>
          </a:xfrm>
          <a:prstGeom prst="rect">
            <a:avLst/>
          </a:prstGeom>
        </p:spPr>
        <p:txBody>
          <a:bodyPr wrap="square" anchor="ctr">
            <a:spAutoFit/>
          </a:bodyPr>
          <a:lstStyle>
            <a:defPPr>
              <a:defRPr lang="en-US"/>
            </a:defPPr>
            <a:lvl1pPr>
              <a:defRPr sz="1200" b="1" spc="-10">
                <a:solidFill>
                  <a:srgbClr val="183142">
                    <a:alpha val="25000"/>
                  </a:srgbClr>
                </a:solidFill>
                <a:latin typeface="TheSans B6 SemiBold" charset="0"/>
                <a:ea typeface="TheSans B6 SemiBold" charset="0"/>
                <a:cs typeface="TheSans B6 SemiBold" charset="0"/>
              </a:defRPr>
            </a:lvl1pPr>
            <a:lvl2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2pPr>
            <a:lvl3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3pPr>
            <a:lvl4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4pPr>
            <a:lvl5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dirty="0">
                <a:solidFill>
                  <a:srgbClr val="B2BECD"/>
                </a:solidFill>
                <a:latin typeface="+mn-lt"/>
              </a:rPr>
              <a:t>//</a:t>
            </a:r>
          </a:p>
        </p:txBody>
      </p:sp>
      <p:sp>
        <p:nvSpPr>
          <p:cNvPr id="19" name="Text Placeholder 4">
            <a:extLst>
              <a:ext uri="{FF2B5EF4-FFF2-40B4-BE49-F238E27FC236}">
                <a16:creationId xmlns:a16="http://schemas.microsoft.com/office/drawing/2014/main" id="{5E177DEE-B705-3E43-89AC-7B3420354C3F}"/>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dirty="0"/>
              <a:t>INSERT PRESENTATION SECTION</a:t>
            </a:r>
          </a:p>
        </p:txBody>
      </p:sp>
      <p:sp>
        <p:nvSpPr>
          <p:cNvPr id="20" name="Title 1">
            <a:extLst>
              <a:ext uri="{FF2B5EF4-FFF2-40B4-BE49-F238E27FC236}">
                <a16:creationId xmlns:a16="http://schemas.microsoft.com/office/drawing/2014/main" id="{17FC6343-20BF-144E-82D5-AAFFD46B9468}"/>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key slide message</a:t>
            </a:r>
          </a:p>
        </p:txBody>
      </p:sp>
      <p:sp>
        <p:nvSpPr>
          <p:cNvPr id="3" name="Content Placeholder 2">
            <a:extLst>
              <a:ext uri="{FF2B5EF4-FFF2-40B4-BE49-F238E27FC236}">
                <a16:creationId xmlns:a16="http://schemas.microsoft.com/office/drawing/2014/main" id="{5E21934A-DE0A-C841-9479-688B6BBD6022}"/>
              </a:ext>
            </a:extLst>
          </p:cNvPr>
          <p:cNvSpPr>
            <a:spLocks noGrp="1"/>
          </p:cNvSpPr>
          <p:nvPr>
            <p:ph sz="quarter" idx="19" hasCustomPrompt="1"/>
          </p:nvPr>
        </p:nvSpPr>
        <p:spPr>
          <a:xfrm>
            <a:off x="425450" y="1366838"/>
            <a:ext cx="5421313" cy="4950149"/>
          </a:xfrm>
        </p:spPr>
        <p:txBody>
          <a:bodyPr lIns="90000" rIns="90000">
            <a:noAutofit/>
          </a:bodyPr>
          <a:lstStyle>
            <a:lvl1pPr marL="268288" indent="-268288">
              <a:tabLst/>
              <a:defRPr/>
            </a:lvl1pPr>
          </a:lstStyle>
          <a:p>
            <a:pPr lvl="0"/>
            <a:r>
              <a:rPr lang="en-US" dirty="0"/>
              <a:t>Insert content text (headers in bold)</a:t>
            </a:r>
          </a:p>
        </p:txBody>
      </p:sp>
      <p:sp>
        <p:nvSpPr>
          <p:cNvPr id="12" name="Content Placeholder 2">
            <a:extLst>
              <a:ext uri="{FF2B5EF4-FFF2-40B4-BE49-F238E27FC236}">
                <a16:creationId xmlns:a16="http://schemas.microsoft.com/office/drawing/2014/main" id="{0DA720B1-8ADB-B746-A933-6029EBDCC50B}"/>
              </a:ext>
            </a:extLst>
          </p:cNvPr>
          <p:cNvSpPr>
            <a:spLocks noGrp="1"/>
          </p:cNvSpPr>
          <p:nvPr>
            <p:ph sz="quarter" idx="20" hasCustomPrompt="1"/>
          </p:nvPr>
        </p:nvSpPr>
        <p:spPr>
          <a:xfrm>
            <a:off x="6345667" y="1366837"/>
            <a:ext cx="5421313" cy="4950150"/>
          </a:xfrm>
        </p:spPr>
        <p:txBody>
          <a:bodyPr lIns="90000" rIns="90000">
            <a:noAutofit/>
          </a:bodyPr>
          <a:lstStyle>
            <a:lvl1pPr marL="268288" indent="-268288">
              <a:tabLst/>
              <a:defRPr/>
            </a:lvl1pPr>
          </a:lstStyle>
          <a:p>
            <a:pPr lvl="0"/>
            <a:r>
              <a:rPr lang="en-US" dirty="0"/>
              <a:t>Insert content text (headers in bold)</a:t>
            </a:r>
          </a:p>
        </p:txBody>
      </p:sp>
    </p:spTree>
    <p:extLst>
      <p:ext uri="{BB962C8B-B14F-4D97-AF65-F5344CB8AC3E}">
        <p14:creationId xmlns:p14="http://schemas.microsoft.com/office/powerpoint/2010/main" val="19905615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s contras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602F3CE-3A89-6048-9903-A3ECEDE9519E}"/>
              </a:ext>
            </a:extLst>
          </p:cNvPr>
          <p:cNvSpPr/>
          <p:nvPr userDrawn="1"/>
        </p:nvSpPr>
        <p:spPr>
          <a:xfrm>
            <a:off x="6092456" y="857977"/>
            <a:ext cx="6099544" cy="600954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FA4A2A52-2842-B847-AEC4-CBD2BA3484C4}"/>
              </a:ext>
            </a:extLst>
          </p:cNvPr>
          <p:cNvSpPr txBox="1"/>
          <p:nvPr userDrawn="1"/>
        </p:nvSpPr>
        <p:spPr>
          <a:xfrm>
            <a:off x="1848464" y="146728"/>
            <a:ext cx="334297" cy="276999"/>
          </a:xfrm>
          <a:prstGeom prst="rect">
            <a:avLst/>
          </a:prstGeom>
        </p:spPr>
        <p:txBody>
          <a:bodyPr wrap="square" anchor="ctr">
            <a:spAutoFit/>
          </a:bodyPr>
          <a:lstStyle>
            <a:defPPr>
              <a:defRPr lang="en-US"/>
            </a:defPPr>
            <a:lvl1pPr>
              <a:defRPr sz="1200" b="1" spc="-10">
                <a:solidFill>
                  <a:srgbClr val="183142">
                    <a:alpha val="25000"/>
                  </a:srgbClr>
                </a:solidFill>
                <a:latin typeface="TheSans B6 SemiBold" charset="0"/>
                <a:ea typeface="TheSans B6 SemiBold" charset="0"/>
                <a:cs typeface="TheSans B6 SemiBold" charset="0"/>
              </a:defRPr>
            </a:lvl1pPr>
            <a:lvl2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2pPr>
            <a:lvl3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3pPr>
            <a:lvl4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4pPr>
            <a:lvl5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dirty="0">
                <a:solidFill>
                  <a:srgbClr val="B2BECD"/>
                </a:solidFill>
                <a:latin typeface="+mn-lt"/>
              </a:rPr>
              <a:t>//</a:t>
            </a:r>
          </a:p>
        </p:txBody>
      </p:sp>
      <p:sp>
        <p:nvSpPr>
          <p:cNvPr id="23" name="Text Placeholder 4">
            <a:extLst>
              <a:ext uri="{FF2B5EF4-FFF2-40B4-BE49-F238E27FC236}">
                <a16:creationId xmlns:a16="http://schemas.microsoft.com/office/drawing/2014/main" id="{49C73C1F-AEDD-7D45-8181-915FDFA10140}"/>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dirty="0"/>
              <a:t>INSERT PRESENTATION SECTION</a:t>
            </a:r>
          </a:p>
        </p:txBody>
      </p:sp>
      <p:sp>
        <p:nvSpPr>
          <p:cNvPr id="24" name="Title 1">
            <a:extLst>
              <a:ext uri="{FF2B5EF4-FFF2-40B4-BE49-F238E27FC236}">
                <a16:creationId xmlns:a16="http://schemas.microsoft.com/office/drawing/2014/main" id="{E9CA1143-6585-1C41-BCC0-F6D864548774}"/>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key slide message</a:t>
            </a:r>
          </a:p>
        </p:txBody>
      </p:sp>
      <p:sp>
        <p:nvSpPr>
          <p:cNvPr id="13" name="Content Placeholder 2">
            <a:extLst>
              <a:ext uri="{FF2B5EF4-FFF2-40B4-BE49-F238E27FC236}">
                <a16:creationId xmlns:a16="http://schemas.microsoft.com/office/drawing/2014/main" id="{F3655483-73D5-1842-B980-1CB68BC0E61E}"/>
              </a:ext>
            </a:extLst>
          </p:cNvPr>
          <p:cNvSpPr>
            <a:spLocks noGrp="1"/>
          </p:cNvSpPr>
          <p:nvPr>
            <p:ph sz="quarter" idx="19" hasCustomPrompt="1"/>
          </p:nvPr>
        </p:nvSpPr>
        <p:spPr>
          <a:xfrm>
            <a:off x="425450" y="1366838"/>
            <a:ext cx="5421313" cy="4950149"/>
          </a:xfrm>
        </p:spPr>
        <p:txBody>
          <a:bodyPr lIns="90000" rIns="90000">
            <a:noAutofit/>
          </a:bodyPr>
          <a:lstStyle>
            <a:lvl1pPr marL="268288" indent="-268288">
              <a:tabLst/>
              <a:defRPr/>
            </a:lvl1pPr>
          </a:lstStyle>
          <a:p>
            <a:pPr lvl="0"/>
            <a:r>
              <a:rPr lang="en-US" dirty="0"/>
              <a:t>Insert content text (headers in bold)</a:t>
            </a:r>
          </a:p>
        </p:txBody>
      </p:sp>
      <p:sp>
        <p:nvSpPr>
          <p:cNvPr id="14" name="Content Placeholder 2">
            <a:extLst>
              <a:ext uri="{FF2B5EF4-FFF2-40B4-BE49-F238E27FC236}">
                <a16:creationId xmlns:a16="http://schemas.microsoft.com/office/drawing/2014/main" id="{DC502811-F846-1F49-AD36-092A6CA4C35B}"/>
              </a:ext>
            </a:extLst>
          </p:cNvPr>
          <p:cNvSpPr>
            <a:spLocks noGrp="1"/>
          </p:cNvSpPr>
          <p:nvPr>
            <p:ph sz="quarter" idx="20" hasCustomPrompt="1"/>
          </p:nvPr>
        </p:nvSpPr>
        <p:spPr>
          <a:xfrm>
            <a:off x="6345667" y="1366837"/>
            <a:ext cx="5421313" cy="4950150"/>
          </a:xfrm>
        </p:spPr>
        <p:txBody>
          <a:bodyPr lIns="90000" rIns="90000">
            <a:noAutofit/>
          </a:bodyPr>
          <a:lstStyle>
            <a:lvl1pPr marL="268288" indent="-268288">
              <a:tabLs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
        <p:nvSpPr>
          <p:cNvPr id="12" name="Slide Number Placeholder 5">
            <a:extLst>
              <a:ext uri="{FF2B5EF4-FFF2-40B4-BE49-F238E27FC236}">
                <a16:creationId xmlns:a16="http://schemas.microsoft.com/office/drawing/2014/main" id="{33317707-F6BD-BC43-AFE4-EF3A58BA0D64}"/>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lang="en-US" smtClean="0"/>
              <a:pPr/>
              <a:t>‹#›</a:t>
            </a:fld>
            <a:endParaRPr lang="en-US"/>
          </a:p>
        </p:txBody>
      </p:sp>
    </p:spTree>
    <p:extLst>
      <p:ext uri="{BB962C8B-B14F-4D97-AF65-F5344CB8AC3E}">
        <p14:creationId xmlns:p14="http://schemas.microsoft.com/office/powerpoint/2010/main" val="34265944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sp>
        <p:nvSpPr>
          <p:cNvPr id="20" name="TextBox 19">
            <a:extLst>
              <a:ext uri="{FF2B5EF4-FFF2-40B4-BE49-F238E27FC236}">
                <a16:creationId xmlns:a16="http://schemas.microsoft.com/office/drawing/2014/main" id="{EAB487C9-ECA1-B54D-8C96-3D8551EC5901}"/>
              </a:ext>
            </a:extLst>
          </p:cNvPr>
          <p:cNvSpPr txBox="1"/>
          <p:nvPr userDrawn="1"/>
        </p:nvSpPr>
        <p:spPr>
          <a:xfrm>
            <a:off x="1848464" y="146728"/>
            <a:ext cx="334297" cy="276999"/>
          </a:xfrm>
          <a:prstGeom prst="rect">
            <a:avLst/>
          </a:prstGeom>
        </p:spPr>
        <p:txBody>
          <a:bodyPr wrap="square" anchor="ctr">
            <a:spAutoFit/>
          </a:bodyPr>
          <a:lstStyle>
            <a:defPPr>
              <a:defRPr lang="en-US"/>
            </a:defPPr>
            <a:lvl1pPr>
              <a:defRPr sz="1200" b="1" spc="-10">
                <a:solidFill>
                  <a:srgbClr val="183142">
                    <a:alpha val="25000"/>
                  </a:srgbClr>
                </a:solidFill>
                <a:latin typeface="TheSans B6 SemiBold" charset="0"/>
                <a:ea typeface="TheSans B6 SemiBold" charset="0"/>
                <a:cs typeface="TheSans B6 SemiBold" charset="0"/>
              </a:defRPr>
            </a:lvl1pPr>
            <a:lvl2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2pPr>
            <a:lvl3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3pPr>
            <a:lvl4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4pPr>
            <a:lvl5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dirty="0">
                <a:solidFill>
                  <a:srgbClr val="B2BECD"/>
                </a:solidFill>
                <a:latin typeface="+mn-lt"/>
              </a:rPr>
              <a:t>//</a:t>
            </a:r>
          </a:p>
        </p:txBody>
      </p:sp>
      <p:sp>
        <p:nvSpPr>
          <p:cNvPr id="21" name="Text Placeholder 4">
            <a:extLst>
              <a:ext uri="{FF2B5EF4-FFF2-40B4-BE49-F238E27FC236}">
                <a16:creationId xmlns:a16="http://schemas.microsoft.com/office/drawing/2014/main" id="{AFA66B3B-E195-4A46-97EC-4F5B8E0BC809}"/>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dirty="0"/>
              <a:t>INSERT PRESENTATION SECTION</a:t>
            </a:r>
          </a:p>
        </p:txBody>
      </p:sp>
      <p:sp>
        <p:nvSpPr>
          <p:cNvPr id="22" name="Title 1">
            <a:extLst>
              <a:ext uri="{FF2B5EF4-FFF2-40B4-BE49-F238E27FC236}">
                <a16:creationId xmlns:a16="http://schemas.microsoft.com/office/drawing/2014/main" id="{3163FBFA-31D9-6B47-A169-FE02B11448F2}"/>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key slide message</a:t>
            </a:r>
          </a:p>
        </p:txBody>
      </p:sp>
      <p:sp>
        <p:nvSpPr>
          <p:cNvPr id="5" name="Content Placeholder 4">
            <a:extLst>
              <a:ext uri="{FF2B5EF4-FFF2-40B4-BE49-F238E27FC236}">
                <a16:creationId xmlns:a16="http://schemas.microsoft.com/office/drawing/2014/main" id="{77C84D26-9EDC-F949-AC1A-A72B1BBE389A}"/>
              </a:ext>
            </a:extLst>
          </p:cNvPr>
          <p:cNvSpPr>
            <a:spLocks noGrp="1"/>
          </p:cNvSpPr>
          <p:nvPr>
            <p:ph sz="quarter" idx="22" hasCustomPrompt="1"/>
          </p:nvPr>
        </p:nvSpPr>
        <p:spPr>
          <a:xfrm>
            <a:off x="425304" y="1366988"/>
            <a:ext cx="3548218" cy="4950000"/>
          </a:xfrm>
        </p:spPr>
        <p:txBody>
          <a:bodyPr lIns="90000" tIns="46800" rIns="90000">
            <a:noAutofit/>
          </a:bodyPr>
          <a:lstStyle>
            <a:lvl1pPr marL="268288" indent="-268288">
              <a:tabLst/>
              <a:defRPr/>
            </a:lvl1pPr>
          </a:lstStyle>
          <a:p>
            <a:pPr lvl="0"/>
            <a:r>
              <a:rPr lang="en-US" dirty="0"/>
              <a:t>Insert content text (headers in bold)</a:t>
            </a:r>
          </a:p>
        </p:txBody>
      </p:sp>
      <p:sp>
        <p:nvSpPr>
          <p:cNvPr id="18" name="Content Placeholder 4">
            <a:extLst>
              <a:ext uri="{FF2B5EF4-FFF2-40B4-BE49-F238E27FC236}">
                <a16:creationId xmlns:a16="http://schemas.microsoft.com/office/drawing/2014/main" id="{3817169C-C0BF-0A40-9984-FECFBA08563F}"/>
              </a:ext>
            </a:extLst>
          </p:cNvPr>
          <p:cNvSpPr>
            <a:spLocks noGrp="1"/>
          </p:cNvSpPr>
          <p:nvPr>
            <p:ph sz="quarter" idx="23" hasCustomPrompt="1"/>
          </p:nvPr>
        </p:nvSpPr>
        <p:spPr>
          <a:xfrm>
            <a:off x="4332642" y="1366988"/>
            <a:ext cx="3548218" cy="4950000"/>
          </a:xfrm>
        </p:spPr>
        <p:txBody>
          <a:bodyPr lIns="90000" tIns="46800" rIns="90000">
            <a:noAutofit/>
          </a:bodyPr>
          <a:lstStyle>
            <a:lvl1pPr marL="268288" indent="-268288">
              <a:tabLst/>
              <a:defRPr/>
            </a:lvl1pPr>
          </a:lstStyle>
          <a:p>
            <a:pPr lvl="0"/>
            <a:r>
              <a:rPr lang="en-US" dirty="0"/>
              <a:t>Insert content text (headers in bold)</a:t>
            </a:r>
          </a:p>
        </p:txBody>
      </p:sp>
      <p:sp>
        <p:nvSpPr>
          <p:cNvPr id="19" name="Content Placeholder 4">
            <a:extLst>
              <a:ext uri="{FF2B5EF4-FFF2-40B4-BE49-F238E27FC236}">
                <a16:creationId xmlns:a16="http://schemas.microsoft.com/office/drawing/2014/main" id="{6FEB4DC9-D693-9443-81DF-3152226B1930}"/>
              </a:ext>
            </a:extLst>
          </p:cNvPr>
          <p:cNvSpPr>
            <a:spLocks noGrp="1"/>
          </p:cNvSpPr>
          <p:nvPr>
            <p:ph sz="quarter" idx="24" hasCustomPrompt="1"/>
          </p:nvPr>
        </p:nvSpPr>
        <p:spPr>
          <a:xfrm>
            <a:off x="8197449" y="1366988"/>
            <a:ext cx="3548218" cy="4950000"/>
          </a:xfrm>
        </p:spPr>
        <p:txBody>
          <a:bodyPr lIns="90000" tIns="46800" rIns="90000">
            <a:noAutofit/>
          </a:bodyPr>
          <a:lstStyle>
            <a:lvl1pPr marL="268288" indent="-268288">
              <a:tabLst/>
              <a:defRPr/>
            </a:lvl1pPr>
          </a:lstStyle>
          <a:p>
            <a:pPr lvl="0"/>
            <a:r>
              <a:rPr lang="en-US" dirty="0"/>
              <a:t>Insert content text (headers in bold)</a:t>
            </a:r>
          </a:p>
        </p:txBody>
      </p:sp>
      <p:sp>
        <p:nvSpPr>
          <p:cNvPr id="12" name="Slide Number Placeholder 5">
            <a:extLst>
              <a:ext uri="{FF2B5EF4-FFF2-40B4-BE49-F238E27FC236}">
                <a16:creationId xmlns:a16="http://schemas.microsoft.com/office/drawing/2014/main" id="{F45A2829-FFCA-D14F-91DA-F2D5FAE26F04}"/>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lang="en-US" smtClean="0"/>
              <a:pPr/>
              <a:t>‹#›</a:t>
            </a:fld>
            <a:endParaRPr lang="en-US"/>
          </a:p>
        </p:txBody>
      </p:sp>
    </p:spTree>
    <p:extLst>
      <p:ext uri="{BB962C8B-B14F-4D97-AF65-F5344CB8AC3E}">
        <p14:creationId xmlns:p14="http://schemas.microsoft.com/office/powerpoint/2010/main" val="41312653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s + image">
    <p:spTree>
      <p:nvGrpSpPr>
        <p:cNvPr id="1" name=""/>
        <p:cNvGrpSpPr/>
        <p:nvPr/>
      </p:nvGrpSpPr>
      <p:grpSpPr>
        <a:xfrm>
          <a:off x="0" y="0"/>
          <a:ext cx="0" cy="0"/>
          <a:chOff x="0" y="0"/>
          <a:chExt cx="0" cy="0"/>
        </a:xfrm>
      </p:grpSpPr>
      <p:sp>
        <p:nvSpPr>
          <p:cNvPr id="20" name="TextBox 19">
            <a:extLst>
              <a:ext uri="{FF2B5EF4-FFF2-40B4-BE49-F238E27FC236}">
                <a16:creationId xmlns:a16="http://schemas.microsoft.com/office/drawing/2014/main" id="{EAB487C9-ECA1-B54D-8C96-3D8551EC5901}"/>
              </a:ext>
            </a:extLst>
          </p:cNvPr>
          <p:cNvSpPr txBox="1"/>
          <p:nvPr userDrawn="1"/>
        </p:nvSpPr>
        <p:spPr>
          <a:xfrm>
            <a:off x="1848464" y="146728"/>
            <a:ext cx="334297" cy="276999"/>
          </a:xfrm>
          <a:prstGeom prst="rect">
            <a:avLst/>
          </a:prstGeom>
        </p:spPr>
        <p:txBody>
          <a:bodyPr wrap="square" anchor="ctr">
            <a:spAutoFit/>
          </a:bodyPr>
          <a:lstStyle>
            <a:defPPr>
              <a:defRPr lang="en-US"/>
            </a:defPPr>
            <a:lvl1pPr>
              <a:defRPr sz="1200" b="1" spc="-10">
                <a:solidFill>
                  <a:srgbClr val="183142">
                    <a:alpha val="25000"/>
                  </a:srgbClr>
                </a:solidFill>
                <a:latin typeface="TheSans B6 SemiBold" charset="0"/>
                <a:ea typeface="TheSans B6 SemiBold" charset="0"/>
                <a:cs typeface="TheSans B6 SemiBold" charset="0"/>
              </a:defRPr>
            </a:lvl1pPr>
            <a:lvl2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2pPr>
            <a:lvl3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3pPr>
            <a:lvl4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4pPr>
            <a:lvl5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dirty="0">
                <a:solidFill>
                  <a:srgbClr val="B2BECD"/>
                </a:solidFill>
                <a:latin typeface="+mn-lt"/>
              </a:rPr>
              <a:t>//</a:t>
            </a:r>
          </a:p>
        </p:txBody>
      </p:sp>
      <p:sp>
        <p:nvSpPr>
          <p:cNvPr id="21" name="Text Placeholder 4">
            <a:extLst>
              <a:ext uri="{FF2B5EF4-FFF2-40B4-BE49-F238E27FC236}">
                <a16:creationId xmlns:a16="http://schemas.microsoft.com/office/drawing/2014/main" id="{AFA66B3B-E195-4A46-97EC-4F5B8E0BC809}"/>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dirty="0"/>
              <a:t>INSERT PRESENTATION SECTION</a:t>
            </a:r>
          </a:p>
        </p:txBody>
      </p:sp>
      <p:sp>
        <p:nvSpPr>
          <p:cNvPr id="22" name="Title 1">
            <a:extLst>
              <a:ext uri="{FF2B5EF4-FFF2-40B4-BE49-F238E27FC236}">
                <a16:creationId xmlns:a16="http://schemas.microsoft.com/office/drawing/2014/main" id="{3163FBFA-31D9-6B47-A169-FE02B11448F2}"/>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key slide message</a:t>
            </a:r>
          </a:p>
        </p:txBody>
      </p:sp>
      <p:sp>
        <p:nvSpPr>
          <p:cNvPr id="3" name="Picture Placeholder 2">
            <a:extLst>
              <a:ext uri="{FF2B5EF4-FFF2-40B4-BE49-F238E27FC236}">
                <a16:creationId xmlns:a16="http://schemas.microsoft.com/office/drawing/2014/main" id="{13A7E353-A588-4F4A-90F0-66ACD5821690}"/>
              </a:ext>
            </a:extLst>
          </p:cNvPr>
          <p:cNvSpPr>
            <a:spLocks noGrp="1"/>
          </p:cNvSpPr>
          <p:nvPr>
            <p:ph type="pic" sz="quarter" idx="19" hasCustomPrompt="1"/>
          </p:nvPr>
        </p:nvSpPr>
        <p:spPr>
          <a:xfrm>
            <a:off x="8218715" y="1366988"/>
            <a:ext cx="3526952" cy="4950000"/>
          </a:xfrm>
          <a:prstGeom prst="rect">
            <a:avLst/>
          </a:prstGeom>
        </p:spPr>
        <p:txBody>
          <a:bodyPr wrap="square" lIns="0" rIns="0" bIns="46800" anchor="ctr"/>
          <a:lstStyle>
            <a:lvl1pPr marL="0" indent="0" algn="ctr">
              <a:buNone/>
              <a:defRPr lang="en-US" sz="1400" b="0">
                <a:solidFill>
                  <a:schemeClr val="tx2"/>
                </a:solidFill>
              </a:defRPr>
            </a:lvl1pPr>
          </a:lstStyle>
          <a:p>
            <a:pPr marL="228600" lvl="0" indent="-228600">
              <a:lnSpc>
                <a:spcPct val="114000"/>
              </a:lnSpc>
            </a:pPr>
            <a:r>
              <a:rPr lang="en-US" dirty="0"/>
              <a:t>Insert a picture here. </a:t>
            </a:r>
            <a:br>
              <a:rPr lang="en-US" dirty="0"/>
            </a:br>
            <a:r>
              <a:rPr lang="en-US" dirty="0"/>
              <a:t>The picture will be cropped to placeholder.</a:t>
            </a:r>
            <a:br>
              <a:rPr lang="en-US" dirty="0"/>
            </a:br>
            <a:r>
              <a:rPr lang="en-US" dirty="0"/>
              <a:t>The position can be set via picture settings.</a:t>
            </a:r>
            <a:br>
              <a:rPr lang="en-US" dirty="0"/>
            </a:br>
            <a:br>
              <a:rPr lang="en-US" dirty="0"/>
            </a:br>
            <a:br>
              <a:rPr lang="en-US" dirty="0"/>
            </a:br>
            <a:br>
              <a:rPr lang="en-US" dirty="0"/>
            </a:br>
            <a:br>
              <a:rPr lang="en-US" dirty="0"/>
            </a:br>
            <a:endParaRPr lang="en-US" dirty="0"/>
          </a:p>
        </p:txBody>
      </p:sp>
      <p:sp>
        <p:nvSpPr>
          <p:cNvPr id="12" name="Content Placeholder 4">
            <a:extLst>
              <a:ext uri="{FF2B5EF4-FFF2-40B4-BE49-F238E27FC236}">
                <a16:creationId xmlns:a16="http://schemas.microsoft.com/office/drawing/2014/main" id="{0930E766-BD21-724F-ADBE-C3AA43F4CD87}"/>
              </a:ext>
            </a:extLst>
          </p:cNvPr>
          <p:cNvSpPr>
            <a:spLocks noGrp="1"/>
          </p:cNvSpPr>
          <p:nvPr>
            <p:ph sz="quarter" idx="22" hasCustomPrompt="1"/>
          </p:nvPr>
        </p:nvSpPr>
        <p:spPr>
          <a:xfrm>
            <a:off x="425304" y="1366988"/>
            <a:ext cx="3548218" cy="4950000"/>
          </a:xfrm>
        </p:spPr>
        <p:txBody>
          <a:bodyPr lIns="90000" rIns="90000">
            <a:noAutofit/>
          </a:bodyPr>
          <a:lstStyle>
            <a:lvl1pPr marL="268288" indent="-268288">
              <a:tabLst/>
              <a:defRPr/>
            </a:lvl1pPr>
          </a:lstStyle>
          <a:p>
            <a:pPr lvl="0"/>
            <a:r>
              <a:rPr lang="en-US" dirty="0"/>
              <a:t>Insert content text (headers in bold)</a:t>
            </a:r>
          </a:p>
        </p:txBody>
      </p:sp>
      <p:sp>
        <p:nvSpPr>
          <p:cNvPr id="13" name="Content Placeholder 4">
            <a:extLst>
              <a:ext uri="{FF2B5EF4-FFF2-40B4-BE49-F238E27FC236}">
                <a16:creationId xmlns:a16="http://schemas.microsoft.com/office/drawing/2014/main" id="{F11B0C39-D009-B544-B7E4-F06D9BA4A5A7}"/>
              </a:ext>
            </a:extLst>
          </p:cNvPr>
          <p:cNvSpPr>
            <a:spLocks noGrp="1"/>
          </p:cNvSpPr>
          <p:nvPr>
            <p:ph sz="quarter" idx="23" hasCustomPrompt="1"/>
          </p:nvPr>
        </p:nvSpPr>
        <p:spPr>
          <a:xfrm>
            <a:off x="4332642" y="1366988"/>
            <a:ext cx="3548218" cy="4950000"/>
          </a:xfrm>
        </p:spPr>
        <p:txBody>
          <a:bodyPr lIns="90000" rIns="90000">
            <a:noAutofit/>
          </a:bodyPr>
          <a:lstStyle>
            <a:lvl1pPr marL="268288" indent="-268288">
              <a:tabLst/>
              <a:defRPr/>
            </a:lvl1pPr>
          </a:lstStyle>
          <a:p>
            <a:pPr lvl="0"/>
            <a:r>
              <a:rPr lang="en-US" dirty="0"/>
              <a:t>Insert content text (headers in bold)</a:t>
            </a:r>
          </a:p>
        </p:txBody>
      </p:sp>
      <p:sp>
        <p:nvSpPr>
          <p:cNvPr id="14" name="Slide Number Placeholder 5">
            <a:extLst>
              <a:ext uri="{FF2B5EF4-FFF2-40B4-BE49-F238E27FC236}">
                <a16:creationId xmlns:a16="http://schemas.microsoft.com/office/drawing/2014/main" id="{9D44F31D-ED30-0B48-8DF3-597B351FA8EC}"/>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lang="en-US" smtClean="0"/>
              <a:pPr/>
              <a:t>‹#›</a:t>
            </a:fld>
            <a:endParaRPr lang="en-US"/>
          </a:p>
        </p:txBody>
      </p:sp>
    </p:spTree>
    <p:extLst>
      <p:ext uri="{BB962C8B-B14F-4D97-AF65-F5344CB8AC3E}">
        <p14:creationId xmlns:p14="http://schemas.microsoft.com/office/powerpoint/2010/main" val="28553119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ide imag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5A208878-2260-3E4C-BBF0-1ABC5DE85308}"/>
              </a:ext>
            </a:extLst>
          </p:cNvPr>
          <p:cNvSpPr>
            <a:spLocks noGrp="1"/>
          </p:cNvSpPr>
          <p:nvPr>
            <p:ph type="pic" sz="quarter" idx="17" hasCustomPrompt="1"/>
          </p:nvPr>
        </p:nvSpPr>
        <p:spPr>
          <a:xfrm>
            <a:off x="8218713" y="1366988"/>
            <a:ext cx="3526953" cy="4951412"/>
          </a:xfrm>
          <a:prstGeom prst="rect">
            <a:avLst/>
          </a:prstGeom>
        </p:spPr>
        <p:txBody>
          <a:bodyPr anchor="ctr"/>
          <a:lstStyle>
            <a:lvl1pPr marL="0" indent="0" algn="ctr">
              <a:lnSpc>
                <a:spcPct val="100000"/>
              </a:lnSpc>
              <a:buNone/>
              <a:defRPr sz="1400" b="0" i="0">
                <a:solidFill>
                  <a:schemeClr val="tx2"/>
                </a:solidFill>
              </a:defRPr>
            </a:lvl1pPr>
          </a:lstStyle>
          <a:p>
            <a:r>
              <a:rPr lang="en-US" dirty="0"/>
              <a:t>Insert a picture here. </a:t>
            </a:r>
            <a:br>
              <a:rPr lang="en-US" dirty="0"/>
            </a:br>
            <a:r>
              <a:rPr lang="en-US" dirty="0"/>
              <a:t>The picture will be cropped to placeholder size.</a:t>
            </a:r>
            <a:br>
              <a:rPr lang="en-US" dirty="0"/>
            </a:br>
            <a:r>
              <a:rPr lang="en-US" dirty="0"/>
              <a:t>The position can be set via picture settings.</a:t>
            </a:r>
            <a:br>
              <a:rPr lang="en-US" dirty="0"/>
            </a:br>
            <a:br>
              <a:rPr lang="en-US" dirty="0"/>
            </a:br>
            <a:br>
              <a:rPr lang="en-US" dirty="0"/>
            </a:br>
            <a:br>
              <a:rPr lang="en-US" dirty="0"/>
            </a:br>
            <a:br>
              <a:rPr lang="en-US" dirty="0"/>
            </a:br>
            <a:endParaRPr lang="en-US" dirty="0"/>
          </a:p>
        </p:txBody>
      </p:sp>
      <p:sp>
        <p:nvSpPr>
          <p:cNvPr id="17" name="TextBox 16">
            <a:extLst>
              <a:ext uri="{FF2B5EF4-FFF2-40B4-BE49-F238E27FC236}">
                <a16:creationId xmlns:a16="http://schemas.microsoft.com/office/drawing/2014/main" id="{CE2F1FF5-0CB8-5244-87C9-8C167EB6734D}"/>
              </a:ext>
            </a:extLst>
          </p:cNvPr>
          <p:cNvSpPr txBox="1"/>
          <p:nvPr userDrawn="1"/>
        </p:nvSpPr>
        <p:spPr>
          <a:xfrm>
            <a:off x="1848464" y="146728"/>
            <a:ext cx="334297" cy="276999"/>
          </a:xfrm>
          <a:prstGeom prst="rect">
            <a:avLst/>
          </a:prstGeom>
        </p:spPr>
        <p:txBody>
          <a:bodyPr wrap="square" anchor="ctr">
            <a:spAutoFit/>
          </a:bodyPr>
          <a:lstStyle>
            <a:defPPr>
              <a:defRPr lang="en-US"/>
            </a:defPPr>
            <a:lvl1pPr>
              <a:defRPr sz="1200" b="1" spc="-10">
                <a:solidFill>
                  <a:srgbClr val="183142">
                    <a:alpha val="25000"/>
                  </a:srgbClr>
                </a:solidFill>
                <a:latin typeface="TheSans B6 SemiBold" charset="0"/>
                <a:ea typeface="TheSans B6 SemiBold" charset="0"/>
                <a:cs typeface="TheSans B6 SemiBold" charset="0"/>
              </a:defRPr>
            </a:lvl1pPr>
            <a:lvl2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2pPr>
            <a:lvl3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3pPr>
            <a:lvl4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4pPr>
            <a:lvl5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dirty="0">
                <a:solidFill>
                  <a:srgbClr val="B2BECD"/>
                </a:solidFill>
                <a:latin typeface="+mn-lt"/>
              </a:rPr>
              <a:t>//</a:t>
            </a:r>
          </a:p>
        </p:txBody>
      </p:sp>
      <p:sp>
        <p:nvSpPr>
          <p:cNvPr id="18" name="Text Placeholder 4">
            <a:extLst>
              <a:ext uri="{FF2B5EF4-FFF2-40B4-BE49-F238E27FC236}">
                <a16:creationId xmlns:a16="http://schemas.microsoft.com/office/drawing/2014/main" id="{8289E72B-8537-DA46-B51A-1764BAD11007}"/>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dirty="0"/>
              <a:t>INSERT PRESENTATION SECTION</a:t>
            </a:r>
          </a:p>
        </p:txBody>
      </p:sp>
      <p:sp>
        <p:nvSpPr>
          <p:cNvPr id="19" name="Title 1">
            <a:extLst>
              <a:ext uri="{FF2B5EF4-FFF2-40B4-BE49-F238E27FC236}">
                <a16:creationId xmlns:a16="http://schemas.microsoft.com/office/drawing/2014/main" id="{DCAD90D6-8AB2-DE4E-A1B2-D53B38CD2570}"/>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key slide message</a:t>
            </a:r>
          </a:p>
        </p:txBody>
      </p:sp>
      <p:sp>
        <p:nvSpPr>
          <p:cNvPr id="3" name="Content Placeholder 2">
            <a:extLst>
              <a:ext uri="{FF2B5EF4-FFF2-40B4-BE49-F238E27FC236}">
                <a16:creationId xmlns:a16="http://schemas.microsoft.com/office/drawing/2014/main" id="{C161AE6A-17BD-3C43-B24D-A3D22CFBB4AC}"/>
              </a:ext>
            </a:extLst>
          </p:cNvPr>
          <p:cNvSpPr>
            <a:spLocks noGrp="1"/>
          </p:cNvSpPr>
          <p:nvPr>
            <p:ph sz="quarter" idx="18" hasCustomPrompt="1"/>
          </p:nvPr>
        </p:nvSpPr>
        <p:spPr>
          <a:xfrm>
            <a:off x="514372" y="1366988"/>
            <a:ext cx="7345113" cy="4951412"/>
          </a:xfrm>
        </p:spPr>
        <p:txBody>
          <a:bodyPr>
            <a:noAutofit/>
          </a:bodyPr>
          <a:lstStyle>
            <a:lvl1pPr marL="268288" indent="-268288">
              <a:tabLst/>
              <a:defRPr/>
            </a:lvl1pPr>
          </a:lstStyle>
          <a:p>
            <a:pPr lvl="0"/>
            <a:r>
              <a:rPr lang="en-US" dirty="0"/>
              <a:t>Insert content text (headers in bold)</a:t>
            </a:r>
          </a:p>
        </p:txBody>
      </p:sp>
      <p:sp>
        <p:nvSpPr>
          <p:cNvPr id="10" name="Slide Number Placeholder 5">
            <a:extLst>
              <a:ext uri="{FF2B5EF4-FFF2-40B4-BE49-F238E27FC236}">
                <a16:creationId xmlns:a16="http://schemas.microsoft.com/office/drawing/2014/main" id="{A1EFC51B-F0FA-CF4B-AC2A-30474AC390BE}"/>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lang="en-US" smtClean="0"/>
              <a:pPr/>
              <a:t>‹#›</a:t>
            </a:fld>
            <a:endParaRPr lang="en-US"/>
          </a:p>
        </p:txBody>
      </p:sp>
    </p:spTree>
    <p:extLst>
      <p:ext uri="{BB962C8B-B14F-4D97-AF65-F5344CB8AC3E}">
        <p14:creationId xmlns:p14="http://schemas.microsoft.com/office/powerpoint/2010/main" val="6117839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etric overview">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EE4B9930-CD1C-CA44-8C43-D95C6097D120}"/>
              </a:ext>
            </a:extLst>
          </p:cNvPr>
          <p:cNvSpPr/>
          <p:nvPr userDrawn="1"/>
        </p:nvSpPr>
        <p:spPr>
          <a:xfrm>
            <a:off x="4989841" y="5698067"/>
            <a:ext cx="7202159" cy="11599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dirty="0" err="1">
              <a:solidFill>
                <a:schemeClr val="bg1"/>
              </a:solidFill>
            </a:endParaRPr>
          </a:p>
        </p:txBody>
      </p:sp>
      <p:sp>
        <p:nvSpPr>
          <p:cNvPr id="15" name="TextBox 14">
            <a:extLst>
              <a:ext uri="{FF2B5EF4-FFF2-40B4-BE49-F238E27FC236}">
                <a16:creationId xmlns:a16="http://schemas.microsoft.com/office/drawing/2014/main" id="{E2A564C0-5D9C-5145-B29A-05DCBD35ED69}"/>
              </a:ext>
            </a:extLst>
          </p:cNvPr>
          <p:cNvSpPr txBox="1"/>
          <p:nvPr userDrawn="1"/>
        </p:nvSpPr>
        <p:spPr>
          <a:xfrm>
            <a:off x="1848464" y="146728"/>
            <a:ext cx="334297" cy="276999"/>
          </a:xfrm>
          <a:prstGeom prst="rect">
            <a:avLst/>
          </a:prstGeom>
        </p:spPr>
        <p:txBody>
          <a:bodyPr wrap="square" anchor="ctr">
            <a:spAutoFit/>
          </a:bodyPr>
          <a:lstStyle>
            <a:defPPr>
              <a:defRPr lang="en-US"/>
            </a:defPPr>
            <a:lvl1pPr>
              <a:defRPr sz="1200" b="1" spc="-10">
                <a:solidFill>
                  <a:srgbClr val="183142">
                    <a:alpha val="25000"/>
                  </a:srgbClr>
                </a:solidFill>
                <a:latin typeface="TheSans B6 SemiBold" charset="0"/>
                <a:ea typeface="TheSans B6 SemiBold" charset="0"/>
                <a:cs typeface="TheSans B6 SemiBold" charset="0"/>
              </a:defRPr>
            </a:lvl1pPr>
            <a:lvl2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2pPr>
            <a:lvl3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3pPr>
            <a:lvl4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4pPr>
            <a:lvl5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dirty="0">
                <a:solidFill>
                  <a:srgbClr val="B2BECD"/>
                </a:solidFill>
                <a:latin typeface="+mn-lt"/>
              </a:rPr>
              <a:t>//</a:t>
            </a:r>
          </a:p>
        </p:txBody>
      </p:sp>
      <p:sp>
        <p:nvSpPr>
          <p:cNvPr id="16" name="Text Placeholder 4">
            <a:extLst>
              <a:ext uri="{FF2B5EF4-FFF2-40B4-BE49-F238E27FC236}">
                <a16:creationId xmlns:a16="http://schemas.microsoft.com/office/drawing/2014/main" id="{5F98EE3B-D03A-DD43-A8E2-3C5AB37DAAE8}"/>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dirty="0"/>
              <a:t>INSERT PRESENTATION SECTION</a:t>
            </a:r>
          </a:p>
        </p:txBody>
      </p:sp>
      <p:sp>
        <p:nvSpPr>
          <p:cNvPr id="17" name="Title 1">
            <a:extLst>
              <a:ext uri="{FF2B5EF4-FFF2-40B4-BE49-F238E27FC236}">
                <a16:creationId xmlns:a16="http://schemas.microsoft.com/office/drawing/2014/main" id="{7A393E49-A939-1E42-9494-C19B9F240D94}"/>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key slide message</a:t>
            </a:r>
          </a:p>
        </p:txBody>
      </p:sp>
      <p:sp>
        <p:nvSpPr>
          <p:cNvPr id="2" name="Rectangle 1">
            <a:extLst>
              <a:ext uri="{FF2B5EF4-FFF2-40B4-BE49-F238E27FC236}">
                <a16:creationId xmlns:a16="http://schemas.microsoft.com/office/drawing/2014/main" id="{AC01FCD5-EE6E-3543-8FD5-9B4F7C1A74C1}"/>
              </a:ext>
            </a:extLst>
          </p:cNvPr>
          <p:cNvSpPr/>
          <p:nvPr userDrawn="1"/>
        </p:nvSpPr>
        <p:spPr>
          <a:xfrm>
            <a:off x="0" y="5505561"/>
            <a:ext cx="4253241" cy="78671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dirty="0" err="1">
              <a:solidFill>
                <a:schemeClr val="bg1"/>
              </a:solidFill>
            </a:endParaRPr>
          </a:p>
        </p:txBody>
      </p:sp>
      <p:sp>
        <p:nvSpPr>
          <p:cNvPr id="41" name="Text Placeholder 11">
            <a:extLst>
              <a:ext uri="{FF2B5EF4-FFF2-40B4-BE49-F238E27FC236}">
                <a16:creationId xmlns:a16="http://schemas.microsoft.com/office/drawing/2014/main" id="{ECB82676-C1C3-D348-AF83-1EF35EDE361A}"/>
              </a:ext>
            </a:extLst>
          </p:cNvPr>
          <p:cNvSpPr>
            <a:spLocks noGrp="1"/>
          </p:cNvSpPr>
          <p:nvPr>
            <p:ph type="body" sz="quarter" idx="20" hasCustomPrompt="1"/>
          </p:nvPr>
        </p:nvSpPr>
        <p:spPr>
          <a:xfrm>
            <a:off x="2983832" y="5908297"/>
            <a:ext cx="984550" cy="199737"/>
          </a:xfrm>
          <a:prstGeom prst="rect">
            <a:avLst/>
          </a:prstGeom>
          <a:noFill/>
        </p:spPr>
        <p:txBody>
          <a:bodyPr lIns="0" tIns="0" rIns="0" bIns="0" anchor="ctr"/>
          <a:lstStyle>
            <a:lvl1pPr marL="0" indent="0" algn="ctr">
              <a:lnSpc>
                <a:spcPct val="70000"/>
              </a:lnSpc>
              <a:spcBef>
                <a:spcPts val="0"/>
              </a:spcBef>
              <a:buNone/>
              <a:defRPr sz="1800" b="0" i="0">
                <a:solidFill>
                  <a:schemeClr val="bg1"/>
                </a:solidFill>
                <a:latin typeface="Calibri" panose="020F0502020204030204" pitchFamily="34" charset="0"/>
              </a:defRPr>
            </a:lvl1pPr>
          </a:lstStyle>
          <a:p>
            <a:pPr lvl="0"/>
            <a:r>
              <a:rPr lang="en-US" dirty="0"/>
              <a:t>IIIII</a:t>
            </a:r>
          </a:p>
        </p:txBody>
      </p:sp>
      <p:sp>
        <p:nvSpPr>
          <p:cNvPr id="46" name="Text Placeholder 11">
            <a:extLst>
              <a:ext uri="{FF2B5EF4-FFF2-40B4-BE49-F238E27FC236}">
                <a16:creationId xmlns:a16="http://schemas.microsoft.com/office/drawing/2014/main" id="{835C75AB-59F9-834C-8767-A3EB61616D94}"/>
              </a:ext>
            </a:extLst>
          </p:cNvPr>
          <p:cNvSpPr>
            <a:spLocks noGrp="1"/>
          </p:cNvSpPr>
          <p:nvPr>
            <p:ph type="body" sz="quarter" idx="23" hasCustomPrompt="1"/>
          </p:nvPr>
        </p:nvSpPr>
        <p:spPr>
          <a:xfrm>
            <a:off x="3234754" y="5695488"/>
            <a:ext cx="482705" cy="198320"/>
          </a:xfrm>
          <a:prstGeom prst="rect">
            <a:avLst/>
          </a:prstGeom>
          <a:noFill/>
        </p:spPr>
        <p:txBody>
          <a:bodyPr wrap="square" lIns="0" tIns="0" rIns="0" bIns="0" anchor="ctr">
            <a:noAutofit/>
          </a:bodyPr>
          <a:lstStyle>
            <a:lvl1pPr marL="0" indent="0" algn="ctr">
              <a:buNone/>
              <a:defRPr sz="1800" b="1">
                <a:solidFill>
                  <a:schemeClr val="bg1"/>
                </a:solidFill>
              </a:defRPr>
            </a:lvl1pPr>
          </a:lstStyle>
          <a:p>
            <a:pPr lvl="0"/>
            <a:r>
              <a:rPr lang="en-US" dirty="0"/>
              <a:t>#.#</a:t>
            </a:r>
          </a:p>
        </p:txBody>
      </p:sp>
      <p:sp>
        <p:nvSpPr>
          <p:cNvPr id="44" name="Text Placeholder 11">
            <a:extLst>
              <a:ext uri="{FF2B5EF4-FFF2-40B4-BE49-F238E27FC236}">
                <a16:creationId xmlns:a16="http://schemas.microsoft.com/office/drawing/2014/main" id="{430E3A36-E8DA-6C49-9EB1-E22666F652A8}"/>
              </a:ext>
            </a:extLst>
          </p:cNvPr>
          <p:cNvSpPr>
            <a:spLocks noGrp="1"/>
          </p:cNvSpPr>
          <p:nvPr>
            <p:ph type="body" sz="quarter" idx="22" hasCustomPrompt="1"/>
          </p:nvPr>
        </p:nvSpPr>
        <p:spPr>
          <a:xfrm>
            <a:off x="514373" y="5798438"/>
            <a:ext cx="2397600" cy="223200"/>
          </a:xfrm>
          <a:prstGeom prst="rect">
            <a:avLst/>
          </a:prstGeom>
          <a:noFill/>
        </p:spPr>
        <p:txBody>
          <a:bodyPr wrap="square" lIns="0" tIns="0" rIns="90000" bIns="0" anchor="ctr">
            <a:spAutoFit/>
          </a:bodyPr>
          <a:lstStyle>
            <a:lvl1pPr marL="0" indent="0" algn="l">
              <a:lnSpc>
                <a:spcPct val="90000"/>
              </a:lnSpc>
              <a:buNone/>
              <a:defRPr sz="1600" b="1">
                <a:solidFill>
                  <a:schemeClr val="bg1"/>
                </a:solidFill>
              </a:defRPr>
            </a:lvl1pPr>
          </a:lstStyle>
          <a:p>
            <a:pPr lvl="0"/>
            <a:r>
              <a:rPr lang="en-US" dirty="0"/>
              <a:t>metric name</a:t>
            </a:r>
          </a:p>
        </p:txBody>
      </p:sp>
      <p:sp>
        <p:nvSpPr>
          <p:cNvPr id="29" name="Rectangle 28">
            <a:extLst>
              <a:ext uri="{FF2B5EF4-FFF2-40B4-BE49-F238E27FC236}">
                <a16:creationId xmlns:a16="http://schemas.microsoft.com/office/drawing/2014/main" id="{45AD301B-75B6-8D48-80C0-A4199B9A02BF}"/>
              </a:ext>
            </a:extLst>
          </p:cNvPr>
          <p:cNvSpPr/>
          <p:nvPr userDrawn="1"/>
        </p:nvSpPr>
        <p:spPr>
          <a:xfrm>
            <a:off x="2517735" y="859129"/>
            <a:ext cx="1721491" cy="4674369"/>
          </a:xfrm>
          <a:prstGeom prst="rect">
            <a:avLst/>
          </a:prstGeom>
          <a:gradFill>
            <a:gsLst>
              <a:gs pos="10000">
                <a:srgbClr val="AFB9C2">
                  <a:alpha val="1000"/>
                </a:srgbClr>
              </a:gs>
              <a:gs pos="90000">
                <a:srgbClr val="AFB9C2">
                  <a:alpha val="0"/>
                </a:srgbClr>
              </a:gs>
              <a:gs pos="50000">
                <a:srgbClr val="AFB9C2">
                  <a:alpha val="25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23E1BDCF-5BFE-FE49-A911-63130C874BA0}"/>
              </a:ext>
            </a:extLst>
          </p:cNvPr>
          <p:cNvSpPr/>
          <p:nvPr userDrawn="1"/>
        </p:nvSpPr>
        <p:spPr>
          <a:xfrm>
            <a:off x="2515428" y="860920"/>
            <a:ext cx="1715709" cy="4644640"/>
          </a:xfrm>
          <a:prstGeom prst="rect">
            <a:avLst/>
          </a:prstGeom>
          <a:gradFill>
            <a:gsLst>
              <a:gs pos="0">
                <a:schemeClr val="bg2"/>
              </a:gs>
              <a:gs pos="100000">
                <a:schemeClr val="bg2">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a:extLst>
              <a:ext uri="{FF2B5EF4-FFF2-40B4-BE49-F238E27FC236}">
                <a16:creationId xmlns:a16="http://schemas.microsoft.com/office/drawing/2014/main" id="{A7677BE5-1E8F-1041-94D8-7FE480E767C2}"/>
              </a:ext>
            </a:extLst>
          </p:cNvPr>
          <p:cNvCxnSpPr>
            <a:cxnSpLocks/>
          </p:cNvCxnSpPr>
          <p:nvPr userDrawn="1"/>
        </p:nvCxnSpPr>
        <p:spPr>
          <a:xfrm>
            <a:off x="4246367" y="1366988"/>
            <a:ext cx="0" cy="4025055"/>
          </a:xfrm>
          <a:prstGeom prst="line">
            <a:avLst/>
          </a:prstGeom>
          <a:ln w="19050">
            <a:solidFill>
              <a:srgbClr val="AFB9C2"/>
            </a:solidFill>
            <a:prstDash val="sysDot"/>
          </a:ln>
        </p:spPr>
        <p:style>
          <a:lnRef idx="1">
            <a:schemeClr val="accent1"/>
          </a:lnRef>
          <a:fillRef idx="0">
            <a:schemeClr val="accent1"/>
          </a:fillRef>
          <a:effectRef idx="0">
            <a:schemeClr val="accent1"/>
          </a:effectRef>
          <a:fontRef idx="minor">
            <a:schemeClr val="tx1"/>
          </a:fontRef>
        </p:style>
      </p:cxnSp>
      <p:sp>
        <p:nvSpPr>
          <p:cNvPr id="21" name="Text Placeholder 11">
            <a:extLst>
              <a:ext uri="{FF2B5EF4-FFF2-40B4-BE49-F238E27FC236}">
                <a16:creationId xmlns:a16="http://schemas.microsoft.com/office/drawing/2014/main" id="{FAF313A3-FEEC-CE41-9CC2-83C432778B2B}"/>
              </a:ext>
            </a:extLst>
          </p:cNvPr>
          <p:cNvSpPr>
            <a:spLocks noGrp="1"/>
          </p:cNvSpPr>
          <p:nvPr>
            <p:ph type="body" sz="quarter" idx="24" hasCustomPrompt="1"/>
          </p:nvPr>
        </p:nvSpPr>
        <p:spPr>
          <a:xfrm>
            <a:off x="3727221" y="5734485"/>
            <a:ext cx="466644" cy="159324"/>
          </a:xfrm>
          <a:prstGeom prst="rect">
            <a:avLst/>
          </a:prstGeom>
          <a:noFill/>
        </p:spPr>
        <p:txBody>
          <a:bodyPr wrap="square" lIns="0" tIns="0" rIns="0" bIns="0" anchor="ctr">
            <a:noAutofit/>
          </a:bodyPr>
          <a:lstStyle>
            <a:lvl1pPr marL="0" indent="0" algn="l">
              <a:buNone/>
              <a:defRPr sz="1200" b="0">
                <a:solidFill>
                  <a:srgbClr val="B2BECD"/>
                </a:solidFill>
              </a:defRPr>
            </a:lvl1pPr>
          </a:lstStyle>
          <a:p>
            <a:pPr lvl="0"/>
            <a:r>
              <a:rPr lang="en-US" dirty="0"/>
              <a:t>+-#.##</a:t>
            </a:r>
          </a:p>
        </p:txBody>
      </p:sp>
      <p:sp>
        <p:nvSpPr>
          <p:cNvPr id="22" name="Rectangle 21">
            <a:extLst>
              <a:ext uri="{FF2B5EF4-FFF2-40B4-BE49-F238E27FC236}">
                <a16:creationId xmlns:a16="http://schemas.microsoft.com/office/drawing/2014/main" id="{BFD34E09-B672-CF47-8451-5270CB616A87}"/>
              </a:ext>
            </a:extLst>
          </p:cNvPr>
          <p:cNvSpPr/>
          <p:nvPr userDrawn="1"/>
        </p:nvSpPr>
        <p:spPr>
          <a:xfrm>
            <a:off x="4255741" y="5505560"/>
            <a:ext cx="7936259" cy="503364"/>
          </a:xfrm>
          <a:prstGeom prst="rect">
            <a:avLst/>
          </a:prstGeom>
          <a:gradFill>
            <a:gsLst>
              <a:gs pos="100000">
                <a:schemeClr val="bg1">
                  <a:alpha val="0"/>
                </a:schemeClr>
              </a:gs>
              <a:gs pos="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dirty="0" err="1">
              <a:solidFill>
                <a:schemeClr val="bg1"/>
              </a:solidFill>
            </a:endParaRPr>
          </a:p>
        </p:txBody>
      </p:sp>
      <p:sp>
        <p:nvSpPr>
          <p:cNvPr id="23" name="Rectangle 22">
            <a:extLst>
              <a:ext uri="{FF2B5EF4-FFF2-40B4-BE49-F238E27FC236}">
                <a16:creationId xmlns:a16="http://schemas.microsoft.com/office/drawing/2014/main" id="{089B80F2-D674-0E4C-842B-7A30702B1C06}"/>
              </a:ext>
            </a:extLst>
          </p:cNvPr>
          <p:cNvSpPr/>
          <p:nvPr userDrawn="1"/>
        </p:nvSpPr>
        <p:spPr>
          <a:xfrm>
            <a:off x="9343381" y="5238893"/>
            <a:ext cx="2848620" cy="1306286"/>
          </a:xfrm>
          <a:prstGeom prst="rect">
            <a:avLst/>
          </a:prstGeom>
          <a:gradFill>
            <a:gsLst>
              <a:gs pos="100000">
                <a:schemeClr val="bg2"/>
              </a:gs>
              <a:gs pos="0">
                <a:schemeClr val="bg2">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dirty="0" err="1">
              <a:solidFill>
                <a:schemeClr val="bg1"/>
              </a:solidFill>
            </a:endParaRPr>
          </a:p>
        </p:txBody>
      </p:sp>
      <p:sp>
        <p:nvSpPr>
          <p:cNvPr id="28" name="Content Placeholder 2">
            <a:extLst>
              <a:ext uri="{FF2B5EF4-FFF2-40B4-BE49-F238E27FC236}">
                <a16:creationId xmlns:a16="http://schemas.microsoft.com/office/drawing/2014/main" id="{D3F50C4B-7039-1045-AB59-6FDD08E2573A}"/>
              </a:ext>
            </a:extLst>
          </p:cNvPr>
          <p:cNvSpPr>
            <a:spLocks noGrp="1"/>
          </p:cNvSpPr>
          <p:nvPr>
            <p:ph sz="quarter" idx="18" hasCustomPrompt="1"/>
          </p:nvPr>
        </p:nvSpPr>
        <p:spPr>
          <a:xfrm>
            <a:off x="514372" y="1366988"/>
            <a:ext cx="3354895" cy="3954086"/>
          </a:xfrm>
        </p:spPr>
        <p:txBody>
          <a:bodyPr>
            <a:noAutofit/>
          </a:bodyPr>
          <a:lstStyle>
            <a:lvl1pPr marL="268288" indent="-268288">
              <a:tabLst/>
              <a:defRPr/>
            </a:lvl1pPr>
          </a:lstStyle>
          <a:p>
            <a:pPr lvl="0"/>
            <a:r>
              <a:rPr lang="en-US" dirty="0"/>
              <a:t>Insert content text (headers in bold)</a:t>
            </a:r>
          </a:p>
        </p:txBody>
      </p:sp>
      <p:sp>
        <p:nvSpPr>
          <p:cNvPr id="25" name="Slide Number Placeholder 5">
            <a:extLst>
              <a:ext uri="{FF2B5EF4-FFF2-40B4-BE49-F238E27FC236}">
                <a16:creationId xmlns:a16="http://schemas.microsoft.com/office/drawing/2014/main" id="{C4B0E93E-75EE-6A4B-8272-3D8D30E3A847}"/>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lang="en-US" smtClean="0"/>
              <a:pPr/>
              <a:t>‹#›</a:t>
            </a:fld>
            <a:endParaRPr lang="en-US"/>
          </a:p>
        </p:txBody>
      </p:sp>
    </p:spTree>
    <p:extLst>
      <p:ext uri="{BB962C8B-B14F-4D97-AF65-F5344CB8AC3E}">
        <p14:creationId xmlns:p14="http://schemas.microsoft.com/office/powerpoint/2010/main" val="7638643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Metric overview - Qualitative">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EE4B9930-CD1C-CA44-8C43-D95C6097D120}"/>
              </a:ext>
            </a:extLst>
          </p:cNvPr>
          <p:cNvSpPr/>
          <p:nvPr userDrawn="1"/>
        </p:nvSpPr>
        <p:spPr>
          <a:xfrm>
            <a:off x="4989841" y="5698067"/>
            <a:ext cx="7202159" cy="11599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dirty="0" err="1">
              <a:solidFill>
                <a:schemeClr val="bg1"/>
              </a:solidFill>
            </a:endParaRPr>
          </a:p>
        </p:txBody>
      </p:sp>
      <p:sp>
        <p:nvSpPr>
          <p:cNvPr id="15" name="TextBox 14">
            <a:extLst>
              <a:ext uri="{FF2B5EF4-FFF2-40B4-BE49-F238E27FC236}">
                <a16:creationId xmlns:a16="http://schemas.microsoft.com/office/drawing/2014/main" id="{E2A564C0-5D9C-5145-B29A-05DCBD35ED69}"/>
              </a:ext>
            </a:extLst>
          </p:cNvPr>
          <p:cNvSpPr txBox="1"/>
          <p:nvPr userDrawn="1"/>
        </p:nvSpPr>
        <p:spPr>
          <a:xfrm>
            <a:off x="1848464" y="146728"/>
            <a:ext cx="334297" cy="276999"/>
          </a:xfrm>
          <a:prstGeom prst="rect">
            <a:avLst/>
          </a:prstGeom>
        </p:spPr>
        <p:txBody>
          <a:bodyPr wrap="square" anchor="ctr">
            <a:spAutoFit/>
          </a:bodyPr>
          <a:lstStyle>
            <a:defPPr>
              <a:defRPr lang="en-US"/>
            </a:defPPr>
            <a:lvl1pPr>
              <a:defRPr sz="1200" b="1" spc="-10">
                <a:solidFill>
                  <a:srgbClr val="183142">
                    <a:alpha val="25000"/>
                  </a:srgbClr>
                </a:solidFill>
                <a:latin typeface="TheSans B6 SemiBold" charset="0"/>
                <a:ea typeface="TheSans B6 SemiBold" charset="0"/>
                <a:cs typeface="TheSans B6 SemiBold" charset="0"/>
              </a:defRPr>
            </a:lvl1pPr>
            <a:lvl2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2pPr>
            <a:lvl3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3pPr>
            <a:lvl4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4pPr>
            <a:lvl5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dirty="0">
                <a:solidFill>
                  <a:srgbClr val="B2BECD"/>
                </a:solidFill>
                <a:latin typeface="+mn-lt"/>
              </a:rPr>
              <a:t>//</a:t>
            </a:r>
          </a:p>
        </p:txBody>
      </p:sp>
      <p:sp>
        <p:nvSpPr>
          <p:cNvPr id="16" name="Text Placeholder 4">
            <a:extLst>
              <a:ext uri="{FF2B5EF4-FFF2-40B4-BE49-F238E27FC236}">
                <a16:creationId xmlns:a16="http://schemas.microsoft.com/office/drawing/2014/main" id="{5F98EE3B-D03A-DD43-A8E2-3C5AB37DAAE8}"/>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dirty="0"/>
              <a:t>INSERT PRESENTATION SECTION</a:t>
            </a:r>
          </a:p>
        </p:txBody>
      </p:sp>
      <p:sp>
        <p:nvSpPr>
          <p:cNvPr id="17" name="Title 1">
            <a:extLst>
              <a:ext uri="{FF2B5EF4-FFF2-40B4-BE49-F238E27FC236}">
                <a16:creationId xmlns:a16="http://schemas.microsoft.com/office/drawing/2014/main" id="{7A393E49-A939-1E42-9494-C19B9F240D94}"/>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key slide message</a:t>
            </a:r>
          </a:p>
        </p:txBody>
      </p:sp>
      <p:sp>
        <p:nvSpPr>
          <p:cNvPr id="2" name="Rectangle 1">
            <a:extLst>
              <a:ext uri="{FF2B5EF4-FFF2-40B4-BE49-F238E27FC236}">
                <a16:creationId xmlns:a16="http://schemas.microsoft.com/office/drawing/2014/main" id="{AC01FCD5-EE6E-3543-8FD5-9B4F7C1A74C1}"/>
              </a:ext>
            </a:extLst>
          </p:cNvPr>
          <p:cNvSpPr/>
          <p:nvPr userDrawn="1"/>
        </p:nvSpPr>
        <p:spPr>
          <a:xfrm>
            <a:off x="0" y="5505561"/>
            <a:ext cx="4253241" cy="78671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dirty="0" err="1">
              <a:solidFill>
                <a:schemeClr val="bg1"/>
              </a:solidFill>
            </a:endParaRPr>
          </a:p>
        </p:txBody>
      </p:sp>
      <p:sp>
        <p:nvSpPr>
          <p:cNvPr id="41" name="Text Placeholder 11">
            <a:extLst>
              <a:ext uri="{FF2B5EF4-FFF2-40B4-BE49-F238E27FC236}">
                <a16:creationId xmlns:a16="http://schemas.microsoft.com/office/drawing/2014/main" id="{ECB82676-C1C3-D348-AF83-1EF35EDE361A}"/>
              </a:ext>
            </a:extLst>
          </p:cNvPr>
          <p:cNvSpPr>
            <a:spLocks noGrp="1"/>
          </p:cNvSpPr>
          <p:nvPr>
            <p:ph type="body" sz="quarter" idx="20" hasCustomPrompt="1"/>
          </p:nvPr>
        </p:nvSpPr>
        <p:spPr>
          <a:xfrm>
            <a:off x="2983832" y="5908297"/>
            <a:ext cx="984550" cy="199737"/>
          </a:xfrm>
          <a:prstGeom prst="rect">
            <a:avLst/>
          </a:prstGeom>
          <a:noFill/>
        </p:spPr>
        <p:txBody>
          <a:bodyPr lIns="0" tIns="0" rIns="0" bIns="0" anchor="ctr"/>
          <a:lstStyle>
            <a:lvl1pPr marL="0" indent="0" algn="ctr">
              <a:lnSpc>
                <a:spcPct val="70000"/>
              </a:lnSpc>
              <a:spcBef>
                <a:spcPts val="0"/>
              </a:spcBef>
              <a:buNone/>
              <a:defRPr sz="1800" b="0" i="0">
                <a:solidFill>
                  <a:schemeClr val="bg1"/>
                </a:solidFill>
                <a:latin typeface="Calibri" panose="020F0502020204030204" pitchFamily="34" charset="0"/>
              </a:defRPr>
            </a:lvl1pPr>
          </a:lstStyle>
          <a:p>
            <a:pPr lvl="0"/>
            <a:r>
              <a:rPr lang="en-US" dirty="0"/>
              <a:t>IIIII</a:t>
            </a:r>
          </a:p>
        </p:txBody>
      </p:sp>
      <p:sp>
        <p:nvSpPr>
          <p:cNvPr id="46" name="Text Placeholder 11">
            <a:extLst>
              <a:ext uri="{FF2B5EF4-FFF2-40B4-BE49-F238E27FC236}">
                <a16:creationId xmlns:a16="http://schemas.microsoft.com/office/drawing/2014/main" id="{835C75AB-59F9-834C-8767-A3EB61616D94}"/>
              </a:ext>
            </a:extLst>
          </p:cNvPr>
          <p:cNvSpPr>
            <a:spLocks noGrp="1"/>
          </p:cNvSpPr>
          <p:nvPr>
            <p:ph type="body" sz="quarter" idx="23" hasCustomPrompt="1"/>
          </p:nvPr>
        </p:nvSpPr>
        <p:spPr>
          <a:xfrm>
            <a:off x="3234754" y="5695488"/>
            <a:ext cx="482705" cy="198320"/>
          </a:xfrm>
          <a:prstGeom prst="rect">
            <a:avLst/>
          </a:prstGeom>
          <a:noFill/>
        </p:spPr>
        <p:txBody>
          <a:bodyPr wrap="square" lIns="0" tIns="0" rIns="0" bIns="0" anchor="ctr">
            <a:noAutofit/>
          </a:bodyPr>
          <a:lstStyle>
            <a:lvl1pPr marL="0" indent="0" algn="ctr">
              <a:buNone/>
              <a:defRPr sz="1800" b="1">
                <a:solidFill>
                  <a:schemeClr val="bg1"/>
                </a:solidFill>
              </a:defRPr>
            </a:lvl1pPr>
          </a:lstStyle>
          <a:p>
            <a:pPr lvl="0"/>
            <a:r>
              <a:rPr lang="en-US" dirty="0"/>
              <a:t>#.#</a:t>
            </a:r>
          </a:p>
        </p:txBody>
      </p:sp>
      <p:sp>
        <p:nvSpPr>
          <p:cNvPr id="44" name="Text Placeholder 11">
            <a:extLst>
              <a:ext uri="{FF2B5EF4-FFF2-40B4-BE49-F238E27FC236}">
                <a16:creationId xmlns:a16="http://schemas.microsoft.com/office/drawing/2014/main" id="{430E3A36-E8DA-6C49-9EB1-E22666F652A8}"/>
              </a:ext>
            </a:extLst>
          </p:cNvPr>
          <p:cNvSpPr>
            <a:spLocks noGrp="1"/>
          </p:cNvSpPr>
          <p:nvPr>
            <p:ph type="body" sz="quarter" idx="22" hasCustomPrompt="1"/>
          </p:nvPr>
        </p:nvSpPr>
        <p:spPr>
          <a:xfrm>
            <a:off x="514373" y="5799858"/>
            <a:ext cx="2397600" cy="223200"/>
          </a:xfrm>
          <a:prstGeom prst="rect">
            <a:avLst/>
          </a:prstGeom>
          <a:noFill/>
        </p:spPr>
        <p:txBody>
          <a:bodyPr vert="horz" wrap="square" lIns="0" tIns="0" rIns="90000" bIns="0" rtlCol="0" anchor="ctr">
            <a:spAutoFit/>
          </a:bodyPr>
          <a:lstStyle>
            <a:lvl1pPr marL="0" indent="0">
              <a:lnSpc>
                <a:spcPct val="90000"/>
              </a:lnSpc>
              <a:buNone/>
              <a:defRPr lang="en-US" b="1" dirty="0">
                <a:solidFill>
                  <a:schemeClr val="bg1"/>
                </a:solidFill>
              </a:defRPr>
            </a:lvl1pPr>
          </a:lstStyle>
          <a:p>
            <a:pPr marL="285750" lvl="0" indent="-285750"/>
            <a:r>
              <a:rPr lang="en-US" dirty="0"/>
              <a:t>metric name</a:t>
            </a:r>
          </a:p>
        </p:txBody>
      </p:sp>
      <p:cxnSp>
        <p:nvCxnSpPr>
          <p:cNvPr id="32" name="Straight Connector 31">
            <a:extLst>
              <a:ext uri="{FF2B5EF4-FFF2-40B4-BE49-F238E27FC236}">
                <a16:creationId xmlns:a16="http://schemas.microsoft.com/office/drawing/2014/main" id="{A7677BE5-1E8F-1041-94D8-7FE480E767C2}"/>
              </a:ext>
            </a:extLst>
          </p:cNvPr>
          <p:cNvCxnSpPr>
            <a:cxnSpLocks/>
          </p:cNvCxnSpPr>
          <p:nvPr userDrawn="1"/>
        </p:nvCxnSpPr>
        <p:spPr>
          <a:xfrm>
            <a:off x="522333" y="1488831"/>
            <a:ext cx="0" cy="3903212"/>
          </a:xfrm>
          <a:prstGeom prst="line">
            <a:avLst/>
          </a:prstGeom>
          <a:ln w="19050">
            <a:solidFill>
              <a:srgbClr val="AFB9C2"/>
            </a:solidFill>
            <a:prstDash val="sysDot"/>
          </a:ln>
        </p:spPr>
        <p:style>
          <a:lnRef idx="1">
            <a:schemeClr val="accent1"/>
          </a:lnRef>
          <a:fillRef idx="0">
            <a:schemeClr val="accent1"/>
          </a:fillRef>
          <a:effectRef idx="0">
            <a:schemeClr val="accent1"/>
          </a:effectRef>
          <a:fontRef idx="minor">
            <a:schemeClr val="tx1"/>
          </a:fontRef>
        </p:style>
      </p:cxnSp>
      <p:sp>
        <p:nvSpPr>
          <p:cNvPr id="21" name="Text Placeholder 11">
            <a:extLst>
              <a:ext uri="{FF2B5EF4-FFF2-40B4-BE49-F238E27FC236}">
                <a16:creationId xmlns:a16="http://schemas.microsoft.com/office/drawing/2014/main" id="{FAF313A3-FEEC-CE41-9CC2-83C432778B2B}"/>
              </a:ext>
            </a:extLst>
          </p:cNvPr>
          <p:cNvSpPr>
            <a:spLocks noGrp="1"/>
          </p:cNvSpPr>
          <p:nvPr>
            <p:ph type="body" sz="quarter" idx="24" hasCustomPrompt="1"/>
          </p:nvPr>
        </p:nvSpPr>
        <p:spPr>
          <a:xfrm>
            <a:off x="3727221" y="5734485"/>
            <a:ext cx="466644" cy="159324"/>
          </a:xfrm>
          <a:prstGeom prst="rect">
            <a:avLst/>
          </a:prstGeom>
          <a:noFill/>
        </p:spPr>
        <p:txBody>
          <a:bodyPr wrap="square" lIns="0" tIns="0" rIns="0" bIns="0" anchor="ctr">
            <a:noAutofit/>
          </a:bodyPr>
          <a:lstStyle>
            <a:lvl1pPr marL="0" indent="0" algn="l">
              <a:buNone/>
              <a:defRPr sz="1200" b="0">
                <a:solidFill>
                  <a:srgbClr val="B2BECD"/>
                </a:solidFill>
              </a:defRPr>
            </a:lvl1pPr>
          </a:lstStyle>
          <a:p>
            <a:pPr lvl="0"/>
            <a:r>
              <a:rPr lang="en-US" dirty="0"/>
              <a:t>+-#.##</a:t>
            </a:r>
          </a:p>
        </p:txBody>
      </p:sp>
      <p:sp>
        <p:nvSpPr>
          <p:cNvPr id="22" name="Rectangle 21">
            <a:extLst>
              <a:ext uri="{FF2B5EF4-FFF2-40B4-BE49-F238E27FC236}">
                <a16:creationId xmlns:a16="http://schemas.microsoft.com/office/drawing/2014/main" id="{BFD34E09-B672-CF47-8451-5270CB616A87}"/>
              </a:ext>
            </a:extLst>
          </p:cNvPr>
          <p:cNvSpPr/>
          <p:nvPr userDrawn="1"/>
        </p:nvSpPr>
        <p:spPr>
          <a:xfrm>
            <a:off x="4255741" y="5505560"/>
            <a:ext cx="7936259" cy="503364"/>
          </a:xfrm>
          <a:prstGeom prst="rect">
            <a:avLst/>
          </a:prstGeom>
          <a:gradFill>
            <a:gsLst>
              <a:gs pos="100000">
                <a:schemeClr val="bg1">
                  <a:alpha val="0"/>
                </a:schemeClr>
              </a:gs>
              <a:gs pos="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dirty="0" err="1">
              <a:solidFill>
                <a:schemeClr val="bg1"/>
              </a:solidFill>
            </a:endParaRPr>
          </a:p>
        </p:txBody>
      </p:sp>
      <p:sp>
        <p:nvSpPr>
          <p:cNvPr id="23" name="Rectangle 22">
            <a:extLst>
              <a:ext uri="{FF2B5EF4-FFF2-40B4-BE49-F238E27FC236}">
                <a16:creationId xmlns:a16="http://schemas.microsoft.com/office/drawing/2014/main" id="{089B80F2-D674-0E4C-842B-7A30702B1C06}"/>
              </a:ext>
            </a:extLst>
          </p:cNvPr>
          <p:cNvSpPr/>
          <p:nvPr userDrawn="1"/>
        </p:nvSpPr>
        <p:spPr>
          <a:xfrm>
            <a:off x="9343381" y="5238893"/>
            <a:ext cx="2848620" cy="1306286"/>
          </a:xfrm>
          <a:prstGeom prst="rect">
            <a:avLst/>
          </a:prstGeom>
          <a:gradFill>
            <a:gsLst>
              <a:gs pos="100000">
                <a:schemeClr val="bg2"/>
              </a:gs>
              <a:gs pos="0">
                <a:schemeClr val="bg2">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dirty="0" err="1">
              <a:solidFill>
                <a:schemeClr val="bg1"/>
              </a:solidFill>
            </a:endParaRPr>
          </a:p>
        </p:txBody>
      </p:sp>
      <p:sp>
        <p:nvSpPr>
          <p:cNvPr id="28" name="Content Placeholder 2">
            <a:extLst>
              <a:ext uri="{FF2B5EF4-FFF2-40B4-BE49-F238E27FC236}">
                <a16:creationId xmlns:a16="http://schemas.microsoft.com/office/drawing/2014/main" id="{D3F50C4B-7039-1045-AB59-6FDD08E2573A}"/>
              </a:ext>
            </a:extLst>
          </p:cNvPr>
          <p:cNvSpPr>
            <a:spLocks noGrp="1"/>
          </p:cNvSpPr>
          <p:nvPr>
            <p:ph sz="quarter" idx="18" hasCustomPrompt="1"/>
          </p:nvPr>
        </p:nvSpPr>
        <p:spPr>
          <a:xfrm>
            <a:off x="514372" y="1366988"/>
            <a:ext cx="11231295" cy="3954086"/>
          </a:xfrm>
        </p:spPr>
        <p:txBody>
          <a:bodyPr lIns="180000">
            <a:noAutofit/>
          </a:bodyPr>
          <a:lstStyle>
            <a:lvl1pPr marL="268288" indent="-268288">
              <a:tabLst/>
              <a:defRPr/>
            </a:lvl1pPr>
          </a:lstStyle>
          <a:p>
            <a:pPr lvl="0"/>
            <a:r>
              <a:rPr lang="en-US" dirty="0"/>
              <a:t>Insert content text (headers in bold)</a:t>
            </a:r>
          </a:p>
        </p:txBody>
      </p:sp>
      <p:sp>
        <p:nvSpPr>
          <p:cNvPr id="25" name="Slide Number Placeholder 5">
            <a:extLst>
              <a:ext uri="{FF2B5EF4-FFF2-40B4-BE49-F238E27FC236}">
                <a16:creationId xmlns:a16="http://schemas.microsoft.com/office/drawing/2014/main" id="{7F9FF7DA-17F8-2241-8F5E-D615FB44FF62}"/>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lang="en-US" smtClean="0"/>
              <a:pPr/>
              <a:t>‹#›</a:t>
            </a:fld>
            <a:endParaRPr lang="en-US"/>
          </a:p>
        </p:txBody>
      </p:sp>
    </p:spTree>
    <p:extLst>
      <p:ext uri="{BB962C8B-B14F-4D97-AF65-F5344CB8AC3E}">
        <p14:creationId xmlns:p14="http://schemas.microsoft.com/office/powerpoint/2010/main" val="11375286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act page general">
    <p:bg>
      <p:bgPr>
        <a:solidFill>
          <a:schemeClr val="bg1"/>
        </a:solidFill>
        <a:effectLst/>
      </p:bgPr>
    </p:bg>
    <p:spTree>
      <p:nvGrpSpPr>
        <p:cNvPr id="1" name=""/>
        <p:cNvGrpSpPr/>
        <p:nvPr/>
      </p:nvGrpSpPr>
      <p:grpSpPr>
        <a:xfrm>
          <a:off x="0" y="0"/>
          <a:ext cx="0" cy="0"/>
          <a:chOff x="0" y="0"/>
          <a:chExt cx="0" cy="0"/>
        </a:xfrm>
      </p:grpSpPr>
      <p:pic>
        <p:nvPicPr>
          <p:cNvPr id="30" name="Picture 29">
            <a:extLst>
              <a:ext uri="{FF2B5EF4-FFF2-40B4-BE49-F238E27FC236}">
                <a16:creationId xmlns:a16="http://schemas.microsoft.com/office/drawing/2014/main" id="{7F570A5C-1465-F949-AFD7-E381D9043BB3}"/>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0" y="-2749"/>
            <a:ext cx="12192000" cy="6868700"/>
          </a:xfrm>
          <a:prstGeom prst="rect">
            <a:avLst/>
          </a:prstGeom>
        </p:spPr>
      </p:pic>
      <p:pic>
        <p:nvPicPr>
          <p:cNvPr id="4" name="Picture 3">
            <a:extLst>
              <a:ext uri="{FF2B5EF4-FFF2-40B4-BE49-F238E27FC236}">
                <a16:creationId xmlns:a16="http://schemas.microsoft.com/office/drawing/2014/main" id="{90565017-894C-E344-A8B5-B1F451E1E1C8}"/>
              </a:ext>
            </a:extLst>
          </p:cNvPr>
          <p:cNvPicPr>
            <a:picLocks noChangeAspect="1"/>
          </p:cNvPicPr>
          <p:nvPr userDrawn="1"/>
        </p:nvPicPr>
        <p:blipFill>
          <a:blip r:embed="rId3"/>
          <a:stretch>
            <a:fillRect/>
          </a:stretch>
        </p:blipFill>
        <p:spPr>
          <a:xfrm>
            <a:off x="0" y="0"/>
            <a:ext cx="12192000" cy="6858000"/>
          </a:xfrm>
          <a:prstGeom prst="rect">
            <a:avLst/>
          </a:prstGeom>
        </p:spPr>
      </p:pic>
      <p:sp>
        <p:nvSpPr>
          <p:cNvPr id="10" name="Rectangle 9">
            <a:extLst>
              <a:ext uri="{FF2B5EF4-FFF2-40B4-BE49-F238E27FC236}">
                <a16:creationId xmlns:a16="http://schemas.microsoft.com/office/drawing/2014/main" id="{98EB6C95-789F-6849-B896-687225A3A848}"/>
              </a:ext>
            </a:extLst>
          </p:cNvPr>
          <p:cNvSpPr/>
          <p:nvPr userDrawn="1"/>
        </p:nvSpPr>
        <p:spPr>
          <a:xfrm>
            <a:off x="1526399" y="1"/>
            <a:ext cx="10665601" cy="85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itle 1">
            <a:extLst>
              <a:ext uri="{FF2B5EF4-FFF2-40B4-BE49-F238E27FC236}">
                <a16:creationId xmlns:a16="http://schemas.microsoft.com/office/drawing/2014/main" id="{0585523F-AA2C-D94A-8558-94C468B99C36}"/>
              </a:ext>
            </a:extLst>
          </p:cNvPr>
          <p:cNvSpPr>
            <a:spLocks noGrp="1"/>
          </p:cNvSpPr>
          <p:nvPr>
            <p:ph type="title" hasCustomPrompt="1"/>
          </p:nvPr>
        </p:nvSpPr>
        <p:spPr>
          <a:xfrm>
            <a:off x="1935667" y="277200"/>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slide title</a:t>
            </a:r>
          </a:p>
        </p:txBody>
      </p:sp>
      <p:sp>
        <p:nvSpPr>
          <p:cNvPr id="35" name="Text Placeholder 2">
            <a:extLst>
              <a:ext uri="{FF2B5EF4-FFF2-40B4-BE49-F238E27FC236}">
                <a16:creationId xmlns:a16="http://schemas.microsoft.com/office/drawing/2014/main" id="{EA732E99-E093-BA43-9D65-ED4C138D063D}"/>
              </a:ext>
            </a:extLst>
          </p:cNvPr>
          <p:cNvSpPr txBox="1">
            <a:spLocks/>
          </p:cNvSpPr>
          <p:nvPr userDrawn="1"/>
        </p:nvSpPr>
        <p:spPr>
          <a:xfrm>
            <a:off x="1869429" y="1504098"/>
            <a:ext cx="2881289" cy="216792"/>
          </a:xfrm>
          <a:prstGeom prst="rect">
            <a:avLst/>
          </a:prstGeom>
        </p:spPr>
        <p:txBody>
          <a:bodyPr wrap="square" tIns="0" bIns="0" anchor="t">
            <a:noAutofit/>
          </a:bodyPr>
          <a:lstStyle>
            <a:defPPr>
              <a:defRPr lang="en-US"/>
            </a:defPPr>
            <a:lvl1pPr marL="228600" lvl="0" indent="-228600">
              <a:lnSpc>
                <a:spcPct val="80000"/>
              </a:lnSpc>
              <a:spcBef>
                <a:spcPts val="1000"/>
              </a:spcBef>
              <a:buFont typeface="Arial"/>
              <a:buNone/>
              <a:defRPr sz="2000" b="0">
                <a:solidFill>
                  <a:srgbClr val="AFB9C2"/>
                </a:solidFill>
                <a:ea typeface="TheSans B6 SemiBold" charset="0"/>
                <a:cs typeface="TheSans B6 SemiBold" charset="0"/>
              </a:defRPr>
            </a:lvl1pPr>
            <a:lvl2pPr marL="685800" indent="-228600">
              <a:lnSpc>
                <a:spcPct val="90000"/>
              </a:lnSpc>
              <a:spcBef>
                <a:spcPts val="500"/>
              </a:spcBef>
              <a:buFont typeface="Arial"/>
              <a:buChar char="•"/>
              <a:defRPr sz="2400"/>
            </a:lvl2pPr>
            <a:lvl3pPr marL="1143000" indent="-228600">
              <a:lnSpc>
                <a:spcPct val="90000"/>
              </a:lnSpc>
              <a:spcBef>
                <a:spcPts val="500"/>
              </a:spcBef>
              <a:buFont typeface="Arial"/>
              <a:buChar char="•"/>
              <a:defRPr sz="2000"/>
            </a:lvl3pPr>
            <a:lvl4pPr marL="1600200" indent="-228600">
              <a:lnSpc>
                <a:spcPct val="90000"/>
              </a:lnSpc>
              <a:spcBef>
                <a:spcPts val="500"/>
              </a:spcBef>
              <a:buFont typeface="Arial"/>
              <a:buChar char="•"/>
            </a:lvl4pPr>
            <a:lvl5pPr marL="2057400" indent="-228600">
              <a:lnSpc>
                <a:spcPct val="90000"/>
              </a:lnSpc>
              <a:spcBef>
                <a:spcPts val="500"/>
              </a:spcBef>
              <a:buFont typeface="Arial"/>
              <a:buChar char="•"/>
            </a:lvl5pPr>
            <a:lvl6pPr marL="2514600" indent="-228600">
              <a:lnSpc>
                <a:spcPct val="90000"/>
              </a:lnSpc>
              <a:spcBef>
                <a:spcPts val="500"/>
              </a:spcBef>
              <a:buFont typeface="Arial"/>
              <a:buChar char="•"/>
            </a:lvl6pPr>
            <a:lvl7pPr marL="2971800" indent="-228600">
              <a:lnSpc>
                <a:spcPct val="90000"/>
              </a:lnSpc>
              <a:spcBef>
                <a:spcPts val="500"/>
              </a:spcBef>
              <a:buFont typeface="Arial"/>
              <a:buChar char="•"/>
            </a:lvl7pPr>
            <a:lvl8pPr marL="3429000" indent="-228600">
              <a:lnSpc>
                <a:spcPct val="90000"/>
              </a:lnSpc>
              <a:spcBef>
                <a:spcPts val="500"/>
              </a:spcBef>
              <a:buFont typeface="Arial"/>
              <a:buChar char="•"/>
            </a:lvl8pPr>
            <a:lvl9pPr marL="3886200" indent="-228600">
              <a:lnSpc>
                <a:spcPct val="90000"/>
              </a:lnSpc>
              <a:spcBef>
                <a:spcPts val="500"/>
              </a:spcBef>
              <a:buFont typeface="Arial"/>
              <a:buChar char="•"/>
            </a:lvl9pPr>
          </a:lstStyle>
          <a:p>
            <a:pPr lvl="0" algn="l"/>
            <a:r>
              <a:rPr lang="en-US" sz="2400" b="1" i="0" dirty="0">
                <a:solidFill>
                  <a:schemeClr val="bg1"/>
                </a:solidFill>
                <a:latin typeface="Calibri" panose="020F0502020204030204" pitchFamily="34" charset="0"/>
                <a:cs typeface="Calibri" panose="020F0502020204030204" pitchFamily="34" charset="0"/>
              </a:rPr>
              <a:t>Presented </a:t>
            </a:r>
            <a:r>
              <a:rPr lang="en-US" sz="2400" b="0" i="0" dirty="0">
                <a:solidFill>
                  <a:schemeClr val="bg1"/>
                </a:solidFill>
                <a:latin typeface="Calibri Light" panose="020F0302020204030204" pitchFamily="34" charset="0"/>
                <a:cs typeface="Calibri Light" panose="020F0302020204030204" pitchFamily="34" charset="0"/>
              </a:rPr>
              <a:t>by</a:t>
            </a:r>
            <a:endParaRPr lang="en-US" sz="2400" b="1" i="0" dirty="0">
              <a:solidFill>
                <a:schemeClr val="bg1"/>
              </a:solidFill>
              <a:latin typeface="Calibri" panose="020F0502020204030204" pitchFamily="34" charset="0"/>
              <a:cs typeface="Calibri" panose="020F0502020204030204" pitchFamily="34" charset="0"/>
            </a:endParaRPr>
          </a:p>
        </p:txBody>
      </p:sp>
      <p:sp>
        <p:nvSpPr>
          <p:cNvPr id="28" name="Rectangle 27">
            <a:extLst>
              <a:ext uri="{FF2B5EF4-FFF2-40B4-BE49-F238E27FC236}">
                <a16:creationId xmlns:a16="http://schemas.microsoft.com/office/drawing/2014/main" id="{7A240597-FB20-6A42-8EA6-4B770828805B}"/>
              </a:ext>
            </a:extLst>
          </p:cNvPr>
          <p:cNvSpPr/>
          <p:nvPr userDrawn="1"/>
        </p:nvSpPr>
        <p:spPr>
          <a:xfrm>
            <a:off x="6096000" y="853201"/>
            <a:ext cx="6095999" cy="6012750"/>
          </a:xfrm>
          <a:prstGeom prst="rect">
            <a:avLst/>
          </a:prstGeom>
          <a:gradFill>
            <a:gsLst>
              <a:gs pos="0">
                <a:srgbClr val="DFC101"/>
              </a:gs>
              <a:gs pos="30000">
                <a:schemeClr val="accent2">
                  <a:alpha val="85000"/>
                </a:schemeClr>
              </a:gs>
              <a:gs pos="100000">
                <a:schemeClr val="accent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cxnSp>
        <p:nvCxnSpPr>
          <p:cNvPr id="5" name="Straight Connector 4">
            <a:extLst>
              <a:ext uri="{FF2B5EF4-FFF2-40B4-BE49-F238E27FC236}">
                <a16:creationId xmlns:a16="http://schemas.microsoft.com/office/drawing/2014/main" id="{0F12D71D-5C15-3F47-9ACB-1C4A8CF8A4B8}"/>
              </a:ext>
            </a:extLst>
          </p:cNvPr>
          <p:cNvCxnSpPr/>
          <p:nvPr userDrawn="1"/>
        </p:nvCxnSpPr>
        <p:spPr>
          <a:xfrm>
            <a:off x="6096000" y="853201"/>
            <a:ext cx="0" cy="4067142"/>
          </a:xfrm>
          <a:prstGeom prst="line">
            <a:avLst/>
          </a:prstGeom>
          <a:ln w="15875">
            <a:gradFill>
              <a:gsLst>
                <a:gs pos="19000">
                  <a:schemeClr val="accent2"/>
                </a:gs>
                <a:gs pos="100000">
                  <a:schemeClr val="accent2">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2780D622-8466-B04C-8DFD-B730E797EA3F}"/>
              </a:ext>
            </a:extLst>
          </p:cNvPr>
          <p:cNvSpPr>
            <a:spLocks noGrp="1"/>
          </p:cNvSpPr>
          <p:nvPr>
            <p:ph type="body" sz="quarter" idx="32" hasCustomPrompt="1"/>
          </p:nvPr>
        </p:nvSpPr>
        <p:spPr>
          <a:xfrm>
            <a:off x="1935666" y="2195270"/>
            <a:ext cx="3691927" cy="261936"/>
          </a:xfrm>
        </p:spPr>
        <p:txBody>
          <a:bodyPr wrap="none" tIns="0" bIns="0">
            <a:noAutofit/>
          </a:bodyPr>
          <a:lstStyle>
            <a:lvl1pPr marL="0" indent="0">
              <a:buFont typeface="Arial" panose="020B0604020202020204" pitchFamily="34" charset="0"/>
              <a:buNone/>
              <a:defRPr sz="1800" b="1">
                <a:solidFill>
                  <a:schemeClr val="accent2"/>
                </a:solidFill>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US" dirty="0"/>
              <a:t>Speaker</a:t>
            </a:r>
          </a:p>
        </p:txBody>
      </p:sp>
      <p:sp>
        <p:nvSpPr>
          <p:cNvPr id="45" name="Text Placeholder 7">
            <a:extLst>
              <a:ext uri="{FF2B5EF4-FFF2-40B4-BE49-F238E27FC236}">
                <a16:creationId xmlns:a16="http://schemas.microsoft.com/office/drawing/2014/main" id="{56FEDB43-2B74-1B40-B33C-A25AAD8DD999}"/>
              </a:ext>
            </a:extLst>
          </p:cNvPr>
          <p:cNvSpPr>
            <a:spLocks noGrp="1"/>
          </p:cNvSpPr>
          <p:nvPr>
            <p:ph type="body" sz="quarter" idx="34" hasCustomPrompt="1"/>
          </p:nvPr>
        </p:nvSpPr>
        <p:spPr>
          <a:xfrm>
            <a:off x="1935666" y="3808800"/>
            <a:ext cx="3691927" cy="261936"/>
          </a:xfrm>
        </p:spPr>
        <p:txBody>
          <a:bodyPr wrap="none" tIns="0" bIns="0">
            <a:noAutofit/>
          </a:bodyPr>
          <a:lstStyle>
            <a:lvl1pPr marL="0" indent="0">
              <a:buFont typeface="Arial" panose="020B0604020202020204" pitchFamily="34" charset="0"/>
              <a:buNone/>
              <a:defRPr sz="1800" b="1">
                <a:solidFill>
                  <a:schemeClr val="accent2"/>
                </a:solidFill>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US" dirty="0"/>
              <a:t>Speaker</a:t>
            </a:r>
          </a:p>
        </p:txBody>
      </p:sp>
      <p:sp>
        <p:nvSpPr>
          <p:cNvPr id="47" name="Text Placeholder 10">
            <a:extLst>
              <a:ext uri="{FF2B5EF4-FFF2-40B4-BE49-F238E27FC236}">
                <a16:creationId xmlns:a16="http://schemas.microsoft.com/office/drawing/2014/main" id="{18E3A589-B95B-D14B-8B35-827248735BAF}"/>
              </a:ext>
            </a:extLst>
          </p:cNvPr>
          <p:cNvSpPr>
            <a:spLocks noGrp="1"/>
          </p:cNvSpPr>
          <p:nvPr>
            <p:ph type="body" sz="quarter" idx="35" hasCustomPrompt="1"/>
          </p:nvPr>
        </p:nvSpPr>
        <p:spPr>
          <a:xfrm>
            <a:off x="1935666" y="4078800"/>
            <a:ext cx="3691927" cy="201426"/>
          </a:xfrm>
        </p:spPr>
        <p:txBody>
          <a:bodyPr wrap="none" tIns="0" bIns="0">
            <a:noAutofit/>
          </a:bodyPr>
          <a:lstStyle>
            <a:lvl1pPr marL="0" indent="0">
              <a:buFont typeface="Arial" panose="020B0604020202020204" pitchFamily="34" charset="0"/>
              <a:buNone/>
              <a:defRPr sz="1400">
                <a:solidFill>
                  <a:srgbClr val="B3BECD"/>
                </a:solidFill>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Title</a:t>
            </a:r>
          </a:p>
        </p:txBody>
      </p:sp>
      <p:sp>
        <p:nvSpPr>
          <p:cNvPr id="48" name="Text Placeholder 10">
            <a:extLst>
              <a:ext uri="{FF2B5EF4-FFF2-40B4-BE49-F238E27FC236}">
                <a16:creationId xmlns:a16="http://schemas.microsoft.com/office/drawing/2014/main" id="{8FBC5404-48F5-3F4D-9830-C71054E22120}"/>
              </a:ext>
            </a:extLst>
          </p:cNvPr>
          <p:cNvSpPr>
            <a:spLocks noGrp="1"/>
          </p:cNvSpPr>
          <p:nvPr>
            <p:ph type="body" sz="quarter" idx="36" hasCustomPrompt="1"/>
          </p:nvPr>
        </p:nvSpPr>
        <p:spPr>
          <a:xfrm>
            <a:off x="1935666" y="2663507"/>
            <a:ext cx="3691927" cy="201426"/>
          </a:xfrm>
        </p:spPr>
        <p:txBody>
          <a:bodyPr wrap="none" tIns="0" bIns="0">
            <a:noAutofit/>
          </a:bodyPr>
          <a:lstStyle>
            <a:lvl1pPr marL="0" indent="0">
              <a:buFont typeface="Arial" panose="020B0604020202020204" pitchFamily="34" charset="0"/>
              <a:buNone/>
              <a:defRPr sz="1400">
                <a:solidFill>
                  <a:srgbClr val="B3BECD"/>
                </a:solidFill>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Email address</a:t>
            </a:r>
          </a:p>
        </p:txBody>
      </p:sp>
      <p:sp>
        <p:nvSpPr>
          <p:cNvPr id="49" name="Text Placeholder 7">
            <a:extLst>
              <a:ext uri="{FF2B5EF4-FFF2-40B4-BE49-F238E27FC236}">
                <a16:creationId xmlns:a16="http://schemas.microsoft.com/office/drawing/2014/main" id="{2B2F3057-76A4-6B43-818A-38CCFBF40B34}"/>
              </a:ext>
            </a:extLst>
          </p:cNvPr>
          <p:cNvSpPr>
            <a:spLocks noGrp="1"/>
          </p:cNvSpPr>
          <p:nvPr>
            <p:ph type="body" sz="quarter" idx="37" hasCustomPrompt="1"/>
          </p:nvPr>
        </p:nvSpPr>
        <p:spPr>
          <a:xfrm>
            <a:off x="1935666" y="3000701"/>
            <a:ext cx="3691927" cy="261936"/>
          </a:xfrm>
        </p:spPr>
        <p:txBody>
          <a:bodyPr wrap="none" tIns="0" bIns="0">
            <a:noAutofit/>
          </a:bodyPr>
          <a:lstStyle>
            <a:lvl1pPr marL="0" indent="0">
              <a:buFont typeface="Arial" panose="020B0604020202020204" pitchFamily="34" charset="0"/>
              <a:buNone/>
              <a:defRPr sz="1800" b="1">
                <a:solidFill>
                  <a:schemeClr val="accent2"/>
                </a:solidFill>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US" dirty="0"/>
              <a:t>Speaker</a:t>
            </a:r>
          </a:p>
        </p:txBody>
      </p:sp>
      <p:sp>
        <p:nvSpPr>
          <p:cNvPr id="50" name="Text Placeholder 10">
            <a:extLst>
              <a:ext uri="{FF2B5EF4-FFF2-40B4-BE49-F238E27FC236}">
                <a16:creationId xmlns:a16="http://schemas.microsoft.com/office/drawing/2014/main" id="{6F444726-1D68-A94E-B387-A55930D429BD}"/>
              </a:ext>
            </a:extLst>
          </p:cNvPr>
          <p:cNvSpPr>
            <a:spLocks noGrp="1"/>
          </p:cNvSpPr>
          <p:nvPr>
            <p:ph type="body" sz="quarter" idx="38" hasCustomPrompt="1"/>
          </p:nvPr>
        </p:nvSpPr>
        <p:spPr>
          <a:xfrm>
            <a:off x="1935666" y="3468938"/>
            <a:ext cx="3691927" cy="201426"/>
          </a:xfrm>
        </p:spPr>
        <p:txBody>
          <a:bodyPr wrap="none" tIns="0" bIns="0">
            <a:noAutofit/>
          </a:bodyPr>
          <a:lstStyle>
            <a:lvl1pPr marL="0" indent="0">
              <a:buFont typeface="Arial" panose="020B0604020202020204" pitchFamily="34" charset="0"/>
              <a:buNone/>
              <a:defRPr sz="1400">
                <a:solidFill>
                  <a:srgbClr val="B3BECD"/>
                </a:solidFill>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Email address</a:t>
            </a:r>
          </a:p>
        </p:txBody>
      </p:sp>
      <p:sp>
        <p:nvSpPr>
          <p:cNvPr id="53" name="Text Placeholder 7">
            <a:extLst>
              <a:ext uri="{FF2B5EF4-FFF2-40B4-BE49-F238E27FC236}">
                <a16:creationId xmlns:a16="http://schemas.microsoft.com/office/drawing/2014/main" id="{013CFE9D-2F23-0946-B34E-FF8D67DEBB02}"/>
              </a:ext>
            </a:extLst>
          </p:cNvPr>
          <p:cNvSpPr>
            <a:spLocks noGrp="1"/>
          </p:cNvSpPr>
          <p:nvPr>
            <p:ph type="body" sz="quarter" idx="39" hasCustomPrompt="1"/>
          </p:nvPr>
        </p:nvSpPr>
        <p:spPr>
          <a:xfrm>
            <a:off x="1935666" y="4615200"/>
            <a:ext cx="3691927" cy="261936"/>
          </a:xfrm>
        </p:spPr>
        <p:txBody>
          <a:bodyPr wrap="none" tIns="0" bIns="0">
            <a:noAutofit/>
          </a:bodyPr>
          <a:lstStyle>
            <a:lvl1pPr marL="0" indent="0">
              <a:buFont typeface="Arial" panose="020B0604020202020204" pitchFamily="34" charset="0"/>
              <a:buNone/>
              <a:defRPr sz="1800" b="1">
                <a:solidFill>
                  <a:schemeClr val="accent2"/>
                </a:solidFill>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US" dirty="0"/>
              <a:t>Speaker</a:t>
            </a:r>
          </a:p>
        </p:txBody>
      </p:sp>
      <p:sp>
        <p:nvSpPr>
          <p:cNvPr id="56" name="Text Placeholder 10">
            <a:extLst>
              <a:ext uri="{FF2B5EF4-FFF2-40B4-BE49-F238E27FC236}">
                <a16:creationId xmlns:a16="http://schemas.microsoft.com/office/drawing/2014/main" id="{CAEE56BA-F636-814A-A890-4BBAAE750F46}"/>
              </a:ext>
            </a:extLst>
          </p:cNvPr>
          <p:cNvSpPr>
            <a:spLocks noGrp="1"/>
          </p:cNvSpPr>
          <p:nvPr>
            <p:ph type="body" sz="quarter" idx="40" hasCustomPrompt="1"/>
          </p:nvPr>
        </p:nvSpPr>
        <p:spPr>
          <a:xfrm>
            <a:off x="1935666" y="4885200"/>
            <a:ext cx="3691927" cy="201426"/>
          </a:xfrm>
        </p:spPr>
        <p:txBody>
          <a:bodyPr wrap="none" tIns="0" bIns="0">
            <a:noAutofit/>
          </a:bodyPr>
          <a:lstStyle>
            <a:lvl1pPr marL="0" indent="0">
              <a:buFont typeface="Arial" panose="020B0604020202020204" pitchFamily="34" charset="0"/>
              <a:buNone/>
              <a:defRPr sz="1400">
                <a:solidFill>
                  <a:srgbClr val="B3BECD"/>
                </a:solidFill>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Title</a:t>
            </a:r>
          </a:p>
        </p:txBody>
      </p:sp>
      <p:sp>
        <p:nvSpPr>
          <p:cNvPr id="57" name="Text Placeholder 7">
            <a:extLst>
              <a:ext uri="{FF2B5EF4-FFF2-40B4-BE49-F238E27FC236}">
                <a16:creationId xmlns:a16="http://schemas.microsoft.com/office/drawing/2014/main" id="{9813E48C-419C-714D-8526-2AA43F81E71B}"/>
              </a:ext>
            </a:extLst>
          </p:cNvPr>
          <p:cNvSpPr>
            <a:spLocks noGrp="1"/>
          </p:cNvSpPr>
          <p:nvPr>
            <p:ph type="body" sz="quarter" idx="41" hasCustomPrompt="1"/>
          </p:nvPr>
        </p:nvSpPr>
        <p:spPr>
          <a:xfrm>
            <a:off x="1935666" y="5421600"/>
            <a:ext cx="3691927" cy="261936"/>
          </a:xfrm>
        </p:spPr>
        <p:txBody>
          <a:bodyPr wrap="none" tIns="0" bIns="0">
            <a:noAutofit/>
          </a:bodyPr>
          <a:lstStyle>
            <a:lvl1pPr marL="0" indent="0">
              <a:buFont typeface="Arial" panose="020B0604020202020204" pitchFamily="34" charset="0"/>
              <a:buNone/>
              <a:defRPr sz="1800" b="1">
                <a:solidFill>
                  <a:schemeClr val="accent2"/>
                </a:solidFill>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US" dirty="0"/>
              <a:t>Speaker</a:t>
            </a:r>
          </a:p>
        </p:txBody>
      </p:sp>
      <p:sp>
        <p:nvSpPr>
          <p:cNvPr id="58" name="Text Placeholder 10">
            <a:extLst>
              <a:ext uri="{FF2B5EF4-FFF2-40B4-BE49-F238E27FC236}">
                <a16:creationId xmlns:a16="http://schemas.microsoft.com/office/drawing/2014/main" id="{4D4FD237-047E-9B4E-8E24-7614DA39C6D7}"/>
              </a:ext>
            </a:extLst>
          </p:cNvPr>
          <p:cNvSpPr>
            <a:spLocks noGrp="1"/>
          </p:cNvSpPr>
          <p:nvPr>
            <p:ph type="body" sz="quarter" idx="42" hasCustomPrompt="1"/>
          </p:nvPr>
        </p:nvSpPr>
        <p:spPr>
          <a:xfrm>
            <a:off x="1935666" y="5691600"/>
            <a:ext cx="3691927" cy="201426"/>
          </a:xfrm>
        </p:spPr>
        <p:txBody>
          <a:bodyPr wrap="none" tIns="0" bIns="0">
            <a:noAutofit/>
          </a:bodyPr>
          <a:lstStyle>
            <a:lvl1pPr marL="0" indent="0">
              <a:buFont typeface="Arial" panose="020B0604020202020204" pitchFamily="34" charset="0"/>
              <a:buNone/>
              <a:defRPr sz="1400">
                <a:solidFill>
                  <a:srgbClr val="B3BECD"/>
                </a:solidFill>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Title</a:t>
            </a:r>
          </a:p>
        </p:txBody>
      </p:sp>
      <p:sp>
        <p:nvSpPr>
          <p:cNvPr id="6" name="Text Placeholder 5">
            <a:extLst>
              <a:ext uri="{FF2B5EF4-FFF2-40B4-BE49-F238E27FC236}">
                <a16:creationId xmlns:a16="http://schemas.microsoft.com/office/drawing/2014/main" id="{95D1CEA7-9339-3848-B2B0-9A6116B9924B}"/>
              </a:ext>
            </a:extLst>
          </p:cNvPr>
          <p:cNvSpPr>
            <a:spLocks noGrp="1"/>
          </p:cNvSpPr>
          <p:nvPr>
            <p:ph type="body" sz="quarter" idx="43" hasCustomPrompt="1"/>
          </p:nvPr>
        </p:nvSpPr>
        <p:spPr>
          <a:xfrm>
            <a:off x="1935665" y="2464345"/>
            <a:ext cx="3691928" cy="201426"/>
          </a:xfrm>
        </p:spPr>
        <p:txBody>
          <a:bodyPr vert="horz" wrap="none" lIns="0" tIns="0" rIns="0" bIns="0" rtlCol="0">
            <a:noAutofit/>
          </a:bodyPr>
          <a:lstStyle>
            <a:lvl1pPr marL="0" indent="0">
              <a:buNone/>
              <a:defRPr lang="en-US" sz="1400" dirty="0">
                <a:solidFill>
                  <a:srgbClr val="B3BECD"/>
                </a:solidFill>
              </a:defRPr>
            </a:lvl1pPr>
          </a:lstStyle>
          <a:p>
            <a:pPr marL="285750" lvl="0" indent="-285750"/>
            <a:r>
              <a:rPr lang="en-US" dirty="0"/>
              <a:t>Title</a:t>
            </a:r>
          </a:p>
        </p:txBody>
      </p:sp>
      <p:sp>
        <p:nvSpPr>
          <p:cNvPr id="39" name="Text Placeholder 5">
            <a:extLst>
              <a:ext uri="{FF2B5EF4-FFF2-40B4-BE49-F238E27FC236}">
                <a16:creationId xmlns:a16="http://schemas.microsoft.com/office/drawing/2014/main" id="{6C3551FB-2F8C-B345-A30C-01137E5F3115}"/>
              </a:ext>
            </a:extLst>
          </p:cNvPr>
          <p:cNvSpPr>
            <a:spLocks noGrp="1"/>
          </p:cNvSpPr>
          <p:nvPr>
            <p:ph type="body" sz="quarter" idx="44" hasCustomPrompt="1"/>
          </p:nvPr>
        </p:nvSpPr>
        <p:spPr>
          <a:xfrm>
            <a:off x="1935665" y="3265605"/>
            <a:ext cx="3691928" cy="201426"/>
          </a:xfrm>
        </p:spPr>
        <p:txBody>
          <a:bodyPr vert="horz" wrap="none" lIns="0" tIns="0" rIns="0" bIns="0" rtlCol="0">
            <a:noAutofit/>
          </a:bodyPr>
          <a:lstStyle>
            <a:lvl1pPr marL="0" indent="0">
              <a:buNone/>
              <a:defRPr lang="en-US" sz="1400" dirty="0">
                <a:solidFill>
                  <a:srgbClr val="B3BECD"/>
                </a:solidFill>
              </a:defRPr>
            </a:lvl1pPr>
          </a:lstStyle>
          <a:p>
            <a:pPr marL="285750" lvl="0" indent="-285750"/>
            <a:r>
              <a:rPr lang="en-US" dirty="0"/>
              <a:t>Title</a:t>
            </a:r>
          </a:p>
        </p:txBody>
      </p:sp>
      <p:sp>
        <p:nvSpPr>
          <p:cNvPr id="40" name="Text Placeholder 10">
            <a:extLst>
              <a:ext uri="{FF2B5EF4-FFF2-40B4-BE49-F238E27FC236}">
                <a16:creationId xmlns:a16="http://schemas.microsoft.com/office/drawing/2014/main" id="{AAEDB36D-8075-864A-96B7-0874A127938B}"/>
              </a:ext>
            </a:extLst>
          </p:cNvPr>
          <p:cNvSpPr>
            <a:spLocks noGrp="1"/>
          </p:cNvSpPr>
          <p:nvPr>
            <p:ph type="body" sz="quarter" idx="45" hasCustomPrompt="1"/>
          </p:nvPr>
        </p:nvSpPr>
        <p:spPr>
          <a:xfrm>
            <a:off x="1935666" y="4276800"/>
            <a:ext cx="3691927" cy="201426"/>
          </a:xfrm>
        </p:spPr>
        <p:txBody>
          <a:bodyPr wrap="none" tIns="0" bIns="0">
            <a:noAutofit/>
          </a:bodyPr>
          <a:lstStyle>
            <a:lvl1pPr marL="0" indent="0">
              <a:buFont typeface="Arial" panose="020B0604020202020204" pitchFamily="34" charset="0"/>
              <a:buNone/>
              <a:defRPr sz="1400">
                <a:solidFill>
                  <a:srgbClr val="B3BECD"/>
                </a:solidFill>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Email address</a:t>
            </a:r>
          </a:p>
        </p:txBody>
      </p:sp>
      <p:sp>
        <p:nvSpPr>
          <p:cNvPr id="41" name="Text Placeholder 10">
            <a:extLst>
              <a:ext uri="{FF2B5EF4-FFF2-40B4-BE49-F238E27FC236}">
                <a16:creationId xmlns:a16="http://schemas.microsoft.com/office/drawing/2014/main" id="{EB7E0FE4-1626-7944-B91A-5691F585869E}"/>
              </a:ext>
            </a:extLst>
          </p:cNvPr>
          <p:cNvSpPr>
            <a:spLocks noGrp="1"/>
          </p:cNvSpPr>
          <p:nvPr>
            <p:ph type="body" sz="quarter" idx="46" hasCustomPrompt="1"/>
          </p:nvPr>
        </p:nvSpPr>
        <p:spPr>
          <a:xfrm>
            <a:off x="1935666" y="5083200"/>
            <a:ext cx="3691927" cy="201426"/>
          </a:xfrm>
        </p:spPr>
        <p:txBody>
          <a:bodyPr wrap="none" tIns="0" bIns="0">
            <a:noAutofit/>
          </a:bodyPr>
          <a:lstStyle>
            <a:lvl1pPr marL="0" indent="0">
              <a:buFont typeface="Arial" panose="020B0604020202020204" pitchFamily="34" charset="0"/>
              <a:buNone/>
              <a:defRPr sz="1400">
                <a:solidFill>
                  <a:srgbClr val="B3BECD"/>
                </a:solidFill>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Email address</a:t>
            </a:r>
          </a:p>
        </p:txBody>
      </p:sp>
      <p:sp>
        <p:nvSpPr>
          <p:cNvPr id="42" name="Text Placeholder 10">
            <a:extLst>
              <a:ext uri="{FF2B5EF4-FFF2-40B4-BE49-F238E27FC236}">
                <a16:creationId xmlns:a16="http://schemas.microsoft.com/office/drawing/2014/main" id="{14A15AB8-FF15-5A48-948F-7B9B55B0F0DE}"/>
              </a:ext>
            </a:extLst>
          </p:cNvPr>
          <p:cNvSpPr>
            <a:spLocks noGrp="1"/>
          </p:cNvSpPr>
          <p:nvPr>
            <p:ph type="body" sz="quarter" idx="47" hasCustomPrompt="1"/>
          </p:nvPr>
        </p:nvSpPr>
        <p:spPr>
          <a:xfrm>
            <a:off x="1935666" y="5889600"/>
            <a:ext cx="3691927" cy="201426"/>
          </a:xfrm>
        </p:spPr>
        <p:txBody>
          <a:bodyPr wrap="none" tIns="0" bIns="0">
            <a:noAutofit/>
          </a:bodyPr>
          <a:lstStyle>
            <a:lvl1pPr marL="0" indent="0">
              <a:buFont typeface="Arial" panose="020B0604020202020204" pitchFamily="34" charset="0"/>
              <a:buNone/>
              <a:defRPr sz="1400">
                <a:solidFill>
                  <a:srgbClr val="B3BECD"/>
                </a:solidFill>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Email address</a:t>
            </a:r>
          </a:p>
        </p:txBody>
      </p:sp>
      <p:sp>
        <p:nvSpPr>
          <p:cNvPr id="43" name="Slide Number Placeholder 5">
            <a:extLst>
              <a:ext uri="{FF2B5EF4-FFF2-40B4-BE49-F238E27FC236}">
                <a16:creationId xmlns:a16="http://schemas.microsoft.com/office/drawing/2014/main" id="{B688E3D0-C02A-B94C-A130-548294B8EE4E}"/>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chemeClr val="bg1"/>
                </a:solidFill>
              </a:defRPr>
            </a:lvl1pPr>
          </a:lstStyle>
          <a:p>
            <a:fld id="{E242BD21-9B61-2246-BCB1-4BE5E1BEBE1C}" type="slidenum">
              <a:rPr lang="en-US" smtClean="0"/>
              <a:pPr/>
              <a:t>‹#›</a:t>
            </a:fld>
            <a:endParaRPr lang="en-US"/>
          </a:p>
        </p:txBody>
      </p:sp>
    </p:spTree>
    <p:extLst>
      <p:ext uri="{BB962C8B-B14F-4D97-AF65-F5344CB8AC3E}">
        <p14:creationId xmlns:p14="http://schemas.microsoft.com/office/powerpoint/2010/main" val="30214806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ack cover Default">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9B226EB-715A-5F46-819A-D97E866136EF}"/>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1" y="0"/>
            <a:ext cx="12192001" cy="6868901"/>
          </a:xfrm>
          <a:prstGeom prst="rect">
            <a:avLst/>
          </a:prstGeom>
        </p:spPr>
      </p:pic>
      <p:pic>
        <p:nvPicPr>
          <p:cNvPr id="3" name="Picture 2">
            <a:extLst>
              <a:ext uri="{FF2B5EF4-FFF2-40B4-BE49-F238E27FC236}">
                <a16:creationId xmlns:a16="http://schemas.microsoft.com/office/drawing/2014/main" id="{6F796445-AFA9-D44D-80A5-7B00312D6B1E}"/>
              </a:ext>
            </a:extLst>
          </p:cNvPr>
          <p:cNvPicPr>
            <a:picLocks noChangeAspect="1"/>
          </p:cNvPicPr>
          <p:nvPr userDrawn="1"/>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3266239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Five levels – Maintainability">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91389AAB-7EAB-2BCE-EF27-38E7BCB93625}"/>
              </a:ext>
            </a:extLst>
          </p:cNvPr>
          <p:cNvSpPr/>
          <p:nvPr userDrawn="1"/>
        </p:nvSpPr>
        <p:spPr>
          <a:xfrm>
            <a:off x="540685" y="2101058"/>
            <a:ext cx="11068220" cy="776335"/>
          </a:xfrm>
          <a:prstGeom prst="rect">
            <a:avLst/>
          </a:prstGeom>
          <a:gradFill>
            <a:gsLst>
              <a:gs pos="0">
                <a:schemeClr val="bg1">
                  <a:alpha val="0"/>
                </a:schemeClr>
              </a:gs>
              <a:gs pos="10000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err="1">
              <a:solidFill>
                <a:schemeClr val="bg1"/>
              </a:solidFill>
            </a:endParaRPr>
          </a:p>
        </p:txBody>
      </p:sp>
      <p:sp>
        <p:nvSpPr>
          <p:cNvPr id="46" name="Rectangle 45">
            <a:extLst>
              <a:ext uri="{FF2B5EF4-FFF2-40B4-BE49-F238E27FC236}">
                <a16:creationId xmlns:a16="http://schemas.microsoft.com/office/drawing/2014/main" id="{5BF13346-4B42-9F09-0053-A9BED105047A}"/>
              </a:ext>
            </a:extLst>
          </p:cNvPr>
          <p:cNvSpPr/>
          <p:nvPr userDrawn="1"/>
        </p:nvSpPr>
        <p:spPr>
          <a:xfrm>
            <a:off x="525694" y="2026652"/>
            <a:ext cx="11098199" cy="853915"/>
          </a:xfrm>
          <a:prstGeom prst="rect">
            <a:avLst/>
          </a:prstGeom>
          <a:gradFill>
            <a:gsLst>
              <a:gs pos="90000">
                <a:srgbClr val="F7F9FC">
                  <a:alpha val="0"/>
                </a:srgbClr>
              </a:gs>
              <a:gs pos="11000">
                <a:schemeClr val="bg2">
                  <a:alpha val="0"/>
                </a:schemeClr>
              </a:gs>
              <a:gs pos="3000">
                <a:schemeClr val="bg2"/>
              </a:gs>
              <a:gs pos="97000">
                <a:schemeClr val="bg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err="1">
              <a:solidFill>
                <a:schemeClr val="bg1"/>
              </a:solidFill>
            </a:endParaRPr>
          </a:p>
        </p:txBody>
      </p:sp>
      <p:cxnSp>
        <p:nvCxnSpPr>
          <p:cNvPr id="47" name="Straight Connector 46">
            <a:extLst>
              <a:ext uri="{FF2B5EF4-FFF2-40B4-BE49-F238E27FC236}">
                <a16:creationId xmlns:a16="http://schemas.microsoft.com/office/drawing/2014/main" id="{81C024B4-A888-6074-86D4-D86B016E0171}"/>
              </a:ext>
            </a:extLst>
          </p:cNvPr>
          <p:cNvCxnSpPr>
            <a:cxnSpLocks/>
          </p:cNvCxnSpPr>
          <p:nvPr userDrawn="1"/>
        </p:nvCxnSpPr>
        <p:spPr>
          <a:xfrm>
            <a:off x="540689" y="2877393"/>
            <a:ext cx="11068215" cy="0"/>
          </a:xfrm>
          <a:prstGeom prst="line">
            <a:avLst/>
          </a:prstGeom>
          <a:ln w="19050" cmpd="sng">
            <a:solidFill>
              <a:srgbClr val="C4CCD6"/>
            </a:solidFill>
            <a:prstDash val="sysDot"/>
          </a:ln>
        </p:spPr>
        <p:style>
          <a:lnRef idx="2">
            <a:schemeClr val="accent1"/>
          </a:lnRef>
          <a:fillRef idx="0">
            <a:schemeClr val="accent1"/>
          </a:fillRef>
          <a:effectRef idx="1">
            <a:schemeClr val="accent1"/>
          </a:effectRef>
          <a:fontRef idx="minor">
            <a:schemeClr val="tx1"/>
          </a:fontRef>
        </p:style>
      </p:cxnSp>
      <p:sp>
        <p:nvSpPr>
          <p:cNvPr id="15" name="Slide Number Placeholder 5">
            <a:extLst>
              <a:ext uri="{FF2B5EF4-FFF2-40B4-BE49-F238E27FC236}">
                <a16:creationId xmlns:a16="http://schemas.microsoft.com/office/drawing/2014/main" id="{598AB3A5-9E9A-0F4F-B44F-E7B1D1AFFB8E}"/>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lang="en-US" smtClean="0"/>
              <a:pPr/>
              <a:t>‹#›</a:t>
            </a:fld>
            <a:endParaRPr lang="en-US"/>
          </a:p>
        </p:txBody>
      </p:sp>
      <p:sp>
        <p:nvSpPr>
          <p:cNvPr id="25" name="TextBox 24">
            <a:extLst>
              <a:ext uri="{FF2B5EF4-FFF2-40B4-BE49-F238E27FC236}">
                <a16:creationId xmlns:a16="http://schemas.microsoft.com/office/drawing/2014/main" id="{DDD864A3-F6DC-434B-B5BE-5F14C8CEA463}"/>
              </a:ext>
            </a:extLst>
          </p:cNvPr>
          <p:cNvSpPr txBox="1"/>
          <p:nvPr userDrawn="1"/>
        </p:nvSpPr>
        <p:spPr>
          <a:xfrm>
            <a:off x="1848464" y="146728"/>
            <a:ext cx="334297" cy="276999"/>
          </a:xfrm>
          <a:prstGeom prst="rect">
            <a:avLst/>
          </a:prstGeom>
        </p:spPr>
        <p:txBody>
          <a:bodyPr wrap="square" anchor="ctr">
            <a:spAutoFit/>
          </a:bodyPr>
          <a:lstStyle>
            <a:defPPr>
              <a:defRPr lang="en-US"/>
            </a:defPPr>
            <a:lvl1pPr>
              <a:defRPr sz="1200" b="1" spc="-10">
                <a:solidFill>
                  <a:srgbClr val="183142">
                    <a:alpha val="25000"/>
                  </a:srgbClr>
                </a:solidFill>
                <a:latin typeface="TheSans B6 SemiBold" charset="0"/>
                <a:ea typeface="TheSans B6 SemiBold" charset="0"/>
                <a:cs typeface="TheSans B6 SemiBold" charset="0"/>
              </a:defRPr>
            </a:lvl1pPr>
            <a:lvl2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2pPr>
            <a:lvl3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3pPr>
            <a:lvl4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4pPr>
            <a:lvl5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a:solidFill>
                  <a:srgbClr val="B2BECD"/>
                </a:solidFill>
                <a:latin typeface="+mn-lt"/>
              </a:rPr>
              <a:t>//</a:t>
            </a:r>
          </a:p>
        </p:txBody>
      </p:sp>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a:t>INSERT PRESENTATION SECTION</a:t>
            </a:r>
          </a:p>
        </p:txBody>
      </p:sp>
      <p:sp>
        <p:nvSpPr>
          <p:cNvPr id="27" name="Title 1">
            <a:extLst>
              <a:ext uri="{FF2B5EF4-FFF2-40B4-BE49-F238E27FC236}">
                <a16:creationId xmlns:a16="http://schemas.microsoft.com/office/drawing/2014/main" id="{8A8B0682-F79C-014E-BF74-DADFA39ECD08}"/>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a:t>Insert key slide message</a:t>
            </a:r>
          </a:p>
        </p:txBody>
      </p:sp>
      <p:sp>
        <p:nvSpPr>
          <p:cNvPr id="17" name="Footer Placeholder 5">
            <a:extLst>
              <a:ext uri="{FF2B5EF4-FFF2-40B4-BE49-F238E27FC236}">
                <a16:creationId xmlns:a16="http://schemas.microsoft.com/office/drawing/2014/main" id="{64DEC668-5250-1B4C-B969-8FC04E1B68D3}"/>
              </a:ext>
            </a:extLst>
          </p:cNvPr>
          <p:cNvSpPr>
            <a:spLocks noGrp="1"/>
          </p:cNvSpPr>
          <p:nvPr>
            <p:ph type="ftr" sz="quarter" idx="3"/>
          </p:nvPr>
        </p:nvSpPr>
        <p:spPr>
          <a:xfrm>
            <a:off x="2669790" y="6549140"/>
            <a:ext cx="804066"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defRPr lang="en-US" sz="1000" b="1" spc="10" dirty="0">
                <a:solidFill>
                  <a:srgbClr val="B2BECD"/>
                </a:solidFill>
              </a:defRPr>
            </a:lvl1pPr>
          </a:lstStyle>
          <a:p>
            <a:r>
              <a:rPr lang="en-US"/>
              <a:t>Confidential</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514800" y="3013020"/>
            <a:ext cx="7135680" cy="3304980"/>
          </a:xfrm>
        </p:spPr>
        <p:txBody>
          <a:bodyPr>
            <a:noAutofit/>
          </a:bodyPr>
          <a:lstStyle>
            <a:lvl1pPr marL="285750" indent="-285750">
              <a:buFont typeface="Wingdings" pitchFamily="2" charset="2"/>
              <a:buChar char="§"/>
              <a:tabLst/>
              <a:defRPr/>
            </a:lvl1pPr>
          </a:lstStyle>
          <a:p>
            <a:pPr lvl="0"/>
            <a:r>
              <a:rPr lang="en-US"/>
              <a:t>Insert content text (headers in bold)</a:t>
            </a:r>
          </a:p>
        </p:txBody>
      </p:sp>
      <p:sp>
        <p:nvSpPr>
          <p:cNvPr id="9" name="Rectangle 8">
            <a:extLst>
              <a:ext uri="{FF2B5EF4-FFF2-40B4-BE49-F238E27FC236}">
                <a16:creationId xmlns:a16="http://schemas.microsoft.com/office/drawing/2014/main" id="{92119D16-1B43-83B4-AAC8-3F62CE8DD7EA}"/>
              </a:ext>
            </a:extLst>
          </p:cNvPr>
          <p:cNvSpPr/>
          <p:nvPr userDrawn="1"/>
        </p:nvSpPr>
        <p:spPr bwMode="auto">
          <a:xfrm rot="5400000">
            <a:off x="1548588" y="957613"/>
            <a:ext cx="195321" cy="2211125"/>
          </a:xfrm>
          <a:prstGeom prst="rect">
            <a:avLst/>
          </a:prstGeom>
          <a:solidFill>
            <a:schemeClr val="bg1"/>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nl-NL" sz="2400" u="none" strike="noStrike" cap="none" normalizeH="0" baseline="0">
              <a:ln>
                <a:noFill/>
              </a:ln>
              <a:solidFill>
                <a:schemeClr val="bg1"/>
              </a:solidFill>
              <a:effectLst/>
              <a:latin typeface="TheSans B5 Plain"/>
              <a:cs typeface="TheSans B5 Plain"/>
            </a:endParaRPr>
          </a:p>
        </p:txBody>
      </p:sp>
      <p:sp>
        <p:nvSpPr>
          <p:cNvPr id="10" name="Rectangle 9">
            <a:extLst>
              <a:ext uri="{FF2B5EF4-FFF2-40B4-BE49-F238E27FC236}">
                <a16:creationId xmlns:a16="http://schemas.microsoft.com/office/drawing/2014/main" id="{E427916A-C3C6-004B-AECE-7FDC1C99337B}"/>
              </a:ext>
            </a:extLst>
          </p:cNvPr>
          <p:cNvSpPr/>
          <p:nvPr userDrawn="1"/>
        </p:nvSpPr>
        <p:spPr bwMode="auto">
          <a:xfrm rot="5400000">
            <a:off x="3758269" y="959055"/>
            <a:ext cx="195321" cy="2208241"/>
          </a:xfrm>
          <a:prstGeom prst="rect">
            <a:avLst/>
          </a:prstGeom>
          <a:solidFill>
            <a:srgbClr val="DAE2EB"/>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nl-NL" sz="2400" u="none" strike="noStrike" cap="none" normalizeH="0" baseline="0">
              <a:ln>
                <a:solidFill>
                  <a:sysClr val="windowText" lastClr="000000"/>
                </a:solidFill>
              </a:ln>
              <a:solidFill>
                <a:schemeClr val="bg1"/>
              </a:solidFill>
              <a:effectLst/>
              <a:latin typeface="TheSans B5 Plain"/>
              <a:cs typeface="TheSans B5 Plain"/>
            </a:endParaRPr>
          </a:p>
        </p:txBody>
      </p:sp>
      <p:sp>
        <p:nvSpPr>
          <p:cNvPr id="11" name="Rectangle 10">
            <a:extLst>
              <a:ext uri="{FF2B5EF4-FFF2-40B4-BE49-F238E27FC236}">
                <a16:creationId xmlns:a16="http://schemas.microsoft.com/office/drawing/2014/main" id="{68B1625B-745E-62D9-BD2A-55957EA061A3}"/>
              </a:ext>
            </a:extLst>
          </p:cNvPr>
          <p:cNvSpPr/>
          <p:nvPr userDrawn="1"/>
        </p:nvSpPr>
        <p:spPr bwMode="auto">
          <a:xfrm rot="5400000">
            <a:off x="8182546" y="951652"/>
            <a:ext cx="195321" cy="2223047"/>
          </a:xfrm>
          <a:prstGeom prst="rect">
            <a:avLst/>
          </a:prstGeom>
          <a:solidFill>
            <a:srgbClr val="697C8E"/>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nl-NL" sz="2400" u="none" strike="noStrike" cap="none" normalizeH="0" baseline="0">
              <a:ln>
                <a:noFill/>
              </a:ln>
              <a:solidFill>
                <a:schemeClr val="bg1"/>
              </a:solidFill>
              <a:effectLst/>
              <a:latin typeface="TheSans B5 Plain"/>
              <a:cs typeface="TheSans B5 Plain"/>
            </a:endParaRPr>
          </a:p>
        </p:txBody>
      </p:sp>
      <p:sp>
        <p:nvSpPr>
          <p:cNvPr id="12" name="Rectangle 11">
            <a:extLst>
              <a:ext uri="{FF2B5EF4-FFF2-40B4-BE49-F238E27FC236}">
                <a16:creationId xmlns:a16="http://schemas.microsoft.com/office/drawing/2014/main" id="{3FFA4D38-4E21-D4C5-440B-8F86DC2718F7}"/>
              </a:ext>
            </a:extLst>
          </p:cNvPr>
          <p:cNvSpPr/>
          <p:nvPr userDrawn="1"/>
        </p:nvSpPr>
        <p:spPr bwMode="auto">
          <a:xfrm rot="5400000">
            <a:off x="10398054" y="959190"/>
            <a:ext cx="195321" cy="2207971"/>
          </a:xfrm>
          <a:prstGeom prst="rect">
            <a:avLst/>
          </a:prstGeom>
          <a:solidFill>
            <a:schemeClr val="accent1"/>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nl-NL" sz="2400" u="none" strike="noStrike" cap="none" normalizeH="0" baseline="0">
              <a:ln>
                <a:noFill/>
              </a:ln>
              <a:solidFill>
                <a:schemeClr val="bg1"/>
              </a:solidFill>
              <a:effectLst/>
              <a:latin typeface="TheSans B5 Plain"/>
              <a:cs typeface="TheSans B5 Plain"/>
            </a:endParaRPr>
          </a:p>
        </p:txBody>
      </p:sp>
      <p:sp>
        <p:nvSpPr>
          <p:cNvPr id="16" name="Rectangle 15">
            <a:extLst>
              <a:ext uri="{FF2B5EF4-FFF2-40B4-BE49-F238E27FC236}">
                <a16:creationId xmlns:a16="http://schemas.microsoft.com/office/drawing/2014/main" id="{867F30B0-F038-9819-805C-8B583196DFC5}"/>
              </a:ext>
            </a:extLst>
          </p:cNvPr>
          <p:cNvSpPr/>
          <p:nvPr userDrawn="1"/>
        </p:nvSpPr>
        <p:spPr bwMode="auto">
          <a:xfrm rot="5400000">
            <a:off x="5966706" y="958857"/>
            <a:ext cx="195321" cy="2208636"/>
          </a:xfrm>
          <a:prstGeom prst="rect">
            <a:avLst/>
          </a:prstGeom>
          <a:solidFill>
            <a:srgbClr val="B3BECD"/>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nl-NL" sz="2400" u="none" strike="noStrike" cap="none" normalizeH="0" baseline="0">
              <a:ln>
                <a:solidFill>
                  <a:sysClr val="windowText" lastClr="000000"/>
                </a:solidFill>
              </a:ln>
              <a:solidFill>
                <a:schemeClr val="bg1"/>
              </a:solidFill>
              <a:effectLst/>
              <a:latin typeface="TheSans B5 Plain"/>
              <a:cs typeface="TheSans B5 Plain"/>
            </a:endParaRPr>
          </a:p>
        </p:txBody>
      </p:sp>
      <p:grpSp>
        <p:nvGrpSpPr>
          <p:cNvPr id="23" name="Group 22">
            <a:extLst>
              <a:ext uri="{FF2B5EF4-FFF2-40B4-BE49-F238E27FC236}">
                <a16:creationId xmlns:a16="http://schemas.microsoft.com/office/drawing/2014/main" id="{019642B4-94D7-E002-5F8F-4B21E3C2B65C}"/>
              </a:ext>
            </a:extLst>
          </p:cNvPr>
          <p:cNvGrpSpPr/>
          <p:nvPr userDrawn="1"/>
        </p:nvGrpSpPr>
        <p:grpSpPr>
          <a:xfrm>
            <a:off x="11006327" y="810077"/>
            <a:ext cx="594110" cy="850933"/>
            <a:chOff x="10569980" y="810077"/>
            <a:chExt cx="594110" cy="850933"/>
          </a:xfrm>
        </p:grpSpPr>
        <p:sp>
          <p:nvSpPr>
            <p:cNvPr id="24" name="Oval 23">
              <a:extLst>
                <a:ext uri="{FF2B5EF4-FFF2-40B4-BE49-F238E27FC236}">
                  <a16:creationId xmlns:a16="http://schemas.microsoft.com/office/drawing/2014/main" id="{B4E37F83-14A0-0B68-AAEB-CA6647EFED37}"/>
                </a:ext>
              </a:extLst>
            </p:cNvPr>
            <p:cNvSpPr/>
            <p:nvPr/>
          </p:nvSpPr>
          <p:spPr>
            <a:xfrm>
              <a:off x="10616419" y="833977"/>
              <a:ext cx="234759" cy="368743"/>
            </a:xfrm>
            <a:prstGeom prst="ellipse">
              <a:avLst/>
            </a:prstGeom>
            <a:solidFill>
              <a:schemeClr val="tx2"/>
            </a:solidFill>
            <a:ln>
              <a:noFill/>
            </a:ln>
            <a:effectLst>
              <a:outerShdw blurRad="190500" dist="38100" dir="8100000" algn="tr" rotWithShape="0">
                <a:prstClr val="black">
                  <a:alpha val="46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err="1">
                <a:solidFill>
                  <a:schemeClr val="bg1"/>
                </a:solidFill>
              </a:endParaRPr>
            </a:p>
          </p:txBody>
        </p:sp>
        <p:sp>
          <p:nvSpPr>
            <p:cNvPr id="28" name="Freeform 27">
              <a:extLst>
                <a:ext uri="{FF2B5EF4-FFF2-40B4-BE49-F238E27FC236}">
                  <a16:creationId xmlns:a16="http://schemas.microsoft.com/office/drawing/2014/main" id="{C711BE83-E5FD-6BD3-812A-5637E13953A8}"/>
                </a:ext>
              </a:extLst>
            </p:cNvPr>
            <p:cNvSpPr/>
            <p:nvPr/>
          </p:nvSpPr>
          <p:spPr>
            <a:xfrm>
              <a:off x="10569980" y="810137"/>
              <a:ext cx="590530" cy="47139"/>
            </a:xfrm>
            <a:custGeom>
              <a:avLst/>
              <a:gdLst>
                <a:gd name="connsiteX0" fmla="*/ 48742 w 590530"/>
                <a:gd name="connsiteY0" fmla="*/ 0 h 47139"/>
                <a:gd name="connsiteX1" fmla="*/ 541788 w 590530"/>
                <a:gd name="connsiteY1" fmla="*/ 0 h 47139"/>
                <a:gd name="connsiteX2" fmla="*/ 587073 w 590530"/>
                <a:gd name="connsiteY2" fmla="*/ 30017 h 47139"/>
                <a:gd name="connsiteX3" fmla="*/ 590530 w 590530"/>
                <a:gd name="connsiteY3" fmla="*/ 47139 h 47139"/>
                <a:gd name="connsiteX4" fmla="*/ 0 w 590530"/>
                <a:gd name="connsiteY4" fmla="*/ 47139 h 47139"/>
                <a:gd name="connsiteX5" fmla="*/ 3457 w 590530"/>
                <a:gd name="connsiteY5" fmla="*/ 30017 h 47139"/>
                <a:gd name="connsiteX6" fmla="*/ 48742 w 590530"/>
                <a:gd name="connsiteY6" fmla="*/ 0 h 47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0530" h="47139">
                  <a:moveTo>
                    <a:pt x="48742" y="0"/>
                  </a:moveTo>
                  <a:lnTo>
                    <a:pt x="541788" y="0"/>
                  </a:lnTo>
                  <a:cubicBezTo>
                    <a:pt x="562145" y="0"/>
                    <a:pt x="579612" y="12377"/>
                    <a:pt x="587073" y="30017"/>
                  </a:cubicBezTo>
                  <a:lnTo>
                    <a:pt x="590530" y="47139"/>
                  </a:lnTo>
                  <a:lnTo>
                    <a:pt x="0" y="47139"/>
                  </a:lnTo>
                  <a:lnTo>
                    <a:pt x="3457" y="30017"/>
                  </a:lnTo>
                  <a:cubicBezTo>
                    <a:pt x="10918" y="12377"/>
                    <a:pt x="28385" y="0"/>
                    <a:pt x="48742" y="0"/>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err="1">
                <a:solidFill>
                  <a:schemeClr val="bg1"/>
                </a:solidFill>
              </a:endParaRPr>
            </a:p>
          </p:txBody>
        </p:sp>
        <p:sp>
          <p:nvSpPr>
            <p:cNvPr id="29" name="Freeform 28">
              <a:extLst>
                <a:ext uri="{FF2B5EF4-FFF2-40B4-BE49-F238E27FC236}">
                  <a16:creationId xmlns:a16="http://schemas.microsoft.com/office/drawing/2014/main" id="{0DCB0456-FBFD-F1A5-7BB5-98B8476CCA93}"/>
                </a:ext>
              </a:extLst>
            </p:cNvPr>
            <p:cNvSpPr/>
            <p:nvPr/>
          </p:nvSpPr>
          <p:spPr>
            <a:xfrm>
              <a:off x="10587816" y="810077"/>
              <a:ext cx="576274" cy="850933"/>
            </a:xfrm>
            <a:custGeom>
              <a:avLst/>
              <a:gdLst>
                <a:gd name="connsiteX0" fmla="*/ 24556 w 576274"/>
                <a:gd name="connsiteY0" fmla="*/ 0 h 850933"/>
                <a:gd name="connsiteX1" fmla="*/ 28104 w 576274"/>
                <a:gd name="connsiteY1" fmla="*/ 0 h 850933"/>
                <a:gd name="connsiteX2" fmla="*/ 329430 w 576274"/>
                <a:gd name="connsiteY2" fmla="*/ 0 h 850933"/>
                <a:gd name="connsiteX3" fmla="*/ 527126 w 576274"/>
                <a:gd name="connsiteY3" fmla="*/ 0 h 850933"/>
                <a:gd name="connsiteX4" fmla="*/ 572411 w 576274"/>
                <a:gd name="connsiteY4" fmla="*/ 30017 h 850933"/>
                <a:gd name="connsiteX5" fmla="*/ 575483 w 576274"/>
                <a:gd name="connsiteY5" fmla="*/ 45234 h 850933"/>
                <a:gd name="connsiteX6" fmla="*/ 575483 w 576274"/>
                <a:gd name="connsiteY6" fmla="*/ 572261 h 850933"/>
                <a:gd name="connsiteX7" fmla="*/ 576274 w 576274"/>
                <a:gd name="connsiteY7" fmla="*/ 573052 h 850933"/>
                <a:gd name="connsiteX8" fmla="*/ 576274 w 576274"/>
                <a:gd name="connsiteY8" fmla="*/ 850933 h 850933"/>
                <a:gd name="connsiteX9" fmla="*/ 300905 w 576274"/>
                <a:gd name="connsiteY9" fmla="*/ 575564 h 850933"/>
                <a:gd name="connsiteX10" fmla="*/ 295881 w 576274"/>
                <a:gd name="connsiteY10" fmla="*/ 575564 h 850933"/>
                <a:gd name="connsiteX11" fmla="*/ 20512 w 576274"/>
                <a:gd name="connsiteY11" fmla="*/ 850933 h 850933"/>
                <a:gd name="connsiteX12" fmla="*/ 20512 w 576274"/>
                <a:gd name="connsiteY12" fmla="*/ 575564 h 850933"/>
                <a:gd name="connsiteX13" fmla="*/ 19858 w 576274"/>
                <a:gd name="connsiteY13" fmla="*/ 575564 h 850933"/>
                <a:gd name="connsiteX14" fmla="*/ 19858 w 576274"/>
                <a:gd name="connsiteY14" fmla="*/ 43281 h 850933"/>
                <a:gd name="connsiteX15" fmla="*/ 17180 w 576274"/>
                <a:gd name="connsiteY15" fmla="*/ 30017 h 850933"/>
                <a:gd name="connsiteX16" fmla="*/ 0 w 576274"/>
                <a:gd name="connsiteY16" fmla="*/ 9154 h 850933"/>
                <a:gd name="connsiteX17" fmla="*/ 626 w 576274"/>
                <a:gd name="connsiteY17" fmla="*/ 8394 h 850933"/>
                <a:gd name="connsiteX18" fmla="*/ 19858 w 576274"/>
                <a:gd name="connsiteY18" fmla="*/ 2519 h 850933"/>
                <a:gd name="connsiteX19" fmla="*/ 19858 w 576274"/>
                <a:gd name="connsiteY19" fmla="*/ 1946 h 850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76274" h="850933">
                  <a:moveTo>
                    <a:pt x="24556" y="0"/>
                  </a:moveTo>
                  <a:lnTo>
                    <a:pt x="28104" y="0"/>
                  </a:lnTo>
                  <a:lnTo>
                    <a:pt x="329430" y="0"/>
                  </a:lnTo>
                  <a:lnTo>
                    <a:pt x="527126" y="0"/>
                  </a:lnTo>
                  <a:cubicBezTo>
                    <a:pt x="547483" y="0"/>
                    <a:pt x="564950" y="12377"/>
                    <a:pt x="572411" y="30017"/>
                  </a:cubicBezTo>
                  <a:lnTo>
                    <a:pt x="575483" y="45234"/>
                  </a:lnTo>
                  <a:lnTo>
                    <a:pt x="575483" y="572261"/>
                  </a:lnTo>
                  <a:lnTo>
                    <a:pt x="576274" y="573052"/>
                  </a:lnTo>
                  <a:lnTo>
                    <a:pt x="576274" y="850933"/>
                  </a:lnTo>
                  <a:lnTo>
                    <a:pt x="300905" y="575564"/>
                  </a:lnTo>
                  <a:lnTo>
                    <a:pt x="295881" y="575564"/>
                  </a:lnTo>
                  <a:lnTo>
                    <a:pt x="20512" y="850933"/>
                  </a:lnTo>
                  <a:lnTo>
                    <a:pt x="20512" y="575564"/>
                  </a:lnTo>
                  <a:lnTo>
                    <a:pt x="19858" y="575564"/>
                  </a:lnTo>
                  <a:lnTo>
                    <a:pt x="19858" y="43281"/>
                  </a:lnTo>
                  <a:lnTo>
                    <a:pt x="17180" y="30017"/>
                  </a:lnTo>
                  <a:lnTo>
                    <a:pt x="0" y="9154"/>
                  </a:lnTo>
                  <a:lnTo>
                    <a:pt x="626" y="8394"/>
                  </a:lnTo>
                  <a:lnTo>
                    <a:pt x="19858" y="2519"/>
                  </a:lnTo>
                  <a:lnTo>
                    <a:pt x="19858" y="1946"/>
                  </a:lnTo>
                  <a:close/>
                </a:path>
              </a:pathLst>
            </a:custGeom>
            <a:gradFill>
              <a:gsLst>
                <a:gs pos="81000">
                  <a:schemeClr val="tx2"/>
                </a:gs>
                <a:gs pos="55000">
                  <a:srgbClr val="394D60"/>
                </a:gs>
                <a:gs pos="0">
                  <a:srgbClr val="3F5771"/>
                </a:gs>
                <a:gs pos="13000">
                  <a:schemeClr val="tx2"/>
                </a:gs>
              </a:gsLst>
              <a:lin ang="5400000" scaled="0"/>
            </a:gradFill>
            <a:ln>
              <a:noFill/>
            </a:ln>
            <a:effectLst>
              <a:outerShdw blurRad="254000" dist="38100" dir="81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endParaRPr lang="en-US" sz="1600" err="1">
                <a:solidFill>
                  <a:schemeClr val="bg1"/>
                </a:solidFill>
              </a:endParaRPr>
            </a:p>
          </p:txBody>
        </p:sp>
      </p:grpSp>
      <p:sp>
        <p:nvSpPr>
          <p:cNvPr id="31" name="TextBox 30">
            <a:extLst>
              <a:ext uri="{FF2B5EF4-FFF2-40B4-BE49-F238E27FC236}">
                <a16:creationId xmlns:a16="http://schemas.microsoft.com/office/drawing/2014/main" id="{7C247D5E-E670-34AF-DF42-421FD37A7527}"/>
              </a:ext>
            </a:extLst>
          </p:cNvPr>
          <p:cNvSpPr txBox="1"/>
          <p:nvPr userDrawn="1"/>
        </p:nvSpPr>
        <p:spPr>
          <a:xfrm>
            <a:off x="10213630" y="924589"/>
            <a:ext cx="813017" cy="415498"/>
          </a:xfrm>
          <a:prstGeom prst="rect">
            <a:avLst/>
          </a:prstGeom>
          <a:noFill/>
        </p:spPr>
        <p:txBody>
          <a:bodyPr wrap="square" rtlCol="0">
            <a:spAutoFit/>
          </a:bodyPr>
          <a:lstStyle/>
          <a:p>
            <a:pPr algn="r"/>
            <a:r>
              <a:rPr lang="en-US" sz="1000" b="1" dirty="0">
                <a:solidFill>
                  <a:schemeClr val="tx1">
                    <a:alpha val="50000"/>
                  </a:schemeClr>
                </a:solidFill>
              </a:rPr>
              <a:t>SNAPSHOT DATE</a:t>
            </a:r>
          </a:p>
        </p:txBody>
      </p:sp>
      <p:sp>
        <p:nvSpPr>
          <p:cNvPr id="5" name="Text Placeholder 4">
            <a:extLst>
              <a:ext uri="{FF2B5EF4-FFF2-40B4-BE49-F238E27FC236}">
                <a16:creationId xmlns:a16="http://schemas.microsoft.com/office/drawing/2014/main" id="{5BF8B723-3138-94E0-50D1-42ABD67C94CF}"/>
              </a:ext>
            </a:extLst>
          </p:cNvPr>
          <p:cNvSpPr>
            <a:spLocks noGrp="1"/>
          </p:cNvSpPr>
          <p:nvPr>
            <p:ph type="body" sz="quarter" idx="19" hasCustomPrompt="1"/>
          </p:nvPr>
        </p:nvSpPr>
        <p:spPr>
          <a:xfrm>
            <a:off x="11098721" y="871382"/>
            <a:ext cx="442912" cy="144000"/>
          </a:xfrm>
        </p:spPr>
        <p:txBody>
          <a:bodyPr wrap="none" tIns="0" bIns="0">
            <a:noAutofit/>
          </a:bodyPr>
          <a:lstStyle>
            <a:lvl1pPr marL="0" indent="0" algn="ctr">
              <a:lnSpc>
                <a:spcPct val="100000"/>
              </a:lnSpc>
              <a:buFont typeface="Arial" panose="020B0604020202020204" pitchFamily="34" charset="0"/>
              <a:buNone/>
              <a:defRPr sz="1200" b="1">
                <a:solidFill>
                  <a:schemeClr val="bg1"/>
                </a:solidFill>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GB"/>
              <a:t>d</a:t>
            </a:r>
            <a:endParaRPr lang="en-NL"/>
          </a:p>
        </p:txBody>
      </p:sp>
      <p:sp>
        <p:nvSpPr>
          <p:cNvPr id="43" name="Text Placeholder 4">
            <a:extLst>
              <a:ext uri="{FF2B5EF4-FFF2-40B4-BE49-F238E27FC236}">
                <a16:creationId xmlns:a16="http://schemas.microsoft.com/office/drawing/2014/main" id="{71B52DB1-1BF8-95E7-0DE2-99D8E78CA3C5}"/>
              </a:ext>
            </a:extLst>
          </p:cNvPr>
          <p:cNvSpPr>
            <a:spLocks noGrp="1"/>
          </p:cNvSpPr>
          <p:nvPr>
            <p:ph type="body" sz="quarter" idx="20" hasCustomPrompt="1"/>
          </p:nvPr>
        </p:nvSpPr>
        <p:spPr>
          <a:xfrm>
            <a:off x="11098721" y="1030633"/>
            <a:ext cx="442912" cy="144000"/>
          </a:xfrm>
        </p:spPr>
        <p:txBody>
          <a:bodyPr wrap="none" tIns="0" bIns="0">
            <a:noAutofit/>
          </a:bodyPr>
          <a:lstStyle>
            <a:lvl1pPr marL="0" indent="0" algn="ctr">
              <a:lnSpc>
                <a:spcPct val="100000"/>
              </a:lnSpc>
              <a:buFont typeface="Arial" panose="020B0604020202020204" pitchFamily="34" charset="0"/>
              <a:buNone/>
              <a:defRPr sz="1200" b="1" cap="all" baseline="0">
                <a:solidFill>
                  <a:schemeClr val="bg1"/>
                </a:solidFill>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GB"/>
              <a:t>MMM</a:t>
            </a:r>
            <a:endParaRPr lang="en-NL"/>
          </a:p>
        </p:txBody>
      </p:sp>
      <p:sp>
        <p:nvSpPr>
          <p:cNvPr id="44" name="Text Placeholder 4">
            <a:extLst>
              <a:ext uri="{FF2B5EF4-FFF2-40B4-BE49-F238E27FC236}">
                <a16:creationId xmlns:a16="http://schemas.microsoft.com/office/drawing/2014/main" id="{7469CFBD-4AB0-5FB5-93CB-E2192E5AD397}"/>
              </a:ext>
            </a:extLst>
          </p:cNvPr>
          <p:cNvSpPr>
            <a:spLocks noGrp="1"/>
          </p:cNvSpPr>
          <p:nvPr>
            <p:ph type="body" sz="quarter" idx="21" hasCustomPrompt="1"/>
          </p:nvPr>
        </p:nvSpPr>
        <p:spPr>
          <a:xfrm>
            <a:off x="11098721" y="1189883"/>
            <a:ext cx="442912" cy="144000"/>
          </a:xfrm>
        </p:spPr>
        <p:txBody>
          <a:bodyPr wrap="none" tIns="0" bIns="0">
            <a:noAutofit/>
          </a:bodyPr>
          <a:lstStyle>
            <a:lvl1pPr marL="0" indent="0" algn="ctr">
              <a:lnSpc>
                <a:spcPct val="100000"/>
              </a:lnSpc>
              <a:buFont typeface="Arial" panose="020B0604020202020204" pitchFamily="34" charset="0"/>
              <a:buNone/>
              <a:defRPr sz="1200" b="0" cap="all" baseline="0">
                <a:solidFill>
                  <a:schemeClr val="tx1">
                    <a:lumMod val="60000"/>
                    <a:lumOff val="40000"/>
                  </a:schemeClr>
                </a:solidFill>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GB" err="1"/>
              <a:t>YYYY</a:t>
            </a:r>
            <a:endParaRPr lang="en-NL"/>
          </a:p>
        </p:txBody>
      </p:sp>
      <p:sp>
        <p:nvSpPr>
          <p:cNvPr id="30" name="Rectangle 29">
            <a:extLst>
              <a:ext uri="{FF2B5EF4-FFF2-40B4-BE49-F238E27FC236}">
                <a16:creationId xmlns:a16="http://schemas.microsoft.com/office/drawing/2014/main" id="{F4E3AC85-C0F9-B46B-348B-4B11984EC5E1}"/>
              </a:ext>
            </a:extLst>
          </p:cNvPr>
          <p:cNvSpPr/>
          <p:nvPr userDrawn="1"/>
        </p:nvSpPr>
        <p:spPr>
          <a:xfrm>
            <a:off x="543839" y="2188488"/>
            <a:ext cx="2210009" cy="307777"/>
          </a:xfrm>
          <a:prstGeom prst="rect">
            <a:avLst/>
          </a:prstGeom>
        </p:spPr>
        <p:txBody>
          <a:bodyPr wrap="square"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dirty="0">
                <a:solidFill>
                  <a:srgbClr val="B3BECD"/>
                </a:solidFill>
                <a:latin typeface="Calibri" panose="020F0502020204030204" pitchFamily="34" charset="0"/>
                <a:cs typeface="Calibri" panose="020F0502020204030204" pitchFamily="34" charset="0"/>
              </a:rPr>
              <a:t>★☆☆☆☆</a:t>
            </a:r>
          </a:p>
        </p:txBody>
      </p:sp>
      <p:sp>
        <p:nvSpPr>
          <p:cNvPr id="35" name="Rectangle 34">
            <a:extLst>
              <a:ext uri="{FF2B5EF4-FFF2-40B4-BE49-F238E27FC236}">
                <a16:creationId xmlns:a16="http://schemas.microsoft.com/office/drawing/2014/main" id="{2FBD2BA3-6863-8915-EEE5-38EF562641E3}"/>
              </a:ext>
            </a:extLst>
          </p:cNvPr>
          <p:cNvSpPr/>
          <p:nvPr userDrawn="1"/>
        </p:nvSpPr>
        <p:spPr>
          <a:xfrm>
            <a:off x="2748924" y="2185760"/>
            <a:ext cx="2209087" cy="307777"/>
          </a:xfrm>
          <a:prstGeom prst="rect">
            <a:avLst/>
          </a:prstGeom>
        </p:spPr>
        <p:txBody>
          <a:bodyPr wrap="square" anchor="t">
            <a:spAutoFit/>
          </a:bodyPr>
          <a:lstStyle/>
          <a:p>
            <a:pPr algn="ctr"/>
            <a:r>
              <a:rPr lang="en-GB" sz="1400" b="0" i="0" dirty="0">
                <a:solidFill>
                  <a:srgbClr val="B3BECD"/>
                </a:solidFill>
                <a:latin typeface="Calibri" panose="020F0502020204030204" pitchFamily="34" charset="0"/>
                <a:cs typeface="Calibri" panose="020F0502020204030204" pitchFamily="34" charset="0"/>
              </a:rPr>
              <a:t>★★☆☆☆</a:t>
            </a:r>
            <a:endParaRPr lang="en-GB" sz="1400" dirty="0">
              <a:solidFill>
                <a:srgbClr val="B3BECD"/>
              </a:solidFill>
            </a:endParaRPr>
          </a:p>
        </p:txBody>
      </p:sp>
      <p:sp>
        <p:nvSpPr>
          <p:cNvPr id="36" name="Rectangle 35">
            <a:extLst>
              <a:ext uri="{FF2B5EF4-FFF2-40B4-BE49-F238E27FC236}">
                <a16:creationId xmlns:a16="http://schemas.microsoft.com/office/drawing/2014/main" id="{AF205139-0A17-D664-05C0-54D53A944BDA}"/>
              </a:ext>
            </a:extLst>
          </p:cNvPr>
          <p:cNvSpPr/>
          <p:nvPr userDrawn="1"/>
        </p:nvSpPr>
        <p:spPr>
          <a:xfrm>
            <a:off x="4956896" y="2183032"/>
            <a:ext cx="2213826" cy="307777"/>
          </a:xfrm>
          <a:prstGeom prst="rect">
            <a:avLst/>
          </a:prstGeom>
        </p:spPr>
        <p:txBody>
          <a:bodyPr wrap="square" anchor="t">
            <a:spAutoFit/>
          </a:bodyPr>
          <a:lstStyle/>
          <a:p>
            <a:pPr algn="ctr"/>
            <a:r>
              <a:rPr lang="en-GB" sz="1400" b="0" i="0" dirty="0">
                <a:solidFill>
                  <a:srgbClr val="B3BECD"/>
                </a:solidFill>
                <a:latin typeface="Calibri" panose="020F0502020204030204" pitchFamily="34" charset="0"/>
                <a:cs typeface="Calibri" panose="020F0502020204030204" pitchFamily="34" charset="0"/>
              </a:rPr>
              <a:t>★★★☆☆</a:t>
            </a:r>
            <a:endParaRPr lang="en-GB" sz="1400" dirty="0">
              <a:solidFill>
                <a:srgbClr val="B3BECD"/>
              </a:solidFill>
            </a:endParaRPr>
          </a:p>
        </p:txBody>
      </p:sp>
      <p:sp>
        <p:nvSpPr>
          <p:cNvPr id="37" name="Rectangle 36">
            <a:extLst>
              <a:ext uri="{FF2B5EF4-FFF2-40B4-BE49-F238E27FC236}">
                <a16:creationId xmlns:a16="http://schemas.microsoft.com/office/drawing/2014/main" id="{CE367BEC-37DC-3116-8A37-73B187EE071A}"/>
              </a:ext>
            </a:extLst>
          </p:cNvPr>
          <p:cNvSpPr/>
          <p:nvPr userDrawn="1"/>
        </p:nvSpPr>
        <p:spPr>
          <a:xfrm>
            <a:off x="7181055" y="2191551"/>
            <a:ext cx="2210672" cy="307777"/>
          </a:xfrm>
          <a:prstGeom prst="rect">
            <a:avLst/>
          </a:prstGeom>
        </p:spPr>
        <p:txBody>
          <a:bodyPr wrap="square" anchor="t">
            <a:spAutoFit/>
          </a:bodyPr>
          <a:lstStyle/>
          <a:p>
            <a:pPr algn="ctr"/>
            <a:r>
              <a:rPr lang="en-GB" sz="1400" b="0" i="0" dirty="0">
                <a:solidFill>
                  <a:srgbClr val="B3BECD"/>
                </a:solidFill>
                <a:latin typeface="Calibri" panose="020F0502020204030204" pitchFamily="34" charset="0"/>
                <a:cs typeface="Calibri" panose="020F0502020204030204" pitchFamily="34" charset="0"/>
              </a:rPr>
              <a:t>★★★★☆</a:t>
            </a:r>
            <a:endParaRPr lang="en-GB" sz="1400" dirty="0">
              <a:solidFill>
                <a:srgbClr val="697C8E"/>
              </a:solidFill>
            </a:endParaRPr>
          </a:p>
        </p:txBody>
      </p:sp>
      <p:sp>
        <p:nvSpPr>
          <p:cNvPr id="38" name="Rectangle 37">
            <a:extLst>
              <a:ext uri="{FF2B5EF4-FFF2-40B4-BE49-F238E27FC236}">
                <a16:creationId xmlns:a16="http://schemas.microsoft.com/office/drawing/2014/main" id="{11E551A6-ABB3-F7C9-4D66-48E5CACFAA61}"/>
              </a:ext>
            </a:extLst>
          </p:cNvPr>
          <p:cNvSpPr/>
          <p:nvPr userDrawn="1"/>
        </p:nvSpPr>
        <p:spPr>
          <a:xfrm>
            <a:off x="9402060" y="2191551"/>
            <a:ext cx="2193832" cy="307777"/>
          </a:xfrm>
          <a:prstGeom prst="rect">
            <a:avLst/>
          </a:prstGeom>
        </p:spPr>
        <p:txBody>
          <a:bodyPr wrap="square" anchor="t">
            <a:spAutoFit/>
          </a:bodyPr>
          <a:lstStyle/>
          <a:p>
            <a:pPr algn="ctr"/>
            <a:r>
              <a:rPr lang="en-GB" sz="1400" b="0" i="0" dirty="0">
                <a:solidFill>
                  <a:srgbClr val="B3BECD"/>
                </a:solidFill>
                <a:latin typeface="Calibri" panose="020F0502020204030204" pitchFamily="34" charset="0"/>
                <a:cs typeface="Calibri" panose="020F0502020204030204" pitchFamily="34" charset="0"/>
              </a:rPr>
              <a:t>★★★★★</a:t>
            </a:r>
            <a:endParaRPr lang="en-GB" sz="1400" dirty="0">
              <a:solidFill>
                <a:schemeClr val="accent1"/>
              </a:solidFill>
            </a:endParaRPr>
          </a:p>
        </p:txBody>
      </p:sp>
      <p:sp>
        <p:nvSpPr>
          <p:cNvPr id="39" name="TextBox 38">
            <a:extLst>
              <a:ext uri="{FF2B5EF4-FFF2-40B4-BE49-F238E27FC236}">
                <a16:creationId xmlns:a16="http://schemas.microsoft.com/office/drawing/2014/main" id="{63D34E97-9069-8EB5-D476-4767C60B9DCB}"/>
              </a:ext>
            </a:extLst>
          </p:cNvPr>
          <p:cNvSpPr txBox="1"/>
          <p:nvPr userDrawn="1"/>
        </p:nvSpPr>
        <p:spPr>
          <a:xfrm>
            <a:off x="381410" y="2387321"/>
            <a:ext cx="11429587" cy="246221"/>
          </a:xfrm>
          <a:prstGeom prst="rect">
            <a:avLst/>
          </a:prstGeom>
          <a:noFill/>
        </p:spPr>
        <p:txBody>
          <a:bodyPr wrap="square" rtlCol="0">
            <a:spAutoFit/>
          </a:bodyPr>
          <a:lstStyle/>
          <a:p>
            <a:r>
              <a:rPr lang="en-US" sz="1000" dirty="0">
                <a:solidFill>
                  <a:schemeClr val="tx1">
                    <a:lumMod val="60000"/>
                    <a:lumOff val="40000"/>
                  </a:schemeClr>
                </a:solidFill>
              </a:rPr>
              <a:t>0.5		             1.5		                           2.5		        3.5		                      4.5			   5.5</a:t>
            </a:r>
          </a:p>
        </p:txBody>
      </p:sp>
      <p:sp>
        <p:nvSpPr>
          <p:cNvPr id="40" name="TextBox 39">
            <a:extLst>
              <a:ext uri="{FF2B5EF4-FFF2-40B4-BE49-F238E27FC236}">
                <a16:creationId xmlns:a16="http://schemas.microsoft.com/office/drawing/2014/main" id="{68349FA0-813B-F1FB-15A1-2F51541BD669}"/>
              </a:ext>
            </a:extLst>
          </p:cNvPr>
          <p:cNvSpPr txBox="1"/>
          <p:nvPr userDrawn="1"/>
        </p:nvSpPr>
        <p:spPr>
          <a:xfrm>
            <a:off x="5471355" y="2462115"/>
            <a:ext cx="1189749" cy="246221"/>
          </a:xfrm>
          <a:prstGeom prst="rect">
            <a:avLst/>
          </a:prstGeom>
          <a:noFill/>
        </p:spPr>
        <p:txBody>
          <a:bodyPr wrap="none" rtlCol="0">
            <a:spAutoFit/>
          </a:bodyPr>
          <a:lstStyle/>
          <a:p>
            <a:pPr algn="ctr"/>
            <a:r>
              <a:rPr lang="nl-NL" sz="1000" b="1" cap="small">
                <a:solidFill>
                  <a:srgbClr val="85929D"/>
                </a:solidFill>
              </a:rPr>
              <a:t>MARKET-AVERAGE</a:t>
            </a:r>
          </a:p>
        </p:txBody>
      </p:sp>
      <p:cxnSp>
        <p:nvCxnSpPr>
          <p:cNvPr id="48" name="Straight Connector 47">
            <a:extLst>
              <a:ext uri="{FF2B5EF4-FFF2-40B4-BE49-F238E27FC236}">
                <a16:creationId xmlns:a16="http://schemas.microsoft.com/office/drawing/2014/main" id="{49FB1209-72DE-2C48-B685-6B5419CD68FB}"/>
              </a:ext>
            </a:extLst>
          </p:cNvPr>
          <p:cNvCxnSpPr>
            <a:cxnSpLocks/>
          </p:cNvCxnSpPr>
          <p:nvPr userDrawn="1"/>
        </p:nvCxnSpPr>
        <p:spPr>
          <a:xfrm flipV="1">
            <a:off x="7788343" y="3092712"/>
            <a:ext cx="0" cy="2605671"/>
          </a:xfrm>
          <a:prstGeom prst="line">
            <a:avLst/>
          </a:prstGeom>
          <a:ln w="19050" cmpd="sng">
            <a:solidFill>
              <a:srgbClr val="C7CCCF"/>
            </a:solidFill>
            <a:prstDash val="sysDot"/>
          </a:ln>
        </p:spPr>
        <p:style>
          <a:lnRef idx="2">
            <a:schemeClr val="accent1"/>
          </a:lnRef>
          <a:fillRef idx="0">
            <a:schemeClr val="accent1"/>
          </a:fillRef>
          <a:effectRef idx="1">
            <a:schemeClr val="accent1"/>
          </a:effectRef>
          <a:fontRef idx="minor">
            <a:schemeClr val="tx1"/>
          </a:fontRef>
        </p:style>
      </p:cxnSp>
      <p:graphicFrame>
        <p:nvGraphicFramePr>
          <p:cNvPr id="2" name="Table 3">
            <a:extLst>
              <a:ext uri="{FF2B5EF4-FFF2-40B4-BE49-F238E27FC236}">
                <a16:creationId xmlns:a16="http://schemas.microsoft.com/office/drawing/2014/main" id="{A9EB7DA5-A189-5E80-A40E-0D5A616174F0}"/>
              </a:ext>
            </a:extLst>
          </p:cNvPr>
          <p:cNvGraphicFramePr>
            <a:graphicFrameLocks noGrp="1"/>
          </p:cNvGraphicFramePr>
          <p:nvPr userDrawn="1">
            <p:extLst>
              <p:ext uri="{D42A27DB-BD31-4B8C-83A1-F6EECF244321}">
                <p14:modId xmlns:p14="http://schemas.microsoft.com/office/powerpoint/2010/main" val="2644525619"/>
              </p:ext>
            </p:extLst>
          </p:nvPr>
        </p:nvGraphicFramePr>
        <p:xfrm>
          <a:off x="543838" y="2137271"/>
          <a:ext cx="11047550" cy="45720"/>
        </p:xfrm>
        <a:graphic>
          <a:graphicData uri="http://schemas.openxmlformats.org/drawingml/2006/table">
            <a:tbl>
              <a:tblPr>
                <a:tableStyleId>{5C22544A-7EE6-4342-B048-85BDC9FD1C3A}</a:tableStyleId>
              </a:tblPr>
              <a:tblGrid>
                <a:gridCol w="220951">
                  <a:extLst>
                    <a:ext uri="{9D8B030D-6E8A-4147-A177-3AD203B41FA5}">
                      <a16:colId xmlns:a16="http://schemas.microsoft.com/office/drawing/2014/main" val="213295414"/>
                    </a:ext>
                  </a:extLst>
                </a:gridCol>
                <a:gridCol w="220951">
                  <a:extLst>
                    <a:ext uri="{9D8B030D-6E8A-4147-A177-3AD203B41FA5}">
                      <a16:colId xmlns:a16="http://schemas.microsoft.com/office/drawing/2014/main" val="903666758"/>
                    </a:ext>
                  </a:extLst>
                </a:gridCol>
                <a:gridCol w="220951">
                  <a:extLst>
                    <a:ext uri="{9D8B030D-6E8A-4147-A177-3AD203B41FA5}">
                      <a16:colId xmlns:a16="http://schemas.microsoft.com/office/drawing/2014/main" val="1885156680"/>
                    </a:ext>
                  </a:extLst>
                </a:gridCol>
                <a:gridCol w="220951">
                  <a:extLst>
                    <a:ext uri="{9D8B030D-6E8A-4147-A177-3AD203B41FA5}">
                      <a16:colId xmlns:a16="http://schemas.microsoft.com/office/drawing/2014/main" val="1495153275"/>
                    </a:ext>
                  </a:extLst>
                </a:gridCol>
                <a:gridCol w="220951">
                  <a:extLst>
                    <a:ext uri="{9D8B030D-6E8A-4147-A177-3AD203B41FA5}">
                      <a16:colId xmlns:a16="http://schemas.microsoft.com/office/drawing/2014/main" val="2657424204"/>
                    </a:ext>
                  </a:extLst>
                </a:gridCol>
                <a:gridCol w="220951">
                  <a:extLst>
                    <a:ext uri="{9D8B030D-6E8A-4147-A177-3AD203B41FA5}">
                      <a16:colId xmlns:a16="http://schemas.microsoft.com/office/drawing/2014/main" val="716304315"/>
                    </a:ext>
                  </a:extLst>
                </a:gridCol>
                <a:gridCol w="220951">
                  <a:extLst>
                    <a:ext uri="{9D8B030D-6E8A-4147-A177-3AD203B41FA5}">
                      <a16:colId xmlns:a16="http://schemas.microsoft.com/office/drawing/2014/main" val="2950638044"/>
                    </a:ext>
                  </a:extLst>
                </a:gridCol>
                <a:gridCol w="220951">
                  <a:extLst>
                    <a:ext uri="{9D8B030D-6E8A-4147-A177-3AD203B41FA5}">
                      <a16:colId xmlns:a16="http://schemas.microsoft.com/office/drawing/2014/main" val="1105443378"/>
                    </a:ext>
                  </a:extLst>
                </a:gridCol>
                <a:gridCol w="220951">
                  <a:extLst>
                    <a:ext uri="{9D8B030D-6E8A-4147-A177-3AD203B41FA5}">
                      <a16:colId xmlns:a16="http://schemas.microsoft.com/office/drawing/2014/main" val="3269029847"/>
                    </a:ext>
                  </a:extLst>
                </a:gridCol>
                <a:gridCol w="220951">
                  <a:extLst>
                    <a:ext uri="{9D8B030D-6E8A-4147-A177-3AD203B41FA5}">
                      <a16:colId xmlns:a16="http://schemas.microsoft.com/office/drawing/2014/main" val="2424136166"/>
                    </a:ext>
                  </a:extLst>
                </a:gridCol>
                <a:gridCol w="220951">
                  <a:extLst>
                    <a:ext uri="{9D8B030D-6E8A-4147-A177-3AD203B41FA5}">
                      <a16:colId xmlns:a16="http://schemas.microsoft.com/office/drawing/2014/main" val="3177950420"/>
                    </a:ext>
                  </a:extLst>
                </a:gridCol>
                <a:gridCol w="220951">
                  <a:extLst>
                    <a:ext uri="{9D8B030D-6E8A-4147-A177-3AD203B41FA5}">
                      <a16:colId xmlns:a16="http://schemas.microsoft.com/office/drawing/2014/main" val="1663229786"/>
                    </a:ext>
                  </a:extLst>
                </a:gridCol>
                <a:gridCol w="220951">
                  <a:extLst>
                    <a:ext uri="{9D8B030D-6E8A-4147-A177-3AD203B41FA5}">
                      <a16:colId xmlns:a16="http://schemas.microsoft.com/office/drawing/2014/main" val="942425598"/>
                    </a:ext>
                  </a:extLst>
                </a:gridCol>
                <a:gridCol w="220951">
                  <a:extLst>
                    <a:ext uri="{9D8B030D-6E8A-4147-A177-3AD203B41FA5}">
                      <a16:colId xmlns:a16="http://schemas.microsoft.com/office/drawing/2014/main" val="1814439937"/>
                    </a:ext>
                  </a:extLst>
                </a:gridCol>
                <a:gridCol w="220951">
                  <a:extLst>
                    <a:ext uri="{9D8B030D-6E8A-4147-A177-3AD203B41FA5}">
                      <a16:colId xmlns:a16="http://schemas.microsoft.com/office/drawing/2014/main" val="3164329391"/>
                    </a:ext>
                  </a:extLst>
                </a:gridCol>
                <a:gridCol w="220951">
                  <a:extLst>
                    <a:ext uri="{9D8B030D-6E8A-4147-A177-3AD203B41FA5}">
                      <a16:colId xmlns:a16="http://schemas.microsoft.com/office/drawing/2014/main" val="3521393928"/>
                    </a:ext>
                  </a:extLst>
                </a:gridCol>
                <a:gridCol w="220951">
                  <a:extLst>
                    <a:ext uri="{9D8B030D-6E8A-4147-A177-3AD203B41FA5}">
                      <a16:colId xmlns:a16="http://schemas.microsoft.com/office/drawing/2014/main" val="3069234948"/>
                    </a:ext>
                  </a:extLst>
                </a:gridCol>
                <a:gridCol w="220951">
                  <a:extLst>
                    <a:ext uri="{9D8B030D-6E8A-4147-A177-3AD203B41FA5}">
                      <a16:colId xmlns:a16="http://schemas.microsoft.com/office/drawing/2014/main" val="2500553852"/>
                    </a:ext>
                  </a:extLst>
                </a:gridCol>
                <a:gridCol w="220951">
                  <a:extLst>
                    <a:ext uri="{9D8B030D-6E8A-4147-A177-3AD203B41FA5}">
                      <a16:colId xmlns:a16="http://schemas.microsoft.com/office/drawing/2014/main" val="2187502831"/>
                    </a:ext>
                  </a:extLst>
                </a:gridCol>
                <a:gridCol w="217443">
                  <a:extLst>
                    <a:ext uri="{9D8B030D-6E8A-4147-A177-3AD203B41FA5}">
                      <a16:colId xmlns:a16="http://schemas.microsoft.com/office/drawing/2014/main" val="3396659716"/>
                    </a:ext>
                  </a:extLst>
                </a:gridCol>
                <a:gridCol w="224459">
                  <a:extLst>
                    <a:ext uri="{9D8B030D-6E8A-4147-A177-3AD203B41FA5}">
                      <a16:colId xmlns:a16="http://schemas.microsoft.com/office/drawing/2014/main" val="2475302107"/>
                    </a:ext>
                  </a:extLst>
                </a:gridCol>
                <a:gridCol w="220951">
                  <a:extLst>
                    <a:ext uri="{9D8B030D-6E8A-4147-A177-3AD203B41FA5}">
                      <a16:colId xmlns:a16="http://schemas.microsoft.com/office/drawing/2014/main" val="3393671400"/>
                    </a:ext>
                  </a:extLst>
                </a:gridCol>
                <a:gridCol w="220951">
                  <a:extLst>
                    <a:ext uri="{9D8B030D-6E8A-4147-A177-3AD203B41FA5}">
                      <a16:colId xmlns:a16="http://schemas.microsoft.com/office/drawing/2014/main" val="2985708332"/>
                    </a:ext>
                  </a:extLst>
                </a:gridCol>
                <a:gridCol w="220951">
                  <a:extLst>
                    <a:ext uri="{9D8B030D-6E8A-4147-A177-3AD203B41FA5}">
                      <a16:colId xmlns:a16="http://schemas.microsoft.com/office/drawing/2014/main" val="3482998259"/>
                    </a:ext>
                  </a:extLst>
                </a:gridCol>
                <a:gridCol w="220951">
                  <a:extLst>
                    <a:ext uri="{9D8B030D-6E8A-4147-A177-3AD203B41FA5}">
                      <a16:colId xmlns:a16="http://schemas.microsoft.com/office/drawing/2014/main" val="4287070680"/>
                    </a:ext>
                  </a:extLst>
                </a:gridCol>
                <a:gridCol w="220951">
                  <a:extLst>
                    <a:ext uri="{9D8B030D-6E8A-4147-A177-3AD203B41FA5}">
                      <a16:colId xmlns:a16="http://schemas.microsoft.com/office/drawing/2014/main" val="1067620793"/>
                    </a:ext>
                  </a:extLst>
                </a:gridCol>
                <a:gridCol w="220951">
                  <a:extLst>
                    <a:ext uri="{9D8B030D-6E8A-4147-A177-3AD203B41FA5}">
                      <a16:colId xmlns:a16="http://schemas.microsoft.com/office/drawing/2014/main" val="631246911"/>
                    </a:ext>
                  </a:extLst>
                </a:gridCol>
                <a:gridCol w="220951">
                  <a:extLst>
                    <a:ext uri="{9D8B030D-6E8A-4147-A177-3AD203B41FA5}">
                      <a16:colId xmlns:a16="http://schemas.microsoft.com/office/drawing/2014/main" val="590436206"/>
                    </a:ext>
                  </a:extLst>
                </a:gridCol>
                <a:gridCol w="220951">
                  <a:extLst>
                    <a:ext uri="{9D8B030D-6E8A-4147-A177-3AD203B41FA5}">
                      <a16:colId xmlns:a16="http://schemas.microsoft.com/office/drawing/2014/main" val="2476769573"/>
                    </a:ext>
                  </a:extLst>
                </a:gridCol>
                <a:gridCol w="217733">
                  <a:extLst>
                    <a:ext uri="{9D8B030D-6E8A-4147-A177-3AD203B41FA5}">
                      <a16:colId xmlns:a16="http://schemas.microsoft.com/office/drawing/2014/main" val="3064695449"/>
                    </a:ext>
                  </a:extLst>
                </a:gridCol>
                <a:gridCol w="224169">
                  <a:extLst>
                    <a:ext uri="{9D8B030D-6E8A-4147-A177-3AD203B41FA5}">
                      <a16:colId xmlns:a16="http://schemas.microsoft.com/office/drawing/2014/main" val="482981876"/>
                    </a:ext>
                  </a:extLst>
                </a:gridCol>
                <a:gridCol w="220951">
                  <a:extLst>
                    <a:ext uri="{9D8B030D-6E8A-4147-A177-3AD203B41FA5}">
                      <a16:colId xmlns:a16="http://schemas.microsoft.com/office/drawing/2014/main" val="3312332019"/>
                    </a:ext>
                  </a:extLst>
                </a:gridCol>
                <a:gridCol w="220951">
                  <a:extLst>
                    <a:ext uri="{9D8B030D-6E8A-4147-A177-3AD203B41FA5}">
                      <a16:colId xmlns:a16="http://schemas.microsoft.com/office/drawing/2014/main" val="4191596387"/>
                    </a:ext>
                  </a:extLst>
                </a:gridCol>
                <a:gridCol w="220951">
                  <a:extLst>
                    <a:ext uri="{9D8B030D-6E8A-4147-A177-3AD203B41FA5}">
                      <a16:colId xmlns:a16="http://schemas.microsoft.com/office/drawing/2014/main" val="3792865137"/>
                    </a:ext>
                  </a:extLst>
                </a:gridCol>
                <a:gridCol w="220951">
                  <a:extLst>
                    <a:ext uri="{9D8B030D-6E8A-4147-A177-3AD203B41FA5}">
                      <a16:colId xmlns:a16="http://schemas.microsoft.com/office/drawing/2014/main" val="4195788290"/>
                    </a:ext>
                  </a:extLst>
                </a:gridCol>
                <a:gridCol w="220951">
                  <a:extLst>
                    <a:ext uri="{9D8B030D-6E8A-4147-A177-3AD203B41FA5}">
                      <a16:colId xmlns:a16="http://schemas.microsoft.com/office/drawing/2014/main" val="2814304402"/>
                    </a:ext>
                  </a:extLst>
                </a:gridCol>
                <a:gridCol w="220951">
                  <a:extLst>
                    <a:ext uri="{9D8B030D-6E8A-4147-A177-3AD203B41FA5}">
                      <a16:colId xmlns:a16="http://schemas.microsoft.com/office/drawing/2014/main" val="207008813"/>
                    </a:ext>
                  </a:extLst>
                </a:gridCol>
                <a:gridCol w="220951">
                  <a:extLst>
                    <a:ext uri="{9D8B030D-6E8A-4147-A177-3AD203B41FA5}">
                      <a16:colId xmlns:a16="http://schemas.microsoft.com/office/drawing/2014/main" val="3849921265"/>
                    </a:ext>
                  </a:extLst>
                </a:gridCol>
                <a:gridCol w="220951">
                  <a:extLst>
                    <a:ext uri="{9D8B030D-6E8A-4147-A177-3AD203B41FA5}">
                      <a16:colId xmlns:a16="http://schemas.microsoft.com/office/drawing/2014/main" val="1765944989"/>
                    </a:ext>
                  </a:extLst>
                </a:gridCol>
                <a:gridCol w="230723">
                  <a:extLst>
                    <a:ext uri="{9D8B030D-6E8A-4147-A177-3AD203B41FA5}">
                      <a16:colId xmlns:a16="http://schemas.microsoft.com/office/drawing/2014/main" val="1071605657"/>
                    </a:ext>
                  </a:extLst>
                </a:gridCol>
                <a:gridCol w="211179">
                  <a:extLst>
                    <a:ext uri="{9D8B030D-6E8A-4147-A177-3AD203B41FA5}">
                      <a16:colId xmlns:a16="http://schemas.microsoft.com/office/drawing/2014/main" val="13612736"/>
                    </a:ext>
                  </a:extLst>
                </a:gridCol>
                <a:gridCol w="220951">
                  <a:extLst>
                    <a:ext uri="{9D8B030D-6E8A-4147-A177-3AD203B41FA5}">
                      <a16:colId xmlns:a16="http://schemas.microsoft.com/office/drawing/2014/main" val="4269870884"/>
                    </a:ext>
                  </a:extLst>
                </a:gridCol>
                <a:gridCol w="220951">
                  <a:extLst>
                    <a:ext uri="{9D8B030D-6E8A-4147-A177-3AD203B41FA5}">
                      <a16:colId xmlns:a16="http://schemas.microsoft.com/office/drawing/2014/main" val="3173781128"/>
                    </a:ext>
                  </a:extLst>
                </a:gridCol>
                <a:gridCol w="220951">
                  <a:extLst>
                    <a:ext uri="{9D8B030D-6E8A-4147-A177-3AD203B41FA5}">
                      <a16:colId xmlns:a16="http://schemas.microsoft.com/office/drawing/2014/main" val="2748546533"/>
                    </a:ext>
                  </a:extLst>
                </a:gridCol>
                <a:gridCol w="220951">
                  <a:extLst>
                    <a:ext uri="{9D8B030D-6E8A-4147-A177-3AD203B41FA5}">
                      <a16:colId xmlns:a16="http://schemas.microsoft.com/office/drawing/2014/main" val="267896039"/>
                    </a:ext>
                  </a:extLst>
                </a:gridCol>
                <a:gridCol w="220951">
                  <a:extLst>
                    <a:ext uri="{9D8B030D-6E8A-4147-A177-3AD203B41FA5}">
                      <a16:colId xmlns:a16="http://schemas.microsoft.com/office/drawing/2014/main" val="3001967019"/>
                    </a:ext>
                  </a:extLst>
                </a:gridCol>
                <a:gridCol w="220951">
                  <a:extLst>
                    <a:ext uri="{9D8B030D-6E8A-4147-A177-3AD203B41FA5}">
                      <a16:colId xmlns:a16="http://schemas.microsoft.com/office/drawing/2014/main" val="772205724"/>
                    </a:ext>
                  </a:extLst>
                </a:gridCol>
                <a:gridCol w="220951">
                  <a:extLst>
                    <a:ext uri="{9D8B030D-6E8A-4147-A177-3AD203B41FA5}">
                      <a16:colId xmlns:a16="http://schemas.microsoft.com/office/drawing/2014/main" val="2110281530"/>
                    </a:ext>
                  </a:extLst>
                </a:gridCol>
                <a:gridCol w="220951">
                  <a:extLst>
                    <a:ext uri="{9D8B030D-6E8A-4147-A177-3AD203B41FA5}">
                      <a16:colId xmlns:a16="http://schemas.microsoft.com/office/drawing/2014/main" val="1001807318"/>
                    </a:ext>
                  </a:extLst>
                </a:gridCol>
                <a:gridCol w="220951">
                  <a:extLst>
                    <a:ext uri="{9D8B030D-6E8A-4147-A177-3AD203B41FA5}">
                      <a16:colId xmlns:a16="http://schemas.microsoft.com/office/drawing/2014/main" val="2932458597"/>
                    </a:ext>
                  </a:extLst>
                </a:gridCol>
              </a:tblGrid>
              <a:tr h="45720">
                <a:tc>
                  <a:txBody>
                    <a:bodyPr/>
                    <a:lstStyle/>
                    <a:p>
                      <a:endParaRPr lang="en-NL" sz="100"/>
                    </a:p>
                  </a:txBody>
                  <a:tcPr marL="0" marR="0" marT="0" marB="0">
                    <a:lnL w="6350" cap="flat" cmpd="sng" algn="ctr">
                      <a:noFill/>
                      <a:prstDash val="solid"/>
                      <a:round/>
                      <a:headEnd type="none" w="med" len="med"/>
                      <a:tailEnd type="none" w="med" len="med"/>
                    </a:lnL>
                    <a:lnR w="6350" cap="flat" cmpd="sng" algn="ctr">
                      <a:solidFill>
                        <a:schemeClr val="tx1">
                          <a:lumMod val="20000"/>
                          <a:lumOff val="8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20000"/>
                          <a:lumOff val="80000"/>
                        </a:schemeClr>
                      </a:solidFill>
                      <a:prstDash val="solid"/>
                      <a:round/>
                      <a:headEnd type="none" w="med" len="med"/>
                      <a:tailEnd type="none" w="med" len="med"/>
                    </a:lnL>
                    <a:lnR w="6350" cap="flat" cmpd="sng" algn="ctr">
                      <a:solidFill>
                        <a:schemeClr val="tx1">
                          <a:lumMod val="20000"/>
                          <a:lumOff val="8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20000"/>
                          <a:lumOff val="80000"/>
                        </a:schemeClr>
                      </a:solidFill>
                      <a:prstDash val="solid"/>
                      <a:round/>
                      <a:headEnd type="none" w="med" len="med"/>
                      <a:tailEnd type="none" w="med" len="med"/>
                    </a:lnL>
                    <a:lnR w="6350" cap="flat" cmpd="sng" algn="ctr">
                      <a:solidFill>
                        <a:schemeClr val="tx1">
                          <a:lumMod val="20000"/>
                          <a:lumOff val="8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20000"/>
                          <a:lumOff val="80000"/>
                        </a:schemeClr>
                      </a:solidFill>
                      <a:prstDash val="solid"/>
                      <a:round/>
                      <a:headEnd type="none" w="med" len="med"/>
                      <a:tailEnd type="none" w="med" len="med"/>
                    </a:lnL>
                    <a:lnR w="6350" cap="flat" cmpd="sng" algn="ctr">
                      <a:solidFill>
                        <a:schemeClr val="tx1">
                          <a:lumMod val="20000"/>
                          <a:lumOff val="8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20000"/>
                          <a:lumOff val="80000"/>
                        </a:schemeClr>
                      </a:solidFill>
                      <a:prstDash val="solid"/>
                      <a:round/>
                      <a:headEnd type="none" w="med" len="med"/>
                      <a:tailEnd type="none" w="med" len="med"/>
                    </a:lnL>
                    <a:lnR w="6350" cap="flat" cmpd="sng" algn="ctr">
                      <a:solidFill>
                        <a:schemeClr val="tx1">
                          <a:lumMod val="20000"/>
                          <a:lumOff val="8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20000"/>
                          <a:lumOff val="80000"/>
                        </a:schemeClr>
                      </a:solidFill>
                      <a:prstDash val="solid"/>
                      <a:round/>
                      <a:headEnd type="none" w="med" len="med"/>
                      <a:tailEnd type="none" w="med" len="med"/>
                    </a:lnL>
                    <a:lnR w="6350" cap="flat" cmpd="sng" algn="ctr">
                      <a:solidFill>
                        <a:schemeClr val="tx1">
                          <a:lumMod val="20000"/>
                          <a:lumOff val="8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20000"/>
                          <a:lumOff val="80000"/>
                        </a:schemeClr>
                      </a:solidFill>
                      <a:prstDash val="solid"/>
                      <a:round/>
                      <a:headEnd type="none" w="med" len="med"/>
                      <a:tailEnd type="none" w="med" len="med"/>
                    </a:lnL>
                    <a:lnR w="6350" cap="flat" cmpd="sng" algn="ctr">
                      <a:solidFill>
                        <a:schemeClr val="tx1">
                          <a:lumMod val="20000"/>
                          <a:lumOff val="8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20000"/>
                          <a:lumOff val="80000"/>
                        </a:schemeClr>
                      </a:solidFill>
                      <a:prstDash val="solid"/>
                      <a:round/>
                      <a:headEnd type="none" w="med" len="med"/>
                      <a:tailEnd type="none" w="med" len="med"/>
                    </a:lnL>
                    <a:lnR w="6350" cap="flat" cmpd="sng" algn="ctr">
                      <a:solidFill>
                        <a:schemeClr val="tx1">
                          <a:lumMod val="20000"/>
                          <a:lumOff val="8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20000"/>
                          <a:lumOff val="80000"/>
                        </a:schemeClr>
                      </a:solidFill>
                      <a:prstDash val="solid"/>
                      <a:round/>
                      <a:headEnd type="none" w="med" len="med"/>
                      <a:tailEnd type="none" w="med" len="med"/>
                    </a:lnL>
                    <a:lnR w="6350" cap="flat" cmpd="sng" algn="ctr">
                      <a:solidFill>
                        <a:schemeClr val="tx1">
                          <a:lumMod val="20000"/>
                          <a:lumOff val="8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20000"/>
                          <a:lumOff val="8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no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dirty="0"/>
                    </a:p>
                  </a:txBody>
                  <a:tcPr marL="0" marR="0" marT="0" marB="0">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40000"/>
                          <a:lumOff val="60000"/>
                        </a:schemeClr>
                      </a:solidFill>
                      <a:prstDash val="solid"/>
                      <a:round/>
                      <a:headEnd type="none" w="med" len="med"/>
                      <a:tailEnd type="none" w="med" len="med"/>
                    </a:lnL>
                    <a:lnR w="6350" cap="flat" cmpd="sng" algn="ctr">
                      <a:solidFill>
                        <a:schemeClr val="tx1">
                          <a:lumMod val="40000"/>
                          <a:lumOff val="6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tx1">
                          <a:lumMod val="40000"/>
                          <a:lumOff val="6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no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dirty="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no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no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a:p>
                  </a:txBody>
                  <a:tcPr marL="0" marR="0" marT="0" marB="0">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NL" sz="100" dirty="0"/>
                    </a:p>
                  </a:txBody>
                  <a:tcPr marL="0" marR="0" marT="0" marB="0">
                    <a:lnL w="6350" cap="flat" cmpd="sng" algn="ctr">
                      <a:solidFill>
                        <a:schemeClr val="bg2"/>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67578863"/>
                  </a:ext>
                </a:extLst>
              </a:tr>
            </a:tbl>
          </a:graphicData>
        </a:graphic>
      </p:graphicFrame>
      <p:sp>
        <p:nvSpPr>
          <p:cNvPr id="41" name="Rounded Rectangle 40">
            <a:extLst>
              <a:ext uri="{FF2B5EF4-FFF2-40B4-BE49-F238E27FC236}">
                <a16:creationId xmlns:a16="http://schemas.microsoft.com/office/drawing/2014/main" id="{896CDAE8-7781-588D-787F-5341C2540339}"/>
              </a:ext>
            </a:extLst>
          </p:cNvPr>
          <p:cNvSpPr/>
          <p:nvPr userDrawn="1"/>
        </p:nvSpPr>
        <p:spPr>
          <a:xfrm>
            <a:off x="537472" y="1946275"/>
            <a:ext cx="11062598" cy="233800"/>
          </a:xfrm>
          <a:prstGeom prst="roundRect">
            <a:avLst>
              <a:gd name="adj" fmla="val 24201"/>
            </a:avLst>
          </a:prstGeom>
          <a:no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NL" sz="1600" err="1">
              <a:solidFill>
                <a:schemeClr val="bg1"/>
              </a:solidFill>
            </a:endParaRPr>
          </a:p>
        </p:txBody>
      </p:sp>
      <p:sp>
        <p:nvSpPr>
          <p:cNvPr id="42" name="Rounded Rectangle 41">
            <a:extLst>
              <a:ext uri="{FF2B5EF4-FFF2-40B4-BE49-F238E27FC236}">
                <a16:creationId xmlns:a16="http://schemas.microsoft.com/office/drawing/2014/main" id="{537BF9B2-1645-5B9F-1FFC-28D76C8C78E8}"/>
              </a:ext>
            </a:extLst>
          </p:cNvPr>
          <p:cNvSpPr/>
          <p:nvPr userDrawn="1"/>
        </p:nvSpPr>
        <p:spPr>
          <a:xfrm>
            <a:off x="537472" y="1920940"/>
            <a:ext cx="11062598" cy="233800"/>
          </a:xfrm>
          <a:prstGeom prst="roundRect">
            <a:avLst>
              <a:gd name="adj" fmla="val 24201"/>
            </a:avLst>
          </a:prstGeom>
          <a:noFill/>
          <a:ln w="38100">
            <a:solidFill>
              <a:schemeClr val="bg2">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NL" sz="1600" err="1">
              <a:solidFill>
                <a:schemeClr val="bg1"/>
              </a:solidFill>
            </a:endParaRPr>
          </a:p>
        </p:txBody>
      </p:sp>
      <p:cxnSp>
        <p:nvCxnSpPr>
          <p:cNvPr id="55" name="Straight Connector 54">
            <a:extLst>
              <a:ext uri="{FF2B5EF4-FFF2-40B4-BE49-F238E27FC236}">
                <a16:creationId xmlns:a16="http://schemas.microsoft.com/office/drawing/2014/main" id="{0A4A0693-D200-6EF1-A143-74668BA406B3}"/>
              </a:ext>
            </a:extLst>
          </p:cNvPr>
          <p:cNvCxnSpPr/>
          <p:nvPr userDrawn="1"/>
        </p:nvCxnSpPr>
        <p:spPr>
          <a:xfrm>
            <a:off x="7168686" y="1708635"/>
            <a:ext cx="0" cy="709083"/>
          </a:xfrm>
          <a:prstGeom prst="line">
            <a:avLst/>
          </a:prstGeom>
          <a:ln w="6350" cmpd="sng">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105382CA-3D46-3383-CE61-96754CBCB2DC}"/>
              </a:ext>
            </a:extLst>
          </p:cNvPr>
          <p:cNvCxnSpPr/>
          <p:nvPr userDrawn="1"/>
        </p:nvCxnSpPr>
        <p:spPr>
          <a:xfrm>
            <a:off x="9391731" y="1708635"/>
            <a:ext cx="0" cy="709083"/>
          </a:xfrm>
          <a:prstGeom prst="line">
            <a:avLst/>
          </a:prstGeom>
          <a:ln w="6350" cmpd="sng">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9902FFCB-A60C-1ABB-22DD-D81A4F233622}"/>
              </a:ext>
            </a:extLst>
          </p:cNvPr>
          <p:cNvCxnSpPr/>
          <p:nvPr userDrawn="1"/>
        </p:nvCxnSpPr>
        <p:spPr>
          <a:xfrm>
            <a:off x="4960051" y="1708635"/>
            <a:ext cx="0" cy="709083"/>
          </a:xfrm>
          <a:prstGeom prst="line">
            <a:avLst/>
          </a:prstGeom>
          <a:ln w="6350" cmpd="sng">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86512980-BEE5-E7F0-720E-A747745DDB11}"/>
              </a:ext>
            </a:extLst>
          </p:cNvPr>
          <p:cNvCxnSpPr/>
          <p:nvPr userDrawn="1"/>
        </p:nvCxnSpPr>
        <p:spPr>
          <a:xfrm>
            <a:off x="2751812" y="1711468"/>
            <a:ext cx="0" cy="709083"/>
          </a:xfrm>
          <a:prstGeom prst="line">
            <a:avLst/>
          </a:prstGeom>
          <a:ln w="6350" cmpd="sng">
            <a:solidFill>
              <a:srgbClr val="C4CCD6"/>
            </a:solidFill>
          </a:ln>
        </p:spPr>
        <p:style>
          <a:lnRef idx="2">
            <a:schemeClr val="accent1"/>
          </a:lnRef>
          <a:fillRef idx="0">
            <a:schemeClr val="accent1"/>
          </a:fillRef>
          <a:effectRef idx="1">
            <a:schemeClr val="accent1"/>
          </a:effectRef>
          <a:fontRef idx="minor">
            <a:schemeClr val="tx1"/>
          </a:fontRef>
        </p:style>
      </p:cxnSp>
      <p:sp>
        <p:nvSpPr>
          <p:cNvPr id="49" name="Text Placeholder 2">
            <a:extLst>
              <a:ext uri="{FF2B5EF4-FFF2-40B4-BE49-F238E27FC236}">
                <a16:creationId xmlns:a16="http://schemas.microsoft.com/office/drawing/2014/main" id="{1FD5B0F4-1A06-1D76-C351-F35CEC5B2D45}"/>
              </a:ext>
            </a:extLst>
          </p:cNvPr>
          <p:cNvSpPr>
            <a:spLocks noGrp="1"/>
          </p:cNvSpPr>
          <p:nvPr>
            <p:ph type="body" sz="quarter" idx="14" hasCustomPrompt="1"/>
          </p:nvPr>
        </p:nvSpPr>
        <p:spPr>
          <a:xfrm>
            <a:off x="615696" y="-575378"/>
            <a:ext cx="2060575" cy="319807"/>
          </a:xfrm>
        </p:spPr>
        <p:txBody>
          <a:bodyPr>
            <a:noAutofit/>
          </a:bodyPr>
          <a:lstStyle>
            <a:lvl1pPr marL="0" indent="0" algn="ctr">
              <a:lnSpc>
                <a:spcPct val="100000"/>
              </a:lnSpc>
              <a:buFont typeface="Arial" panose="020B0604020202020204" pitchFamily="34" charset="0"/>
              <a:buNone/>
              <a:defRPr sz="800" b="0" i="1">
                <a:noFill/>
                <a:latin typeface="+mn-lt"/>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GB"/>
              <a:t>Dummy placeholder for compatibility with other templates. Ignore or delete.</a:t>
            </a:r>
            <a:endParaRPr lang="en-NL"/>
          </a:p>
        </p:txBody>
      </p:sp>
      <p:sp>
        <p:nvSpPr>
          <p:cNvPr id="50" name="Text Placeholder 2">
            <a:extLst>
              <a:ext uri="{FF2B5EF4-FFF2-40B4-BE49-F238E27FC236}">
                <a16:creationId xmlns:a16="http://schemas.microsoft.com/office/drawing/2014/main" id="{EB45C554-BC58-F501-2AFB-377EF5E1AF2E}"/>
              </a:ext>
            </a:extLst>
          </p:cNvPr>
          <p:cNvSpPr>
            <a:spLocks noGrp="1"/>
          </p:cNvSpPr>
          <p:nvPr>
            <p:ph type="body" sz="quarter" idx="15" hasCustomPrompt="1"/>
          </p:nvPr>
        </p:nvSpPr>
        <p:spPr>
          <a:xfrm>
            <a:off x="2825641" y="-575378"/>
            <a:ext cx="2060575" cy="319807"/>
          </a:xfrm>
        </p:spPr>
        <p:txBody>
          <a:bodyPr>
            <a:noAutofit/>
          </a:bodyPr>
          <a:lstStyle>
            <a:lvl1pPr marL="0" indent="0" algn="ctr">
              <a:lnSpc>
                <a:spcPct val="100000"/>
              </a:lnSpc>
              <a:buFont typeface="Arial" panose="020B0604020202020204" pitchFamily="34" charset="0"/>
              <a:buNone/>
              <a:defRPr sz="800" b="0" i="1">
                <a:noFill/>
                <a:latin typeface="+mn-lt"/>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GB"/>
              <a:t>Dummy placeholder for compatibility with other templates. Leave empty or delete.</a:t>
            </a:r>
            <a:endParaRPr lang="en-NL"/>
          </a:p>
        </p:txBody>
      </p:sp>
      <p:sp>
        <p:nvSpPr>
          <p:cNvPr id="51" name="Text Placeholder 2">
            <a:extLst>
              <a:ext uri="{FF2B5EF4-FFF2-40B4-BE49-F238E27FC236}">
                <a16:creationId xmlns:a16="http://schemas.microsoft.com/office/drawing/2014/main" id="{386184D8-48AE-84C4-D2D0-BD148A626FD2}"/>
              </a:ext>
            </a:extLst>
          </p:cNvPr>
          <p:cNvSpPr>
            <a:spLocks noGrp="1"/>
          </p:cNvSpPr>
          <p:nvPr>
            <p:ph type="body" sz="quarter" idx="16" hasCustomPrompt="1"/>
          </p:nvPr>
        </p:nvSpPr>
        <p:spPr>
          <a:xfrm>
            <a:off x="5028227" y="-575378"/>
            <a:ext cx="2060575" cy="319807"/>
          </a:xfrm>
        </p:spPr>
        <p:txBody>
          <a:bodyPr>
            <a:noAutofit/>
          </a:bodyPr>
          <a:lstStyle>
            <a:lvl1pPr marL="0" indent="0" algn="ctr">
              <a:lnSpc>
                <a:spcPct val="100000"/>
              </a:lnSpc>
              <a:buFont typeface="Arial" panose="020B0604020202020204" pitchFamily="34" charset="0"/>
              <a:buNone/>
              <a:defRPr sz="800" b="0" i="1">
                <a:noFill/>
                <a:latin typeface="+mn-lt"/>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GB"/>
              <a:t>Dummy placeholder for compatibility with other templates. Leave empty or delete.</a:t>
            </a:r>
            <a:endParaRPr lang="en-NL"/>
          </a:p>
        </p:txBody>
      </p:sp>
      <p:sp>
        <p:nvSpPr>
          <p:cNvPr id="52" name="Text Placeholder 2">
            <a:extLst>
              <a:ext uri="{FF2B5EF4-FFF2-40B4-BE49-F238E27FC236}">
                <a16:creationId xmlns:a16="http://schemas.microsoft.com/office/drawing/2014/main" id="{5C2F7945-8C5F-3982-B444-D1FDBBCD9902}"/>
              </a:ext>
            </a:extLst>
          </p:cNvPr>
          <p:cNvSpPr>
            <a:spLocks noGrp="1"/>
          </p:cNvSpPr>
          <p:nvPr>
            <p:ph type="body" sz="quarter" idx="17" hasCustomPrompt="1"/>
          </p:nvPr>
        </p:nvSpPr>
        <p:spPr>
          <a:xfrm>
            <a:off x="7248188" y="-575378"/>
            <a:ext cx="2060575" cy="319807"/>
          </a:xfrm>
        </p:spPr>
        <p:txBody>
          <a:bodyPr>
            <a:noAutofit/>
          </a:bodyPr>
          <a:lstStyle>
            <a:lvl1pPr marL="0" indent="0" algn="ctr">
              <a:lnSpc>
                <a:spcPct val="100000"/>
              </a:lnSpc>
              <a:buFont typeface="Arial" panose="020B0604020202020204" pitchFamily="34" charset="0"/>
              <a:buNone/>
              <a:defRPr sz="800" b="0" i="1">
                <a:noFill/>
                <a:latin typeface="+mn-lt"/>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GB"/>
              <a:t>Dummy placeholder for compatibility with other templates. Leave empty or delete.</a:t>
            </a:r>
            <a:endParaRPr lang="en-NL"/>
          </a:p>
        </p:txBody>
      </p:sp>
      <p:sp>
        <p:nvSpPr>
          <p:cNvPr id="59" name="Text Placeholder 2">
            <a:extLst>
              <a:ext uri="{FF2B5EF4-FFF2-40B4-BE49-F238E27FC236}">
                <a16:creationId xmlns:a16="http://schemas.microsoft.com/office/drawing/2014/main" id="{98ABF9CF-BBFE-4E06-9E06-4F52587081CC}"/>
              </a:ext>
            </a:extLst>
          </p:cNvPr>
          <p:cNvSpPr>
            <a:spLocks noGrp="1"/>
          </p:cNvSpPr>
          <p:nvPr>
            <p:ph type="body" sz="quarter" idx="18" hasCustomPrompt="1"/>
          </p:nvPr>
        </p:nvSpPr>
        <p:spPr>
          <a:xfrm>
            <a:off x="9465426" y="-575378"/>
            <a:ext cx="2060575" cy="319807"/>
          </a:xfrm>
        </p:spPr>
        <p:txBody>
          <a:bodyPr>
            <a:noAutofit/>
          </a:bodyPr>
          <a:lstStyle>
            <a:lvl1pPr marL="0" indent="0" algn="ctr">
              <a:lnSpc>
                <a:spcPct val="100000"/>
              </a:lnSpc>
              <a:buFont typeface="Arial" panose="020B0604020202020204" pitchFamily="34" charset="0"/>
              <a:buNone/>
              <a:defRPr sz="800" b="0" i="1">
                <a:noFill/>
                <a:latin typeface="+mn-lt"/>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GB"/>
              <a:t>Dummy placeholder for compatibility with other templates. Leave empty or delete.</a:t>
            </a:r>
            <a:endParaRPr lang="en-NL"/>
          </a:p>
        </p:txBody>
      </p:sp>
      <p:sp>
        <p:nvSpPr>
          <p:cNvPr id="3" name="TextBox 2">
            <a:extLst>
              <a:ext uri="{FF2B5EF4-FFF2-40B4-BE49-F238E27FC236}">
                <a16:creationId xmlns:a16="http://schemas.microsoft.com/office/drawing/2014/main" id="{A9AD1F54-467C-F6F4-B066-0E8FD46045A1}"/>
              </a:ext>
            </a:extLst>
          </p:cNvPr>
          <p:cNvSpPr txBox="1"/>
          <p:nvPr userDrawn="1"/>
        </p:nvSpPr>
        <p:spPr>
          <a:xfrm>
            <a:off x="884809" y="-256756"/>
            <a:ext cx="10304572" cy="246221"/>
          </a:xfrm>
          <a:prstGeom prst="rect">
            <a:avLst/>
          </a:prstGeom>
          <a:noFill/>
        </p:spPr>
        <p:txBody>
          <a:bodyPr wrap="none" lIns="90000" rtlCol="0" anchor="t">
            <a:spAutoFit/>
          </a:bodyPr>
          <a:lstStyle/>
          <a:p>
            <a:pPr lvl="0"/>
            <a:r>
              <a:rPr lang="en-GB" sz="1000">
                <a:solidFill>
                  <a:schemeClr val="tx1">
                    <a:lumMod val="60000"/>
                    <a:lumOff val="40000"/>
                  </a:schemeClr>
                </a:solidFill>
              </a:rPr>
              <a:t>▲ </a:t>
            </a:r>
            <a:r>
              <a:rPr lang="en-GB" sz="1000" b="1">
                <a:solidFill>
                  <a:schemeClr val="tx1">
                    <a:lumMod val="60000"/>
                    <a:lumOff val="40000"/>
                  </a:schemeClr>
                </a:solidFill>
              </a:rPr>
              <a:t>Dummy placeholders, </a:t>
            </a:r>
            <a:r>
              <a:rPr lang="en-GB" sz="1000" b="0">
                <a:solidFill>
                  <a:schemeClr val="tx1">
                    <a:lumMod val="60000"/>
                    <a:lumOff val="40000"/>
                  </a:schemeClr>
                </a:solidFill>
              </a:rPr>
              <a:t>due to use of star ratings for level descriptions. I</a:t>
            </a:r>
            <a:r>
              <a:rPr lang="en-GB" sz="1000">
                <a:solidFill>
                  <a:schemeClr val="tx1">
                    <a:lumMod val="60000"/>
                    <a:lumOff val="40000"/>
                  </a:schemeClr>
                </a:solidFill>
              </a:rPr>
              <a:t>gnore them, they are not visible on the slide (t</a:t>
            </a:r>
            <a:r>
              <a:rPr lang="en-GB" sz="1000" b="0">
                <a:solidFill>
                  <a:schemeClr val="tx1">
                    <a:lumMod val="60000"/>
                    <a:lumOff val="40000"/>
                  </a:schemeClr>
                </a:solidFill>
              </a:rPr>
              <a:t>hese placeholders are necessary</a:t>
            </a:r>
            <a:r>
              <a:rPr lang="en-GB" sz="1000" b="1">
                <a:solidFill>
                  <a:schemeClr val="tx1">
                    <a:lumMod val="60000"/>
                    <a:lumOff val="40000"/>
                  </a:schemeClr>
                </a:solidFill>
              </a:rPr>
              <a:t> </a:t>
            </a:r>
            <a:r>
              <a:rPr lang="en-GB" sz="1000">
                <a:solidFill>
                  <a:schemeClr val="tx1">
                    <a:lumMod val="60000"/>
                    <a:lumOff val="40000"/>
                  </a:schemeClr>
                </a:solidFill>
              </a:rPr>
              <a:t>for compatibility with other templates). ▲</a:t>
            </a:r>
            <a:endParaRPr lang="en-NL" sz="1000">
              <a:solidFill>
                <a:schemeClr val="tx1">
                  <a:lumMod val="60000"/>
                  <a:lumOff val="40000"/>
                </a:schemeClr>
              </a:solidFill>
            </a:endParaRPr>
          </a:p>
        </p:txBody>
      </p:sp>
      <p:sp>
        <p:nvSpPr>
          <p:cNvPr id="61" name="Text Placeholder 5">
            <a:extLst>
              <a:ext uri="{FF2B5EF4-FFF2-40B4-BE49-F238E27FC236}">
                <a16:creationId xmlns:a16="http://schemas.microsoft.com/office/drawing/2014/main" id="{E1901AC2-680E-4CD9-7DE1-234CE548C4A6}"/>
              </a:ext>
            </a:extLst>
          </p:cNvPr>
          <p:cNvSpPr>
            <a:spLocks noGrp="1"/>
          </p:cNvSpPr>
          <p:nvPr>
            <p:ph type="body" sz="quarter" idx="22" hasCustomPrompt="1"/>
          </p:nvPr>
        </p:nvSpPr>
        <p:spPr>
          <a:xfrm>
            <a:off x="8966875" y="914509"/>
            <a:ext cx="1168590" cy="257763"/>
          </a:xfrm>
        </p:spPr>
        <p:txBody>
          <a:bodyPr wrap="none">
            <a:spAutoFit/>
          </a:bodyPr>
          <a:lstStyle>
            <a:lvl1pPr marL="0" indent="0" algn="r">
              <a:buFont typeface="Arial" panose="020B0604020202020204" pitchFamily="34" charset="0"/>
              <a:buNone/>
              <a:defRPr sz="1000" b="1" cap="all" baseline="0">
                <a:solidFill>
                  <a:schemeClr val="accent1"/>
                </a:solidFill>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GB"/>
              <a:t>Insert model name</a:t>
            </a:r>
            <a:endParaRPr lang="en-NL"/>
          </a:p>
        </p:txBody>
      </p:sp>
      <p:cxnSp>
        <p:nvCxnSpPr>
          <p:cNvPr id="63" name="Straight Connector 62">
            <a:extLst>
              <a:ext uri="{FF2B5EF4-FFF2-40B4-BE49-F238E27FC236}">
                <a16:creationId xmlns:a16="http://schemas.microsoft.com/office/drawing/2014/main" id="{39B21183-F5CA-24B5-B8D6-DFE3A10DA671}"/>
              </a:ext>
            </a:extLst>
          </p:cNvPr>
          <p:cNvCxnSpPr>
            <a:cxnSpLocks/>
          </p:cNvCxnSpPr>
          <p:nvPr userDrawn="1"/>
        </p:nvCxnSpPr>
        <p:spPr>
          <a:xfrm>
            <a:off x="10247651" y="999720"/>
            <a:ext cx="0" cy="98830"/>
          </a:xfrm>
          <a:prstGeom prst="line">
            <a:avLst/>
          </a:prstGeom>
          <a:ln w="12700">
            <a:solidFill>
              <a:srgbClr val="B3BECD"/>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62813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OSH system result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299649B-5451-C04E-B29F-B9106BA428C6}"/>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8EB6C95-789F-6849-B896-687225A3A848}"/>
              </a:ext>
            </a:extLst>
          </p:cNvPr>
          <p:cNvSpPr/>
          <p:nvPr userDrawn="1"/>
        </p:nvSpPr>
        <p:spPr>
          <a:xfrm>
            <a:off x="1526399" y="1"/>
            <a:ext cx="10665601" cy="85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lide Number Placeholder 5">
            <a:extLst>
              <a:ext uri="{FF2B5EF4-FFF2-40B4-BE49-F238E27FC236}">
                <a16:creationId xmlns:a16="http://schemas.microsoft.com/office/drawing/2014/main" id="{598AB3A5-9E9A-0F4F-B44F-E7B1D1AFFB8E}"/>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lang="en-US" smtClean="0"/>
              <a:pPr/>
              <a:t>‹#›</a:t>
            </a:fld>
            <a:endParaRPr lang="en-US"/>
          </a:p>
        </p:txBody>
      </p:sp>
      <p:sp>
        <p:nvSpPr>
          <p:cNvPr id="18" name="Text Placeholder 4">
            <a:extLst>
              <a:ext uri="{FF2B5EF4-FFF2-40B4-BE49-F238E27FC236}">
                <a16:creationId xmlns:a16="http://schemas.microsoft.com/office/drawing/2014/main" id="{A7985789-259F-8A45-8AFC-1116A7FBC4C0}"/>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dirty="0"/>
              <a:t>INSERT PRESENTATION SECTION</a:t>
            </a:r>
          </a:p>
        </p:txBody>
      </p:sp>
      <p:sp>
        <p:nvSpPr>
          <p:cNvPr id="20" name="Title 1">
            <a:extLst>
              <a:ext uri="{FF2B5EF4-FFF2-40B4-BE49-F238E27FC236}">
                <a16:creationId xmlns:a16="http://schemas.microsoft.com/office/drawing/2014/main" id="{0585523F-AA2C-D94A-8558-94C468B99C36}"/>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key slide message</a:t>
            </a:r>
          </a:p>
        </p:txBody>
      </p:sp>
      <p:grpSp>
        <p:nvGrpSpPr>
          <p:cNvPr id="27" name="Group 26">
            <a:extLst>
              <a:ext uri="{FF2B5EF4-FFF2-40B4-BE49-F238E27FC236}">
                <a16:creationId xmlns:a16="http://schemas.microsoft.com/office/drawing/2014/main" id="{5E3D95FD-87E1-8242-936D-A016724AAC60}"/>
              </a:ext>
            </a:extLst>
          </p:cNvPr>
          <p:cNvGrpSpPr/>
          <p:nvPr userDrawn="1"/>
        </p:nvGrpSpPr>
        <p:grpSpPr>
          <a:xfrm>
            <a:off x="340066" y="1419480"/>
            <a:ext cx="5561970" cy="1324829"/>
            <a:chOff x="340066" y="1721909"/>
            <a:chExt cx="5561970" cy="1324829"/>
          </a:xfrm>
        </p:grpSpPr>
        <p:sp>
          <p:nvSpPr>
            <p:cNvPr id="28" name="Oval 27">
              <a:extLst>
                <a:ext uri="{FF2B5EF4-FFF2-40B4-BE49-F238E27FC236}">
                  <a16:creationId xmlns:a16="http://schemas.microsoft.com/office/drawing/2014/main" id="{5D59DCD9-95CA-2849-8561-B2216ED23288}"/>
                </a:ext>
              </a:extLst>
            </p:cNvPr>
            <p:cNvSpPr/>
            <p:nvPr/>
          </p:nvSpPr>
          <p:spPr>
            <a:xfrm>
              <a:off x="340066" y="2357792"/>
              <a:ext cx="5405506" cy="688946"/>
            </a:xfrm>
            <a:prstGeom prst="ellipse">
              <a:avLst/>
            </a:prstGeom>
            <a:solidFill>
              <a:srgbClr val="000000">
                <a:alpha val="25000"/>
              </a:srgbClr>
            </a:solidFill>
            <a:ln>
              <a:noFill/>
            </a:ln>
            <a:effectLst>
              <a:softEdge rad="266700"/>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29" name="Rectangle 28">
              <a:extLst>
                <a:ext uri="{FF2B5EF4-FFF2-40B4-BE49-F238E27FC236}">
                  <a16:creationId xmlns:a16="http://schemas.microsoft.com/office/drawing/2014/main" id="{26731D74-9128-1544-855C-A1FEBA1CA2CF}"/>
                </a:ext>
              </a:extLst>
            </p:cNvPr>
            <p:cNvSpPr/>
            <p:nvPr/>
          </p:nvSpPr>
          <p:spPr>
            <a:xfrm>
              <a:off x="429915" y="1721909"/>
              <a:ext cx="5472121" cy="97288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sp>
        <p:nvSpPr>
          <p:cNvPr id="30" name="TextBox 29">
            <a:extLst>
              <a:ext uri="{FF2B5EF4-FFF2-40B4-BE49-F238E27FC236}">
                <a16:creationId xmlns:a16="http://schemas.microsoft.com/office/drawing/2014/main" id="{F21ED1E9-7DDE-7349-A824-0A8F7F613A5A}"/>
              </a:ext>
            </a:extLst>
          </p:cNvPr>
          <p:cNvSpPr txBox="1"/>
          <p:nvPr userDrawn="1"/>
        </p:nvSpPr>
        <p:spPr>
          <a:xfrm>
            <a:off x="429915" y="1364824"/>
            <a:ext cx="4469780" cy="357085"/>
          </a:xfrm>
          <a:prstGeom prst="rect">
            <a:avLst/>
          </a:prstGeom>
          <a:solidFill>
            <a:schemeClr val="accent1"/>
          </a:solidFill>
        </p:spPr>
        <p:txBody>
          <a:bodyPr wrap="square" lIns="90000" rtlCol="0" anchor="t">
            <a:spAutoFit/>
          </a:bodyPr>
          <a:lstStyle/>
          <a:p>
            <a:pPr>
              <a:lnSpc>
                <a:spcPct val="114000"/>
              </a:lnSpc>
            </a:pPr>
            <a:r>
              <a:rPr lang="en-US" sz="1600" b="1" dirty="0">
                <a:solidFill>
                  <a:schemeClr val="bg1"/>
                </a:solidFill>
              </a:rPr>
              <a:t>Risks in external dependencies</a:t>
            </a:r>
            <a:r>
              <a:rPr lang="en-US" sz="1600" b="0" dirty="0">
                <a:solidFill>
                  <a:schemeClr val="bg1"/>
                </a:solidFill>
              </a:rPr>
              <a:t> – System overview</a:t>
            </a:r>
          </a:p>
        </p:txBody>
      </p:sp>
      <p:sp>
        <p:nvSpPr>
          <p:cNvPr id="31" name="Content Placeholder 2">
            <a:extLst>
              <a:ext uri="{FF2B5EF4-FFF2-40B4-BE49-F238E27FC236}">
                <a16:creationId xmlns:a16="http://schemas.microsoft.com/office/drawing/2014/main" id="{B90D4AFC-98E5-0C4A-9707-F2559B9A97DC}"/>
              </a:ext>
            </a:extLst>
          </p:cNvPr>
          <p:cNvSpPr txBox="1">
            <a:spLocks/>
          </p:cNvSpPr>
          <p:nvPr userDrawn="1"/>
        </p:nvSpPr>
        <p:spPr>
          <a:xfrm>
            <a:off x="1204383" y="1831229"/>
            <a:ext cx="3695312" cy="262104"/>
          </a:xfrm>
          <a:prstGeom prst="rect">
            <a:avLst/>
          </a:prstGeom>
        </p:spPr>
        <p:txBody>
          <a:bodyPr vert="horz" lIns="0" tIns="0" rIns="0" bIns="0" rtlCol="0">
            <a:noAutofit/>
          </a:bodyPr>
          <a:lstStyle>
            <a:lvl1pPr marL="270000" indent="-270000" algn="l" defTabSz="274638" rtl="0" eaLnBrk="1" latinLnBrk="0" hangingPunct="1">
              <a:lnSpc>
                <a:spcPts val="2400"/>
              </a:lnSpc>
              <a:spcBef>
                <a:spcPts val="0"/>
              </a:spcBef>
              <a:spcAft>
                <a:spcPts val="567"/>
              </a:spcAft>
              <a:buClr>
                <a:schemeClr val="accent2"/>
              </a:buClr>
              <a:buFont typeface="TheSans B4 SemiLight"/>
              <a:buChar char="&gt;"/>
              <a:defRPr sz="1800" kern="1200">
                <a:solidFill>
                  <a:schemeClr val="tx2"/>
                </a:solidFill>
                <a:latin typeface="+mn-lt"/>
                <a:ea typeface="+mn-ea"/>
                <a:cs typeface="+mn-cs"/>
              </a:defRPr>
            </a:lvl1pPr>
            <a:lvl2pPr marL="540000" indent="-270000" algn="l" defTabSz="457200" rtl="0" eaLnBrk="1" latinLnBrk="0" hangingPunct="1">
              <a:lnSpc>
                <a:spcPts val="2400"/>
              </a:lnSpc>
              <a:spcBef>
                <a:spcPts val="0"/>
              </a:spcBef>
              <a:spcAft>
                <a:spcPts val="567"/>
              </a:spcAft>
              <a:buClr>
                <a:schemeClr val="accent2"/>
              </a:buClr>
              <a:buFont typeface="Arial"/>
              <a:buChar char="•"/>
              <a:defRPr sz="1800" kern="1200">
                <a:solidFill>
                  <a:schemeClr val="tx2"/>
                </a:solidFill>
                <a:latin typeface="+mn-lt"/>
                <a:ea typeface="+mn-ea"/>
                <a:cs typeface="+mn-cs"/>
              </a:defRPr>
            </a:lvl2pPr>
            <a:lvl3pPr marL="810000" marR="0" indent="-270000" algn="l" defTabSz="457200" rtl="0" eaLnBrk="1" fontAlgn="auto" latinLnBrk="0" hangingPunct="1">
              <a:lnSpc>
                <a:spcPts val="2400"/>
              </a:lnSpc>
              <a:spcBef>
                <a:spcPts val="0"/>
              </a:spcBef>
              <a:spcAft>
                <a:spcPts val="567"/>
              </a:spcAft>
              <a:buClrTx/>
              <a:buSzTx/>
              <a:buFont typeface="Lucida Grande"/>
              <a:buChar char="-"/>
              <a:tabLst/>
              <a:defRPr sz="1800" kern="1200">
                <a:solidFill>
                  <a:schemeClr val="tx2"/>
                </a:solidFill>
                <a:latin typeface="+mn-lt"/>
                <a:ea typeface="+mn-ea"/>
                <a:cs typeface="+mn-cs"/>
              </a:defRPr>
            </a:lvl3pPr>
            <a:lvl4pPr marL="41400" indent="0" algn="l" defTabSz="457200" rtl="0" eaLnBrk="1" latinLnBrk="0" hangingPunct="1">
              <a:lnSpc>
                <a:spcPts val="2400"/>
              </a:lnSpc>
              <a:spcBef>
                <a:spcPts val="0"/>
              </a:spcBef>
              <a:buClr>
                <a:schemeClr val="accent2"/>
              </a:buClr>
              <a:buFont typeface="Lucida Grande"/>
              <a:buNone/>
              <a:defRPr sz="1800" kern="1200">
                <a:solidFill>
                  <a:schemeClr val="tx2"/>
                </a:solidFill>
                <a:latin typeface="+mn-lt"/>
                <a:ea typeface="+mn-ea"/>
                <a:cs typeface="+mn-cs"/>
              </a:defRPr>
            </a:lvl4pPr>
            <a:lvl5pPr marL="270000" indent="-228600" algn="l" defTabSz="457200" rtl="0" eaLnBrk="1" latinLnBrk="0" hangingPunct="1">
              <a:lnSpc>
                <a:spcPts val="2400"/>
              </a:lnSpc>
              <a:spcBef>
                <a:spcPts val="0"/>
              </a:spcBef>
              <a:buClr>
                <a:schemeClr val="accent2"/>
              </a:buClr>
              <a:buFont typeface="Lucida Grande"/>
              <a:buChar char="&gt;"/>
              <a:defRPr sz="1800" kern="1200">
                <a:solidFill>
                  <a:schemeClr val="tx2"/>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lnSpc>
                <a:spcPct val="100000"/>
              </a:lnSpc>
              <a:buNone/>
            </a:pPr>
            <a:endParaRPr lang="en-GB" sz="1400" b="1" dirty="0">
              <a:solidFill>
                <a:schemeClr val="accent1"/>
              </a:solidFill>
              <a:latin typeface="Calibri Regular"/>
            </a:endParaRPr>
          </a:p>
        </p:txBody>
      </p:sp>
      <p:sp>
        <p:nvSpPr>
          <p:cNvPr id="48" name="Rectangle 47">
            <a:extLst>
              <a:ext uri="{FF2B5EF4-FFF2-40B4-BE49-F238E27FC236}">
                <a16:creationId xmlns:a16="http://schemas.microsoft.com/office/drawing/2014/main" id="{91356441-694B-B541-8959-E690A83565FC}"/>
              </a:ext>
            </a:extLst>
          </p:cNvPr>
          <p:cNvSpPr/>
          <p:nvPr userDrawn="1"/>
        </p:nvSpPr>
        <p:spPr>
          <a:xfrm>
            <a:off x="529948" y="1770243"/>
            <a:ext cx="4504276" cy="372650"/>
          </a:xfrm>
          <a:prstGeom prst="rect">
            <a:avLst/>
          </a:prstGeom>
          <a:gradFill>
            <a:gsLst>
              <a:gs pos="0">
                <a:schemeClr val="bg2">
                  <a:alpha val="25000"/>
                </a:schemeClr>
              </a:gs>
              <a:gs pos="100000">
                <a:schemeClr val="bg2">
                  <a:alpha val="0"/>
                </a:schemeClr>
              </a:gs>
            </a:gsLst>
            <a:lin ang="2700000" scaled="0"/>
          </a:gradFill>
          <a:ln w="9525">
            <a:solidFill>
              <a:schemeClr val="bg2">
                <a:alpha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50" name="AutoShape 5">
            <a:extLst>
              <a:ext uri="{FF2B5EF4-FFF2-40B4-BE49-F238E27FC236}">
                <a16:creationId xmlns:a16="http://schemas.microsoft.com/office/drawing/2014/main" id="{A85B6768-8DD0-3840-98FF-EA35442768A0}"/>
              </a:ext>
            </a:extLst>
          </p:cNvPr>
          <p:cNvSpPr>
            <a:spLocks noChangeArrowheads="1"/>
          </p:cNvSpPr>
          <p:nvPr userDrawn="1"/>
        </p:nvSpPr>
        <p:spPr bwMode="auto">
          <a:xfrm>
            <a:off x="1162617" y="1867237"/>
            <a:ext cx="1946019" cy="169277"/>
          </a:xfrm>
          <a:prstGeom prst="foldedCorner">
            <a:avLst>
              <a:gd name="adj" fmla="val 0"/>
            </a:avLst>
          </a:prstGeom>
          <a:noFill/>
          <a:ln w="6350" cmpd="sng">
            <a:noFill/>
            <a:round/>
            <a:headEnd/>
            <a:tailEnd/>
          </a:ln>
          <a:effectLst/>
        </p:spPr>
        <p:txBody>
          <a:bodyPr wrap="square" lIns="36000" tIns="0" rIns="36000" bIns="0">
            <a:spAutoFit/>
          </a:bodyPr>
          <a:lstStyle/>
          <a:p>
            <a:pPr algn="l">
              <a:defRPr/>
            </a:pPr>
            <a:r>
              <a:rPr lang="en-US" sz="1100" dirty="0">
                <a:solidFill>
                  <a:schemeClr val="bg2"/>
                </a:solidFill>
                <a:latin typeface="Calibri" panose="020F0502020204030204" pitchFamily="34" charset="0"/>
                <a:cs typeface="Calibri" panose="020F0502020204030204" pitchFamily="34" charset="0"/>
              </a:rPr>
              <a:t>external dependencies in total</a:t>
            </a:r>
            <a:endParaRPr lang="en-US" sz="1200" spc="-50" noProof="1">
              <a:solidFill>
                <a:schemeClr val="bg2"/>
              </a:solidFill>
              <a:cs typeface="TheSansMono M5"/>
            </a:endParaRPr>
          </a:p>
        </p:txBody>
      </p:sp>
      <p:sp>
        <p:nvSpPr>
          <p:cNvPr id="54" name="Rectangle 53">
            <a:extLst>
              <a:ext uri="{FF2B5EF4-FFF2-40B4-BE49-F238E27FC236}">
                <a16:creationId xmlns:a16="http://schemas.microsoft.com/office/drawing/2014/main" id="{97CD0235-CB15-C949-BCBD-9E062FB24F3A}"/>
              </a:ext>
            </a:extLst>
          </p:cNvPr>
          <p:cNvSpPr/>
          <p:nvPr userDrawn="1"/>
        </p:nvSpPr>
        <p:spPr>
          <a:xfrm>
            <a:off x="6116295" y="730293"/>
            <a:ext cx="6075705" cy="61277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accent1"/>
              </a:solidFill>
            </a:endParaRPr>
          </a:p>
        </p:txBody>
      </p:sp>
      <p:sp>
        <p:nvSpPr>
          <p:cNvPr id="55" name="Content Placeholder 2">
            <a:extLst>
              <a:ext uri="{FF2B5EF4-FFF2-40B4-BE49-F238E27FC236}">
                <a16:creationId xmlns:a16="http://schemas.microsoft.com/office/drawing/2014/main" id="{C8989BBF-287E-B847-9CAC-6DA102EFBD4A}"/>
              </a:ext>
            </a:extLst>
          </p:cNvPr>
          <p:cNvSpPr>
            <a:spLocks noGrp="1"/>
          </p:cNvSpPr>
          <p:nvPr userDrawn="1">
            <p:ph sz="quarter" idx="13" hasCustomPrompt="1"/>
          </p:nvPr>
        </p:nvSpPr>
        <p:spPr>
          <a:xfrm>
            <a:off x="6420006" y="1368000"/>
            <a:ext cx="5326793" cy="4950000"/>
          </a:xfrm>
        </p:spPr>
        <p:txBody>
          <a:bodyPr>
            <a:noAutofit/>
          </a:bodyPr>
          <a:lstStyle>
            <a:lvl1pPr marL="285750" indent="-285750">
              <a:buFont typeface="Wingdings" pitchFamily="2" charset="2"/>
              <a:buChar char="§"/>
              <a:tabLst/>
              <a:defRPr>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
        <p:nvSpPr>
          <p:cNvPr id="56" name="Text Placeholder 2">
            <a:extLst>
              <a:ext uri="{FF2B5EF4-FFF2-40B4-BE49-F238E27FC236}">
                <a16:creationId xmlns:a16="http://schemas.microsoft.com/office/drawing/2014/main" id="{8FE26B8D-BD73-4444-8D0F-1248DE1DD5BD}"/>
              </a:ext>
            </a:extLst>
          </p:cNvPr>
          <p:cNvSpPr>
            <a:spLocks noGrp="1"/>
          </p:cNvSpPr>
          <p:nvPr>
            <p:ph type="body" sz="quarter" idx="14" hasCustomPrompt="1"/>
          </p:nvPr>
        </p:nvSpPr>
        <p:spPr>
          <a:xfrm>
            <a:off x="566858" y="1816783"/>
            <a:ext cx="562010" cy="265112"/>
          </a:xfrm>
        </p:spPr>
        <p:txBody>
          <a:bodyPr anchor="ctr">
            <a:noAutofit/>
          </a:bodyPr>
          <a:lstStyle>
            <a:lvl1pPr marL="0" indent="0" algn="r">
              <a:buFont typeface="Arial" panose="020B0604020202020204" pitchFamily="34" charset="0"/>
              <a:buNone/>
              <a:defRPr sz="1600" b="1">
                <a:solidFill>
                  <a:schemeClr val="bg2"/>
                </a:solidFill>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9" name="TextBox 8">
            <a:extLst>
              <a:ext uri="{FF2B5EF4-FFF2-40B4-BE49-F238E27FC236}">
                <a16:creationId xmlns:a16="http://schemas.microsoft.com/office/drawing/2014/main" id="{A4A32BDF-19FE-16E0-140C-A92D63BFE40D}"/>
              </a:ext>
            </a:extLst>
          </p:cNvPr>
          <p:cNvSpPr txBox="1"/>
          <p:nvPr userDrawn="1"/>
        </p:nvSpPr>
        <p:spPr>
          <a:xfrm>
            <a:off x="-143206" y="5881381"/>
            <a:ext cx="2549071" cy="289438"/>
          </a:xfrm>
          <a:prstGeom prst="rect">
            <a:avLst/>
          </a:prstGeom>
          <a:noFill/>
        </p:spPr>
        <p:txBody>
          <a:bodyPr wrap="square" lIns="90000" rtlCol="0" anchor="t">
            <a:spAutoFit/>
          </a:bodyPr>
          <a:lstStyle/>
          <a:p>
            <a:pPr algn="r">
              <a:lnSpc>
                <a:spcPct val="113000"/>
              </a:lnSpc>
            </a:pPr>
            <a:r>
              <a:rPr lang="en-US" sz="1200" dirty="0">
                <a:solidFill>
                  <a:schemeClr val="tx1">
                    <a:lumMod val="60000"/>
                    <a:lumOff val="40000"/>
                    <a:alpha val="50000"/>
                  </a:schemeClr>
                </a:solidFill>
              </a:rPr>
              <a:t>Number of dependencies:</a:t>
            </a:r>
          </a:p>
        </p:txBody>
      </p:sp>
      <p:grpSp>
        <p:nvGrpSpPr>
          <p:cNvPr id="17" name="Group 16">
            <a:extLst>
              <a:ext uri="{FF2B5EF4-FFF2-40B4-BE49-F238E27FC236}">
                <a16:creationId xmlns:a16="http://schemas.microsoft.com/office/drawing/2014/main" id="{FD846DF8-6FB9-113B-E643-AFB994F128E9}"/>
              </a:ext>
            </a:extLst>
          </p:cNvPr>
          <p:cNvGrpSpPr/>
          <p:nvPr userDrawn="1"/>
        </p:nvGrpSpPr>
        <p:grpSpPr>
          <a:xfrm>
            <a:off x="184167" y="2938848"/>
            <a:ext cx="2176758" cy="478914"/>
            <a:chOff x="184167" y="2938848"/>
            <a:chExt cx="2176758" cy="478914"/>
          </a:xfrm>
        </p:grpSpPr>
        <p:pic>
          <p:nvPicPr>
            <p:cNvPr id="6" name="Graphic 5">
              <a:extLst>
                <a:ext uri="{FF2B5EF4-FFF2-40B4-BE49-F238E27FC236}">
                  <a16:creationId xmlns:a16="http://schemas.microsoft.com/office/drawing/2014/main" id="{92CB4BC1-E3EB-78F3-84A5-877A5B841E78}"/>
                </a:ext>
              </a:extLst>
            </p:cNvPr>
            <p:cNvPicPr>
              <a:picLocks noChangeAspect="1"/>
            </p:cNvPicPr>
            <p:nvPr userDrawn="1"/>
          </p:nvPicPr>
          <p:blipFill>
            <a:blip r:embed="rId2">
              <a:lum bright="100000"/>
              <a:alphaModFix amt="80000"/>
              <a:extLst>
                <a:ext uri="{96DAC541-7B7A-43D3-8B79-37D633B846F1}">
                  <asvg:svgBlip xmlns:asvg="http://schemas.microsoft.com/office/drawing/2016/SVG/main" r:embed="rId3"/>
                </a:ext>
              </a:extLst>
            </a:blip>
            <a:stretch>
              <a:fillRect/>
            </a:stretch>
          </p:blipFill>
          <p:spPr>
            <a:xfrm>
              <a:off x="2132325" y="3145777"/>
              <a:ext cx="228600" cy="228600"/>
            </a:xfrm>
            <a:prstGeom prst="rect">
              <a:avLst/>
            </a:prstGeom>
          </p:spPr>
        </p:pic>
        <p:sp>
          <p:nvSpPr>
            <p:cNvPr id="11" name="TextBox 10">
              <a:extLst>
                <a:ext uri="{FF2B5EF4-FFF2-40B4-BE49-F238E27FC236}">
                  <a16:creationId xmlns:a16="http://schemas.microsoft.com/office/drawing/2014/main" id="{63CF1F6A-1F88-8145-FE5C-042E83FC70D0}"/>
                </a:ext>
              </a:extLst>
            </p:cNvPr>
            <p:cNvSpPr txBox="1"/>
            <p:nvPr userDrawn="1"/>
          </p:nvSpPr>
          <p:spPr>
            <a:xfrm>
              <a:off x="184167" y="2938848"/>
              <a:ext cx="1930982" cy="478914"/>
            </a:xfrm>
            <a:prstGeom prst="rect">
              <a:avLst/>
            </a:prstGeom>
            <a:noFill/>
          </p:spPr>
          <p:txBody>
            <a:bodyPr wrap="square">
              <a:spAutoFit/>
            </a:bodyPr>
            <a:lstStyle/>
            <a:p>
              <a:pPr algn="r">
                <a:lnSpc>
                  <a:spcPct val="180000"/>
                </a:lnSpc>
              </a:pPr>
              <a:r>
                <a:rPr lang="en-US" sz="1600" b="1" dirty="0">
                  <a:solidFill>
                    <a:schemeClr val="tx1">
                      <a:lumMod val="40000"/>
                      <a:lumOff val="60000"/>
                    </a:schemeClr>
                  </a:solidFill>
                </a:rPr>
                <a:t>vulnerability </a:t>
              </a:r>
              <a:r>
                <a:rPr lang="en-US" sz="1600" dirty="0">
                  <a:solidFill>
                    <a:schemeClr val="tx1">
                      <a:lumMod val="40000"/>
                      <a:lumOff val="60000"/>
                    </a:schemeClr>
                  </a:solidFill>
                </a:rPr>
                <a:t>risk</a:t>
              </a:r>
            </a:p>
          </p:txBody>
        </p:sp>
      </p:grpSp>
      <p:grpSp>
        <p:nvGrpSpPr>
          <p:cNvPr id="19" name="Group 18">
            <a:extLst>
              <a:ext uri="{FF2B5EF4-FFF2-40B4-BE49-F238E27FC236}">
                <a16:creationId xmlns:a16="http://schemas.microsoft.com/office/drawing/2014/main" id="{7833F2AE-B882-CA12-2A4B-CA6E81F265E6}"/>
              </a:ext>
            </a:extLst>
          </p:cNvPr>
          <p:cNvGrpSpPr/>
          <p:nvPr userDrawn="1"/>
        </p:nvGrpSpPr>
        <p:grpSpPr>
          <a:xfrm>
            <a:off x="1016807" y="3564280"/>
            <a:ext cx="1344118" cy="423514"/>
            <a:chOff x="1016807" y="3564280"/>
            <a:chExt cx="1344118" cy="423514"/>
          </a:xfrm>
        </p:grpSpPr>
        <p:pic>
          <p:nvPicPr>
            <p:cNvPr id="3" name="Graphic 2">
              <a:extLst>
                <a:ext uri="{FF2B5EF4-FFF2-40B4-BE49-F238E27FC236}">
                  <a16:creationId xmlns:a16="http://schemas.microsoft.com/office/drawing/2014/main" id="{55B06F22-E984-AAA7-DF5B-49AA31FAED79}"/>
                </a:ext>
              </a:extLst>
            </p:cNvPr>
            <p:cNvPicPr>
              <a:picLocks noChangeAspect="1"/>
            </p:cNvPicPr>
            <p:nvPr userDrawn="1"/>
          </p:nvPicPr>
          <p:blipFill>
            <a:blip r:embed="rId4">
              <a:lum bright="100000"/>
              <a:alphaModFix amt="80000"/>
              <a:extLst>
                <a:ext uri="{96DAC541-7B7A-43D3-8B79-37D633B846F1}">
                  <asvg:svgBlip xmlns:asvg="http://schemas.microsoft.com/office/drawing/2016/SVG/main" r:embed="rId5"/>
                </a:ext>
              </a:extLst>
            </a:blip>
            <a:stretch>
              <a:fillRect/>
            </a:stretch>
          </p:blipFill>
          <p:spPr>
            <a:xfrm>
              <a:off x="2132325" y="3703034"/>
              <a:ext cx="228600" cy="228600"/>
            </a:xfrm>
            <a:prstGeom prst="rect">
              <a:avLst/>
            </a:prstGeom>
          </p:spPr>
        </p:pic>
        <p:sp>
          <p:nvSpPr>
            <p:cNvPr id="13" name="TextBox 12">
              <a:extLst>
                <a:ext uri="{FF2B5EF4-FFF2-40B4-BE49-F238E27FC236}">
                  <a16:creationId xmlns:a16="http://schemas.microsoft.com/office/drawing/2014/main" id="{918ECFD4-7514-0241-5872-BB758C0682D7}"/>
                </a:ext>
              </a:extLst>
            </p:cNvPr>
            <p:cNvSpPr txBox="1"/>
            <p:nvPr userDrawn="1"/>
          </p:nvSpPr>
          <p:spPr>
            <a:xfrm>
              <a:off x="1016807" y="3564280"/>
              <a:ext cx="1098342" cy="423514"/>
            </a:xfrm>
            <a:prstGeom prst="rect">
              <a:avLst/>
            </a:prstGeom>
            <a:noFill/>
          </p:spPr>
          <p:txBody>
            <a:bodyPr wrap="square">
              <a:spAutoFit/>
            </a:bodyPr>
            <a:lstStyle/>
            <a:p>
              <a:pPr algn="r">
                <a:lnSpc>
                  <a:spcPct val="150000"/>
                </a:lnSpc>
              </a:pPr>
              <a:r>
                <a:rPr lang="en-US" sz="1600" b="1" dirty="0">
                  <a:solidFill>
                    <a:schemeClr val="tx1">
                      <a:lumMod val="40000"/>
                      <a:lumOff val="60000"/>
                    </a:schemeClr>
                  </a:solidFill>
                </a:rPr>
                <a:t>legal </a:t>
              </a:r>
              <a:r>
                <a:rPr lang="en-US" sz="1600" dirty="0">
                  <a:solidFill>
                    <a:schemeClr val="tx1">
                      <a:lumMod val="40000"/>
                      <a:lumOff val="60000"/>
                    </a:schemeClr>
                  </a:solidFill>
                </a:rPr>
                <a:t>risk</a:t>
              </a:r>
            </a:p>
          </p:txBody>
        </p:sp>
      </p:grpSp>
      <p:grpSp>
        <p:nvGrpSpPr>
          <p:cNvPr id="21" name="Group 20">
            <a:extLst>
              <a:ext uri="{FF2B5EF4-FFF2-40B4-BE49-F238E27FC236}">
                <a16:creationId xmlns:a16="http://schemas.microsoft.com/office/drawing/2014/main" id="{558AA51C-901A-9B84-CE25-4D427A46CAC1}"/>
              </a:ext>
            </a:extLst>
          </p:cNvPr>
          <p:cNvGrpSpPr/>
          <p:nvPr userDrawn="1"/>
        </p:nvGrpSpPr>
        <p:grpSpPr>
          <a:xfrm>
            <a:off x="283779" y="4213198"/>
            <a:ext cx="2077146" cy="276999"/>
            <a:chOff x="283779" y="4213198"/>
            <a:chExt cx="2077146" cy="276999"/>
          </a:xfrm>
        </p:grpSpPr>
        <p:pic>
          <p:nvPicPr>
            <p:cNvPr id="2" name="Graphic 1">
              <a:extLst>
                <a:ext uri="{FF2B5EF4-FFF2-40B4-BE49-F238E27FC236}">
                  <a16:creationId xmlns:a16="http://schemas.microsoft.com/office/drawing/2014/main" id="{309C6217-E883-2005-7854-9846D558305C}"/>
                </a:ext>
              </a:extLst>
            </p:cNvPr>
            <p:cNvPicPr>
              <a:picLocks noChangeAspect="1"/>
            </p:cNvPicPr>
            <p:nvPr userDrawn="1"/>
          </p:nvPicPr>
          <p:blipFill>
            <a:blip r:embed="rId6">
              <a:lum bright="100000"/>
              <a:alphaModFix amt="80000"/>
              <a:extLst>
                <a:ext uri="{96DAC541-7B7A-43D3-8B79-37D633B846F1}">
                  <asvg:svgBlip xmlns:asvg="http://schemas.microsoft.com/office/drawing/2016/SVG/main" r:embed="rId7"/>
                </a:ext>
              </a:extLst>
            </a:blip>
            <a:stretch>
              <a:fillRect/>
            </a:stretch>
          </p:blipFill>
          <p:spPr>
            <a:xfrm>
              <a:off x="2132325" y="4260843"/>
              <a:ext cx="228600" cy="228600"/>
            </a:xfrm>
            <a:prstGeom prst="rect">
              <a:avLst/>
            </a:prstGeom>
          </p:spPr>
        </p:pic>
        <p:sp>
          <p:nvSpPr>
            <p:cNvPr id="32" name="TextBox 31">
              <a:extLst>
                <a:ext uri="{FF2B5EF4-FFF2-40B4-BE49-F238E27FC236}">
                  <a16:creationId xmlns:a16="http://schemas.microsoft.com/office/drawing/2014/main" id="{D435142B-912E-4B8A-58D9-C27402CCBF87}"/>
                </a:ext>
              </a:extLst>
            </p:cNvPr>
            <p:cNvSpPr txBox="1"/>
            <p:nvPr userDrawn="1"/>
          </p:nvSpPr>
          <p:spPr>
            <a:xfrm>
              <a:off x="283779" y="4213198"/>
              <a:ext cx="1831370" cy="276999"/>
            </a:xfrm>
            <a:prstGeom prst="rect">
              <a:avLst/>
            </a:prstGeom>
            <a:noFill/>
          </p:spPr>
          <p:txBody>
            <a:bodyPr wrap="square">
              <a:spAutoFit/>
            </a:bodyPr>
            <a:lstStyle/>
            <a:p>
              <a:pPr algn="r">
                <a:lnSpc>
                  <a:spcPct val="100000"/>
                </a:lnSpc>
              </a:pPr>
              <a:r>
                <a:rPr lang="en-US" sz="1200" b="0" dirty="0">
                  <a:solidFill>
                    <a:schemeClr val="tx1">
                      <a:lumMod val="40000"/>
                      <a:lumOff val="60000"/>
                    </a:schemeClr>
                  </a:solidFill>
                </a:rPr>
                <a:t>freshness risk</a:t>
              </a:r>
            </a:p>
          </p:txBody>
        </p:sp>
      </p:grpSp>
      <p:grpSp>
        <p:nvGrpSpPr>
          <p:cNvPr id="23" name="Group 22">
            <a:extLst>
              <a:ext uri="{FF2B5EF4-FFF2-40B4-BE49-F238E27FC236}">
                <a16:creationId xmlns:a16="http://schemas.microsoft.com/office/drawing/2014/main" id="{A0CB14B6-5B84-25D4-9CE0-CD4E9AB33AC3}"/>
              </a:ext>
            </a:extLst>
          </p:cNvPr>
          <p:cNvGrpSpPr/>
          <p:nvPr userDrawn="1"/>
        </p:nvGrpSpPr>
        <p:grpSpPr>
          <a:xfrm>
            <a:off x="763256" y="4628191"/>
            <a:ext cx="1597669" cy="307777"/>
            <a:chOff x="763256" y="4610126"/>
            <a:chExt cx="1597669" cy="307777"/>
          </a:xfrm>
        </p:grpSpPr>
        <p:pic>
          <p:nvPicPr>
            <p:cNvPr id="5" name="Graphic 4">
              <a:extLst>
                <a:ext uri="{FF2B5EF4-FFF2-40B4-BE49-F238E27FC236}">
                  <a16:creationId xmlns:a16="http://schemas.microsoft.com/office/drawing/2014/main" id="{A826661C-B819-E9F6-2659-EBBAE34CB6D8}"/>
                </a:ext>
              </a:extLst>
            </p:cNvPr>
            <p:cNvPicPr>
              <a:picLocks noChangeAspect="1"/>
            </p:cNvPicPr>
            <p:nvPr userDrawn="1"/>
          </p:nvPicPr>
          <p:blipFill>
            <a:blip r:embed="rId8">
              <a:lum bright="100000"/>
              <a:alphaModFix amt="80000"/>
              <a:extLst>
                <a:ext uri="{96DAC541-7B7A-43D3-8B79-37D633B846F1}">
                  <asvg:svgBlip xmlns:asvg="http://schemas.microsoft.com/office/drawing/2016/SVG/main" r:embed="rId9"/>
                </a:ext>
              </a:extLst>
            </a:blip>
            <a:stretch>
              <a:fillRect/>
            </a:stretch>
          </p:blipFill>
          <p:spPr>
            <a:xfrm>
              <a:off x="2132325" y="4671752"/>
              <a:ext cx="228600" cy="228600"/>
            </a:xfrm>
            <a:prstGeom prst="rect">
              <a:avLst/>
            </a:prstGeom>
          </p:spPr>
        </p:pic>
        <p:sp>
          <p:nvSpPr>
            <p:cNvPr id="35" name="TextBox 34">
              <a:extLst>
                <a:ext uri="{FF2B5EF4-FFF2-40B4-BE49-F238E27FC236}">
                  <a16:creationId xmlns:a16="http://schemas.microsoft.com/office/drawing/2014/main" id="{4929CEE3-98D7-9F5B-587E-4C33DB5EB3B8}"/>
                </a:ext>
              </a:extLst>
            </p:cNvPr>
            <p:cNvSpPr txBox="1"/>
            <p:nvPr userDrawn="1"/>
          </p:nvSpPr>
          <p:spPr>
            <a:xfrm>
              <a:off x="763256" y="4610126"/>
              <a:ext cx="1351893" cy="307777"/>
            </a:xfrm>
            <a:prstGeom prst="rect">
              <a:avLst/>
            </a:prstGeom>
            <a:noFill/>
          </p:spPr>
          <p:txBody>
            <a:bodyPr wrap="square">
              <a:spAutoFit/>
            </a:bodyPr>
            <a:lstStyle/>
            <a:p>
              <a:pPr algn="r">
                <a:lnSpc>
                  <a:spcPct val="100000"/>
                </a:lnSpc>
              </a:pPr>
              <a:r>
                <a:rPr lang="en-US" sz="1200" b="0" dirty="0">
                  <a:solidFill>
                    <a:schemeClr val="tx1">
                      <a:lumMod val="40000"/>
                      <a:lumOff val="60000"/>
                    </a:schemeClr>
                  </a:solidFill>
                </a:rPr>
                <a:t>stability</a:t>
              </a:r>
              <a:r>
                <a:rPr lang="en-US" sz="1400" b="0" dirty="0">
                  <a:solidFill>
                    <a:schemeClr val="tx1">
                      <a:lumMod val="40000"/>
                      <a:lumOff val="60000"/>
                    </a:schemeClr>
                  </a:solidFill>
                </a:rPr>
                <a:t> </a:t>
              </a:r>
              <a:r>
                <a:rPr lang="en-US" sz="1200" b="0" dirty="0">
                  <a:solidFill>
                    <a:schemeClr val="tx1">
                      <a:lumMod val="40000"/>
                      <a:lumOff val="60000"/>
                    </a:schemeClr>
                  </a:solidFill>
                </a:rPr>
                <a:t>risk</a:t>
              </a:r>
            </a:p>
          </p:txBody>
        </p:sp>
      </p:grpSp>
      <p:grpSp>
        <p:nvGrpSpPr>
          <p:cNvPr id="24" name="Group 23">
            <a:extLst>
              <a:ext uri="{FF2B5EF4-FFF2-40B4-BE49-F238E27FC236}">
                <a16:creationId xmlns:a16="http://schemas.microsoft.com/office/drawing/2014/main" id="{5831422A-942B-5C44-B632-3495D5574AD2}"/>
              </a:ext>
            </a:extLst>
          </p:cNvPr>
          <p:cNvGrpSpPr/>
          <p:nvPr userDrawn="1"/>
        </p:nvGrpSpPr>
        <p:grpSpPr>
          <a:xfrm>
            <a:off x="632049" y="5073962"/>
            <a:ext cx="1728876" cy="276999"/>
            <a:chOff x="632049" y="5033912"/>
            <a:chExt cx="1728876" cy="276999"/>
          </a:xfrm>
        </p:grpSpPr>
        <p:pic>
          <p:nvPicPr>
            <p:cNvPr id="4" name="Graphic 3">
              <a:extLst>
                <a:ext uri="{FF2B5EF4-FFF2-40B4-BE49-F238E27FC236}">
                  <a16:creationId xmlns:a16="http://schemas.microsoft.com/office/drawing/2014/main" id="{5A08C835-BC34-CED7-C169-00E4B30B00EF}"/>
                </a:ext>
              </a:extLst>
            </p:cNvPr>
            <p:cNvPicPr>
              <a:picLocks noChangeAspect="1"/>
            </p:cNvPicPr>
            <p:nvPr userDrawn="1"/>
          </p:nvPicPr>
          <p:blipFill>
            <a:blip r:embed="rId10">
              <a:lum bright="100000"/>
              <a:alphaModFix amt="80000"/>
              <a:extLst>
                <a:ext uri="{96DAC541-7B7A-43D3-8B79-37D633B846F1}">
                  <asvg:svgBlip xmlns:asvg="http://schemas.microsoft.com/office/drawing/2016/SVG/main" r:embed="rId11"/>
                </a:ext>
              </a:extLst>
            </a:blip>
            <a:stretch>
              <a:fillRect/>
            </a:stretch>
          </p:blipFill>
          <p:spPr>
            <a:xfrm>
              <a:off x="2132325" y="5075030"/>
              <a:ext cx="228600" cy="228600"/>
            </a:xfrm>
            <a:prstGeom prst="rect">
              <a:avLst/>
            </a:prstGeom>
          </p:spPr>
        </p:pic>
        <p:sp>
          <p:nvSpPr>
            <p:cNvPr id="36" name="TextBox 35">
              <a:extLst>
                <a:ext uri="{FF2B5EF4-FFF2-40B4-BE49-F238E27FC236}">
                  <a16:creationId xmlns:a16="http://schemas.microsoft.com/office/drawing/2014/main" id="{3A69FE6E-A255-48D4-C7E8-F5E6D264D886}"/>
                </a:ext>
              </a:extLst>
            </p:cNvPr>
            <p:cNvSpPr txBox="1"/>
            <p:nvPr userDrawn="1"/>
          </p:nvSpPr>
          <p:spPr>
            <a:xfrm>
              <a:off x="632049" y="5033912"/>
              <a:ext cx="1483100" cy="276999"/>
            </a:xfrm>
            <a:prstGeom prst="rect">
              <a:avLst/>
            </a:prstGeom>
            <a:noFill/>
          </p:spPr>
          <p:txBody>
            <a:bodyPr wrap="square">
              <a:spAutoFit/>
            </a:bodyPr>
            <a:lstStyle/>
            <a:p>
              <a:pPr algn="r">
                <a:lnSpc>
                  <a:spcPct val="100000"/>
                </a:lnSpc>
              </a:pPr>
              <a:r>
                <a:rPr lang="en-US" sz="1200" b="0" dirty="0">
                  <a:solidFill>
                    <a:schemeClr val="tx1">
                      <a:lumMod val="40000"/>
                      <a:lumOff val="60000"/>
                    </a:schemeClr>
                  </a:solidFill>
                </a:rPr>
                <a:t>management risk</a:t>
              </a:r>
            </a:p>
          </p:txBody>
        </p:sp>
      </p:grpSp>
      <p:grpSp>
        <p:nvGrpSpPr>
          <p:cNvPr id="25" name="Group 24">
            <a:extLst>
              <a:ext uri="{FF2B5EF4-FFF2-40B4-BE49-F238E27FC236}">
                <a16:creationId xmlns:a16="http://schemas.microsoft.com/office/drawing/2014/main" id="{5F8C6D75-F690-0C6C-33C1-6B28E6F5F6AC}"/>
              </a:ext>
            </a:extLst>
          </p:cNvPr>
          <p:cNvGrpSpPr/>
          <p:nvPr userDrawn="1"/>
        </p:nvGrpSpPr>
        <p:grpSpPr>
          <a:xfrm>
            <a:off x="708077" y="5488955"/>
            <a:ext cx="1652848" cy="276999"/>
            <a:chOff x="708077" y="5488955"/>
            <a:chExt cx="1652848" cy="276999"/>
          </a:xfrm>
        </p:grpSpPr>
        <p:pic>
          <p:nvPicPr>
            <p:cNvPr id="7" name="Graphic 6">
              <a:extLst>
                <a:ext uri="{FF2B5EF4-FFF2-40B4-BE49-F238E27FC236}">
                  <a16:creationId xmlns:a16="http://schemas.microsoft.com/office/drawing/2014/main" id="{3D163BBF-D73D-9771-B050-1D5ACCF6131A}"/>
                </a:ext>
              </a:extLst>
            </p:cNvPr>
            <p:cNvPicPr>
              <a:picLocks noChangeAspect="1"/>
            </p:cNvPicPr>
            <p:nvPr userDrawn="1"/>
          </p:nvPicPr>
          <p:blipFill>
            <a:blip r:embed="rId12">
              <a:lum bright="100000"/>
              <a:alphaModFix amt="80000"/>
              <a:extLst>
                <a:ext uri="{96DAC541-7B7A-43D3-8B79-37D633B846F1}">
                  <asvg:svgBlip xmlns:asvg="http://schemas.microsoft.com/office/drawing/2016/SVG/main" r:embed="rId13"/>
                </a:ext>
              </a:extLst>
            </a:blip>
            <a:stretch>
              <a:fillRect/>
            </a:stretch>
          </p:blipFill>
          <p:spPr>
            <a:xfrm>
              <a:off x="2132325" y="5517723"/>
              <a:ext cx="228600" cy="228600"/>
            </a:xfrm>
            <a:prstGeom prst="rect">
              <a:avLst/>
            </a:prstGeom>
          </p:spPr>
        </p:pic>
        <p:sp>
          <p:nvSpPr>
            <p:cNvPr id="39" name="TextBox 38">
              <a:extLst>
                <a:ext uri="{FF2B5EF4-FFF2-40B4-BE49-F238E27FC236}">
                  <a16:creationId xmlns:a16="http://schemas.microsoft.com/office/drawing/2014/main" id="{BB860CF2-34E2-DE9F-17DE-0B05CCAB9F66}"/>
                </a:ext>
              </a:extLst>
            </p:cNvPr>
            <p:cNvSpPr txBox="1"/>
            <p:nvPr userDrawn="1"/>
          </p:nvSpPr>
          <p:spPr>
            <a:xfrm>
              <a:off x="708077" y="5488955"/>
              <a:ext cx="1407072" cy="276999"/>
            </a:xfrm>
            <a:prstGeom prst="rect">
              <a:avLst/>
            </a:prstGeom>
            <a:noFill/>
          </p:spPr>
          <p:txBody>
            <a:bodyPr wrap="square">
              <a:spAutoFit/>
            </a:bodyPr>
            <a:lstStyle/>
            <a:p>
              <a:pPr algn="r">
                <a:lnSpc>
                  <a:spcPct val="100000"/>
                </a:lnSpc>
              </a:pPr>
              <a:r>
                <a:rPr lang="en-US" sz="1200" b="0" dirty="0">
                  <a:solidFill>
                    <a:schemeClr val="tx1">
                      <a:lumMod val="40000"/>
                      <a:lumOff val="60000"/>
                    </a:schemeClr>
                  </a:solidFill>
                </a:rPr>
                <a:t>activity risk</a:t>
              </a:r>
            </a:p>
          </p:txBody>
        </p:sp>
      </p:grpSp>
      <p:sp>
        <p:nvSpPr>
          <p:cNvPr id="40" name="TextBox 39">
            <a:extLst>
              <a:ext uri="{FF2B5EF4-FFF2-40B4-BE49-F238E27FC236}">
                <a16:creationId xmlns:a16="http://schemas.microsoft.com/office/drawing/2014/main" id="{CE5C3847-A367-1ACD-62C1-099B8EEB07F1}"/>
              </a:ext>
            </a:extLst>
          </p:cNvPr>
          <p:cNvSpPr txBox="1"/>
          <p:nvPr userDrawn="1"/>
        </p:nvSpPr>
        <p:spPr>
          <a:xfrm>
            <a:off x="1972649" y="2655839"/>
            <a:ext cx="1152452" cy="289438"/>
          </a:xfrm>
          <a:prstGeom prst="rect">
            <a:avLst/>
          </a:prstGeom>
          <a:noFill/>
        </p:spPr>
        <p:txBody>
          <a:bodyPr wrap="none" lIns="90000" rtlCol="0" anchor="t">
            <a:spAutoFit/>
          </a:bodyPr>
          <a:lstStyle/>
          <a:p>
            <a:pPr algn="l">
              <a:lnSpc>
                <a:spcPct val="113000"/>
              </a:lnSpc>
            </a:pPr>
            <a:r>
              <a:rPr lang="en-NL" sz="1200" b="1" i="0" dirty="0">
                <a:solidFill>
                  <a:srgbClr val="C1C7CF"/>
                </a:solidFill>
              </a:rPr>
              <a:t>Risk categories</a:t>
            </a:r>
          </a:p>
        </p:txBody>
      </p:sp>
    </p:spTree>
    <p:extLst>
      <p:ext uri="{BB962C8B-B14F-4D97-AF65-F5344CB8AC3E}">
        <p14:creationId xmlns:p14="http://schemas.microsoft.com/office/powerpoint/2010/main" val="32817005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OSH system result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299649B-5451-C04E-B29F-B9106BA428C6}"/>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8EB6C95-789F-6849-B896-687225A3A848}"/>
              </a:ext>
            </a:extLst>
          </p:cNvPr>
          <p:cNvSpPr/>
          <p:nvPr userDrawn="1"/>
        </p:nvSpPr>
        <p:spPr>
          <a:xfrm>
            <a:off x="1526399" y="1"/>
            <a:ext cx="10665601" cy="85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lide Number Placeholder 5">
            <a:extLst>
              <a:ext uri="{FF2B5EF4-FFF2-40B4-BE49-F238E27FC236}">
                <a16:creationId xmlns:a16="http://schemas.microsoft.com/office/drawing/2014/main" id="{598AB3A5-9E9A-0F4F-B44F-E7B1D1AFFB8E}"/>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lang="en-US" smtClean="0"/>
              <a:pPr/>
              <a:t>‹#›</a:t>
            </a:fld>
            <a:endParaRPr lang="en-US"/>
          </a:p>
        </p:txBody>
      </p:sp>
      <p:sp>
        <p:nvSpPr>
          <p:cNvPr id="17" name="TextBox 16">
            <a:extLst>
              <a:ext uri="{FF2B5EF4-FFF2-40B4-BE49-F238E27FC236}">
                <a16:creationId xmlns:a16="http://schemas.microsoft.com/office/drawing/2014/main" id="{9AD62445-A202-3741-926B-06A74F654895}"/>
              </a:ext>
            </a:extLst>
          </p:cNvPr>
          <p:cNvSpPr txBox="1"/>
          <p:nvPr userDrawn="1"/>
        </p:nvSpPr>
        <p:spPr>
          <a:xfrm>
            <a:off x="1848464" y="146728"/>
            <a:ext cx="334297" cy="276999"/>
          </a:xfrm>
          <a:prstGeom prst="rect">
            <a:avLst/>
          </a:prstGeom>
        </p:spPr>
        <p:txBody>
          <a:bodyPr wrap="square" anchor="ctr">
            <a:spAutoFit/>
          </a:bodyPr>
          <a:lstStyle>
            <a:defPPr>
              <a:defRPr lang="en-US"/>
            </a:defPPr>
            <a:lvl1pPr>
              <a:defRPr sz="1200" b="1" spc="-10">
                <a:solidFill>
                  <a:srgbClr val="183142">
                    <a:alpha val="25000"/>
                  </a:srgbClr>
                </a:solidFill>
                <a:latin typeface="TheSans B6 SemiBold" charset="0"/>
                <a:ea typeface="TheSans B6 SemiBold" charset="0"/>
                <a:cs typeface="TheSans B6 SemiBold" charset="0"/>
              </a:defRPr>
            </a:lvl1pPr>
            <a:lvl2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2pPr>
            <a:lvl3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3pPr>
            <a:lvl4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4pPr>
            <a:lvl5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dirty="0">
                <a:solidFill>
                  <a:srgbClr val="B2BECD"/>
                </a:solidFill>
                <a:latin typeface="+mn-lt"/>
              </a:rPr>
              <a:t>//</a:t>
            </a:r>
          </a:p>
        </p:txBody>
      </p:sp>
      <p:sp>
        <p:nvSpPr>
          <p:cNvPr id="18" name="Text Placeholder 4">
            <a:extLst>
              <a:ext uri="{FF2B5EF4-FFF2-40B4-BE49-F238E27FC236}">
                <a16:creationId xmlns:a16="http://schemas.microsoft.com/office/drawing/2014/main" id="{A7985789-259F-8A45-8AFC-1116A7FBC4C0}"/>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dirty="0"/>
              <a:t>INSERT PRESENTATION SECTION</a:t>
            </a:r>
          </a:p>
        </p:txBody>
      </p:sp>
      <p:sp>
        <p:nvSpPr>
          <p:cNvPr id="20" name="Title 1">
            <a:extLst>
              <a:ext uri="{FF2B5EF4-FFF2-40B4-BE49-F238E27FC236}">
                <a16:creationId xmlns:a16="http://schemas.microsoft.com/office/drawing/2014/main" id="{0585523F-AA2C-D94A-8558-94C468B99C36}"/>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key slide message</a:t>
            </a:r>
          </a:p>
        </p:txBody>
      </p:sp>
      <p:grpSp>
        <p:nvGrpSpPr>
          <p:cNvPr id="27" name="Group 26">
            <a:extLst>
              <a:ext uri="{FF2B5EF4-FFF2-40B4-BE49-F238E27FC236}">
                <a16:creationId xmlns:a16="http://schemas.microsoft.com/office/drawing/2014/main" id="{5E3D95FD-87E1-8242-936D-A016724AAC60}"/>
              </a:ext>
            </a:extLst>
          </p:cNvPr>
          <p:cNvGrpSpPr/>
          <p:nvPr userDrawn="1"/>
        </p:nvGrpSpPr>
        <p:grpSpPr>
          <a:xfrm>
            <a:off x="340066" y="1737023"/>
            <a:ext cx="5561970" cy="1324829"/>
            <a:chOff x="340066" y="1721909"/>
            <a:chExt cx="5561970" cy="1324829"/>
          </a:xfrm>
        </p:grpSpPr>
        <p:sp>
          <p:nvSpPr>
            <p:cNvPr id="28" name="Oval 27">
              <a:extLst>
                <a:ext uri="{FF2B5EF4-FFF2-40B4-BE49-F238E27FC236}">
                  <a16:creationId xmlns:a16="http://schemas.microsoft.com/office/drawing/2014/main" id="{5D59DCD9-95CA-2849-8561-B2216ED23288}"/>
                </a:ext>
              </a:extLst>
            </p:cNvPr>
            <p:cNvSpPr/>
            <p:nvPr/>
          </p:nvSpPr>
          <p:spPr>
            <a:xfrm>
              <a:off x="340066" y="2357792"/>
              <a:ext cx="5405506" cy="688946"/>
            </a:xfrm>
            <a:prstGeom prst="ellipse">
              <a:avLst/>
            </a:prstGeom>
            <a:solidFill>
              <a:srgbClr val="000000">
                <a:alpha val="25000"/>
              </a:srgbClr>
            </a:solidFill>
            <a:ln>
              <a:noFill/>
            </a:ln>
            <a:effectLst>
              <a:softEdge rad="266700"/>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29" name="Rectangle 28">
              <a:extLst>
                <a:ext uri="{FF2B5EF4-FFF2-40B4-BE49-F238E27FC236}">
                  <a16:creationId xmlns:a16="http://schemas.microsoft.com/office/drawing/2014/main" id="{26731D74-9128-1544-855C-A1FEBA1CA2CF}"/>
                </a:ext>
              </a:extLst>
            </p:cNvPr>
            <p:cNvSpPr/>
            <p:nvPr/>
          </p:nvSpPr>
          <p:spPr>
            <a:xfrm>
              <a:off x="429915" y="1721909"/>
              <a:ext cx="5472121" cy="97288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sp>
        <p:nvSpPr>
          <p:cNvPr id="30" name="TextBox 29">
            <a:extLst>
              <a:ext uri="{FF2B5EF4-FFF2-40B4-BE49-F238E27FC236}">
                <a16:creationId xmlns:a16="http://schemas.microsoft.com/office/drawing/2014/main" id="{F21ED1E9-7DDE-7349-A824-0A8F7F613A5A}"/>
              </a:ext>
            </a:extLst>
          </p:cNvPr>
          <p:cNvSpPr txBox="1"/>
          <p:nvPr userDrawn="1"/>
        </p:nvSpPr>
        <p:spPr>
          <a:xfrm>
            <a:off x="429915" y="1364824"/>
            <a:ext cx="4469780" cy="357085"/>
          </a:xfrm>
          <a:prstGeom prst="rect">
            <a:avLst/>
          </a:prstGeom>
          <a:solidFill>
            <a:schemeClr val="accent1"/>
          </a:solidFill>
        </p:spPr>
        <p:txBody>
          <a:bodyPr wrap="square" lIns="90000" rtlCol="0" anchor="t">
            <a:spAutoFit/>
          </a:bodyPr>
          <a:lstStyle/>
          <a:p>
            <a:pPr>
              <a:lnSpc>
                <a:spcPct val="114000"/>
              </a:lnSpc>
            </a:pPr>
            <a:r>
              <a:rPr lang="en-US" sz="1600" b="1" dirty="0">
                <a:solidFill>
                  <a:schemeClr val="bg1"/>
                </a:solidFill>
              </a:rPr>
              <a:t>Risks in external dependencies</a:t>
            </a:r>
            <a:r>
              <a:rPr lang="en-US" sz="1600" b="0" dirty="0">
                <a:solidFill>
                  <a:schemeClr val="bg1"/>
                </a:solidFill>
              </a:rPr>
              <a:t> – System overview</a:t>
            </a:r>
          </a:p>
        </p:txBody>
      </p:sp>
      <p:sp>
        <p:nvSpPr>
          <p:cNvPr id="31" name="Content Placeholder 2">
            <a:extLst>
              <a:ext uri="{FF2B5EF4-FFF2-40B4-BE49-F238E27FC236}">
                <a16:creationId xmlns:a16="http://schemas.microsoft.com/office/drawing/2014/main" id="{B90D4AFC-98E5-0C4A-9707-F2559B9A97DC}"/>
              </a:ext>
            </a:extLst>
          </p:cNvPr>
          <p:cNvSpPr txBox="1">
            <a:spLocks/>
          </p:cNvSpPr>
          <p:nvPr userDrawn="1"/>
        </p:nvSpPr>
        <p:spPr>
          <a:xfrm>
            <a:off x="1204383" y="1831229"/>
            <a:ext cx="3695312" cy="262104"/>
          </a:xfrm>
          <a:prstGeom prst="rect">
            <a:avLst/>
          </a:prstGeom>
        </p:spPr>
        <p:txBody>
          <a:bodyPr vert="horz" lIns="0" tIns="0" rIns="0" bIns="0" rtlCol="0">
            <a:noAutofit/>
          </a:bodyPr>
          <a:lstStyle>
            <a:lvl1pPr marL="270000" indent="-270000" algn="l" defTabSz="274638" rtl="0" eaLnBrk="1" latinLnBrk="0" hangingPunct="1">
              <a:lnSpc>
                <a:spcPts val="2400"/>
              </a:lnSpc>
              <a:spcBef>
                <a:spcPts val="0"/>
              </a:spcBef>
              <a:spcAft>
                <a:spcPts val="567"/>
              </a:spcAft>
              <a:buClr>
                <a:schemeClr val="accent2"/>
              </a:buClr>
              <a:buFont typeface="TheSans B4 SemiLight"/>
              <a:buChar char="&gt;"/>
              <a:defRPr sz="1800" kern="1200">
                <a:solidFill>
                  <a:schemeClr val="tx2"/>
                </a:solidFill>
                <a:latin typeface="+mn-lt"/>
                <a:ea typeface="+mn-ea"/>
                <a:cs typeface="+mn-cs"/>
              </a:defRPr>
            </a:lvl1pPr>
            <a:lvl2pPr marL="540000" indent="-270000" algn="l" defTabSz="457200" rtl="0" eaLnBrk="1" latinLnBrk="0" hangingPunct="1">
              <a:lnSpc>
                <a:spcPts val="2400"/>
              </a:lnSpc>
              <a:spcBef>
                <a:spcPts val="0"/>
              </a:spcBef>
              <a:spcAft>
                <a:spcPts val="567"/>
              </a:spcAft>
              <a:buClr>
                <a:schemeClr val="accent2"/>
              </a:buClr>
              <a:buFont typeface="Arial"/>
              <a:buChar char="•"/>
              <a:defRPr sz="1800" kern="1200">
                <a:solidFill>
                  <a:schemeClr val="tx2"/>
                </a:solidFill>
                <a:latin typeface="+mn-lt"/>
                <a:ea typeface="+mn-ea"/>
                <a:cs typeface="+mn-cs"/>
              </a:defRPr>
            </a:lvl2pPr>
            <a:lvl3pPr marL="810000" marR="0" indent="-270000" algn="l" defTabSz="457200" rtl="0" eaLnBrk="1" fontAlgn="auto" latinLnBrk="0" hangingPunct="1">
              <a:lnSpc>
                <a:spcPts val="2400"/>
              </a:lnSpc>
              <a:spcBef>
                <a:spcPts val="0"/>
              </a:spcBef>
              <a:spcAft>
                <a:spcPts val="567"/>
              </a:spcAft>
              <a:buClrTx/>
              <a:buSzTx/>
              <a:buFont typeface="Lucida Grande"/>
              <a:buChar char="-"/>
              <a:tabLst/>
              <a:defRPr sz="1800" kern="1200">
                <a:solidFill>
                  <a:schemeClr val="tx2"/>
                </a:solidFill>
                <a:latin typeface="+mn-lt"/>
                <a:ea typeface="+mn-ea"/>
                <a:cs typeface="+mn-cs"/>
              </a:defRPr>
            </a:lvl3pPr>
            <a:lvl4pPr marL="41400" indent="0" algn="l" defTabSz="457200" rtl="0" eaLnBrk="1" latinLnBrk="0" hangingPunct="1">
              <a:lnSpc>
                <a:spcPts val="2400"/>
              </a:lnSpc>
              <a:spcBef>
                <a:spcPts val="0"/>
              </a:spcBef>
              <a:buClr>
                <a:schemeClr val="accent2"/>
              </a:buClr>
              <a:buFont typeface="Lucida Grande"/>
              <a:buNone/>
              <a:defRPr sz="1800" kern="1200">
                <a:solidFill>
                  <a:schemeClr val="tx2"/>
                </a:solidFill>
                <a:latin typeface="+mn-lt"/>
                <a:ea typeface="+mn-ea"/>
                <a:cs typeface="+mn-cs"/>
              </a:defRPr>
            </a:lvl4pPr>
            <a:lvl5pPr marL="270000" indent="-228600" algn="l" defTabSz="457200" rtl="0" eaLnBrk="1" latinLnBrk="0" hangingPunct="1">
              <a:lnSpc>
                <a:spcPts val="2400"/>
              </a:lnSpc>
              <a:spcBef>
                <a:spcPts val="0"/>
              </a:spcBef>
              <a:buClr>
                <a:schemeClr val="accent2"/>
              </a:buClr>
              <a:buFont typeface="Lucida Grande"/>
              <a:buChar char="&gt;"/>
              <a:defRPr sz="1800" kern="1200">
                <a:solidFill>
                  <a:schemeClr val="tx2"/>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lnSpc>
                <a:spcPct val="100000"/>
              </a:lnSpc>
              <a:buNone/>
            </a:pPr>
            <a:r>
              <a:rPr lang="en-GB" sz="1400" b="1" dirty="0">
                <a:solidFill>
                  <a:schemeClr val="accent1"/>
                </a:solidFill>
                <a:latin typeface="Calibri Regular"/>
              </a:rPr>
              <a:t>Risk categories</a:t>
            </a:r>
          </a:p>
        </p:txBody>
      </p:sp>
      <p:cxnSp>
        <p:nvCxnSpPr>
          <p:cNvPr id="33" name="Straight Connector 32">
            <a:extLst>
              <a:ext uri="{FF2B5EF4-FFF2-40B4-BE49-F238E27FC236}">
                <a16:creationId xmlns:a16="http://schemas.microsoft.com/office/drawing/2014/main" id="{C56613CA-FC98-E948-8B09-66C076B53E70}"/>
              </a:ext>
            </a:extLst>
          </p:cNvPr>
          <p:cNvCxnSpPr>
            <a:cxnSpLocks/>
          </p:cNvCxnSpPr>
          <p:nvPr/>
        </p:nvCxnSpPr>
        <p:spPr>
          <a:xfrm>
            <a:off x="2533868" y="2164896"/>
            <a:ext cx="720000" cy="0"/>
          </a:xfrm>
          <a:prstGeom prst="line">
            <a:avLst/>
          </a:prstGeom>
          <a:ln w="57150" cap="rnd">
            <a:solidFill>
              <a:srgbClr val="DB493D"/>
            </a:solidFill>
          </a:ln>
        </p:spPr>
        <p:style>
          <a:lnRef idx="1">
            <a:schemeClr val="accent1"/>
          </a:lnRef>
          <a:fillRef idx="0">
            <a:schemeClr val="accent1"/>
          </a:fillRef>
          <a:effectRef idx="0">
            <a:schemeClr val="accent1"/>
          </a:effectRef>
          <a:fontRef idx="minor">
            <a:schemeClr val="tx1"/>
          </a:fontRef>
        </p:style>
      </p:cxnSp>
      <p:sp>
        <p:nvSpPr>
          <p:cNvPr id="34" name="AutoShape 5">
            <a:extLst>
              <a:ext uri="{FF2B5EF4-FFF2-40B4-BE49-F238E27FC236}">
                <a16:creationId xmlns:a16="http://schemas.microsoft.com/office/drawing/2014/main" id="{9C79926D-A7E4-AB44-88CA-35B39C0B0F3B}"/>
              </a:ext>
            </a:extLst>
          </p:cNvPr>
          <p:cNvSpPr>
            <a:spLocks noChangeArrowheads="1"/>
          </p:cNvSpPr>
          <p:nvPr/>
        </p:nvSpPr>
        <p:spPr bwMode="auto">
          <a:xfrm>
            <a:off x="2561038" y="2243219"/>
            <a:ext cx="649538"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DB493D"/>
                </a:solidFill>
                <a:cs typeface="TheSansMono M5"/>
              </a:rPr>
              <a:t>high risk</a:t>
            </a:r>
          </a:p>
        </p:txBody>
      </p:sp>
      <p:sp>
        <p:nvSpPr>
          <p:cNvPr id="37" name="AutoShape 5">
            <a:extLst>
              <a:ext uri="{FF2B5EF4-FFF2-40B4-BE49-F238E27FC236}">
                <a16:creationId xmlns:a16="http://schemas.microsoft.com/office/drawing/2014/main" id="{A0F466DD-E497-0B47-9C89-D4A346F119C6}"/>
              </a:ext>
            </a:extLst>
          </p:cNvPr>
          <p:cNvSpPr>
            <a:spLocks noChangeArrowheads="1"/>
          </p:cNvSpPr>
          <p:nvPr/>
        </p:nvSpPr>
        <p:spPr bwMode="auto">
          <a:xfrm>
            <a:off x="3290395" y="2241262"/>
            <a:ext cx="888385"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EF981A"/>
                </a:solidFill>
                <a:cs typeface="TheSansMono M5"/>
              </a:rPr>
              <a:t>medium risk</a:t>
            </a:r>
          </a:p>
        </p:txBody>
      </p:sp>
      <p:cxnSp>
        <p:nvCxnSpPr>
          <p:cNvPr id="38" name="Straight Connector 37">
            <a:extLst>
              <a:ext uri="{FF2B5EF4-FFF2-40B4-BE49-F238E27FC236}">
                <a16:creationId xmlns:a16="http://schemas.microsoft.com/office/drawing/2014/main" id="{D061AE6C-EBE9-4F46-A618-ED7896ACA29D}"/>
              </a:ext>
            </a:extLst>
          </p:cNvPr>
          <p:cNvCxnSpPr>
            <a:cxnSpLocks/>
          </p:cNvCxnSpPr>
          <p:nvPr/>
        </p:nvCxnSpPr>
        <p:spPr>
          <a:xfrm>
            <a:off x="3373046" y="2164896"/>
            <a:ext cx="720000" cy="0"/>
          </a:xfrm>
          <a:prstGeom prst="line">
            <a:avLst/>
          </a:prstGeom>
          <a:ln w="57150" cap="rnd">
            <a:solidFill>
              <a:srgbClr val="EF981A"/>
            </a:solidFill>
          </a:ln>
        </p:spPr>
        <p:style>
          <a:lnRef idx="1">
            <a:schemeClr val="accent1"/>
          </a:lnRef>
          <a:fillRef idx="0">
            <a:schemeClr val="accent1"/>
          </a:fillRef>
          <a:effectRef idx="0">
            <a:schemeClr val="accent1"/>
          </a:effectRef>
          <a:fontRef idx="minor">
            <a:schemeClr val="tx1"/>
          </a:fontRef>
        </p:style>
      </p:cxnSp>
      <p:sp>
        <p:nvSpPr>
          <p:cNvPr id="41" name="AutoShape 5">
            <a:extLst>
              <a:ext uri="{FF2B5EF4-FFF2-40B4-BE49-F238E27FC236}">
                <a16:creationId xmlns:a16="http://schemas.microsoft.com/office/drawing/2014/main" id="{EA2FDCAB-455C-4E49-AF74-1E4FA9011BDE}"/>
              </a:ext>
            </a:extLst>
          </p:cNvPr>
          <p:cNvSpPr>
            <a:spLocks noChangeArrowheads="1"/>
          </p:cNvSpPr>
          <p:nvPr/>
        </p:nvSpPr>
        <p:spPr bwMode="auto">
          <a:xfrm>
            <a:off x="4250436" y="2236451"/>
            <a:ext cx="615297"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F8C740"/>
                </a:solidFill>
                <a:cs typeface="TheSansMono M5"/>
              </a:rPr>
              <a:t>low risk</a:t>
            </a:r>
          </a:p>
        </p:txBody>
      </p:sp>
      <p:cxnSp>
        <p:nvCxnSpPr>
          <p:cNvPr id="42" name="Straight Connector 41">
            <a:extLst>
              <a:ext uri="{FF2B5EF4-FFF2-40B4-BE49-F238E27FC236}">
                <a16:creationId xmlns:a16="http://schemas.microsoft.com/office/drawing/2014/main" id="{8D80D8D2-64AB-5B45-9E98-3024038CA8F5}"/>
              </a:ext>
            </a:extLst>
          </p:cNvPr>
          <p:cNvCxnSpPr>
            <a:cxnSpLocks/>
          </p:cNvCxnSpPr>
          <p:nvPr/>
        </p:nvCxnSpPr>
        <p:spPr>
          <a:xfrm>
            <a:off x="4206995" y="2164896"/>
            <a:ext cx="720000" cy="0"/>
          </a:xfrm>
          <a:prstGeom prst="line">
            <a:avLst/>
          </a:prstGeom>
          <a:ln w="57150" cap="rnd">
            <a:solidFill>
              <a:srgbClr val="F8C740"/>
            </a:solidFill>
          </a:ln>
        </p:spPr>
        <p:style>
          <a:lnRef idx="1">
            <a:schemeClr val="accent1"/>
          </a:lnRef>
          <a:fillRef idx="0">
            <a:schemeClr val="accent1"/>
          </a:fillRef>
          <a:effectRef idx="0">
            <a:schemeClr val="accent1"/>
          </a:effectRef>
          <a:fontRef idx="minor">
            <a:schemeClr val="tx1"/>
          </a:fontRef>
        </p:style>
      </p:cxnSp>
      <p:sp>
        <p:nvSpPr>
          <p:cNvPr id="45" name="AutoShape 5">
            <a:extLst>
              <a:ext uri="{FF2B5EF4-FFF2-40B4-BE49-F238E27FC236}">
                <a16:creationId xmlns:a16="http://schemas.microsoft.com/office/drawing/2014/main" id="{83EAF45F-0735-074F-B8DE-661963E387B1}"/>
              </a:ext>
            </a:extLst>
          </p:cNvPr>
          <p:cNvSpPr>
            <a:spLocks noChangeArrowheads="1"/>
          </p:cNvSpPr>
          <p:nvPr/>
        </p:nvSpPr>
        <p:spPr bwMode="auto">
          <a:xfrm>
            <a:off x="5035071" y="2240877"/>
            <a:ext cx="697627" cy="184666"/>
          </a:xfrm>
          <a:prstGeom prst="foldedCorner">
            <a:avLst>
              <a:gd name="adj" fmla="val 0"/>
            </a:avLst>
          </a:prstGeom>
          <a:noFill/>
          <a:ln w="6350" cmpd="sng">
            <a:noFill/>
            <a:round/>
            <a:headEnd/>
            <a:tailEnd/>
          </a:ln>
          <a:effectLst/>
        </p:spPr>
        <p:txBody>
          <a:bodyPr wrap="none" tIns="0" bIns="0">
            <a:spAutoFit/>
          </a:bodyPr>
          <a:lstStyle/>
          <a:p>
            <a:pPr algn="ctr">
              <a:defRPr/>
            </a:pPr>
            <a:r>
              <a:rPr lang="en-US" sz="1100" b="1" dirty="0">
                <a:solidFill>
                  <a:srgbClr val="57C968"/>
                </a:solidFill>
                <a:latin typeface="Calibri" panose="020F0502020204030204" pitchFamily="34" charset="0"/>
                <a:cs typeface="Calibri" panose="020F0502020204030204" pitchFamily="34" charset="0"/>
              </a:rPr>
              <a:t>✓</a:t>
            </a:r>
            <a:r>
              <a:rPr lang="en-US" sz="1200" dirty="0">
                <a:solidFill>
                  <a:srgbClr val="57C968"/>
                </a:solidFill>
              </a:rPr>
              <a:t> </a:t>
            </a:r>
            <a:r>
              <a:rPr lang="en-US" sz="1200" spc="-50" noProof="1">
                <a:solidFill>
                  <a:srgbClr val="57C968"/>
                </a:solidFill>
                <a:cs typeface="TheSansMono M5"/>
              </a:rPr>
              <a:t>no risk</a:t>
            </a:r>
          </a:p>
        </p:txBody>
      </p:sp>
      <p:cxnSp>
        <p:nvCxnSpPr>
          <p:cNvPr id="46" name="Straight Connector 45">
            <a:extLst>
              <a:ext uri="{FF2B5EF4-FFF2-40B4-BE49-F238E27FC236}">
                <a16:creationId xmlns:a16="http://schemas.microsoft.com/office/drawing/2014/main" id="{99335F77-CBBF-B24B-8F0A-85FCA257B10A}"/>
              </a:ext>
            </a:extLst>
          </p:cNvPr>
          <p:cNvCxnSpPr>
            <a:cxnSpLocks/>
          </p:cNvCxnSpPr>
          <p:nvPr/>
        </p:nvCxnSpPr>
        <p:spPr>
          <a:xfrm>
            <a:off x="5040951" y="2164896"/>
            <a:ext cx="720000" cy="0"/>
          </a:xfrm>
          <a:prstGeom prst="line">
            <a:avLst/>
          </a:prstGeom>
          <a:ln w="57150" cap="rnd">
            <a:solidFill>
              <a:srgbClr val="57C968"/>
            </a:solidFill>
          </a:ln>
        </p:spPr>
        <p:style>
          <a:lnRef idx="1">
            <a:schemeClr val="accent1"/>
          </a:lnRef>
          <a:fillRef idx="0">
            <a:schemeClr val="accent1"/>
          </a:fillRef>
          <a:effectRef idx="0">
            <a:schemeClr val="accent1"/>
          </a:effectRef>
          <a:fontRef idx="minor">
            <a:schemeClr val="tx1"/>
          </a:fontRef>
        </p:style>
      </p:cxnSp>
      <p:sp>
        <p:nvSpPr>
          <p:cNvPr id="48" name="Freeform 47">
            <a:extLst>
              <a:ext uri="{FF2B5EF4-FFF2-40B4-BE49-F238E27FC236}">
                <a16:creationId xmlns:a16="http://schemas.microsoft.com/office/drawing/2014/main" id="{91356441-694B-B541-8959-E690A83565FC}"/>
              </a:ext>
            </a:extLst>
          </p:cNvPr>
          <p:cNvSpPr/>
          <p:nvPr userDrawn="1"/>
        </p:nvSpPr>
        <p:spPr>
          <a:xfrm>
            <a:off x="529948" y="1793444"/>
            <a:ext cx="1078883" cy="721276"/>
          </a:xfrm>
          <a:custGeom>
            <a:avLst/>
            <a:gdLst>
              <a:gd name="connsiteX0" fmla="*/ 28050 w 1078883"/>
              <a:gd name="connsiteY0" fmla="*/ 0 h 721276"/>
              <a:gd name="connsiteX1" fmla="*/ 915239 w 1078883"/>
              <a:gd name="connsiteY1" fmla="*/ 0 h 721276"/>
              <a:gd name="connsiteX2" fmla="*/ 1078883 w 1078883"/>
              <a:gd name="connsiteY2" fmla="*/ 364710 h 721276"/>
              <a:gd name="connsiteX3" fmla="*/ 918893 w 1078883"/>
              <a:gd name="connsiteY3" fmla="*/ 721276 h 721276"/>
              <a:gd name="connsiteX4" fmla="*/ 28050 w 1078883"/>
              <a:gd name="connsiteY4" fmla="*/ 721276 h 721276"/>
              <a:gd name="connsiteX5" fmla="*/ 0 w 1078883"/>
              <a:gd name="connsiteY5" fmla="*/ 693226 h 721276"/>
              <a:gd name="connsiteX6" fmla="*/ 0 w 1078883"/>
              <a:gd name="connsiteY6" fmla="*/ 28050 h 721276"/>
              <a:gd name="connsiteX7" fmla="*/ 28050 w 1078883"/>
              <a:gd name="connsiteY7" fmla="*/ 0 h 721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883" h="721276">
                <a:moveTo>
                  <a:pt x="28050" y="0"/>
                </a:moveTo>
                <a:lnTo>
                  <a:pt x="915239" y="0"/>
                </a:lnTo>
                <a:lnTo>
                  <a:pt x="1078883" y="364710"/>
                </a:lnTo>
                <a:lnTo>
                  <a:pt x="918893" y="721276"/>
                </a:lnTo>
                <a:lnTo>
                  <a:pt x="28050" y="721276"/>
                </a:lnTo>
                <a:cubicBezTo>
                  <a:pt x="12558" y="721276"/>
                  <a:pt x="0" y="708718"/>
                  <a:pt x="0" y="693226"/>
                </a:cubicBezTo>
                <a:lnTo>
                  <a:pt x="0" y="28050"/>
                </a:lnTo>
                <a:cubicBezTo>
                  <a:pt x="0" y="12558"/>
                  <a:pt x="12558" y="0"/>
                  <a:pt x="28050" y="0"/>
                </a:cubicBezTo>
                <a:close/>
              </a:path>
            </a:pathLst>
          </a:custGeom>
          <a:gradFill>
            <a:gsLst>
              <a:gs pos="0">
                <a:schemeClr val="bg2">
                  <a:alpha val="25000"/>
                </a:schemeClr>
              </a:gs>
              <a:gs pos="100000">
                <a:schemeClr val="bg2">
                  <a:alpha val="0"/>
                </a:schemeClr>
              </a:gs>
            </a:gsLst>
            <a:lin ang="2700000" scaled="0"/>
          </a:gradFill>
          <a:ln w="9525">
            <a:solidFill>
              <a:schemeClr val="bg2">
                <a:alpha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50" name="AutoShape 5">
            <a:extLst>
              <a:ext uri="{FF2B5EF4-FFF2-40B4-BE49-F238E27FC236}">
                <a16:creationId xmlns:a16="http://schemas.microsoft.com/office/drawing/2014/main" id="{A85B6768-8DD0-3840-98FF-EA35442768A0}"/>
              </a:ext>
            </a:extLst>
          </p:cNvPr>
          <p:cNvSpPr>
            <a:spLocks noChangeArrowheads="1"/>
          </p:cNvSpPr>
          <p:nvPr userDrawn="1"/>
        </p:nvSpPr>
        <p:spPr bwMode="auto">
          <a:xfrm>
            <a:off x="529948" y="2082563"/>
            <a:ext cx="946336" cy="338554"/>
          </a:xfrm>
          <a:prstGeom prst="foldedCorner">
            <a:avLst>
              <a:gd name="adj" fmla="val 0"/>
            </a:avLst>
          </a:prstGeom>
          <a:noFill/>
          <a:ln w="6350" cmpd="sng">
            <a:noFill/>
            <a:round/>
            <a:headEnd/>
            <a:tailEnd/>
          </a:ln>
          <a:effectLst/>
        </p:spPr>
        <p:txBody>
          <a:bodyPr wrap="square" lIns="36000" tIns="0" rIns="36000" bIns="0">
            <a:spAutoFit/>
          </a:bodyPr>
          <a:lstStyle/>
          <a:p>
            <a:pPr algn="ctr">
              <a:defRPr/>
            </a:pPr>
            <a:r>
              <a:rPr lang="en-US" sz="1100" dirty="0">
                <a:solidFill>
                  <a:schemeClr val="bg2"/>
                </a:solidFill>
                <a:latin typeface="Calibri" panose="020F0502020204030204" pitchFamily="34" charset="0"/>
                <a:cs typeface="Calibri" panose="020F0502020204030204" pitchFamily="34" charset="0"/>
              </a:rPr>
              <a:t>external</a:t>
            </a:r>
            <a:br>
              <a:rPr lang="en-US" sz="1100" dirty="0">
                <a:solidFill>
                  <a:schemeClr val="bg2"/>
                </a:solidFill>
                <a:latin typeface="Calibri" panose="020F0502020204030204" pitchFamily="34" charset="0"/>
                <a:cs typeface="Calibri" panose="020F0502020204030204" pitchFamily="34" charset="0"/>
              </a:rPr>
            </a:br>
            <a:r>
              <a:rPr lang="en-US" sz="1100" dirty="0">
                <a:solidFill>
                  <a:schemeClr val="bg2"/>
                </a:solidFill>
                <a:latin typeface="Calibri" panose="020F0502020204030204" pitchFamily="34" charset="0"/>
                <a:cs typeface="Calibri" panose="020F0502020204030204" pitchFamily="34" charset="0"/>
              </a:rPr>
              <a:t>dependencies</a:t>
            </a:r>
            <a:endParaRPr lang="en-US" sz="1200" spc="-50" noProof="1">
              <a:solidFill>
                <a:schemeClr val="bg2"/>
              </a:solidFill>
              <a:cs typeface="TheSansMono M5"/>
            </a:endParaRPr>
          </a:p>
        </p:txBody>
      </p:sp>
      <p:sp>
        <p:nvSpPr>
          <p:cNvPr id="54" name="Rectangle 53">
            <a:extLst>
              <a:ext uri="{FF2B5EF4-FFF2-40B4-BE49-F238E27FC236}">
                <a16:creationId xmlns:a16="http://schemas.microsoft.com/office/drawing/2014/main" id="{97CD0235-CB15-C949-BCBD-9E062FB24F3A}"/>
              </a:ext>
            </a:extLst>
          </p:cNvPr>
          <p:cNvSpPr/>
          <p:nvPr userDrawn="1"/>
        </p:nvSpPr>
        <p:spPr>
          <a:xfrm>
            <a:off x="6116295" y="730293"/>
            <a:ext cx="6075705" cy="61277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accent1"/>
              </a:solidFill>
            </a:endParaRPr>
          </a:p>
        </p:txBody>
      </p:sp>
      <p:sp>
        <p:nvSpPr>
          <p:cNvPr id="55" name="Content Placeholder 2">
            <a:extLst>
              <a:ext uri="{FF2B5EF4-FFF2-40B4-BE49-F238E27FC236}">
                <a16:creationId xmlns:a16="http://schemas.microsoft.com/office/drawing/2014/main" id="{C8989BBF-287E-B847-9CAC-6DA102EFBD4A}"/>
              </a:ext>
            </a:extLst>
          </p:cNvPr>
          <p:cNvSpPr>
            <a:spLocks noGrp="1"/>
          </p:cNvSpPr>
          <p:nvPr userDrawn="1">
            <p:ph sz="quarter" idx="13" hasCustomPrompt="1"/>
          </p:nvPr>
        </p:nvSpPr>
        <p:spPr>
          <a:xfrm>
            <a:off x="6420006" y="1368000"/>
            <a:ext cx="5326793" cy="4950000"/>
          </a:xfrm>
        </p:spPr>
        <p:txBody>
          <a:bodyPr>
            <a:noAutofit/>
          </a:bodyPr>
          <a:lstStyle>
            <a:lvl1pPr marL="285750" indent="-285750">
              <a:buFont typeface="Wingdings" pitchFamily="2" charset="2"/>
              <a:buChar char="§"/>
              <a:tabLst/>
              <a:defRPr>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
        <p:nvSpPr>
          <p:cNvPr id="56" name="Text Placeholder 2">
            <a:extLst>
              <a:ext uri="{FF2B5EF4-FFF2-40B4-BE49-F238E27FC236}">
                <a16:creationId xmlns:a16="http://schemas.microsoft.com/office/drawing/2014/main" id="{8FE26B8D-BD73-4444-8D0F-1248DE1DD5BD}"/>
              </a:ext>
            </a:extLst>
          </p:cNvPr>
          <p:cNvSpPr>
            <a:spLocks noGrp="1"/>
          </p:cNvSpPr>
          <p:nvPr>
            <p:ph type="body" sz="quarter" idx="14" hasCustomPrompt="1"/>
          </p:nvPr>
        </p:nvSpPr>
        <p:spPr>
          <a:xfrm>
            <a:off x="597149" y="1816783"/>
            <a:ext cx="835106" cy="265112"/>
          </a:xfrm>
        </p:spPr>
        <p:txBody>
          <a:bodyPr anchor="ctr">
            <a:noAutofit/>
          </a:bodyPr>
          <a:lstStyle>
            <a:lvl1pPr marL="0" indent="0" algn="ctr">
              <a:buFont typeface="Arial" panose="020B0604020202020204" pitchFamily="34" charset="0"/>
              <a:buNone/>
              <a:defRPr sz="1600" b="1">
                <a:solidFill>
                  <a:schemeClr val="bg2"/>
                </a:solidFill>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58" name="Text Placeholder 2">
            <a:extLst>
              <a:ext uri="{FF2B5EF4-FFF2-40B4-BE49-F238E27FC236}">
                <a16:creationId xmlns:a16="http://schemas.microsoft.com/office/drawing/2014/main" id="{EDC22544-D9BC-B244-939B-9E83862D4EF4}"/>
              </a:ext>
            </a:extLst>
          </p:cNvPr>
          <p:cNvSpPr>
            <a:spLocks noGrp="1"/>
          </p:cNvSpPr>
          <p:nvPr>
            <p:ph type="body" sz="quarter" idx="15" hasCustomPrompt="1"/>
          </p:nvPr>
        </p:nvSpPr>
        <p:spPr>
          <a:xfrm>
            <a:off x="2522570" y="1816783"/>
            <a:ext cx="734436" cy="265112"/>
          </a:xfrm>
        </p:spPr>
        <p:txBody>
          <a:bodyPr anchor="ctr">
            <a:noAutofit/>
          </a:bodyPr>
          <a:lstStyle>
            <a:lvl1pPr marL="0" indent="0" algn="ctr">
              <a:buFont typeface="Arial" panose="020B0604020202020204" pitchFamily="34" charset="0"/>
              <a:buNone/>
              <a:defRPr sz="1600" b="1">
                <a:solidFill>
                  <a:schemeClr val="bg2"/>
                </a:solidFill>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0" name="Text Placeholder 2">
            <a:extLst>
              <a:ext uri="{FF2B5EF4-FFF2-40B4-BE49-F238E27FC236}">
                <a16:creationId xmlns:a16="http://schemas.microsoft.com/office/drawing/2014/main" id="{BB9C82F9-0A2D-9945-BB70-9C7924044338}"/>
              </a:ext>
            </a:extLst>
          </p:cNvPr>
          <p:cNvSpPr>
            <a:spLocks noGrp="1"/>
          </p:cNvSpPr>
          <p:nvPr>
            <p:ph type="body" sz="quarter" idx="16" hasCustomPrompt="1"/>
          </p:nvPr>
        </p:nvSpPr>
        <p:spPr>
          <a:xfrm>
            <a:off x="3345172" y="1816783"/>
            <a:ext cx="760514" cy="265112"/>
          </a:xfrm>
        </p:spPr>
        <p:txBody>
          <a:bodyPr anchor="ctr">
            <a:noAutofit/>
          </a:bodyPr>
          <a:lstStyle>
            <a:lvl1pPr marL="0" indent="0" algn="ctr">
              <a:buFont typeface="Arial" panose="020B0604020202020204" pitchFamily="34" charset="0"/>
              <a:buNone/>
              <a:defRPr sz="1600" b="1">
                <a:solidFill>
                  <a:schemeClr val="bg2"/>
                </a:solidFill>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1" name="Text Placeholder 2">
            <a:extLst>
              <a:ext uri="{FF2B5EF4-FFF2-40B4-BE49-F238E27FC236}">
                <a16:creationId xmlns:a16="http://schemas.microsoft.com/office/drawing/2014/main" id="{4F6EE5E4-7412-804B-AB0B-2612A9AEF197}"/>
              </a:ext>
            </a:extLst>
          </p:cNvPr>
          <p:cNvSpPr>
            <a:spLocks noGrp="1"/>
          </p:cNvSpPr>
          <p:nvPr>
            <p:ph type="body" sz="quarter" idx="17" hasCustomPrompt="1"/>
          </p:nvPr>
        </p:nvSpPr>
        <p:spPr>
          <a:xfrm>
            <a:off x="4180072" y="1816783"/>
            <a:ext cx="760514" cy="265112"/>
          </a:xfrm>
        </p:spPr>
        <p:txBody>
          <a:bodyPr anchor="ctr">
            <a:noAutofit/>
          </a:bodyPr>
          <a:lstStyle>
            <a:lvl1pPr marL="0" indent="0" algn="ctr">
              <a:buFont typeface="Arial" panose="020B0604020202020204" pitchFamily="34" charset="0"/>
              <a:buNone/>
              <a:defRPr sz="1600" b="1">
                <a:solidFill>
                  <a:schemeClr val="bg2"/>
                </a:solidFill>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2" name="Text Placeholder 2">
            <a:extLst>
              <a:ext uri="{FF2B5EF4-FFF2-40B4-BE49-F238E27FC236}">
                <a16:creationId xmlns:a16="http://schemas.microsoft.com/office/drawing/2014/main" id="{20222DCE-C402-BC42-9510-1717F16DF891}"/>
              </a:ext>
            </a:extLst>
          </p:cNvPr>
          <p:cNvSpPr>
            <a:spLocks noGrp="1"/>
          </p:cNvSpPr>
          <p:nvPr>
            <p:ph type="body" sz="quarter" idx="18" hasCustomPrompt="1"/>
          </p:nvPr>
        </p:nvSpPr>
        <p:spPr>
          <a:xfrm>
            <a:off x="4998590" y="1816783"/>
            <a:ext cx="776867" cy="265112"/>
          </a:xfrm>
        </p:spPr>
        <p:txBody>
          <a:bodyPr anchor="ctr">
            <a:noAutofit/>
          </a:bodyPr>
          <a:lstStyle>
            <a:lvl1pPr marL="0" indent="0" algn="ctr">
              <a:buFont typeface="Arial" panose="020B0604020202020204" pitchFamily="34" charset="0"/>
              <a:buNone/>
              <a:defRPr sz="1600" b="1">
                <a:solidFill>
                  <a:srgbClr val="57C968"/>
                </a:solidFill>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cxnSp>
        <p:nvCxnSpPr>
          <p:cNvPr id="6" name="Straight Connector 5">
            <a:extLst>
              <a:ext uri="{FF2B5EF4-FFF2-40B4-BE49-F238E27FC236}">
                <a16:creationId xmlns:a16="http://schemas.microsoft.com/office/drawing/2014/main" id="{D3B0C8CF-791F-18E5-4333-1B6A84495D38}"/>
              </a:ext>
            </a:extLst>
          </p:cNvPr>
          <p:cNvCxnSpPr>
            <a:cxnSpLocks/>
          </p:cNvCxnSpPr>
          <p:nvPr userDrawn="1"/>
        </p:nvCxnSpPr>
        <p:spPr>
          <a:xfrm>
            <a:off x="1696774" y="2159781"/>
            <a:ext cx="720000" cy="0"/>
          </a:xfrm>
          <a:prstGeom prst="line">
            <a:avLst/>
          </a:prstGeom>
          <a:ln w="57150" cap="rnd">
            <a:solidFill>
              <a:srgbClr val="910714"/>
            </a:solidFill>
          </a:ln>
        </p:spPr>
        <p:style>
          <a:lnRef idx="1">
            <a:schemeClr val="accent1"/>
          </a:lnRef>
          <a:fillRef idx="0">
            <a:schemeClr val="accent1"/>
          </a:fillRef>
          <a:effectRef idx="0">
            <a:schemeClr val="accent1"/>
          </a:effectRef>
          <a:fontRef idx="minor">
            <a:schemeClr val="tx1"/>
          </a:fontRef>
        </p:style>
      </p:cxnSp>
      <p:sp>
        <p:nvSpPr>
          <p:cNvPr id="7" name="AutoShape 5">
            <a:extLst>
              <a:ext uri="{FF2B5EF4-FFF2-40B4-BE49-F238E27FC236}">
                <a16:creationId xmlns:a16="http://schemas.microsoft.com/office/drawing/2014/main" id="{D8BC2DDE-6625-F621-EC94-783A87A7B4F3}"/>
              </a:ext>
            </a:extLst>
          </p:cNvPr>
          <p:cNvSpPr>
            <a:spLocks noChangeArrowheads="1"/>
          </p:cNvSpPr>
          <p:nvPr userDrawn="1"/>
        </p:nvSpPr>
        <p:spPr bwMode="auto">
          <a:xfrm>
            <a:off x="1663674" y="2238104"/>
            <a:ext cx="770084"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910714"/>
                </a:solidFill>
                <a:cs typeface="TheSansMono M5"/>
              </a:rPr>
              <a:t>critical risk</a:t>
            </a:r>
          </a:p>
        </p:txBody>
      </p:sp>
      <p:sp>
        <p:nvSpPr>
          <p:cNvPr id="43" name="Text Placeholder 2">
            <a:extLst>
              <a:ext uri="{FF2B5EF4-FFF2-40B4-BE49-F238E27FC236}">
                <a16:creationId xmlns:a16="http://schemas.microsoft.com/office/drawing/2014/main" id="{CAAE3B6A-A32C-2E31-61A0-D3B86C8941C9}"/>
              </a:ext>
            </a:extLst>
          </p:cNvPr>
          <p:cNvSpPr>
            <a:spLocks noGrp="1"/>
          </p:cNvSpPr>
          <p:nvPr>
            <p:ph type="body" sz="quarter" idx="19" hasCustomPrompt="1"/>
          </p:nvPr>
        </p:nvSpPr>
        <p:spPr>
          <a:xfrm>
            <a:off x="1685476" y="1811668"/>
            <a:ext cx="734436" cy="265112"/>
          </a:xfrm>
        </p:spPr>
        <p:txBody>
          <a:bodyPr anchor="ctr">
            <a:noAutofit/>
          </a:bodyPr>
          <a:lstStyle>
            <a:lvl1pPr marL="0" indent="0" algn="ctr">
              <a:buFont typeface="Arial" panose="020B0604020202020204" pitchFamily="34" charset="0"/>
              <a:buNone/>
              <a:defRPr sz="1600" b="1">
                <a:solidFill>
                  <a:schemeClr val="bg2"/>
                </a:solidFill>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3" name="TextBox 2">
            <a:extLst>
              <a:ext uri="{FF2B5EF4-FFF2-40B4-BE49-F238E27FC236}">
                <a16:creationId xmlns:a16="http://schemas.microsoft.com/office/drawing/2014/main" id="{5546E4A2-084F-9B55-1A76-59A9E48860A4}"/>
              </a:ext>
            </a:extLst>
          </p:cNvPr>
          <p:cNvSpPr txBox="1"/>
          <p:nvPr userDrawn="1"/>
        </p:nvSpPr>
        <p:spPr>
          <a:xfrm>
            <a:off x="-143206" y="5881381"/>
            <a:ext cx="2549071" cy="289438"/>
          </a:xfrm>
          <a:prstGeom prst="rect">
            <a:avLst/>
          </a:prstGeom>
          <a:noFill/>
        </p:spPr>
        <p:txBody>
          <a:bodyPr wrap="square" lIns="90000" rtlCol="0" anchor="t">
            <a:spAutoFit/>
          </a:bodyPr>
          <a:lstStyle/>
          <a:p>
            <a:pPr algn="r">
              <a:lnSpc>
                <a:spcPct val="113000"/>
              </a:lnSpc>
            </a:pPr>
            <a:r>
              <a:rPr lang="en-US" sz="1200" dirty="0">
                <a:solidFill>
                  <a:schemeClr val="tx1">
                    <a:lumMod val="60000"/>
                    <a:lumOff val="40000"/>
                    <a:alpha val="50000"/>
                  </a:schemeClr>
                </a:solidFill>
              </a:rPr>
              <a:t>Number of dependencies:</a:t>
            </a:r>
          </a:p>
        </p:txBody>
      </p:sp>
      <p:grpSp>
        <p:nvGrpSpPr>
          <p:cNvPr id="4" name="Group 3">
            <a:extLst>
              <a:ext uri="{FF2B5EF4-FFF2-40B4-BE49-F238E27FC236}">
                <a16:creationId xmlns:a16="http://schemas.microsoft.com/office/drawing/2014/main" id="{14748B4A-7DD2-00DB-AD86-FD93B244FC19}"/>
              </a:ext>
            </a:extLst>
          </p:cNvPr>
          <p:cNvGrpSpPr/>
          <p:nvPr userDrawn="1"/>
        </p:nvGrpSpPr>
        <p:grpSpPr>
          <a:xfrm>
            <a:off x="184167" y="2938848"/>
            <a:ext cx="2176758" cy="478914"/>
            <a:chOff x="184167" y="2938848"/>
            <a:chExt cx="2176758" cy="478914"/>
          </a:xfrm>
        </p:grpSpPr>
        <p:pic>
          <p:nvPicPr>
            <p:cNvPr id="5" name="Graphic 4">
              <a:extLst>
                <a:ext uri="{FF2B5EF4-FFF2-40B4-BE49-F238E27FC236}">
                  <a16:creationId xmlns:a16="http://schemas.microsoft.com/office/drawing/2014/main" id="{FD8BF416-6FD7-D2A6-2D79-58E7A1832B08}"/>
                </a:ext>
              </a:extLst>
            </p:cNvPr>
            <p:cNvPicPr>
              <a:picLocks noChangeAspect="1"/>
            </p:cNvPicPr>
            <p:nvPr userDrawn="1"/>
          </p:nvPicPr>
          <p:blipFill>
            <a:blip r:embed="rId2">
              <a:lum bright="100000"/>
              <a:alphaModFix amt="80000"/>
              <a:extLst>
                <a:ext uri="{96DAC541-7B7A-43D3-8B79-37D633B846F1}">
                  <asvg:svgBlip xmlns:asvg="http://schemas.microsoft.com/office/drawing/2016/SVG/main" r:embed="rId3"/>
                </a:ext>
              </a:extLst>
            </a:blip>
            <a:stretch>
              <a:fillRect/>
            </a:stretch>
          </p:blipFill>
          <p:spPr>
            <a:xfrm>
              <a:off x="2132325" y="3145777"/>
              <a:ext cx="228600" cy="228600"/>
            </a:xfrm>
            <a:prstGeom prst="rect">
              <a:avLst/>
            </a:prstGeom>
          </p:spPr>
        </p:pic>
        <p:sp>
          <p:nvSpPr>
            <p:cNvPr id="9" name="TextBox 8">
              <a:extLst>
                <a:ext uri="{FF2B5EF4-FFF2-40B4-BE49-F238E27FC236}">
                  <a16:creationId xmlns:a16="http://schemas.microsoft.com/office/drawing/2014/main" id="{88FA3170-93BB-C32C-D469-8D7B377640BD}"/>
                </a:ext>
              </a:extLst>
            </p:cNvPr>
            <p:cNvSpPr txBox="1"/>
            <p:nvPr userDrawn="1"/>
          </p:nvSpPr>
          <p:spPr>
            <a:xfrm>
              <a:off x="184167" y="2938848"/>
              <a:ext cx="1930982" cy="478914"/>
            </a:xfrm>
            <a:prstGeom prst="rect">
              <a:avLst/>
            </a:prstGeom>
            <a:noFill/>
          </p:spPr>
          <p:txBody>
            <a:bodyPr wrap="square">
              <a:spAutoFit/>
            </a:bodyPr>
            <a:lstStyle/>
            <a:p>
              <a:pPr algn="r">
                <a:lnSpc>
                  <a:spcPct val="180000"/>
                </a:lnSpc>
              </a:pPr>
              <a:r>
                <a:rPr lang="en-US" sz="1600" b="1" dirty="0">
                  <a:solidFill>
                    <a:schemeClr val="tx1">
                      <a:lumMod val="40000"/>
                      <a:lumOff val="60000"/>
                    </a:schemeClr>
                  </a:solidFill>
                </a:rPr>
                <a:t>vulnerability </a:t>
              </a:r>
              <a:r>
                <a:rPr lang="en-US" sz="1600" dirty="0">
                  <a:solidFill>
                    <a:schemeClr val="tx1">
                      <a:lumMod val="40000"/>
                      <a:lumOff val="60000"/>
                    </a:schemeClr>
                  </a:solidFill>
                </a:rPr>
                <a:t>risk</a:t>
              </a:r>
            </a:p>
          </p:txBody>
        </p:sp>
      </p:grpSp>
      <p:grpSp>
        <p:nvGrpSpPr>
          <p:cNvPr id="11" name="Group 10">
            <a:extLst>
              <a:ext uri="{FF2B5EF4-FFF2-40B4-BE49-F238E27FC236}">
                <a16:creationId xmlns:a16="http://schemas.microsoft.com/office/drawing/2014/main" id="{55DD96C8-3ACF-1DFF-CF73-0AF5F066614E}"/>
              </a:ext>
            </a:extLst>
          </p:cNvPr>
          <p:cNvGrpSpPr/>
          <p:nvPr userDrawn="1"/>
        </p:nvGrpSpPr>
        <p:grpSpPr>
          <a:xfrm>
            <a:off x="1016807" y="3564280"/>
            <a:ext cx="1344118" cy="423514"/>
            <a:chOff x="1016807" y="3564280"/>
            <a:chExt cx="1344118" cy="423514"/>
          </a:xfrm>
        </p:grpSpPr>
        <p:pic>
          <p:nvPicPr>
            <p:cNvPr id="13" name="Graphic 12">
              <a:extLst>
                <a:ext uri="{FF2B5EF4-FFF2-40B4-BE49-F238E27FC236}">
                  <a16:creationId xmlns:a16="http://schemas.microsoft.com/office/drawing/2014/main" id="{5D59CE77-F471-DC75-C135-1DA00EA336BA}"/>
                </a:ext>
              </a:extLst>
            </p:cNvPr>
            <p:cNvPicPr>
              <a:picLocks noChangeAspect="1"/>
            </p:cNvPicPr>
            <p:nvPr userDrawn="1"/>
          </p:nvPicPr>
          <p:blipFill>
            <a:blip r:embed="rId4">
              <a:lum bright="100000"/>
              <a:alphaModFix amt="80000"/>
              <a:extLst>
                <a:ext uri="{96DAC541-7B7A-43D3-8B79-37D633B846F1}">
                  <asvg:svgBlip xmlns:asvg="http://schemas.microsoft.com/office/drawing/2016/SVG/main" r:embed="rId5"/>
                </a:ext>
              </a:extLst>
            </a:blip>
            <a:stretch>
              <a:fillRect/>
            </a:stretch>
          </p:blipFill>
          <p:spPr>
            <a:xfrm>
              <a:off x="2132325" y="3703034"/>
              <a:ext cx="228600" cy="228600"/>
            </a:xfrm>
            <a:prstGeom prst="rect">
              <a:avLst/>
            </a:prstGeom>
          </p:spPr>
        </p:pic>
        <p:sp>
          <p:nvSpPr>
            <p:cNvPr id="24" name="TextBox 23">
              <a:extLst>
                <a:ext uri="{FF2B5EF4-FFF2-40B4-BE49-F238E27FC236}">
                  <a16:creationId xmlns:a16="http://schemas.microsoft.com/office/drawing/2014/main" id="{4AB1C286-E53F-9CE4-4C64-B0026A68614C}"/>
                </a:ext>
              </a:extLst>
            </p:cNvPr>
            <p:cNvSpPr txBox="1"/>
            <p:nvPr userDrawn="1"/>
          </p:nvSpPr>
          <p:spPr>
            <a:xfrm>
              <a:off x="1016807" y="3564280"/>
              <a:ext cx="1098342" cy="423514"/>
            </a:xfrm>
            <a:prstGeom prst="rect">
              <a:avLst/>
            </a:prstGeom>
            <a:noFill/>
          </p:spPr>
          <p:txBody>
            <a:bodyPr wrap="square">
              <a:spAutoFit/>
            </a:bodyPr>
            <a:lstStyle/>
            <a:p>
              <a:pPr algn="r">
                <a:lnSpc>
                  <a:spcPct val="150000"/>
                </a:lnSpc>
              </a:pPr>
              <a:r>
                <a:rPr lang="en-US" sz="1600" b="1" dirty="0">
                  <a:solidFill>
                    <a:schemeClr val="tx1">
                      <a:lumMod val="40000"/>
                      <a:lumOff val="60000"/>
                    </a:schemeClr>
                  </a:solidFill>
                </a:rPr>
                <a:t>legal </a:t>
              </a:r>
              <a:r>
                <a:rPr lang="en-US" sz="1600" dirty="0">
                  <a:solidFill>
                    <a:schemeClr val="tx1">
                      <a:lumMod val="40000"/>
                      <a:lumOff val="60000"/>
                    </a:schemeClr>
                  </a:solidFill>
                </a:rPr>
                <a:t>risk</a:t>
              </a:r>
            </a:p>
          </p:txBody>
        </p:sp>
      </p:grpSp>
      <p:grpSp>
        <p:nvGrpSpPr>
          <p:cNvPr id="32" name="Group 31">
            <a:extLst>
              <a:ext uri="{FF2B5EF4-FFF2-40B4-BE49-F238E27FC236}">
                <a16:creationId xmlns:a16="http://schemas.microsoft.com/office/drawing/2014/main" id="{F3B04AA6-0170-8ABA-260D-D0032728A162}"/>
              </a:ext>
            </a:extLst>
          </p:cNvPr>
          <p:cNvGrpSpPr/>
          <p:nvPr userDrawn="1"/>
        </p:nvGrpSpPr>
        <p:grpSpPr>
          <a:xfrm>
            <a:off x="283779" y="4213198"/>
            <a:ext cx="2077146" cy="276999"/>
            <a:chOff x="283779" y="4213198"/>
            <a:chExt cx="2077146" cy="276999"/>
          </a:xfrm>
        </p:grpSpPr>
        <p:pic>
          <p:nvPicPr>
            <p:cNvPr id="35" name="Graphic 34">
              <a:extLst>
                <a:ext uri="{FF2B5EF4-FFF2-40B4-BE49-F238E27FC236}">
                  <a16:creationId xmlns:a16="http://schemas.microsoft.com/office/drawing/2014/main" id="{54275B3F-AB3B-D0D7-E66A-918FA53CB79D}"/>
                </a:ext>
              </a:extLst>
            </p:cNvPr>
            <p:cNvPicPr>
              <a:picLocks noChangeAspect="1"/>
            </p:cNvPicPr>
            <p:nvPr userDrawn="1"/>
          </p:nvPicPr>
          <p:blipFill>
            <a:blip r:embed="rId6">
              <a:lum bright="100000"/>
              <a:alphaModFix amt="80000"/>
              <a:extLst>
                <a:ext uri="{96DAC541-7B7A-43D3-8B79-37D633B846F1}">
                  <asvg:svgBlip xmlns:asvg="http://schemas.microsoft.com/office/drawing/2016/SVG/main" r:embed="rId7"/>
                </a:ext>
              </a:extLst>
            </a:blip>
            <a:stretch>
              <a:fillRect/>
            </a:stretch>
          </p:blipFill>
          <p:spPr>
            <a:xfrm>
              <a:off x="2132325" y="4260843"/>
              <a:ext cx="228600" cy="228600"/>
            </a:xfrm>
            <a:prstGeom prst="rect">
              <a:avLst/>
            </a:prstGeom>
          </p:spPr>
        </p:pic>
        <p:sp>
          <p:nvSpPr>
            <p:cNvPr id="36" name="TextBox 35">
              <a:extLst>
                <a:ext uri="{FF2B5EF4-FFF2-40B4-BE49-F238E27FC236}">
                  <a16:creationId xmlns:a16="http://schemas.microsoft.com/office/drawing/2014/main" id="{CAED634E-2496-806E-376D-3C44D5DAEAD1}"/>
                </a:ext>
              </a:extLst>
            </p:cNvPr>
            <p:cNvSpPr txBox="1"/>
            <p:nvPr userDrawn="1"/>
          </p:nvSpPr>
          <p:spPr>
            <a:xfrm>
              <a:off x="283779" y="4213198"/>
              <a:ext cx="1831370" cy="276999"/>
            </a:xfrm>
            <a:prstGeom prst="rect">
              <a:avLst/>
            </a:prstGeom>
            <a:noFill/>
          </p:spPr>
          <p:txBody>
            <a:bodyPr wrap="square">
              <a:spAutoFit/>
            </a:bodyPr>
            <a:lstStyle/>
            <a:p>
              <a:pPr algn="r">
                <a:lnSpc>
                  <a:spcPct val="100000"/>
                </a:lnSpc>
              </a:pPr>
              <a:r>
                <a:rPr lang="en-US" sz="1200" b="0" dirty="0">
                  <a:solidFill>
                    <a:schemeClr val="tx1">
                      <a:lumMod val="40000"/>
                      <a:lumOff val="60000"/>
                    </a:schemeClr>
                  </a:solidFill>
                </a:rPr>
                <a:t>freshness risk</a:t>
              </a:r>
            </a:p>
          </p:txBody>
        </p:sp>
      </p:grpSp>
      <p:grpSp>
        <p:nvGrpSpPr>
          <p:cNvPr id="39" name="Group 38">
            <a:extLst>
              <a:ext uri="{FF2B5EF4-FFF2-40B4-BE49-F238E27FC236}">
                <a16:creationId xmlns:a16="http://schemas.microsoft.com/office/drawing/2014/main" id="{693FE0FE-23FE-D4C7-7966-960B2D6BD3D4}"/>
              </a:ext>
            </a:extLst>
          </p:cNvPr>
          <p:cNvGrpSpPr/>
          <p:nvPr userDrawn="1"/>
        </p:nvGrpSpPr>
        <p:grpSpPr>
          <a:xfrm>
            <a:off x="763256" y="4628191"/>
            <a:ext cx="1597669" cy="307777"/>
            <a:chOff x="763256" y="4610126"/>
            <a:chExt cx="1597669" cy="307777"/>
          </a:xfrm>
        </p:grpSpPr>
        <p:pic>
          <p:nvPicPr>
            <p:cNvPr id="40" name="Graphic 39">
              <a:extLst>
                <a:ext uri="{FF2B5EF4-FFF2-40B4-BE49-F238E27FC236}">
                  <a16:creationId xmlns:a16="http://schemas.microsoft.com/office/drawing/2014/main" id="{A884E1D2-68C4-CC99-6761-4E51BA139A5F}"/>
                </a:ext>
              </a:extLst>
            </p:cNvPr>
            <p:cNvPicPr>
              <a:picLocks noChangeAspect="1"/>
            </p:cNvPicPr>
            <p:nvPr userDrawn="1"/>
          </p:nvPicPr>
          <p:blipFill>
            <a:blip r:embed="rId8">
              <a:lum bright="100000"/>
              <a:alphaModFix amt="80000"/>
              <a:extLst>
                <a:ext uri="{96DAC541-7B7A-43D3-8B79-37D633B846F1}">
                  <asvg:svgBlip xmlns:asvg="http://schemas.microsoft.com/office/drawing/2016/SVG/main" r:embed="rId9"/>
                </a:ext>
              </a:extLst>
            </a:blip>
            <a:stretch>
              <a:fillRect/>
            </a:stretch>
          </p:blipFill>
          <p:spPr>
            <a:xfrm>
              <a:off x="2132325" y="4671752"/>
              <a:ext cx="228600" cy="228600"/>
            </a:xfrm>
            <a:prstGeom prst="rect">
              <a:avLst/>
            </a:prstGeom>
          </p:spPr>
        </p:pic>
        <p:sp>
          <p:nvSpPr>
            <p:cNvPr id="44" name="TextBox 43">
              <a:extLst>
                <a:ext uri="{FF2B5EF4-FFF2-40B4-BE49-F238E27FC236}">
                  <a16:creationId xmlns:a16="http://schemas.microsoft.com/office/drawing/2014/main" id="{1B637B0B-B9F7-C45A-A2CD-E4236903CA44}"/>
                </a:ext>
              </a:extLst>
            </p:cNvPr>
            <p:cNvSpPr txBox="1"/>
            <p:nvPr userDrawn="1"/>
          </p:nvSpPr>
          <p:spPr>
            <a:xfrm>
              <a:off x="763256" y="4610126"/>
              <a:ext cx="1351893" cy="307777"/>
            </a:xfrm>
            <a:prstGeom prst="rect">
              <a:avLst/>
            </a:prstGeom>
            <a:noFill/>
          </p:spPr>
          <p:txBody>
            <a:bodyPr wrap="square">
              <a:spAutoFit/>
            </a:bodyPr>
            <a:lstStyle/>
            <a:p>
              <a:pPr algn="r">
                <a:lnSpc>
                  <a:spcPct val="100000"/>
                </a:lnSpc>
              </a:pPr>
              <a:r>
                <a:rPr lang="en-US" sz="1200" b="0" dirty="0">
                  <a:solidFill>
                    <a:schemeClr val="tx1">
                      <a:lumMod val="40000"/>
                      <a:lumOff val="60000"/>
                    </a:schemeClr>
                  </a:solidFill>
                </a:rPr>
                <a:t>stability</a:t>
              </a:r>
              <a:r>
                <a:rPr lang="en-US" sz="1400" b="0" dirty="0">
                  <a:solidFill>
                    <a:schemeClr val="tx1">
                      <a:lumMod val="40000"/>
                      <a:lumOff val="60000"/>
                    </a:schemeClr>
                  </a:solidFill>
                </a:rPr>
                <a:t> </a:t>
              </a:r>
              <a:r>
                <a:rPr lang="en-US" sz="1200" b="0" dirty="0">
                  <a:solidFill>
                    <a:schemeClr val="tx1">
                      <a:lumMod val="40000"/>
                      <a:lumOff val="60000"/>
                    </a:schemeClr>
                  </a:solidFill>
                </a:rPr>
                <a:t>risk</a:t>
              </a:r>
            </a:p>
          </p:txBody>
        </p:sp>
      </p:grpSp>
      <p:grpSp>
        <p:nvGrpSpPr>
          <p:cNvPr id="47" name="Group 46">
            <a:extLst>
              <a:ext uri="{FF2B5EF4-FFF2-40B4-BE49-F238E27FC236}">
                <a16:creationId xmlns:a16="http://schemas.microsoft.com/office/drawing/2014/main" id="{ADDEE55D-85C5-F1E0-82C9-656E14C98A45}"/>
              </a:ext>
            </a:extLst>
          </p:cNvPr>
          <p:cNvGrpSpPr/>
          <p:nvPr userDrawn="1"/>
        </p:nvGrpSpPr>
        <p:grpSpPr>
          <a:xfrm>
            <a:off x="632049" y="5073962"/>
            <a:ext cx="1728876" cy="276999"/>
            <a:chOff x="632049" y="5033912"/>
            <a:chExt cx="1728876" cy="276999"/>
          </a:xfrm>
        </p:grpSpPr>
        <p:pic>
          <p:nvPicPr>
            <p:cNvPr id="49" name="Graphic 48">
              <a:extLst>
                <a:ext uri="{FF2B5EF4-FFF2-40B4-BE49-F238E27FC236}">
                  <a16:creationId xmlns:a16="http://schemas.microsoft.com/office/drawing/2014/main" id="{638CBB33-3CAC-D4D4-95F0-E601E9651F1C}"/>
                </a:ext>
              </a:extLst>
            </p:cNvPr>
            <p:cNvPicPr>
              <a:picLocks noChangeAspect="1"/>
            </p:cNvPicPr>
            <p:nvPr userDrawn="1"/>
          </p:nvPicPr>
          <p:blipFill>
            <a:blip r:embed="rId10">
              <a:lum bright="100000"/>
              <a:alphaModFix amt="80000"/>
              <a:extLst>
                <a:ext uri="{96DAC541-7B7A-43D3-8B79-37D633B846F1}">
                  <asvg:svgBlip xmlns:asvg="http://schemas.microsoft.com/office/drawing/2016/SVG/main" r:embed="rId11"/>
                </a:ext>
              </a:extLst>
            </a:blip>
            <a:stretch>
              <a:fillRect/>
            </a:stretch>
          </p:blipFill>
          <p:spPr>
            <a:xfrm>
              <a:off x="2132325" y="5075030"/>
              <a:ext cx="228600" cy="228600"/>
            </a:xfrm>
            <a:prstGeom prst="rect">
              <a:avLst/>
            </a:prstGeom>
          </p:spPr>
        </p:pic>
        <p:sp>
          <p:nvSpPr>
            <p:cNvPr id="51" name="TextBox 50">
              <a:extLst>
                <a:ext uri="{FF2B5EF4-FFF2-40B4-BE49-F238E27FC236}">
                  <a16:creationId xmlns:a16="http://schemas.microsoft.com/office/drawing/2014/main" id="{DEBE0748-E831-C177-8482-1AD9D7C8020A}"/>
                </a:ext>
              </a:extLst>
            </p:cNvPr>
            <p:cNvSpPr txBox="1"/>
            <p:nvPr userDrawn="1"/>
          </p:nvSpPr>
          <p:spPr>
            <a:xfrm>
              <a:off x="632049" y="5033912"/>
              <a:ext cx="1483100" cy="276999"/>
            </a:xfrm>
            <a:prstGeom prst="rect">
              <a:avLst/>
            </a:prstGeom>
            <a:noFill/>
          </p:spPr>
          <p:txBody>
            <a:bodyPr wrap="square">
              <a:spAutoFit/>
            </a:bodyPr>
            <a:lstStyle/>
            <a:p>
              <a:pPr algn="r">
                <a:lnSpc>
                  <a:spcPct val="100000"/>
                </a:lnSpc>
              </a:pPr>
              <a:r>
                <a:rPr lang="en-US" sz="1200" b="0" dirty="0">
                  <a:solidFill>
                    <a:schemeClr val="tx1">
                      <a:lumMod val="40000"/>
                      <a:lumOff val="60000"/>
                    </a:schemeClr>
                  </a:solidFill>
                </a:rPr>
                <a:t>management risk</a:t>
              </a:r>
            </a:p>
          </p:txBody>
        </p:sp>
      </p:grpSp>
      <p:grpSp>
        <p:nvGrpSpPr>
          <p:cNvPr id="57" name="Group 56">
            <a:extLst>
              <a:ext uri="{FF2B5EF4-FFF2-40B4-BE49-F238E27FC236}">
                <a16:creationId xmlns:a16="http://schemas.microsoft.com/office/drawing/2014/main" id="{82F96D4F-7882-8E1E-059F-CF281133C60A}"/>
              </a:ext>
            </a:extLst>
          </p:cNvPr>
          <p:cNvGrpSpPr/>
          <p:nvPr userDrawn="1"/>
        </p:nvGrpSpPr>
        <p:grpSpPr>
          <a:xfrm>
            <a:off x="708077" y="5488955"/>
            <a:ext cx="1652848" cy="276999"/>
            <a:chOff x="708077" y="5488955"/>
            <a:chExt cx="1652848" cy="276999"/>
          </a:xfrm>
        </p:grpSpPr>
        <p:pic>
          <p:nvPicPr>
            <p:cNvPr id="59" name="Graphic 58">
              <a:extLst>
                <a:ext uri="{FF2B5EF4-FFF2-40B4-BE49-F238E27FC236}">
                  <a16:creationId xmlns:a16="http://schemas.microsoft.com/office/drawing/2014/main" id="{1A99E526-2AFE-852A-F382-C92035CEFB78}"/>
                </a:ext>
              </a:extLst>
            </p:cNvPr>
            <p:cNvPicPr>
              <a:picLocks noChangeAspect="1"/>
            </p:cNvPicPr>
            <p:nvPr userDrawn="1"/>
          </p:nvPicPr>
          <p:blipFill>
            <a:blip r:embed="rId12">
              <a:lum bright="100000"/>
              <a:alphaModFix amt="80000"/>
              <a:extLst>
                <a:ext uri="{96DAC541-7B7A-43D3-8B79-37D633B846F1}">
                  <asvg:svgBlip xmlns:asvg="http://schemas.microsoft.com/office/drawing/2016/SVG/main" r:embed="rId13"/>
                </a:ext>
              </a:extLst>
            </a:blip>
            <a:stretch>
              <a:fillRect/>
            </a:stretch>
          </p:blipFill>
          <p:spPr>
            <a:xfrm>
              <a:off x="2132325" y="5517723"/>
              <a:ext cx="228600" cy="228600"/>
            </a:xfrm>
            <a:prstGeom prst="rect">
              <a:avLst/>
            </a:prstGeom>
          </p:spPr>
        </p:pic>
        <p:sp>
          <p:nvSpPr>
            <p:cNvPr id="63" name="TextBox 62">
              <a:extLst>
                <a:ext uri="{FF2B5EF4-FFF2-40B4-BE49-F238E27FC236}">
                  <a16:creationId xmlns:a16="http://schemas.microsoft.com/office/drawing/2014/main" id="{64638D2F-CAB2-BA06-872A-ED7C6CD060EB}"/>
                </a:ext>
              </a:extLst>
            </p:cNvPr>
            <p:cNvSpPr txBox="1"/>
            <p:nvPr userDrawn="1"/>
          </p:nvSpPr>
          <p:spPr>
            <a:xfrm>
              <a:off x="708077" y="5488955"/>
              <a:ext cx="1407072" cy="276999"/>
            </a:xfrm>
            <a:prstGeom prst="rect">
              <a:avLst/>
            </a:prstGeom>
            <a:noFill/>
          </p:spPr>
          <p:txBody>
            <a:bodyPr wrap="square">
              <a:spAutoFit/>
            </a:bodyPr>
            <a:lstStyle/>
            <a:p>
              <a:pPr algn="r">
                <a:lnSpc>
                  <a:spcPct val="100000"/>
                </a:lnSpc>
              </a:pPr>
              <a:r>
                <a:rPr lang="en-US" sz="1200" b="0" dirty="0">
                  <a:solidFill>
                    <a:schemeClr val="tx1">
                      <a:lumMod val="40000"/>
                      <a:lumOff val="60000"/>
                    </a:schemeClr>
                  </a:solidFill>
                </a:rPr>
                <a:t>activity risk</a:t>
              </a:r>
            </a:p>
          </p:txBody>
        </p:sp>
      </p:grpSp>
      <p:sp>
        <p:nvSpPr>
          <p:cNvPr id="64" name="TextBox 63">
            <a:extLst>
              <a:ext uri="{FF2B5EF4-FFF2-40B4-BE49-F238E27FC236}">
                <a16:creationId xmlns:a16="http://schemas.microsoft.com/office/drawing/2014/main" id="{DA66A356-888B-5B88-7541-A81781B37E16}"/>
              </a:ext>
            </a:extLst>
          </p:cNvPr>
          <p:cNvSpPr txBox="1"/>
          <p:nvPr userDrawn="1"/>
        </p:nvSpPr>
        <p:spPr>
          <a:xfrm>
            <a:off x="1972649" y="2655839"/>
            <a:ext cx="1152452" cy="289438"/>
          </a:xfrm>
          <a:prstGeom prst="rect">
            <a:avLst/>
          </a:prstGeom>
          <a:noFill/>
        </p:spPr>
        <p:txBody>
          <a:bodyPr wrap="none" lIns="90000" rtlCol="0" anchor="t">
            <a:spAutoFit/>
          </a:bodyPr>
          <a:lstStyle/>
          <a:p>
            <a:pPr algn="l">
              <a:lnSpc>
                <a:spcPct val="113000"/>
              </a:lnSpc>
            </a:pPr>
            <a:r>
              <a:rPr lang="en-NL" sz="1200" b="1" i="0" dirty="0">
                <a:solidFill>
                  <a:srgbClr val="C1C7CF"/>
                </a:solidFill>
              </a:rPr>
              <a:t>Risk categories</a:t>
            </a:r>
          </a:p>
        </p:txBody>
      </p:sp>
    </p:spTree>
    <p:extLst>
      <p:ext uri="{BB962C8B-B14F-4D97-AF65-F5344CB8AC3E}">
        <p14:creationId xmlns:p14="http://schemas.microsoft.com/office/powerpoint/2010/main" val="78485105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 Id="rId23" Type="http://schemas.openxmlformats.org/officeDocument/2006/relationships/hyperlink" Target="https://wiki.sig.eu/confluence/x/JoDbC"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CCDFA920-C997-D084-6D6F-203835674864}"/>
              </a:ext>
            </a:extLst>
          </p:cNvPr>
          <p:cNvGraphicFramePr>
            <a:graphicFrameLocks noGrp="1"/>
          </p:cNvGraphicFramePr>
          <p:nvPr userDrawn="1">
            <p:extLst>
              <p:ext uri="{D42A27DB-BD31-4B8C-83A1-F6EECF244321}">
                <p14:modId xmlns:p14="http://schemas.microsoft.com/office/powerpoint/2010/main" val="3177137826"/>
              </p:ext>
            </p:extLst>
          </p:nvPr>
        </p:nvGraphicFramePr>
        <p:xfrm>
          <a:off x="12294145" y="1986729"/>
          <a:ext cx="1440000" cy="2304000"/>
        </p:xfrm>
        <a:graphic>
          <a:graphicData uri="http://schemas.openxmlformats.org/drawingml/2006/table">
            <a:tbl>
              <a:tblPr firstRow="1" bandRow="1">
                <a:tableStyleId>{5C22544A-7EE6-4342-B048-85BDC9FD1C3A}</a:tableStyleId>
              </a:tblPr>
              <a:tblGrid>
                <a:gridCol w="144000">
                  <a:extLst>
                    <a:ext uri="{9D8B030D-6E8A-4147-A177-3AD203B41FA5}">
                      <a16:colId xmlns:a16="http://schemas.microsoft.com/office/drawing/2014/main" val="3557183788"/>
                    </a:ext>
                  </a:extLst>
                </a:gridCol>
                <a:gridCol w="144000">
                  <a:extLst>
                    <a:ext uri="{9D8B030D-6E8A-4147-A177-3AD203B41FA5}">
                      <a16:colId xmlns:a16="http://schemas.microsoft.com/office/drawing/2014/main" val="3871316488"/>
                    </a:ext>
                  </a:extLst>
                </a:gridCol>
                <a:gridCol w="144000">
                  <a:extLst>
                    <a:ext uri="{9D8B030D-6E8A-4147-A177-3AD203B41FA5}">
                      <a16:colId xmlns:a16="http://schemas.microsoft.com/office/drawing/2014/main" val="2550956232"/>
                    </a:ext>
                  </a:extLst>
                </a:gridCol>
                <a:gridCol w="144000">
                  <a:extLst>
                    <a:ext uri="{9D8B030D-6E8A-4147-A177-3AD203B41FA5}">
                      <a16:colId xmlns:a16="http://schemas.microsoft.com/office/drawing/2014/main" val="1391318227"/>
                    </a:ext>
                  </a:extLst>
                </a:gridCol>
                <a:gridCol w="144000">
                  <a:extLst>
                    <a:ext uri="{9D8B030D-6E8A-4147-A177-3AD203B41FA5}">
                      <a16:colId xmlns:a16="http://schemas.microsoft.com/office/drawing/2014/main" val="2662168378"/>
                    </a:ext>
                  </a:extLst>
                </a:gridCol>
                <a:gridCol w="144000">
                  <a:extLst>
                    <a:ext uri="{9D8B030D-6E8A-4147-A177-3AD203B41FA5}">
                      <a16:colId xmlns:a16="http://schemas.microsoft.com/office/drawing/2014/main" val="609036797"/>
                    </a:ext>
                  </a:extLst>
                </a:gridCol>
                <a:gridCol w="144000">
                  <a:extLst>
                    <a:ext uri="{9D8B030D-6E8A-4147-A177-3AD203B41FA5}">
                      <a16:colId xmlns:a16="http://schemas.microsoft.com/office/drawing/2014/main" val="3687972093"/>
                    </a:ext>
                  </a:extLst>
                </a:gridCol>
                <a:gridCol w="144000">
                  <a:extLst>
                    <a:ext uri="{9D8B030D-6E8A-4147-A177-3AD203B41FA5}">
                      <a16:colId xmlns:a16="http://schemas.microsoft.com/office/drawing/2014/main" val="474073916"/>
                    </a:ext>
                  </a:extLst>
                </a:gridCol>
                <a:gridCol w="144000">
                  <a:extLst>
                    <a:ext uri="{9D8B030D-6E8A-4147-A177-3AD203B41FA5}">
                      <a16:colId xmlns:a16="http://schemas.microsoft.com/office/drawing/2014/main" val="1186812505"/>
                    </a:ext>
                  </a:extLst>
                </a:gridCol>
                <a:gridCol w="144000">
                  <a:extLst>
                    <a:ext uri="{9D8B030D-6E8A-4147-A177-3AD203B41FA5}">
                      <a16:colId xmlns:a16="http://schemas.microsoft.com/office/drawing/2014/main" val="3855898394"/>
                    </a:ext>
                  </a:extLst>
                </a:gridCol>
              </a:tblGrid>
              <a:tr h="288000">
                <a:tc gridSpan="2">
                  <a:txBody>
                    <a:bodyPr/>
                    <a:lstStyle/>
                    <a:p>
                      <a:pPr algn="ctr"/>
                      <a:endParaRPr lang="en-US" sz="800" b="0" dirty="0">
                        <a:solidFill>
                          <a:schemeClr val="lt1">
                            <a:alpha val="70000"/>
                          </a:schemeClr>
                        </a:solidFill>
                      </a:endParaRPr>
                    </a:p>
                  </a:txBody>
                  <a:tcPr marL="0" marR="0" marT="0" marB="0" anchor="b">
                    <a:lnL w="9525" cap="flat" cmpd="sng" algn="ctr">
                      <a:no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1F364B"/>
                    </a:solidFill>
                  </a:tcPr>
                </a:tc>
                <a:tc hMerge="1">
                  <a:txBody>
                    <a:bodyPr/>
                    <a:lstStyle/>
                    <a:p>
                      <a:endParaRPr lang="en-US"/>
                    </a:p>
                  </a:txBody>
                  <a:tcPr/>
                </a:tc>
                <a:tc gridSpan="2">
                  <a:txBody>
                    <a:bodyPr/>
                    <a:lstStyle/>
                    <a:p>
                      <a:pPr algn="ctr"/>
                      <a:endParaRPr lang="en-US" sz="800" b="0" dirty="0">
                        <a:solidFill>
                          <a:schemeClr val="lt1">
                            <a:alpha val="70000"/>
                          </a:schemeClr>
                        </a:solidFill>
                      </a:endParaRPr>
                    </a:p>
                  </a:txBody>
                  <a:tcPr marL="0" marR="0" marT="0" marB="0" anchor="b">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697C8E"/>
                    </a:solidFill>
                  </a:tcPr>
                </a:tc>
                <a:tc hMerge="1">
                  <a:txBody>
                    <a:bodyPr/>
                    <a:lstStyle/>
                    <a:p>
                      <a:endParaRPr lang="en-US"/>
                    </a:p>
                  </a:txBody>
                  <a:tcPr/>
                </a:tc>
                <a:tc gridSpan="2">
                  <a:txBody>
                    <a:bodyPr/>
                    <a:lstStyle/>
                    <a:p>
                      <a:pPr algn="ctr"/>
                      <a:endParaRPr lang="en-US" sz="800" b="0" dirty="0">
                        <a:solidFill>
                          <a:srgbClr val="183240">
                            <a:alpha val="70000"/>
                          </a:srgbClr>
                        </a:solidFill>
                      </a:endParaRPr>
                    </a:p>
                  </a:txBody>
                  <a:tcPr marL="0" marR="0" marT="0" marB="0" anchor="b">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B3BECD"/>
                    </a:solidFill>
                  </a:tcPr>
                </a:tc>
                <a:tc hMerge="1">
                  <a:txBody>
                    <a:bodyPr/>
                    <a:lstStyle/>
                    <a:p>
                      <a:endParaRPr lang="en-US"/>
                    </a:p>
                  </a:txBody>
                  <a:tcPr/>
                </a:tc>
                <a:tc gridSpan="2">
                  <a:txBody>
                    <a:bodyPr/>
                    <a:lstStyle/>
                    <a:p>
                      <a:pPr algn="ctr"/>
                      <a:endParaRPr lang="en-US" sz="800" b="0" dirty="0">
                        <a:solidFill>
                          <a:srgbClr val="183240">
                            <a:alpha val="70000"/>
                          </a:srgbClr>
                        </a:solidFill>
                      </a:endParaRPr>
                    </a:p>
                  </a:txBody>
                  <a:tcPr marL="0" marR="0" marT="0" marB="0" anchor="b">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D9E1EB"/>
                    </a:solidFill>
                  </a:tcPr>
                </a:tc>
                <a:tc hMerge="1">
                  <a:txBody>
                    <a:bodyPr/>
                    <a:lstStyle/>
                    <a:p>
                      <a:endParaRPr lang="en-US"/>
                    </a:p>
                  </a:txBody>
                  <a:tcPr/>
                </a:tc>
                <a:tc gridSpan="2">
                  <a:txBody>
                    <a:bodyPr/>
                    <a:lstStyle/>
                    <a:p>
                      <a:pPr algn="ctr"/>
                      <a:endParaRPr lang="en-US" sz="800" b="0" dirty="0">
                        <a:solidFill>
                          <a:srgbClr val="183240">
                            <a:alpha val="70000"/>
                          </a:srgbClr>
                        </a:solidFill>
                      </a:endParaRPr>
                    </a:p>
                  </a:txBody>
                  <a:tcPr marL="0" marR="0" marT="0" marB="0" anchor="b">
                    <a:lnL w="9525" cap="flat" cmpd="sng" algn="ctr">
                      <a:solidFill>
                        <a:srgbClr val="F1F1F2"/>
                      </a:solidFill>
                      <a:prstDash val="solid"/>
                      <a:round/>
                      <a:headEnd type="none" w="med" len="med"/>
                      <a:tailEnd type="none" w="med" len="med"/>
                    </a:lnL>
                    <a:lnR w="9525" cap="flat" cmpd="sng" algn="ctr">
                      <a:solidFill>
                        <a:srgbClr val="D9E1EC"/>
                      </a:solidFill>
                      <a:prstDash val="solid"/>
                      <a:round/>
                      <a:headEnd type="none" w="med" len="med"/>
                      <a:tailEnd type="none" w="med" len="med"/>
                    </a:lnR>
                    <a:lnT w="9525" cap="flat" cmpd="sng" algn="ctr">
                      <a:solidFill>
                        <a:srgbClr val="D9E1EC"/>
                      </a:solidFill>
                      <a:prstDash val="solid"/>
                      <a:round/>
                      <a:headEnd type="none" w="med" len="med"/>
                      <a:tailEnd type="none" w="med" len="med"/>
                    </a:lnT>
                    <a:lnB w="9525" cap="flat" cmpd="sng" algn="ctr">
                      <a:solidFill>
                        <a:srgbClr val="D9E1EC"/>
                      </a:solidFill>
                      <a:prstDash val="solid"/>
                      <a:round/>
                      <a:headEnd type="none" w="med" len="med"/>
                      <a:tailEnd type="none" w="med" len="med"/>
                    </a:lnB>
                    <a:lnTlToBr w="12700" cmpd="sng">
                      <a:noFill/>
                      <a:prstDash val="solid"/>
                    </a:lnTlToBr>
                    <a:lnBlToTr w="12700" cmpd="sng">
                      <a:noFill/>
                      <a:prstDash val="solid"/>
                    </a:lnBlToTr>
                    <a:solidFill>
                      <a:srgbClr val="F2F6FA"/>
                    </a:solidFill>
                  </a:tcPr>
                </a:tc>
                <a:tc hMerge="1">
                  <a:txBody>
                    <a:bodyPr/>
                    <a:lstStyle/>
                    <a:p>
                      <a:endParaRPr lang="en-US"/>
                    </a:p>
                  </a:txBody>
                  <a:tcPr/>
                </a:tc>
                <a:extLst>
                  <a:ext uri="{0D108BD9-81ED-4DB2-BD59-A6C34878D82A}">
                    <a16:rowId xmlns:a16="http://schemas.microsoft.com/office/drawing/2014/main" val="2507771366"/>
                  </a:ext>
                </a:extLst>
              </a:tr>
              <a:tr h="72000">
                <a:tc gridSpan="2">
                  <a:txBody>
                    <a:bodyPr/>
                    <a:lstStyle/>
                    <a:p>
                      <a:pPr algn="ctr"/>
                      <a:endParaRPr lang="en-US" sz="100" b="0" dirty="0">
                        <a:solidFill>
                          <a:schemeClr val="lt1">
                            <a:alpha val="70000"/>
                          </a:schemeClr>
                        </a:solidFill>
                      </a:endParaRPr>
                    </a:p>
                  </a:txBody>
                  <a:tcPr marL="0" marR="0" marT="0" marB="0" anchor="b">
                    <a:lnL w="9525" cap="flat" cmpd="sng" algn="ctr">
                      <a:no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pPr algn="ctr"/>
                      <a:endParaRPr lang="en-US" sz="100" b="0" dirty="0">
                        <a:solidFill>
                          <a:schemeClr val="lt1">
                            <a:alpha val="70000"/>
                          </a:schemeClr>
                        </a:solidFill>
                      </a:endParaRPr>
                    </a:p>
                  </a:txBody>
                  <a:tcPr marL="0" marR="0" marT="0" marB="0" anchor="b">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pPr algn="ctr"/>
                      <a:endParaRPr lang="en-US" sz="100" b="0" dirty="0">
                        <a:solidFill>
                          <a:srgbClr val="183240">
                            <a:alpha val="70000"/>
                          </a:srgbClr>
                        </a:solidFill>
                      </a:endParaRPr>
                    </a:p>
                  </a:txBody>
                  <a:tcPr marL="0" marR="0" marT="0" marB="0" anchor="b">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pPr algn="ctr"/>
                      <a:endParaRPr lang="en-US" sz="100" b="0" dirty="0">
                        <a:solidFill>
                          <a:srgbClr val="183240">
                            <a:alpha val="70000"/>
                          </a:srgbClr>
                        </a:solidFill>
                      </a:endParaRPr>
                    </a:p>
                  </a:txBody>
                  <a:tcPr marL="0" marR="0" marT="0" marB="0" anchor="b">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pPr algn="ctr"/>
                      <a:endParaRPr lang="en-US" sz="100" b="0" dirty="0">
                        <a:solidFill>
                          <a:srgbClr val="183240">
                            <a:alpha val="70000"/>
                          </a:srgbClr>
                        </a:solidFill>
                      </a:endParaRPr>
                    </a:p>
                  </a:txBody>
                  <a:tcPr marL="0" marR="0" marT="0" marB="0" anchor="b">
                    <a:lnL w="9525" cap="flat" cmpd="sng" algn="ctr">
                      <a:solidFill>
                        <a:srgbClr val="F1F1F2"/>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D9E1EC"/>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2006575328"/>
                  </a:ext>
                </a:extLst>
              </a:tr>
              <a:tr h="288000">
                <a:tc gridSpan="2">
                  <a:txBody>
                    <a:bodyPr/>
                    <a:lstStyle/>
                    <a:p>
                      <a:pPr algn="ctr"/>
                      <a:endParaRPr lang="en-US" sz="800" b="0" dirty="0">
                        <a:solidFill>
                          <a:schemeClr val="lt1">
                            <a:alpha val="70000"/>
                          </a:schemeClr>
                        </a:solidFill>
                      </a:endParaRPr>
                    </a:p>
                  </a:txBody>
                  <a:tcPr marL="0" marR="0" marT="0" marB="0" anchor="b">
                    <a:lnL w="9525" cap="flat" cmpd="sng" algn="ctr">
                      <a:no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1F364B"/>
                    </a:solidFill>
                  </a:tcPr>
                </a:tc>
                <a:tc hMerge="1">
                  <a:txBody>
                    <a:bodyPr/>
                    <a:lstStyle/>
                    <a:p>
                      <a:endParaRPr lang="en-US"/>
                    </a:p>
                  </a:txBody>
                  <a:tcPr/>
                </a:tc>
                <a:tc gridSpan="2">
                  <a:txBody>
                    <a:bodyPr/>
                    <a:lstStyle/>
                    <a:p>
                      <a:pPr algn="ctr"/>
                      <a:endParaRPr lang="en-US" sz="800" b="0" dirty="0">
                        <a:solidFill>
                          <a:schemeClr val="lt1">
                            <a:alpha val="70000"/>
                          </a:schemeClr>
                        </a:solidFill>
                      </a:endParaRPr>
                    </a:p>
                  </a:txBody>
                  <a:tcPr marL="0" marR="0" marT="0" marB="0" anchor="b">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00ADC8"/>
                    </a:solidFill>
                  </a:tcPr>
                </a:tc>
                <a:tc hMerge="1">
                  <a:txBody>
                    <a:bodyPr/>
                    <a:lstStyle/>
                    <a:p>
                      <a:endParaRPr lang="en-US"/>
                    </a:p>
                  </a:txBody>
                  <a:tcPr/>
                </a:tc>
                <a:tc gridSpan="2">
                  <a:txBody>
                    <a:bodyPr/>
                    <a:lstStyle/>
                    <a:p>
                      <a:pPr algn="ctr"/>
                      <a:endParaRPr lang="en-US" sz="800" b="0" dirty="0">
                        <a:solidFill>
                          <a:srgbClr val="183240">
                            <a:alpha val="70000"/>
                          </a:srgbClr>
                        </a:solidFill>
                      </a:endParaRPr>
                    </a:p>
                  </a:txBody>
                  <a:tcPr marL="0" marR="0" marT="0" marB="0" anchor="b">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836AA5"/>
                    </a:solidFill>
                  </a:tcPr>
                </a:tc>
                <a:tc hMerge="1">
                  <a:txBody>
                    <a:bodyPr/>
                    <a:lstStyle/>
                    <a:p>
                      <a:endParaRPr lang="en-US"/>
                    </a:p>
                  </a:txBody>
                  <a:tcPr/>
                </a:tc>
                <a:tc gridSpan="2">
                  <a:txBody>
                    <a:bodyPr/>
                    <a:lstStyle/>
                    <a:p>
                      <a:pPr algn="ctr"/>
                      <a:endParaRPr lang="en-US" sz="800" b="0" dirty="0">
                        <a:solidFill>
                          <a:srgbClr val="183240">
                            <a:alpha val="70000"/>
                          </a:srgbClr>
                        </a:solidFill>
                      </a:endParaRPr>
                    </a:p>
                  </a:txBody>
                  <a:tcPr marL="0" marR="0" marT="0" marB="0" anchor="b">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a:p>
                  </a:txBody>
                  <a:tcPr/>
                </a:tc>
                <a:tc gridSpan="2">
                  <a:txBody>
                    <a:bodyPr/>
                    <a:lstStyle/>
                    <a:p>
                      <a:pPr algn="ctr"/>
                      <a:endParaRPr lang="en-US" sz="800" b="0" dirty="0">
                        <a:solidFill>
                          <a:srgbClr val="183240">
                            <a:alpha val="70000"/>
                          </a:srgbClr>
                        </a:solidFill>
                      </a:endParaRPr>
                    </a:p>
                  </a:txBody>
                  <a:tcPr marL="0" marR="0" marT="0" marB="0" anchor="b">
                    <a:lnL w="9525" cap="flat" cmpd="sng" algn="ctr">
                      <a:solidFill>
                        <a:srgbClr val="F1F1F2"/>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1712159491"/>
                  </a:ext>
                </a:extLst>
              </a:tr>
              <a:tr h="72000">
                <a:tc gridSpan="2">
                  <a:txBody>
                    <a:bodyPr/>
                    <a:lstStyle/>
                    <a:p>
                      <a:endParaRPr lang="en-US" sz="100" dirty="0"/>
                    </a:p>
                  </a:txBody>
                  <a:tcPr marL="0" marR="0" marT="0" marB="0">
                    <a:lnL w="9525" cap="flat" cmpd="sng" algn="ctr">
                      <a:no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endParaRPr lang="en-US" sz="100"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endParaRPr lang="en-US" sz="100"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endParaRPr lang="en-US" sz="100"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endParaRPr lang="en-US" sz="100" dirty="0"/>
                    </a:p>
                  </a:txBody>
                  <a:tcPr marL="0" marR="0" marT="0" marB="0">
                    <a:lnL w="9525" cap="flat" cmpd="sng" algn="ctr">
                      <a:solidFill>
                        <a:srgbClr val="F1F1F2"/>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F1F1F2"/>
                      </a:solid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322470536"/>
                  </a:ext>
                </a:extLst>
              </a:tr>
              <a:tr h="288000">
                <a:tc gridSpan="2">
                  <a:txBody>
                    <a:bodyPr/>
                    <a:lstStyle/>
                    <a:p>
                      <a:endParaRPr lang="en-US" dirty="0"/>
                    </a:p>
                  </a:txBody>
                  <a:tcPr marL="0" marR="0" marT="0" marB="0">
                    <a:lnL w="76200" cap="flat" cmpd="sng" algn="ctr">
                      <a:noFill/>
                      <a:prstDash val="solid"/>
                      <a:round/>
                      <a:headEnd type="none" w="med" len="med"/>
                      <a:tailEnd type="none" w="med" len="med"/>
                    </a:lnL>
                    <a:lnR w="9525" cap="flat" cmpd="sng" algn="ctr">
                      <a:solidFill>
                        <a:srgbClr val="F0F0F2"/>
                      </a:solidFill>
                      <a:prstDash val="solid"/>
                      <a:round/>
                      <a:headEnd type="none" w="med" len="med"/>
                      <a:tailEnd type="none" w="med" len="med"/>
                    </a:lnR>
                    <a:lnT w="76200" cap="flat" cmpd="sng" algn="ctr">
                      <a:noFill/>
                      <a:prstDash val="solid"/>
                      <a:round/>
                      <a:headEnd type="none" w="med" len="med"/>
                      <a:tailEnd type="none" w="med" len="med"/>
                    </a:lnT>
                    <a:lnB w="9525" cap="flat" cmpd="sng" algn="ctr">
                      <a:solidFill>
                        <a:srgbClr val="F0F0F2"/>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endParaRPr lang="en-US"/>
                    </a:p>
                  </a:txBody>
                  <a:tcPr/>
                </a:tc>
                <a:tc gridSpan="2">
                  <a:txBody>
                    <a:bodyPr/>
                    <a:lstStyle/>
                    <a:p>
                      <a:endParaRPr lang="en-US" dirty="0"/>
                    </a:p>
                  </a:txBody>
                  <a:tcPr marL="0" marR="0" marT="0" marB="0">
                    <a:lnL w="9525" cap="flat" cmpd="sng" algn="ctr">
                      <a:solidFill>
                        <a:srgbClr val="F0F0F2"/>
                      </a:solidFill>
                      <a:prstDash val="solid"/>
                      <a:round/>
                      <a:headEnd type="none" w="med" len="med"/>
                      <a:tailEnd type="none" w="med" len="med"/>
                    </a:lnL>
                    <a:lnR w="9525" cap="flat" cmpd="sng" algn="ctr">
                      <a:solidFill>
                        <a:srgbClr val="F0F0F2"/>
                      </a:solidFill>
                      <a:prstDash val="solid"/>
                      <a:round/>
                      <a:headEnd type="none" w="med" len="med"/>
                      <a:tailEnd type="none" w="med" len="med"/>
                    </a:lnR>
                    <a:lnT w="76200" cap="flat" cmpd="sng" algn="ctr">
                      <a:noFill/>
                      <a:prstDash val="solid"/>
                      <a:round/>
                      <a:headEnd type="none" w="med" len="med"/>
                      <a:tailEnd type="none" w="med" len="med"/>
                    </a:lnT>
                    <a:lnB w="9525" cap="flat" cmpd="sng" algn="ctr">
                      <a:solidFill>
                        <a:srgbClr val="F0F0F2"/>
                      </a:solidFill>
                      <a:prstDash val="solid"/>
                      <a:round/>
                      <a:headEnd type="none" w="med" len="med"/>
                      <a:tailEnd type="none" w="med" len="med"/>
                    </a:lnB>
                    <a:lnTlToBr w="12700" cmpd="sng">
                      <a:noFill/>
                      <a:prstDash val="solid"/>
                    </a:lnTlToBr>
                    <a:lnBlToTr w="12700" cmpd="sng">
                      <a:noFill/>
                      <a:prstDash val="solid"/>
                    </a:lnBlToTr>
                    <a:solidFill>
                      <a:srgbClr val="00ADC8"/>
                    </a:solidFill>
                  </a:tcPr>
                </a:tc>
                <a:tc hMerge="1">
                  <a:txBody>
                    <a:bodyPr/>
                    <a:lstStyle/>
                    <a:p>
                      <a:endParaRPr lang="en-US"/>
                    </a:p>
                  </a:txBody>
                  <a:tcPr/>
                </a:tc>
                <a:tc gridSpan="2">
                  <a:txBody>
                    <a:bodyPr/>
                    <a:lstStyle/>
                    <a:p>
                      <a:endParaRPr lang="en-US" dirty="0"/>
                    </a:p>
                  </a:txBody>
                  <a:tcPr marL="0" marR="0" marT="0" marB="0">
                    <a:lnL w="9525" cap="flat" cmpd="sng" algn="ctr">
                      <a:solidFill>
                        <a:srgbClr val="F0F0F2"/>
                      </a:solidFill>
                      <a:prstDash val="solid"/>
                      <a:round/>
                      <a:headEnd type="none" w="med" len="med"/>
                      <a:tailEnd type="none" w="med" len="med"/>
                    </a:lnL>
                    <a:lnR w="9525" cap="flat" cmpd="sng" algn="ctr">
                      <a:solidFill>
                        <a:srgbClr val="F0F0F2"/>
                      </a:solidFill>
                      <a:prstDash val="solid"/>
                      <a:round/>
                      <a:headEnd type="none" w="med" len="med"/>
                      <a:tailEnd type="none" w="med" len="med"/>
                    </a:lnR>
                    <a:lnT w="76200" cap="flat" cmpd="sng" algn="ctr">
                      <a:noFill/>
                      <a:prstDash val="solid"/>
                      <a:round/>
                      <a:headEnd type="none" w="med" len="med"/>
                      <a:tailEnd type="none" w="med" len="med"/>
                    </a:lnT>
                    <a:lnB w="9525" cap="flat" cmpd="sng" algn="ctr">
                      <a:solidFill>
                        <a:srgbClr val="F0F0F2"/>
                      </a:solidFill>
                      <a:prstDash val="solid"/>
                      <a:round/>
                      <a:headEnd type="none" w="med" len="med"/>
                      <a:tailEnd type="none" w="med" len="med"/>
                    </a:lnB>
                    <a:lnTlToBr w="12700" cmpd="sng">
                      <a:noFill/>
                      <a:prstDash val="solid"/>
                    </a:lnTlToBr>
                    <a:lnBlToTr w="12700" cmpd="sng">
                      <a:noFill/>
                      <a:prstDash val="solid"/>
                    </a:lnBlToTr>
                    <a:solidFill>
                      <a:srgbClr val="836AA5"/>
                    </a:solidFill>
                  </a:tcPr>
                </a:tc>
                <a:tc hMerge="1">
                  <a:txBody>
                    <a:bodyPr/>
                    <a:lstStyle/>
                    <a:p>
                      <a:endParaRPr lang="en-US"/>
                    </a:p>
                  </a:txBody>
                  <a:tcPr/>
                </a:tc>
                <a:tc gridSpan="2">
                  <a:txBody>
                    <a:bodyPr/>
                    <a:lstStyle/>
                    <a:p>
                      <a:endParaRPr lang="en-US" dirty="0"/>
                    </a:p>
                  </a:txBody>
                  <a:tcPr marL="0" marR="0" marT="0" marB="0">
                    <a:lnL w="9525" cap="flat" cmpd="sng" algn="ctr">
                      <a:solidFill>
                        <a:srgbClr val="F0F0F2"/>
                      </a:solidFill>
                      <a:prstDash val="solid"/>
                      <a:round/>
                      <a:headEnd type="none" w="med" len="med"/>
                      <a:tailEnd type="none" w="med" len="med"/>
                    </a:lnL>
                    <a:lnR w="9525" cap="flat" cmpd="sng" algn="ctr">
                      <a:solidFill>
                        <a:srgbClr val="F0F0F2"/>
                      </a:solidFill>
                      <a:prstDash val="solid"/>
                      <a:round/>
                      <a:headEnd type="none" w="med" len="med"/>
                      <a:tailEnd type="none" w="med" len="med"/>
                    </a:lnR>
                    <a:lnT w="76200" cap="flat" cmpd="sng" algn="ctr">
                      <a:noFill/>
                      <a:prstDash val="solid"/>
                      <a:round/>
                      <a:headEnd type="none" w="med" len="med"/>
                      <a:tailEnd type="none" w="med" len="med"/>
                    </a:lnT>
                    <a:lnB w="9525" cap="flat" cmpd="sng" algn="ctr">
                      <a:solidFill>
                        <a:srgbClr val="F0F0F2"/>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hMerge="1">
                  <a:txBody>
                    <a:bodyPr/>
                    <a:lstStyle/>
                    <a:p>
                      <a:endParaRPr lang="en-US"/>
                    </a:p>
                  </a:txBody>
                  <a:tcPr/>
                </a:tc>
                <a:tc gridSpan="2">
                  <a:txBody>
                    <a:bodyPr/>
                    <a:lstStyle/>
                    <a:p>
                      <a:endParaRPr lang="en-US" dirty="0"/>
                    </a:p>
                  </a:txBody>
                  <a:tcPr marL="0" marR="0" marT="0" marB="0">
                    <a:lnL w="9525" cap="flat" cmpd="sng" algn="ctr">
                      <a:solidFill>
                        <a:srgbClr val="F0F0F2"/>
                      </a:solidFill>
                      <a:prstDash val="solid"/>
                      <a:round/>
                      <a:headEnd type="none" w="med" len="med"/>
                      <a:tailEnd type="none" w="med" len="med"/>
                    </a:lnL>
                    <a:lnR w="76200" cap="flat" cmpd="sng" algn="ctr">
                      <a:noFill/>
                      <a:prstDash val="solid"/>
                      <a:round/>
                      <a:headEnd type="none" w="med" len="med"/>
                      <a:tailEnd type="none" w="med" len="med"/>
                    </a:lnR>
                    <a:lnT w="76200" cap="flat" cmpd="sng" algn="ctr">
                      <a:noFill/>
                      <a:prstDash val="solid"/>
                      <a:round/>
                      <a:headEnd type="none" w="med" len="med"/>
                      <a:tailEnd type="none" w="med" len="med"/>
                    </a:lnT>
                    <a:lnB w="9525" cap="flat" cmpd="sng" algn="ctr">
                      <a:solidFill>
                        <a:srgbClr val="F0F0F2"/>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hMerge="1">
                  <a:txBody>
                    <a:bodyPr/>
                    <a:lstStyle/>
                    <a:p>
                      <a:endParaRPr lang="en-US"/>
                    </a:p>
                  </a:txBody>
                  <a:tcPr/>
                </a:tc>
                <a:extLst>
                  <a:ext uri="{0D108BD9-81ED-4DB2-BD59-A6C34878D82A}">
                    <a16:rowId xmlns:a16="http://schemas.microsoft.com/office/drawing/2014/main" val="1271587105"/>
                  </a:ext>
                </a:extLst>
              </a:tr>
              <a:tr h="288000">
                <a:tc gridSpan="2">
                  <a:txBody>
                    <a:bodyPr/>
                    <a:lstStyle/>
                    <a:p>
                      <a:endParaRPr lang="en-US" dirty="0"/>
                    </a:p>
                  </a:txBody>
                  <a:tcPr marL="0" marR="0" marT="0" marB="0">
                    <a:lnL w="76200" cap="flat" cmpd="sng" algn="ctr">
                      <a:solidFill>
                        <a:srgbClr val="F0F0F2"/>
                      </a:solidFill>
                      <a:prstDash val="solid"/>
                      <a:round/>
                      <a:headEnd type="none" w="med" len="med"/>
                      <a:tailEnd type="none" w="med" len="med"/>
                    </a:lnL>
                    <a:lnR w="9525" cap="flat" cmpd="sng" algn="ctr">
                      <a:solidFill>
                        <a:srgbClr val="F0F0F2"/>
                      </a:solidFill>
                      <a:prstDash val="solid"/>
                      <a:round/>
                      <a:headEnd type="none" w="med" len="med"/>
                      <a:tailEnd type="none" w="med" len="med"/>
                    </a:lnR>
                    <a:lnT w="9525" cap="flat" cmpd="sng" algn="ctr">
                      <a:solidFill>
                        <a:srgbClr val="F0F0F2"/>
                      </a:solidFill>
                      <a:prstDash val="solid"/>
                      <a:round/>
                      <a:headEnd type="none" w="med" len="med"/>
                      <a:tailEnd type="none" w="med" len="med"/>
                    </a:lnT>
                    <a:lnB w="76200" cap="flat" cmpd="sng" algn="ctr">
                      <a:solidFill>
                        <a:srgbClr val="F0F0F2"/>
                      </a:solidFill>
                      <a:prstDash val="solid"/>
                      <a:round/>
                      <a:headEnd type="none" w="med" len="med"/>
                      <a:tailEnd type="none" w="med" len="med"/>
                    </a:lnB>
                    <a:lnTlToBr w="12700" cmpd="sng">
                      <a:noFill/>
                      <a:prstDash val="solid"/>
                    </a:lnTlToBr>
                    <a:lnBlToTr w="12700" cmpd="sng">
                      <a:noFill/>
                      <a:prstDash val="solid"/>
                    </a:lnBlToTr>
                    <a:solidFill>
                      <a:srgbClr val="E0C223"/>
                    </a:solidFill>
                  </a:tcPr>
                </a:tc>
                <a:tc hMerge="1">
                  <a:txBody>
                    <a:bodyPr/>
                    <a:lstStyle/>
                    <a:p>
                      <a:endParaRPr lang="en-US"/>
                    </a:p>
                  </a:txBody>
                  <a:tcPr/>
                </a:tc>
                <a:tc gridSpan="2">
                  <a:txBody>
                    <a:bodyPr/>
                    <a:lstStyle/>
                    <a:p>
                      <a:endParaRPr lang="en-US" dirty="0"/>
                    </a:p>
                  </a:txBody>
                  <a:tcPr marL="0" marR="0" marT="0" marB="0">
                    <a:lnL w="9525" cap="flat" cmpd="sng" algn="ctr">
                      <a:solidFill>
                        <a:srgbClr val="F0F0F2"/>
                      </a:solidFill>
                      <a:prstDash val="solid"/>
                      <a:round/>
                      <a:headEnd type="none" w="med" len="med"/>
                      <a:tailEnd type="none" w="med" len="med"/>
                    </a:lnL>
                    <a:lnR w="9525" cap="flat" cmpd="sng" algn="ctr">
                      <a:solidFill>
                        <a:srgbClr val="F0F0F2"/>
                      </a:solidFill>
                      <a:prstDash val="solid"/>
                      <a:round/>
                      <a:headEnd type="none" w="med" len="med"/>
                      <a:tailEnd type="none" w="med" len="med"/>
                    </a:lnR>
                    <a:lnT w="9525" cap="flat" cmpd="sng" algn="ctr">
                      <a:solidFill>
                        <a:srgbClr val="F0F0F2"/>
                      </a:solidFill>
                      <a:prstDash val="solid"/>
                      <a:round/>
                      <a:headEnd type="none" w="med" len="med"/>
                      <a:tailEnd type="none" w="med" len="med"/>
                    </a:lnT>
                    <a:lnB w="76200" cap="flat" cmpd="sng" algn="ctr">
                      <a:solidFill>
                        <a:srgbClr val="F0F0F2"/>
                      </a:solidFill>
                      <a:prstDash val="solid"/>
                      <a:round/>
                      <a:headEnd type="none" w="med" len="med"/>
                      <a:tailEnd type="none" w="med" len="med"/>
                    </a:lnB>
                    <a:lnTlToBr w="12700" cmpd="sng">
                      <a:noFill/>
                      <a:prstDash val="solid"/>
                    </a:lnTlToBr>
                    <a:lnBlToTr w="12700" cmpd="sng">
                      <a:noFill/>
                      <a:prstDash val="solid"/>
                    </a:lnBlToTr>
                    <a:solidFill>
                      <a:srgbClr val="5EC5D4"/>
                    </a:solidFill>
                  </a:tcPr>
                </a:tc>
                <a:tc hMerge="1">
                  <a:txBody>
                    <a:bodyPr/>
                    <a:lstStyle/>
                    <a:p>
                      <a:endParaRPr lang="en-US"/>
                    </a:p>
                  </a:txBody>
                  <a:tcPr/>
                </a:tc>
                <a:tc gridSpan="2">
                  <a:txBody>
                    <a:bodyPr/>
                    <a:lstStyle/>
                    <a:p>
                      <a:endParaRPr lang="en-US" dirty="0"/>
                    </a:p>
                  </a:txBody>
                  <a:tcPr marL="0" marR="0" marT="0" marB="0">
                    <a:lnL w="9525" cap="flat" cmpd="sng" algn="ctr">
                      <a:solidFill>
                        <a:srgbClr val="F0F0F2"/>
                      </a:solidFill>
                      <a:prstDash val="solid"/>
                      <a:round/>
                      <a:headEnd type="none" w="med" len="med"/>
                      <a:tailEnd type="none" w="med" len="med"/>
                    </a:lnL>
                    <a:lnR w="9525" cap="flat" cmpd="sng" algn="ctr">
                      <a:solidFill>
                        <a:srgbClr val="F0F0F2"/>
                      </a:solidFill>
                      <a:prstDash val="solid"/>
                      <a:round/>
                      <a:headEnd type="none" w="med" len="med"/>
                      <a:tailEnd type="none" w="med" len="med"/>
                    </a:lnR>
                    <a:lnT w="9525" cap="flat" cmpd="sng" algn="ctr">
                      <a:solidFill>
                        <a:srgbClr val="F0F0F2"/>
                      </a:solidFill>
                      <a:prstDash val="solid"/>
                      <a:round/>
                      <a:headEnd type="none" w="med" len="med"/>
                      <a:tailEnd type="none" w="med" len="med"/>
                    </a:lnT>
                    <a:lnB w="76200" cap="flat" cmpd="sng" algn="ctr">
                      <a:solidFill>
                        <a:srgbClr val="F0F0F2"/>
                      </a:solidFill>
                      <a:prstDash val="solid"/>
                      <a:round/>
                      <a:headEnd type="none" w="med" len="med"/>
                      <a:tailEnd type="none" w="med" len="med"/>
                    </a:lnB>
                    <a:lnTlToBr w="12700" cmpd="sng">
                      <a:noFill/>
                      <a:prstDash val="solid"/>
                    </a:lnTlToBr>
                    <a:lnBlToTr w="12700" cmpd="sng">
                      <a:noFill/>
                      <a:prstDash val="solid"/>
                    </a:lnBlToTr>
                    <a:solidFill>
                      <a:srgbClr val="A591BE"/>
                    </a:solidFill>
                  </a:tcPr>
                </a:tc>
                <a:tc hMerge="1">
                  <a:txBody>
                    <a:bodyPr/>
                    <a:lstStyle/>
                    <a:p>
                      <a:endParaRPr lang="en-US"/>
                    </a:p>
                  </a:txBody>
                  <a:tcPr/>
                </a:tc>
                <a:tc gridSpan="2">
                  <a:txBody>
                    <a:bodyPr/>
                    <a:lstStyle/>
                    <a:p>
                      <a:endParaRPr lang="en-US" dirty="0"/>
                    </a:p>
                  </a:txBody>
                  <a:tcPr marL="0" marR="0" marT="0" marB="0">
                    <a:lnL w="9525" cap="flat" cmpd="sng" algn="ctr">
                      <a:solidFill>
                        <a:srgbClr val="F0F0F2"/>
                      </a:solidFill>
                      <a:prstDash val="solid"/>
                      <a:round/>
                      <a:headEnd type="none" w="med" len="med"/>
                      <a:tailEnd type="none" w="med" len="med"/>
                    </a:lnL>
                    <a:lnR w="9525" cap="flat" cmpd="sng" algn="ctr">
                      <a:solidFill>
                        <a:srgbClr val="F0F0F2"/>
                      </a:solidFill>
                      <a:prstDash val="solid"/>
                      <a:round/>
                      <a:headEnd type="none" w="med" len="med"/>
                      <a:tailEnd type="none" w="med" len="med"/>
                    </a:lnR>
                    <a:lnT w="9525" cap="flat" cmpd="sng" algn="ctr">
                      <a:solidFill>
                        <a:srgbClr val="F0F0F2"/>
                      </a:solidFill>
                      <a:prstDash val="solid"/>
                      <a:round/>
                      <a:headEnd type="none" w="med" len="med"/>
                      <a:tailEnd type="none" w="med" len="med"/>
                    </a:lnT>
                    <a:lnB w="76200" cap="flat" cmpd="sng" algn="ctr">
                      <a:solidFill>
                        <a:srgbClr val="F0F0F2"/>
                      </a:solidFill>
                      <a:prstDash val="solid"/>
                      <a:round/>
                      <a:headEnd type="none" w="med" len="med"/>
                      <a:tailEnd type="none" w="med" len="med"/>
                    </a:lnB>
                    <a:lnTlToBr w="12700" cmpd="sng">
                      <a:noFill/>
                      <a:prstDash val="solid"/>
                    </a:lnTlToBr>
                    <a:lnBlToTr w="12700" cmpd="sng">
                      <a:noFill/>
                      <a:prstDash val="solid"/>
                    </a:lnBlToTr>
                    <a:solidFill>
                      <a:srgbClr val="C5CD59"/>
                    </a:solidFill>
                  </a:tcPr>
                </a:tc>
                <a:tc hMerge="1">
                  <a:txBody>
                    <a:bodyPr/>
                    <a:lstStyle/>
                    <a:p>
                      <a:endParaRPr lang="en-US"/>
                    </a:p>
                  </a:txBody>
                  <a:tcPr/>
                </a:tc>
                <a:tc gridSpan="2">
                  <a:txBody>
                    <a:bodyPr/>
                    <a:lstStyle/>
                    <a:p>
                      <a:endParaRPr lang="en-US" dirty="0"/>
                    </a:p>
                  </a:txBody>
                  <a:tcPr marL="0" marR="0" marT="0" marB="0">
                    <a:lnL w="9525" cap="flat" cmpd="sng" algn="ctr">
                      <a:solidFill>
                        <a:srgbClr val="F0F0F2"/>
                      </a:solidFill>
                      <a:prstDash val="solid"/>
                      <a:round/>
                      <a:headEnd type="none" w="med" len="med"/>
                      <a:tailEnd type="none" w="med" len="med"/>
                    </a:lnL>
                    <a:lnR w="76200" cap="flat" cmpd="sng" algn="ctr">
                      <a:solidFill>
                        <a:srgbClr val="F0F0F2"/>
                      </a:solidFill>
                      <a:prstDash val="solid"/>
                      <a:round/>
                      <a:headEnd type="none" w="med" len="med"/>
                      <a:tailEnd type="none" w="med" len="med"/>
                    </a:lnR>
                    <a:lnT w="9525" cap="flat" cmpd="sng" algn="ctr">
                      <a:solidFill>
                        <a:srgbClr val="F0F0F2"/>
                      </a:solidFill>
                      <a:prstDash val="solid"/>
                      <a:round/>
                      <a:headEnd type="none" w="med" len="med"/>
                      <a:tailEnd type="none" w="med" len="med"/>
                    </a:lnT>
                    <a:lnB w="76200" cap="flat" cmpd="sng" algn="ctr">
                      <a:solidFill>
                        <a:srgbClr val="F0F0F2"/>
                      </a:solidFill>
                      <a:prstDash val="solid"/>
                      <a:round/>
                      <a:headEnd type="none" w="med" len="med"/>
                      <a:tailEnd type="none" w="med" len="med"/>
                    </a:lnB>
                    <a:lnTlToBr w="12700" cmpd="sng">
                      <a:noFill/>
                      <a:prstDash val="solid"/>
                    </a:lnTlToBr>
                    <a:lnBlToTr w="12700" cmpd="sng">
                      <a:noFill/>
                      <a:prstDash val="solid"/>
                    </a:lnBlToTr>
                    <a:solidFill>
                      <a:srgbClr val="D55200"/>
                    </a:solidFill>
                  </a:tcPr>
                </a:tc>
                <a:tc hMerge="1">
                  <a:txBody>
                    <a:bodyPr/>
                    <a:lstStyle/>
                    <a:p>
                      <a:endParaRPr lang="en-US"/>
                    </a:p>
                  </a:txBody>
                  <a:tcPr/>
                </a:tc>
                <a:extLst>
                  <a:ext uri="{0D108BD9-81ED-4DB2-BD59-A6C34878D82A}">
                    <a16:rowId xmlns:a16="http://schemas.microsoft.com/office/drawing/2014/main" val="1232382331"/>
                  </a:ext>
                </a:extLst>
              </a:tr>
              <a:tr h="72000">
                <a:tc gridSpan="2">
                  <a:txBody>
                    <a:bodyPr/>
                    <a:lstStyle/>
                    <a:p>
                      <a:endParaRPr lang="en-US" sz="100" dirty="0"/>
                    </a:p>
                  </a:txBody>
                  <a:tcPr marL="0" marR="0" marT="0" marB="0">
                    <a:lnL w="9525" cap="flat" cmpd="sng" algn="ctr">
                      <a:noFill/>
                      <a:prstDash val="solid"/>
                      <a:round/>
                      <a:headEnd type="none" w="med" len="med"/>
                      <a:tailEnd type="none" w="med" len="med"/>
                    </a:lnL>
                    <a:lnR w="9525" cap="flat" cmpd="sng" algn="ctr">
                      <a:solidFill>
                        <a:srgbClr val="F1F1F2"/>
                      </a:solidFill>
                      <a:prstDash val="solid"/>
                      <a:round/>
                      <a:headEnd type="none" w="med" len="med"/>
                      <a:tailEnd type="none" w="med" len="med"/>
                    </a:lnR>
                    <a:lnT w="76200" cap="flat" cmpd="sng" algn="ctr">
                      <a:solidFill>
                        <a:srgbClr val="F0F0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endParaRPr lang="en-US" sz="100"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76200" cap="flat" cmpd="sng" algn="ctr">
                      <a:solidFill>
                        <a:srgbClr val="F0F0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endParaRPr lang="en-US" sz="100"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76200" cap="flat" cmpd="sng" algn="ctr">
                      <a:solidFill>
                        <a:srgbClr val="F0F0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endParaRPr lang="en-US" sz="100"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76200" cap="flat" cmpd="sng" algn="ctr">
                      <a:solidFill>
                        <a:srgbClr val="F0F0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endParaRPr lang="en-US" sz="100" dirty="0"/>
                    </a:p>
                  </a:txBody>
                  <a:tcPr marL="0" marR="0" marT="0" marB="0">
                    <a:lnL w="9525" cap="flat" cmpd="sng" algn="ctr">
                      <a:solidFill>
                        <a:srgbClr val="F1F1F2"/>
                      </a:solidFill>
                      <a:prstDash val="solid"/>
                      <a:round/>
                      <a:headEnd type="none" w="med" len="med"/>
                      <a:tailEnd type="none" w="med" len="med"/>
                    </a:lnL>
                    <a:lnR w="9525" cap="flat" cmpd="sng" algn="ctr">
                      <a:noFill/>
                      <a:prstDash val="solid"/>
                      <a:round/>
                      <a:headEnd type="none" w="med" len="med"/>
                      <a:tailEnd type="none" w="med" len="med"/>
                    </a:lnR>
                    <a:lnT w="76200" cap="flat" cmpd="sng" algn="ctr">
                      <a:solidFill>
                        <a:srgbClr val="F0F0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1768818685"/>
                  </a:ext>
                </a:extLst>
              </a:tr>
              <a:tr h="288000">
                <a:tc gridSpan="2">
                  <a:txBody>
                    <a:bodyPr/>
                    <a:lstStyle/>
                    <a:p>
                      <a:endParaRPr lang="en-US" dirty="0"/>
                    </a:p>
                  </a:txBody>
                  <a:tcPr marL="0" marR="0" marT="0" marB="0">
                    <a:lnL w="9525" cap="flat" cmpd="sng" algn="ctr">
                      <a:no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gradFill>
                      <a:gsLst>
                        <a:gs pos="0">
                          <a:srgbClr val="F7E16D"/>
                        </a:gs>
                        <a:gs pos="100000">
                          <a:srgbClr val="E0C223"/>
                        </a:gs>
                      </a:gsLst>
                      <a:lin ang="2700000" scaled="0"/>
                    </a:gradFill>
                  </a:tcPr>
                </a:tc>
                <a:tc hMerge="1">
                  <a:txBody>
                    <a:bodyPr/>
                    <a:lstStyle/>
                    <a:p>
                      <a:endParaRPr lang="en-US"/>
                    </a:p>
                  </a:txBody>
                  <a:tcPr/>
                </a:tc>
                <a:tc gridSpan="2">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gradFill>
                      <a:gsLst>
                        <a:gs pos="100000">
                          <a:srgbClr val="6AD6E5"/>
                        </a:gs>
                        <a:gs pos="0">
                          <a:srgbClr val="04ABC8"/>
                        </a:gs>
                      </a:gsLst>
                      <a:lin ang="2700000" scaled="0"/>
                    </a:gradFill>
                  </a:tcPr>
                </a:tc>
                <a:tc hMerge="1">
                  <a:txBody>
                    <a:bodyPr/>
                    <a:lstStyle/>
                    <a:p>
                      <a:endParaRPr lang="en-US"/>
                    </a:p>
                  </a:txBody>
                  <a:tcPr/>
                </a:tc>
                <a:tc gridSpan="2">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gradFill>
                      <a:gsLst>
                        <a:gs pos="0">
                          <a:srgbClr val="AA98C3"/>
                        </a:gs>
                        <a:gs pos="100000">
                          <a:srgbClr val="6076BA"/>
                        </a:gs>
                      </a:gsLst>
                      <a:lin ang="2700000" scaled="0"/>
                    </a:gradFill>
                  </a:tcPr>
                </a:tc>
                <a:tc hMerge="1">
                  <a:txBody>
                    <a:bodyPr/>
                    <a:lstStyle/>
                    <a:p>
                      <a:endParaRPr lang="en-US"/>
                    </a:p>
                  </a:txBody>
                  <a:tcPr/>
                </a:tc>
                <a:tc gridSpan="2">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gradFill>
                      <a:gsLst>
                        <a:gs pos="0">
                          <a:srgbClr val="C5CD59"/>
                        </a:gs>
                        <a:gs pos="100000">
                          <a:srgbClr val="9DA43C"/>
                        </a:gs>
                      </a:gsLst>
                      <a:lin ang="2700000" scaled="0"/>
                    </a:gradFill>
                  </a:tcPr>
                </a:tc>
                <a:tc hMerge="1">
                  <a:txBody>
                    <a:bodyPr/>
                    <a:lstStyle/>
                    <a:p>
                      <a:endParaRPr lang="en-US"/>
                    </a:p>
                  </a:txBody>
                  <a:tcPr/>
                </a:tc>
                <a:tc gridSpan="2">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gradFill>
                      <a:gsLst>
                        <a:gs pos="0">
                          <a:srgbClr val="EB935C"/>
                        </a:gs>
                        <a:gs pos="35000">
                          <a:srgbClr val="D65200"/>
                        </a:gs>
                      </a:gsLst>
                      <a:lin ang="2700000" scaled="0"/>
                    </a:gradFill>
                  </a:tcPr>
                </a:tc>
                <a:tc hMerge="1">
                  <a:txBody>
                    <a:bodyPr/>
                    <a:lstStyle/>
                    <a:p>
                      <a:endParaRPr lang="en-US"/>
                    </a:p>
                  </a:txBody>
                  <a:tcPr/>
                </a:tc>
                <a:extLst>
                  <a:ext uri="{0D108BD9-81ED-4DB2-BD59-A6C34878D82A}">
                    <a16:rowId xmlns:a16="http://schemas.microsoft.com/office/drawing/2014/main" val="3795602441"/>
                  </a:ext>
                </a:extLst>
              </a:tr>
              <a:tr h="288000">
                <a:tc>
                  <a:txBody>
                    <a:bodyPr/>
                    <a:lstStyle/>
                    <a:p>
                      <a:endParaRPr lang="en-US" dirty="0"/>
                    </a:p>
                  </a:txBody>
                  <a:tcPr marL="0" marR="0" marT="0" marB="0">
                    <a:lnL w="9525" cap="flat" cmpd="sng" algn="ctr">
                      <a:no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F7E16D"/>
                    </a:solidFill>
                  </a:tcPr>
                </a:tc>
                <a:tc>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E0C223"/>
                    </a:solidFill>
                  </a:tcPr>
                </a:tc>
                <a:tc>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6AD6E5"/>
                    </a:solidFill>
                  </a:tcPr>
                </a:tc>
                <a:tc>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04ABC8"/>
                    </a:solidFill>
                  </a:tcPr>
                </a:tc>
                <a:tc>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AA98C3"/>
                    </a:solidFill>
                  </a:tcPr>
                </a:tc>
                <a:tc>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6076BA"/>
                    </a:solidFill>
                  </a:tcPr>
                </a:tc>
                <a:tc>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C5CD59"/>
                    </a:solidFill>
                  </a:tcPr>
                </a:tc>
                <a:tc>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9DA43C"/>
                    </a:solidFill>
                  </a:tcPr>
                </a:tc>
                <a:tc>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EB935C"/>
                    </a:solidFill>
                  </a:tcPr>
                </a:tc>
                <a:tc>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solidFill>
                      <a:srgbClr val="D65200"/>
                    </a:solidFill>
                  </a:tcPr>
                </a:tc>
                <a:extLst>
                  <a:ext uri="{0D108BD9-81ED-4DB2-BD59-A6C34878D82A}">
                    <a16:rowId xmlns:a16="http://schemas.microsoft.com/office/drawing/2014/main" val="2506871530"/>
                  </a:ext>
                </a:extLst>
              </a:tr>
              <a:tr h="72000">
                <a:tc gridSpan="2">
                  <a:txBody>
                    <a:bodyPr/>
                    <a:lstStyle/>
                    <a:p>
                      <a:endParaRPr lang="en-US" sz="100" dirty="0"/>
                    </a:p>
                  </a:txBody>
                  <a:tcPr marL="0" marR="0" marT="0" marB="0">
                    <a:lnL w="9525" cap="flat" cmpd="sng" algn="ctr">
                      <a:no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endParaRPr lang="en-US" sz="100"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endParaRPr lang="en-US" sz="100"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endParaRPr lang="en-US" sz="100"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endParaRPr lang="en-US" sz="100" dirty="0"/>
                    </a:p>
                  </a:txBody>
                  <a:tcPr marL="0" marR="0" marT="0" marB="0">
                    <a:lnL w="9525" cap="flat" cmpd="sng" algn="ctr">
                      <a:solidFill>
                        <a:srgbClr val="F1F1F2"/>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solidFill>
                        <a:srgbClr val="F1F1F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2250424333"/>
                  </a:ext>
                </a:extLst>
              </a:tr>
              <a:tr h="288000">
                <a:tc gridSpan="2">
                  <a:txBody>
                    <a:bodyPr/>
                    <a:lstStyle/>
                    <a:p>
                      <a:endParaRPr lang="en-US" dirty="0"/>
                    </a:p>
                  </a:txBody>
                  <a:tcPr marL="0" marR="0" marT="0" marB="0">
                    <a:lnL w="9525" cap="flat" cmpd="sng" algn="ctr">
                      <a:no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DB4A3D"/>
                    </a:solidFill>
                  </a:tcPr>
                </a:tc>
                <a:tc hMerge="1">
                  <a:txBody>
                    <a:bodyPr/>
                    <a:lstStyle/>
                    <a:p>
                      <a:endParaRPr lang="en-US"/>
                    </a:p>
                  </a:txBody>
                  <a:tcPr/>
                </a:tc>
                <a:tc gridSpan="2">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F981A"/>
                    </a:solidFill>
                  </a:tcPr>
                </a:tc>
                <a:tc hMerge="1">
                  <a:txBody>
                    <a:bodyPr/>
                    <a:lstStyle/>
                    <a:p>
                      <a:endParaRPr lang="en-US"/>
                    </a:p>
                  </a:txBody>
                  <a:tcPr/>
                </a:tc>
                <a:tc gridSpan="2">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8C640"/>
                    </a:solidFill>
                  </a:tcPr>
                </a:tc>
                <a:tc hMerge="1">
                  <a:txBody>
                    <a:bodyPr/>
                    <a:lstStyle/>
                    <a:p>
                      <a:endParaRPr lang="en-US"/>
                    </a:p>
                  </a:txBody>
                  <a:tcPr/>
                </a:tc>
                <a:tc gridSpan="2">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solidFill>
                        <a:srgbClr val="F1F1F2"/>
                      </a:solid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57C968"/>
                    </a:solidFill>
                  </a:tcPr>
                </a:tc>
                <a:tc hMerge="1">
                  <a:txBody>
                    <a:bodyPr/>
                    <a:lstStyle/>
                    <a:p>
                      <a:endParaRPr lang="en-US"/>
                    </a:p>
                  </a:txBody>
                  <a:tcPr/>
                </a:tc>
                <a:tc gridSpan="2">
                  <a:txBody>
                    <a:bodyPr/>
                    <a:lstStyle/>
                    <a:p>
                      <a:endParaRPr lang="en-US" dirty="0"/>
                    </a:p>
                  </a:txBody>
                  <a:tcPr marL="0" marR="0" marT="0" marB="0">
                    <a:lnL w="9525" cap="flat" cmpd="sng" algn="ctr">
                      <a:solidFill>
                        <a:srgbClr val="F1F1F2"/>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F1F1F2"/>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2C963F"/>
                    </a:solidFill>
                  </a:tcPr>
                </a:tc>
                <a:tc hMerge="1">
                  <a:txBody>
                    <a:bodyPr/>
                    <a:lstStyle/>
                    <a:p>
                      <a:endParaRPr lang="en-US"/>
                    </a:p>
                  </a:txBody>
                  <a:tcPr/>
                </a:tc>
                <a:extLst>
                  <a:ext uri="{0D108BD9-81ED-4DB2-BD59-A6C34878D82A}">
                    <a16:rowId xmlns:a16="http://schemas.microsoft.com/office/drawing/2014/main" val="1289488421"/>
                  </a:ext>
                </a:extLst>
              </a:tr>
            </a:tbl>
          </a:graphicData>
        </a:graphic>
      </p:graphicFrame>
      <p:sp>
        <p:nvSpPr>
          <p:cNvPr id="5" name="TextBox 4">
            <a:hlinkClick r:id="rId23"/>
            <a:extLst>
              <a:ext uri="{FF2B5EF4-FFF2-40B4-BE49-F238E27FC236}">
                <a16:creationId xmlns:a16="http://schemas.microsoft.com/office/drawing/2014/main" id="{97451D23-9484-A5AC-6DE0-B05B1E0505F7}"/>
              </a:ext>
            </a:extLst>
          </p:cNvPr>
          <p:cNvSpPr txBox="1"/>
          <p:nvPr userDrawn="1"/>
        </p:nvSpPr>
        <p:spPr>
          <a:xfrm>
            <a:off x="12260945" y="4406201"/>
            <a:ext cx="1574597" cy="433196"/>
          </a:xfrm>
          <a:prstGeom prst="rect">
            <a:avLst/>
          </a:prstGeom>
          <a:noFill/>
        </p:spPr>
        <p:txBody>
          <a:bodyPr wrap="square" rtlCol="0" anchor="b">
            <a:spAutoFit/>
          </a:bodyPr>
          <a:lstStyle/>
          <a:p>
            <a:pPr marL="0" marR="0" lvl="0" indent="0" algn="l" defTabSz="457200" rtl="0" eaLnBrk="1" fontAlgn="auto" latinLnBrk="0" hangingPunct="1">
              <a:lnSpc>
                <a:spcPct val="114000"/>
              </a:lnSpc>
              <a:spcBef>
                <a:spcPts val="0"/>
              </a:spcBef>
              <a:spcAft>
                <a:spcPts val="0"/>
              </a:spcAft>
              <a:buClr>
                <a:srgbClr val="9B9A87"/>
              </a:buClr>
              <a:buSzPct val="100000"/>
              <a:buFont typeface="+mj-lt"/>
              <a:buNone/>
              <a:tabLst/>
              <a:defRPr/>
            </a:pPr>
            <a:r>
              <a:rPr kumimoji="0" lang="en-US" sz="1000" b="1" i="0" u="none" strike="noStrike" kern="1200" cap="none" spc="0" normalizeH="0" baseline="0" noProof="0" dirty="0">
                <a:ln>
                  <a:noFill/>
                </a:ln>
                <a:solidFill>
                  <a:schemeClr val="tx1">
                    <a:lumMod val="60000"/>
                    <a:lumOff val="40000"/>
                  </a:schemeClr>
                </a:solidFill>
                <a:effectLst/>
                <a:uLnTx/>
                <a:uFillTx/>
                <a:latin typeface="Calibri Bold"/>
                <a:ea typeface="+mn-ea"/>
                <a:cs typeface="+mn-cs"/>
              </a:rPr>
              <a:t>Master template version: </a:t>
            </a:r>
          </a:p>
          <a:p>
            <a:pPr marL="0" marR="0" lvl="0" indent="0" algn="l" defTabSz="457200" rtl="0" eaLnBrk="1" fontAlgn="auto" latinLnBrk="0" hangingPunct="1">
              <a:lnSpc>
                <a:spcPct val="114000"/>
              </a:lnSpc>
              <a:spcBef>
                <a:spcPts val="0"/>
              </a:spcBef>
              <a:spcAft>
                <a:spcPts val="0"/>
              </a:spcAft>
              <a:buClr>
                <a:srgbClr val="9B9A87"/>
              </a:buClr>
              <a:buSzPct val="100000"/>
              <a:buFont typeface="+mj-lt"/>
              <a:buNone/>
              <a:tabLst/>
              <a:defRPr/>
            </a:pPr>
            <a:r>
              <a:rPr kumimoji="0" lang="en-US" sz="1000" b="0" i="0" u="none" strike="noStrike" kern="1200" cap="none" spc="0" normalizeH="0" baseline="0" noProof="0" dirty="0">
                <a:ln>
                  <a:noFill/>
                </a:ln>
                <a:solidFill>
                  <a:schemeClr val="tx1">
                    <a:lumMod val="60000"/>
                    <a:lumOff val="40000"/>
                  </a:schemeClr>
                </a:solidFill>
                <a:effectLst/>
                <a:uLnTx/>
                <a:uFillTx/>
                <a:latin typeface="Calibri Regular"/>
                <a:ea typeface="+mn-ea"/>
                <a:cs typeface="+mn-cs"/>
              </a:rPr>
              <a:t>v20220729</a:t>
            </a:r>
            <a:endParaRPr lang="en-US" sz="1000" b="0" i="0" dirty="0">
              <a:solidFill>
                <a:schemeClr val="tx1">
                  <a:lumMod val="60000"/>
                  <a:lumOff val="40000"/>
                </a:schemeClr>
              </a:solidFill>
              <a:latin typeface="Calibri Regular"/>
            </a:endParaRPr>
          </a:p>
        </p:txBody>
      </p:sp>
      <p:sp>
        <p:nvSpPr>
          <p:cNvPr id="7" name="Rectangle 6">
            <a:extLst>
              <a:ext uri="{FF2B5EF4-FFF2-40B4-BE49-F238E27FC236}">
                <a16:creationId xmlns:a16="http://schemas.microsoft.com/office/drawing/2014/main" id="{499FC6F2-3923-4241-B710-1B30D0874A09}"/>
              </a:ext>
            </a:extLst>
          </p:cNvPr>
          <p:cNvSpPr/>
          <p:nvPr userDrawn="1"/>
        </p:nvSpPr>
        <p:spPr>
          <a:xfrm>
            <a:off x="0" y="-1"/>
            <a:ext cx="12192000" cy="686595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02F04000-FB3A-6842-9B07-0251B414D6E4}"/>
              </a:ext>
            </a:extLst>
          </p:cNvPr>
          <p:cNvSpPr/>
          <p:nvPr userDrawn="1"/>
        </p:nvSpPr>
        <p:spPr>
          <a:xfrm>
            <a:off x="1526401" y="0"/>
            <a:ext cx="10665600" cy="85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45B13F74-C0BA-034D-B21E-2C17337F1FA4}"/>
              </a:ext>
            </a:extLst>
          </p:cNvPr>
          <p:cNvSpPr>
            <a:spLocks noGrp="1"/>
          </p:cNvSpPr>
          <p:nvPr>
            <p:ph type="body" idx="1"/>
          </p:nvPr>
        </p:nvSpPr>
        <p:spPr>
          <a:xfrm>
            <a:off x="523798" y="1360359"/>
            <a:ext cx="11231962" cy="4971737"/>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Placeholder 3">
            <a:extLst>
              <a:ext uri="{FF2B5EF4-FFF2-40B4-BE49-F238E27FC236}">
                <a16:creationId xmlns:a16="http://schemas.microsoft.com/office/drawing/2014/main" id="{DEB3B1D5-38F6-744A-845D-D4D4BFD82B47}"/>
              </a:ext>
            </a:extLst>
          </p:cNvPr>
          <p:cNvSpPr>
            <a:spLocks noGrp="1"/>
          </p:cNvSpPr>
          <p:nvPr>
            <p:ph type="title"/>
          </p:nvPr>
        </p:nvSpPr>
        <p:spPr>
          <a:xfrm>
            <a:off x="1936800" y="277200"/>
            <a:ext cx="9810000" cy="284400"/>
          </a:xfrm>
          <a:prstGeom prst="rect">
            <a:avLst/>
          </a:prstGeom>
        </p:spPr>
        <p:txBody>
          <a:bodyPr wrap="square" lIns="0" tIns="0" rIns="0" bIns="0" anchor="t">
            <a:noAutofit/>
          </a:bodyPr>
          <a:lstStyle/>
          <a:p>
            <a:pPr marL="228600" lvl="0" indent="-228600">
              <a:spcBef>
                <a:spcPts val="1000"/>
              </a:spcBef>
              <a:buFont typeface="Arial"/>
            </a:pPr>
            <a:r>
              <a:rPr lang="en-US"/>
              <a:t>Click to edit Master title style</a:t>
            </a:r>
            <a:endParaRPr lang="en-US" dirty="0"/>
          </a:p>
        </p:txBody>
      </p:sp>
      <p:sp>
        <p:nvSpPr>
          <p:cNvPr id="44" name="Slide Number Placeholder 5">
            <a:extLst>
              <a:ext uri="{FF2B5EF4-FFF2-40B4-BE49-F238E27FC236}">
                <a16:creationId xmlns:a16="http://schemas.microsoft.com/office/drawing/2014/main" id="{61D04E9C-E586-B24A-97EA-062E3E2A73A9}"/>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spAutoFit/>
          </a:bodyPr>
          <a:lstStyle>
            <a:lvl1pPr algn="r">
              <a:defRPr lang="en-US" sz="1000" b="1" spc="10" smtClean="0">
                <a:solidFill>
                  <a:srgbClr val="B3BECD"/>
                </a:solidFill>
              </a:defRPr>
            </a:lvl1pPr>
          </a:lstStyle>
          <a:p>
            <a:fld id="{E242BD21-9B61-2246-BCB1-4BE5E1BEBE1C}" type="slidenum">
              <a:rPr lang="en-US" smtClean="0"/>
              <a:pPr/>
              <a:t>‹#›</a:t>
            </a:fld>
            <a:endParaRPr lang="en-US"/>
          </a:p>
        </p:txBody>
      </p:sp>
      <p:sp>
        <p:nvSpPr>
          <p:cNvPr id="58" name="TextBox 57">
            <a:extLst>
              <a:ext uri="{FF2B5EF4-FFF2-40B4-BE49-F238E27FC236}">
                <a16:creationId xmlns:a16="http://schemas.microsoft.com/office/drawing/2014/main" id="{2068D9D8-6BDF-E84E-92C4-860CA2E281CA}"/>
              </a:ext>
            </a:extLst>
          </p:cNvPr>
          <p:cNvSpPr txBox="1"/>
          <p:nvPr userDrawn="1"/>
        </p:nvSpPr>
        <p:spPr>
          <a:xfrm>
            <a:off x="-1228363" y="-303006"/>
            <a:ext cx="1228362" cy="1658286"/>
          </a:xfrm>
          <a:prstGeom prst="rect">
            <a:avLst/>
          </a:prstGeom>
          <a:gradFill>
            <a:gsLst>
              <a:gs pos="53000">
                <a:schemeClr val="tx1">
                  <a:lumMod val="40000"/>
                  <a:lumOff val="60000"/>
                  <a:alpha val="0"/>
                </a:schemeClr>
              </a:gs>
              <a:gs pos="100000">
                <a:schemeClr val="tx1">
                  <a:lumMod val="40000"/>
                  <a:lumOff val="60000"/>
                  <a:alpha val="70000"/>
                </a:schemeClr>
              </a:gs>
            </a:gsLst>
            <a:lin ang="2400000" scaled="0"/>
          </a:gradFill>
        </p:spPr>
        <p:txBody>
          <a:bodyPr wrap="square" rtlCol="0" anchor="b">
            <a:noAutofit/>
          </a:bodyPr>
          <a:lstStyle/>
          <a:p>
            <a:pPr algn="l"/>
            <a:r>
              <a:rPr lang="en-US" sz="900" b="1" i="0" dirty="0">
                <a:solidFill>
                  <a:schemeClr val="tx1">
                    <a:alpha val="70000"/>
                  </a:schemeClr>
                </a:solidFill>
                <a:latin typeface="Calibri Bold"/>
              </a:rPr>
              <a:t>NO CONTENT HERE</a:t>
            </a:r>
          </a:p>
        </p:txBody>
      </p:sp>
      <p:sp>
        <p:nvSpPr>
          <p:cNvPr id="60" name="TextBox 59">
            <a:extLst>
              <a:ext uri="{FF2B5EF4-FFF2-40B4-BE49-F238E27FC236}">
                <a16:creationId xmlns:a16="http://schemas.microsoft.com/office/drawing/2014/main" id="{D66DECB5-D39A-5146-B4F8-F6AE03D6367F}"/>
              </a:ext>
            </a:extLst>
          </p:cNvPr>
          <p:cNvSpPr txBox="1"/>
          <p:nvPr userDrawn="1"/>
        </p:nvSpPr>
        <p:spPr>
          <a:xfrm>
            <a:off x="-301318" y="-372507"/>
            <a:ext cx="826141" cy="369332"/>
          </a:xfrm>
          <a:prstGeom prst="rect">
            <a:avLst/>
          </a:prstGeom>
          <a:gradFill>
            <a:gsLst>
              <a:gs pos="60000">
                <a:schemeClr val="tx1">
                  <a:lumMod val="40000"/>
                  <a:lumOff val="60000"/>
                  <a:alpha val="0"/>
                </a:schemeClr>
              </a:gs>
              <a:gs pos="100000">
                <a:schemeClr val="tx1">
                  <a:lumMod val="40000"/>
                  <a:lumOff val="60000"/>
                  <a:alpha val="70000"/>
                </a:schemeClr>
              </a:gs>
            </a:gsLst>
            <a:lin ang="3000000" scaled="0"/>
          </a:gradFill>
        </p:spPr>
        <p:txBody>
          <a:bodyPr wrap="square" rtlCol="0" anchor="b">
            <a:spAutoFit/>
          </a:bodyPr>
          <a:lstStyle/>
          <a:p>
            <a:pPr algn="l"/>
            <a:r>
              <a:rPr lang="en-US" sz="900" b="1" i="0" dirty="0">
                <a:solidFill>
                  <a:schemeClr val="tx1">
                    <a:alpha val="70000"/>
                  </a:schemeClr>
                </a:solidFill>
                <a:latin typeface="Calibri Bold"/>
              </a:rPr>
              <a:t>NO CONTENT</a:t>
            </a:r>
            <a:br>
              <a:rPr lang="en-US" sz="900" b="1" i="0" dirty="0">
                <a:solidFill>
                  <a:schemeClr val="tx1">
                    <a:alpha val="70000"/>
                  </a:schemeClr>
                </a:solidFill>
                <a:latin typeface="Calibri Bold"/>
              </a:rPr>
            </a:br>
            <a:r>
              <a:rPr lang="en-US" sz="900" b="1" i="0" dirty="0">
                <a:solidFill>
                  <a:schemeClr val="tx1">
                    <a:alpha val="70000"/>
                  </a:schemeClr>
                </a:solidFill>
                <a:latin typeface="Calibri Bold"/>
              </a:rPr>
              <a:t>          HERE</a:t>
            </a:r>
          </a:p>
        </p:txBody>
      </p:sp>
      <p:sp>
        <p:nvSpPr>
          <p:cNvPr id="80" name="Triangle 79">
            <a:extLst>
              <a:ext uri="{FF2B5EF4-FFF2-40B4-BE49-F238E27FC236}">
                <a16:creationId xmlns:a16="http://schemas.microsoft.com/office/drawing/2014/main" id="{F11C372E-FF74-1C46-AC9A-9C6FAC6B5901}"/>
              </a:ext>
            </a:extLst>
          </p:cNvPr>
          <p:cNvSpPr/>
          <p:nvPr userDrawn="1"/>
        </p:nvSpPr>
        <p:spPr>
          <a:xfrm rot="16200000">
            <a:off x="313381" y="-158834"/>
            <a:ext cx="112623" cy="79252"/>
          </a:xfrm>
          <a:prstGeom prst="triangle">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Freeform 80">
            <a:extLst>
              <a:ext uri="{FF2B5EF4-FFF2-40B4-BE49-F238E27FC236}">
                <a16:creationId xmlns:a16="http://schemas.microsoft.com/office/drawing/2014/main" id="{C37BE910-150E-F547-AA99-B012E5B28DE1}"/>
              </a:ext>
            </a:extLst>
          </p:cNvPr>
          <p:cNvSpPr/>
          <p:nvPr userDrawn="1"/>
        </p:nvSpPr>
        <p:spPr>
          <a:xfrm>
            <a:off x="12191262" y="1535801"/>
            <a:ext cx="1644280" cy="360000"/>
          </a:xfrm>
          <a:custGeom>
            <a:avLst/>
            <a:gdLst>
              <a:gd name="connsiteX0" fmla="*/ 0 w 1644280"/>
              <a:gd name="connsiteY0" fmla="*/ 0 h 360000"/>
              <a:gd name="connsiteX1" fmla="*/ 1584279 w 1644280"/>
              <a:gd name="connsiteY1" fmla="*/ 0 h 360000"/>
              <a:gd name="connsiteX2" fmla="*/ 1644280 w 1644280"/>
              <a:gd name="connsiteY2" fmla="*/ 60001 h 360000"/>
              <a:gd name="connsiteX3" fmla="*/ 1644280 w 1644280"/>
              <a:gd name="connsiteY3" fmla="*/ 299999 h 360000"/>
              <a:gd name="connsiteX4" fmla="*/ 1584279 w 1644280"/>
              <a:gd name="connsiteY4" fmla="*/ 360000 h 360000"/>
              <a:gd name="connsiteX5" fmla="*/ 0 w 1644280"/>
              <a:gd name="connsiteY5" fmla="*/ 360000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4280" h="360000">
                <a:moveTo>
                  <a:pt x="0" y="0"/>
                </a:moveTo>
                <a:lnTo>
                  <a:pt x="1584279" y="0"/>
                </a:lnTo>
                <a:cubicBezTo>
                  <a:pt x="1617417" y="0"/>
                  <a:pt x="1644280" y="26863"/>
                  <a:pt x="1644280" y="60001"/>
                </a:cubicBezTo>
                <a:lnTo>
                  <a:pt x="1644280" y="299999"/>
                </a:lnTo>
                <a:cubicBezTo>
                  <a:pt x="1644280" y="333137"/>
                  <a:pt x="1617417" y="360000"/>
                  <a:pt x="1584279" y="360000"/>
                </a:cubicBezTo>
                <a:lnTo>
                  <a:pt x="0" y="360000"/>
                </a:lnTo>
                <a:close/>
              </a:path>
            </a:pathLst>
          </a:custGeom>
          <a:gradFill>
            <a:gsLst>
              <a:gs pos="100000">
                <a:schemeClr val="accent1">
                  <a:alpha val="85000"/>
                </a:schemeClr>
              </a:gs>
              <a:gs pos="4000">
                <a:schemeClr val="accent1">
                  <a:alpha val="70000"/>
                </a:schemeClr>
              </a:gs>
              <a:gs pos="0">
                <a:srgbClr val="17323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16000" rtlCol="0" anchor="ctr">
            <a:noAutofit/>
          </a:bodyPr>
          <a:lstStyle/>
          <a:p>
            <a:pPr lvl="0"/>
            <a:r>
              <a:rPr lang="en-US" sz="1000" b="1" i="0" dirty="0">
                <a:solidFill>
                  <a:schemeClr val="bg1"/>
                </a:solidFill>
                <a:latin typeface="Calibri Bold"/>
              </a:rPr>
              <a:t>SIG COLOR </a:t>
            </a:r>
            <a:r>
              <a:rPr lang="en-US" sz="1000" b="0" i="0" dirty="0">
                <a:solidFill>
                  <a:schemeClr val="bg1"/>
                </a:solidFill>
                <a:latin typeface="Calibri Bold"/>
              </a:rPr>
              <a:t>PALETTE</a:t>
            </a:r>
          </a:p>
        </p:txBody>
      </p:sp>
      <p:sp>
        <p:nvSpPr>
          <p:cNvPr id="87" name="TextBox 86">
            <a:extLst>
              <a:ext uri="{FF2B5EF4-FFF2-40B4-BE49-F238E27FC236}">
                <a16:creationId xmlns:a16="http://schemas.microsoft.com/office/drawing/2014/main" id="{20CBF917-BBFA-154F-AE49-00C72A97DC4D}"/>
              </a:ext>
            </a:extLst>
          </p:cNvPr>
          <p:cNvSpPr txBox="1"/>
          <p:nvPr userDrawn="1"/>
        </p:nvSpPr>
        <p:spPr>
          <a:xfrm>
            <a:off x="12261348" y="3358336"/>
            <a:ext cx="1432427" cy="268253"/>
          </a:xfrm>
          <a:prstGeom prst="rect">
            <a:avLst/>
          </a:prstGeom>
          <a:noFill/>
          <a:effectLst/>
        </p:spPr>
        <p:txBody>
          <a:bodyPr wrap="square" rtlCol="0" anchor="ctr">
            <a:noAutofit/>
          </a:bodyPr>
          <a:lstStyle/>
          <a:p>
            <a:pPr algn="l"/>
            <a:r>
              <a:rPr lang="en-US" sz="1000" b="1" i="0">
                <a:solidFill>
                  <a:schemeClr val="bg1"/>
                </a:solidFill>
                <a:latin typeface="Calibri Bold"/>
              </a:rPr>
              <a:t>Gradients</a:t>
            </a:r>
            <a:endParaRPr lang="en-US" sz="1000" b="1" i="0" dirty="0">
              <a:solidFill>
                <a:schemeClr val="bg1"/>
              </a:solidFill>
              <a:latin typeface="Calibri Bold"/>
            </a:endParaRPr>
          </a:p>
        </p:txBody>
      </p:sp>
      <p:sp>
        <p:nvSpPr>
          <p:cNvPr id="88" name="TextBox 87">
            <a:extLst>
              <a:ext uri="{FF2B5EF4-FFF2-40B4-BE49-F238E27FC236}">
                <a16:creationId xmlns:a16="http://schemas.microsoft.com/office/drawing/2014/main" id="{D3190199-C1C2-0549-B59C-931BCAB1B18A}"/>
              </a:ext>
            </a:extLst>
          </p:cNvPr>
          <p:cNvSpPr txBox="1"/>
          <p:nvPr userDrawn="1"/>
        </p:nvSpPr>
        <p:spPr>
          <a:xfrm>
            <a:off x="12261350" y="1990137"/>
            <a:ext cx="777584" cy="276999"/>
          </a:xfrm>
          <a:prstGeom prst="rect">
            <a:avLst/>
          </a:prstGeom>
          <a:noFill/>
          <a:effectLst/>
        </p:spPr>
        <p:txBody>
          <a:bodyPr wrap="square" rtlCol="0" anchor="ctr">
            <a:noAutofit/>
          </a:bodyPr>
          <a:lstStyle/>
          <a:p>
            <a:pPr algn="l"/>
            <a:r>
              <a:rPr lang="en-US" sz="1000" b="1" i="0">
                <a:solidFill>
                  <a:schemeClr val="bg1"/>
                </a:solidFill>
                <a:latin typeface="Calibri Bold"/>
              </a:rPr>
              <a:t>Grey tones</a:t>
            </a:r>
            <a:endParaRPr lang="en-US" sz="1000" b="1" i="0" dirty="0">
              <a:solidFill>
                <a:schemeClr val="bg1"/>
              </a:solidFill>
              <a:latin typeface="Calibri Bold"/>
            </a:endParaRPr>
          </a:p>
        </p:txBody>
      </p:sp>
      <p:sp>
        <p:nvSpPr>
          <p:cNvPr id="89" name="TextBox 88">
            <a:extLst>
              <a:ext uri="{FF2B5EF4-FFF2-40B4-BE49-F238E27FC236}">
                <a16:creationId xmlns:a16="http://schemas.microsoft.com/office/drawing/2014/main" id="{0A2C8420-18BB-7B4C-A8CE-24531816B381}"/>
              </a:ext>
            </a:extLst>
          </p:cNvPr>
          <p:cNvSpPr txBox="1"/>
          <p:nvPr userDrawn="1"/>
        </p:nvSpPr>
        <p:spPr>
          <a:xfrm>
            <a:off x="12255293" y="2341826"/>
            <a:ext cx="1914733" cy="276999"/>
          </a:xfrm>
          <a:prstGeom prst="rect">
            <a:avLst/>
          </a:prstGeom>
          <a:noFill/>
          <a:effectLst/>
        </p:spPr>
        <p:txBody>
          <a:bodyPr wrap="square" rtlCol="0" anchor="ctr">
            <a:noAutofit/>
          </a:bodyPr>
          <a:lstStyle/>
          <a:p>
            <a:pPr algn="l"/>
            <a:r>
              <a:rPr lang="en-US" sz="1000" b="1" i="0">
                <a:solidFill>
                  <a:schemeClr val="bg1"/>
                </a:solidFill>
                <a:latin typeface="Calibri Bold"/>
              </a:rPr>
              <a:t>Text colors light bg</a:t>
            </a:r>
            <a:endParaRPr lang="en-US" sz="1000" b="1" i="0" dirty="0">
              <a:solidFill>
                <a:schemeClr val="bg1"/>
              </a:solidFill>
              <a:latin typeface="Calibri Bold"/>
            </a:endParaRPr>
          </a:p>
        </p:txBody>
      </p:sp>
      <p:sp>
        <p:nvSpPr>
          <p:cNvPr id="90" name="TextBox 89">
            <a:extLst>
              <a:ext uri="{FF2B5EF4-FFF2-40B4-BE49-F238E27FC236}">
                <a16:creationId xmlns:a16="http://schemas.microsoft.com/office/drawing/2014/main" id="{C0C230F0-D526-6C4F-9E43-2F708FEF06D1}"/>
              </a:ext>
            </a:extLst>
          </p:cNvPr>
          <p:cNvSpPr txBox="1"/>
          <p:nvPr userDrawn="1"/>
        </p:nvSpPr>
        <p:spPr>
          <a:xfrm>
            <a:off x="12255293" y="2703535"/>
            <a:ext cx="1478852" cy="276999"/>
          </a:xfrm>
          <a:prstGeom prst="rect">
            <a:avLst/>
          </a:prstGeom>
          <a:noFill/>
          <a:effectLst/>
        </p:spPr>
        <p:txBody>
          <a:bodyPr wrap="square" rtlCol="0" anchor="ctr">
            <a:noAutofit/>
          </a:bodyPr>
          <a:lstStyle/>
          <a:p>
            <a:pPr algn="l"/>
            <a:r>
              <a:rPr lang="en-US" sz="1000" b="1" i="0">
                <a:solidFill>
                  <a:schemeClr val="bg1"/>
                </a:solidFill>
                <a:latin typeface="Calibri Bold"/>
              </a:rPr>
              <a:t>Adjusted PPT colors</a:t>
            </a:r>
            <a:endParaRPr lang="en-US" sz="1000" b="1" i="0" dirty="0">
              <a:solidFill>
                <a:schemeClr val="bg1"/>
              </a:solidFill>
              <a:latin typeface="Calibri Bold"/>
            </a:endParaRPr>
          </a:p>
        </p:txBody>
      </p:sp>
      <p:sp>
        <p:nvSpPr>
          <p:cNvPr id="91" name="TextBox 90">
            <a:extLst>
              <a:ext uri="{FF2B5EF4-FFF2-40B4-BE49-F238E27FC236}">
                <a16:creationId xmlns:a16="http://schemas.microsoft.com/office/drawing/2014/main" id="{266F376A-0B7A-B448-B37D-0C09B74FA9CF}"/>
              </a:ext>
            </a:extLst>
          </p:cNvPr>
          <p:cNvSpPr txBox="1"/>
          <p:nvPr userDrawn="1"/>
        </p:nvSpPr>
        <p:spPr>
          <a:xfrm>
            <a:off x="12299254" y="2974539"/>
            <a:ext cx="1316722" cy="276999"/>
          </a:xfrm>
          <a:prstGeom prst="rect">
            <a:avLst/>
          </a:prstGeom>
          <a:noFill/>
          <a:effectLst/>
        </p:spPr>
        <p:txBody>
          <a:bodyPr wrap="square" rtlCol="0" anchor="ctr">
            <a:noAutofit/>
          </a:bodyPr>
          <a:lstStyle/>
          <a:p>
            <a:pPr algn="l"/>
            <a:r>
              <a:rPr lang="en-US" sz="1000" b="1" i="0">
                <a:solidFill>
                  <a:schemeClr val="bg1"/>
                </a:solidFill>
                <a:latin typeface="Calibri Bold"/>
              </a:rPr>
              <a:t>Default SIG colors</a:t>
            </a:r>
            <a:endParaRPr lang="en-US" sz="1000" b="1" i="0" dirty="0">
              <a:solidFill>
                <a:schemeClr val="bg1"/>
              </a:solidFill>
              <a:latin typeface="Calibri Bold"/>
            </a:endParaRPr>
          </a:p>
        </p:txBody>
      </p:sp>
      <p:sp>
        <p:nvSpPr>
          <p:cNvPr id="92" name="TextBox 91">
            <a:extLst>
              <a:ext uri="{FF2B5EF4-FFF2-40B4-BE49-F238E27FC236}">
                <a16:creationId xmlns:a16="http://schemas.microsoft.com/office/drawing/2014/main" id="{F446E0B7-64D4-2F4F-AD07-A36525F701FD}"/>
              </a:ext>
            </a:extLst>
          </p:cNvPr>
          <p:cNvSpPr txBox="1"/>
          <p:nvPr userDrawn="1"/>
        </p:nvSpPr>
        <p:spPr>
          <a:xfrm>
            <a:off x="12255294" y="4008901"/>
            <a:ext cx="1003261" cy="276999"/>
          </a:xfrm>
          <a:prstGeom prst="rect">
            <a:avLst/>
          </a:prstGeom>
          <a:noFill/>
          <a:effectLst/>
        </p:spPr>
        <p:txBody>
          <a:bodyPr wrap="square" rtlCol="0" anchor="ctr">
            <a:noAutofit/>
          </a:bodyPr>
          <a:lstStyle/>
          <a:p>
            <a:pPr algn="l"/>
            <a:r>
              <a:rPr lang="en-US" sz="1000" b="1" i="0" dirty="0">
                <a:solidFill>
                  <a:schemeClr val="bg1"/>
                </a:solidFill>
                <a:latin typeface="Calibri Bold"/>
              </a:rPr>
              <a:t>Signal colors</a:t>
            </a:r>
          </a:p>
        </p:txBody>
      </p:sp>
      <p:sp>
        <p:nvSpPr>
          <p:cNvPr id="94" name="Triangle 93">
            <a:extLst>
              <a:ext uri="{FF2B5EF4-FFF2-40B4-BE49-F238E27FC236}">
                <a16:creationId xmlns:a16="http://schemas.microsoft.com/office/drawing/2014/main" id="{95EA91EB-DF88-DC4C-8867-A6E89E2C68C6}"/>
              </a:ext>
            </a:extLst>
          </p:cNvPr>
          <p:cNvSpPr/>
          <p:nvPr userDrawn="1"/>
        </p:nvSpPr>
        <p:spPr>
          <a:xfrm>
            <a:off x="-178692" y="1203286"/>
            <a:ext cx="112623" cy="79252"/>
          </a:xfrm>
          <a:prstGeom prst="triangle">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5" name="Straight Connector 94">
            <a:extLst>
              <a:ext uri="{FF2B5EF4-FFF2-40B4-BE49-F238E27FC236}">
                <a16:creationId xmlns:a16="http://schemas.microsoft.com/office/drawing/2014/main" id="{23730BB1-9B79-EB43-8C9B-DD4E1F8DAD52}"/>
              </a:ext>
            </a:extLst>
          </p:cNvPr>
          <p:cNvCxnSpPr>
            <a:cxnSpLocks/>
          </p:cNvCxnSpPr>
          <p:nvPr userDrawn="1"/>
        </p:nvCxnSpPr>
        <p:spPr>
          <a:xfrm>
            <a:off x="517893" y="-299831"/>
            <a:ext cx="0" cy="29741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6F3CBACC-10D2-674D-8DF2-97BE380A1038}"/>
              </a:ext>
            </a:extLst>
          </p:cNvPr>
          <p:cNvCxnSpPr>
            <a:cxnSpLocks/>
          </p:cNvCxnSpPr>
          <p:nvPr userDrawn="1"/>
        </p:nvCxnSpPr>
        <p:spPr>
          <a:xfrm flipH="1">
            <a:off x="-1179871" y="1352986"/>
            <a:ext cx="1169712" cy="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58AB2E3C-062E-554B-991E-0F04B3480EAB}"/>
              </a:ext>
            </a:extLst>
          </p:cNvPr>
          <p:cNvSpPr txBox="1"/>
          <p:nvPr userDrawn="1"/>
        </p:nvSpPr>
        <p:spPr>
          <a:xfrm>
            <a:off x="-1228363" y="6332096"/>
            <a:ext cx="1228362" cy="533854"/>
          </a:xfrm>
          <a:prstGeom prst="rect">
            <a:avLst/>
          </a:prstGeom>
          <a:gradFill>
            <a:gsLst>
              <a:gs pos="56000">
                <a:schemeClr val="tx1">
                  <a:lumMod val="40000"/>
                  <a:lumOff val="60000"/>
                  <a:alpha val="0"/>
                </a:schemeClr>
              </a:gs>
              <a:gs pos="100000">
                <a:schemeClr val="tx1">
                  <a:lumMod val="40000"/>
                  <a:lumOff val="60000"/>
                  <a:alpha val="70000"/>
                </a:schemeClr>
              </a:gs>
            </a:gsLst>
            <a:lin ang="18000000" scaled="0"/>
          </a:gradFill>
        </p:spPr>
        <p:txBody>
          <a:bodyPr wrap="square" rtlCol="0" anchor="t">
            <a:noAutofit/>
          </a:bodyPr>
          <a:lstStyle/>
          <a:p>
            <a:pPr algn="l"/>
            <a:r>
              <a:rPr lang="en-US" sz="900" b="1" i="0" dirty="0">
                <a:solidFill>
                  <a:schemeClr val="tx1">
                    <a:alpha val="70000"/>
                  </a:schemeClr>
                </a:solidFill>
                <a:latin typeface="Calibri Bold"/>
              </a:rPr>
              <a:t>NO CONTENT HERE</a:t>
            </a:r>
          </a:p>
        </p:txBody>
      </p:sp>
      <p:sp>
        <p:nvSpPr>
          <p:cNvPr id="98" name="Triangle 97">
            <a:extLst>
              <a:ext uri="{FF2B5EF4-FFF2-40B4-BE49-F238E27FC236}">
                <a16:creationId xmlns:a16="http://schemas.microsoft.com/office/drawing/2014/main" id="{11579231-7E59-274F-85B7-5EF4619636F1}"/>
              </a:ext>
            </a:extLst>
          </p:cNvPr>
          <p:cNvSpPr/>
          <p:nvPr userDrawn="1"/>
        </p:nvSpPr>
        <p:spPr>
          <a:xfrm flipV="1">
            <a:off x="-178692" y="6408014"/>
            <a:ext cx="112623" cy="79252"/>
          </a:xfrm>
          <a:prstGeom prst="triangle">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9" name="Straight Connector 98">
            <a:extLst>
              <a:ext uri="{FF2B5EF4-FFF2-40B4-BE49-F238E27FC236}">
                <a16:creationId xmlns:a16="http://schemas.microsoft.com/office/drawing/2014/main" id="{45E706FE-9CC7-DB4A-94D2-5B4F0983B282}"/>
              </a:ext>
            </a:extLst>
          </p:cNvPr>
          <p:cNvCxnSpPr>
            <a:cxnSpLocks/>
          </p:cNvCxnSpPr>
          <p:nvPr userDrawn="1"/>
        </p:nvCxnSpPr>
        <p:spPr>
          <a:xfrm flipH="1">
            <a:off x="-1179871" y="6336930"/>
            <a:ext cx="1169712" cy="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00" name="TextBox 99">
            <a:extLst>
              <a:ext uri="{FF2B5EF4-FFF2-40B4-BE49-F238E27FC236}">
                <a16:creationId xmlns:a16="http://schemas.microsoft.com/office/drawing/2014/main" id="{A2D8030A-24DD-F24C-B561-91D005086F32}"/>
              </a:ext>
            </a:extLst>
          </p:cNvPr>
          <p:cNvSpPr txBox="1"/>
          <p:nvPr userDrawn="1"/>
        </p:nvSpPr>
        <p:spPr>
          <a:xfrm>
            <a:off x="-301318" y="6865950"/>
            <a:ext cx="826141" cy="369332"/>
          </a:xfrm>
          <a:prstGeom prst="rect">
            <a:avLst/>
          </a:prstGeom>
          <a:gradFill>
            <a:gsLst>
              <a:gs pos="72000">
                <a:schemeClr val="tx1">
                  <a:lumMod val="40000"/>
                  <a:lumOff val="60000"/>
                  <a:alpha val="0"/>
                </a:schemeClr>
              </a:gs>
              <a:gs pos="100000">
                <a:schemeClr val="tx1">
                  <a:lumMod val="40000"/>
                  <a:lumOff val="60000"/>
                  <a:alpha val="70000"/>
                </a:schemeClr>
              </a:gs>
            </a:gsLst>
            <a:lin ang="18900000" scaled="0"/>
          </a:gradFill>
        </p:spPr>
        <p:txBody>
          <a:bodyPr wrap="square" rtlCol="0" anchor="b">
            <a:spAutoFit/>
          </a:bodyPr>
          <a:lstStyle/>
          <a:p>
            <a:pPr algn="l"/>
            <a:r>
              <a:rPr lang="en-US" sz="900" b="1" i="0" dirty="0">
                <a:solidFill>
                  <a:schemeClr val="tx1">
                    <a:alpha val="70000"/>
                  </a:schemeClr>
                </a:solidFill>
                <a:latin typeface="Calibri Bold"/>
              </a:rPr>
              <a:t>NO CONTENT</a:t>
            </a:r>
            <a:br>
              <a:rPr lang="en-US" sz="900" b="1" i="0" dirty="0">
                <a:solidFill>
                  <a:schemeClr val="tx1">
                    <a:alpha val="70000"/>
                  </a:schemeClr>
                </a:solidFill>
                <a:latin typeface="Calibri Bold"/>
              </a:rPr>
            </a:br>
            <a:r>
              <a:rPr lang="en-US" sz="900" b="1" i="0" dirty="0">
                <a:solidFill>
                  <a:schemeClr val="tx1">
                    <a:alpha val="70000"/>
                  </a:schemeClr>
                </a:solidFill>
                <a:latin typeface="Calibri Bold"/>
              </a:rPr>
              <a:t>          HERE</a:t>
            </a:r>
          </a:p>
        </p:txBody>
      </p:sp>
      <p:sp>
        <p:nvSpPr>
          <p:cNvPr id="101" name="Triangle 100">
            <a:extLst>
              <a:ext uri="{FF2B5EF4-FFF2-40B4-BE49-F238E27FC236}">
                <a16:creationId xmlns:a16="http://schemas.microsoft.com/office/drawing/2014/main" id="{FAF50A31-8A21-194A-AACD-F93E3F7DDBA2}"/>
              </a:ext>
            </a:extLst>
          </p:cNvPr>
          <p:cNvSpPr/>
          <p:nvPr userDrawn="1"/>
        </p:nvSpPr>
        <p:spPr>
          <a:xfrm rot="16200000">
            <a:off x="313381" y="7083822"/>
            <a:ext cx="112623" cy="79252"/>
          </a:xfrm>
          <a:prstGeom prst="triangle">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2" name="Straight Connector 101">
            <a:extLst>
              <a:ext uri="{FF2B5EF4-FFF2-40B4-BE49-F238E27FC236}">
                <a16:creationId xmlns:a16="http://schemas.microsoft.com/office/drawing/2014/main" id="{EA568D93-8F76-1F47-8432-E5BA84BD883F}"/>
              </a:ext>
            </a:extLst>
          </p:cNvPr>
          <p:cNvCxnSpPr>
            <a:cxnSpLocks/>
          </p:cNvCxnSpPr>
          <p:nvPr userDrawn="1"/>
        </p:nvCxnSpPr>
        <p:spPr>
          <a:xfrm>
            <a:off x="517893" y="6887674"/>
            <a:ext cx="0" cy="29741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03" name="TextBox 102">
            <a:extLst>
              <a:ext uri="{FF2B5EF4-FFF2-40B4-BE49-F238E27FC236}">
                <a16:creationId xmlns:a16="http://schemas.microsoft.com/office/drawing/2014/main" id="{CA5E9F19-F0DD-8D49-906A-3B4B9F498BE0}"/>
              </a:ext>
            </a:extLst>
          </p:cNvPr>
          <p:cNvSpPr txBox="1"/>
          <p:nvPr userDrawn="1"/>
        </p:nvSpPr>
        <p:spPr>
          <a:xfrm>
            <a:off x="12197109" y="-7624"/>
            <a:ext cx="1256301" cy="1362904"/>
          </a:xfrm>
          <a:prstGeom prst="rect">
            <a:avLst/>
          </a:prstGeom>
          <a:gradFill>
            <a:gsLst>
              <a:gs pos="53000">
                <a:schemeClr val="tx1">
                  <a:lumMod val="40000"/>
                  <a:lumOff val="60000"/>
                  <a:alpha val="0"/>
                </a:schemeClr>
              </a:gs>
              <a:gs pos="100000">
                <a:schemeClr val="tx1">
                  <a:lumMod val="40000"/>
                  <a:lumOff val="60000"/>
                  <a:alpha val="70000"/>
                </a:schemeClr>
              </a:gs>
            </a:gsLst>
            <a:lin ang="8400000" scaled="0"/>
          </a:gradFill>
        </p:spPr>
        <p:txBody>
          <a:bodyPr wrap="square" rtlCol="0" anchor="b">
            <a:noAutofit/>
          </a:bodyPr>
          <a:lstStyle/>
          <a:p>
            <a:pPr algn="l"/>
            <a:r>
              <a:rPr lang="en-US" sz="900" b="1" i="0" dirty="0">
                <a:solidFill>
                  <a:schemeClr val="tx1">
                    <a:alpha val="70000"/>
                  </a:schemeClr>
                </a:solidFill>
                <a:latin typeface="Calibri Bold"/>
              </a:rPr>
              <a:t>      NO CONTENT HERE</a:t>
            </a:r>
          </a:p>
        </p:txBody>
      </p:sp>
      <p:sp>
        <p:nvSpPr>
          <p:cNvPr id="104" name="Triangle 103">
            <a:extLst>
              <a:ext uri="{FF2B5EF4-FFF2-40B4-BE49-F238E27FC236}">
                <a16:creationId xmlns:a16="http://schemas.microsoft.com/office/drawing/2014/main" id="{26D0B294-32A3-6E48-A0F8-F348E1C5475D}"/>
              </a:ext>
            </a:extLst>
          </p:cNvPr>
          <p:cNvSpPr/>
          <p:nvPr userDrawn="1"/>
        </p:nvSpPr>
        <p:spPr>
          <a:xfrm>
            <a:off x="12278571" y="1203286"/>
            <a:ext cx="112623" cy="79252"/>
          </a:xfrm>
          <a:prstGeom prst="triangle">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5" name="Straight Connector 104">
            <a:extLst>
              <a:ext uri="{FF2B5EF4-FFF2-40B4-BE49-F238E27FC236}">
                <a16:creationId xmlns:a16="http://schemas.microsoft.com/office/drawing/2014/main" id="{25C59B47-1A1E-E048-B3C7-1674CBF00BA4}"/>
              </a:ext>
            </a:extLst>
          </p:cNvPr>
          <p:cNvCxnSpPr>
            <a:cxnSpLocks/>
          </p:cNvCxnSpPr>
          <p:nvPr userDrawn="1"/>
        </p:nvCxnSpPr>
        <p:spPr>
          <a:xfrm flipH="1">
            <a:off x="12206176" y="1352986"/>
            <a:ext cx="1141114" cy="1"/>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06" name="TextBox 105">
            <a:extLst>
              <a:ext uri="{FF2B5EF4-FFF2-40B4-BE49-F238E27FC236}">
                <a16:creationId xmlns:a16="http://schemas.microsoft.com/office/drawing/2014/main" id="{31C1F5FB-91A2-734D-A19C-C1FBD5BA6428}"/>
              </a:ext>
            </a:extLst>
          </p:cNvPr>
          <p:cNvSpPr txBox="1"/>
          <p:nvPr userDrawn="1"/>
        </p:nvSpPr>
        <p:spPr>
          <a:xfrm>
            <a:off x="12197109" y="6332096"/>
            <a:ext cx="1256301" cy="533854"/>
          </a:xfrm>
          <a:prstGeom prst="rect">
            <a:avLst/>
          </a:prstGeom>
          <a:gradFill>
            <a:gsLst>
              <a:gs pos="56000">
                <a:schemeClr val="tx1">
                  <a:lumMod val="40000"/>
                  <a:lumOff val="60000"/>
                  <a:alpha val="0"/>
                </a:schemeClr>
              </a:gs>
              <a:gs pos="100000">
                <a:schemeClr val="tx1">
                  <a:lumMod val="40000"/>
                  <a:lumOff val="60000"/>
                  <a:alpha val="70000"/>
                </a:schemeClr>
              </a:gs>
            </a:gsLst>
            <a:lin ang="14400000" scaled="0"/>
          </a:gradFill>
        </p:spPr>
        <p:txBody>
          <a:bodyPr wrap="square" rtlCol="0" anchor="t">
            <a:noAutofit/>
          </a:bodyPr>
          <a:lstStyle/>
          <a:p>
            <a:pPr algn="l"/>
            <a:r>
              <a:rPr lang="en-US" sz="900" b="1" i="0" dirty="0">
                <a:solidFill>
                  <a:schemeClr val="tx1">
                    <a:alpha val="70000"/>
                  </a:schemeClr>
                </a:solidFill>
                <a:latin typeface="Calibri Bold"/>
              </a:rPr>
              <a:t>      NO CONTENT HERE</a:t>
            </a:r>
          </a:p>
        </p:txBody>
      </p:sp>
      <p:sp>
        <p:nvSpPr>
          <p:cNvPr id="107" name="Triangle 106">
            <a:extLst>
              <a:ext uri="{FF2B5EF4-FFF2-40B4-BE49-F238E27FC236}">
                <a16:creationId xmlns:a16="http://schemas.microsoft.com/office/drawing/2014/main" id="{DE0C5951-F714-9C44-8682-C724B5FE1100}"/>
              </a:ext>
            </a:extLst>
          </p:cNvPr>
          <p:cNvSpPr/>
          <p:nvPr userDrawn="1"/>
        </p:nvSpPr>
        <p:spPr>
          <a:xfrm flipV="1">
            <a:off x="12278571" y="6408014"/>
            <a:ext cx="112623" cy="79252"/>
          </a:xfrm>
          <a:prstGeom prst="triangle">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8" name="Straight Connector 107">
            <a:extLst>
              <a:ext uri="{FF2B5EF4-FFF2-40B4-BE49-F238E27FC236}">
                <a16:creationId xmlns:a16="http://schemas.microsoft.com/office/drawing/2014/main" id="{1B6EB480-EA98-0A40-89A3-61F487FE4C85}"/>
              </a:ext>
            </a:extLst>
          </p:cNvPr>
          <p:cNvCxnSpPr>
            <a:cxnSpLocks/>
          </p:cNvCxnSpPr>
          <p:nvPr userDrawn="1"/>
        </p:nvCxnSpPr>
        <p:spPr>
          <a:xfrm flipH="1">
            <a:off x="12206176" y="6329115"/>
            <a:ext cx="1133740" cy="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09" name="TextBox 108">
            <a:extLst>
              <a:ext uri="{FF2B5EF4-FFF2-40B4-BE49-F238E27FC236}">
                <a16:creationId xmlns:a16="http://schemas.microsoft.com/office/drawing/2014/main" id="{6D8FDB07-3CA8-1B45-A406-77809CF8B74B}"/>
              </a:ext>
            </a:extLst>
          </p:cNvPr>
          <p:cNvSpPr txBox="1"/>
          <p:nvPr userDrawn="1"/>
        </p:nvSpPr>
        <p:spPr>
          <a:xfrm>
            <a:off x="11753369" y="-369332"/>
            <a:ext cx="826141" cy="369332"/>
          </a:xfrm>
          <a:prstGeom prst="rect">
            <a:avLst/>
          </a:prstGeom>
          <a:gradFill>
            <a:gsLst>
              <a:gs pos="72000">
                <a:schemeClr val="tx1">
                  <a:lumMod val="40000"/>
                  <a:lumOff val="60000"/>
                  <a:alpha val="0"/>
                </a:schemeClr>
              </a:gs>
              <a:gs pos="100000">
                <a:schemeClr val="tx1">
                  <a:lumMod val="40000"/>
                  <a:lumOff val="60000"/>
                  <a:alpha val="70000"/>
                </a:schemeClr>
              </a:gs>
            </a:gsLst>
            <a:lin ang="8400000" scaled="0"/>
          </a:gradFill>
        </p:spPr>
        <p:txBody>
          <a:bodyPr wrap="square" rtlCol="0" anchor="b">
            <a:spAutoFit/>
          </a:bodyPr>
          <a:lstStyle/>
          <a:p>
            <a:pPr algn="l"/>
            <a:r>
              <a:rPr lang="en-US" sz="900" b="1" i="0" dirty="0">
                <a:solidFill>
                  <a:schemeClr val="tx1">
                    <a:alpha val="70000"/>
                  </a:schemeClr>
                </a:solidFill>
                <a:latin typeface="Calibri Bold"/>
              </a:rPr>
              <a:t>NO CONTENT</a:t>
            </a:r>
            <a:br>
              <a:rPr lang="en-US" sz="900" b="1" i="0" dirty="0">
                <a:solidFill>
                  <a:schemeClr val="tx1">
                    <a:alpha val="70000"/>
                  </a:schemeClr>
                </a:solidFill>
                <a:latin typeface="Calibri Bold"/>
              </a:rPr>
            </a:br>
            <a:r>
              <a:rPr lang="en-US" sz="900" b="1" i="0" dirty="0">
                <a:solidFill>
                  <a:schemeClr val="tx1">
                    <a:alpha val="70000"/>
                  </a:schemeClr>
                </a:solidFill>
                <a:latin typeface="Calibri Bold"/>
              </a:rPr>
              <a:t>     HERE</a:t>
            </a:r>
          </a:p>
        </p:txBody>
      </p:sp>
      <p:sp>
        <p:nvSpPr>
          <p:cNvPr id="110" name="Triangle 109">
            <a:extLst>
              <a:ext uri="{FF2B5EF4-FFF2-40B4-BE49-F238E27FC236}">
                <a16:creationId xmlns:a16="http://schemas.microsoft.com/office/drawing/2014/main" id="{3B56AC1A-0522-8447-B54E-A3B921BE61CA}"/>
              </a:ext>
            </a:extLst>
          </p:cNvPr>
          <p:cNvSpPr/>
          <p:nvPr userDrawn="1"/>
        </p:nvSpPr>
        <p:spPr>
          <a:xfrm rot="5400000" flipH="1">
            <a:off x="11831127" y="-158835"/>
            <a:ext cx="112623" cy="79252"/>
          </a:xfrm>
          <a:prstGeom prst="triangle">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1" name="Straight Connector 110">
            <a:extLst>
              <a:ext uri="{FF2B5EF4-FFF2-40B4-BE49-F238E27FC236}">
                <a16:creationId xmlns:a16="http://schemas.microsoft.com/office/drawing/2014/main" id="{297B4272-1DA3-CD44-8357-76391CEA3A5F}"/>
              </a:ext>
            </a:extLst>
          </p:cNvPr>
          <p:cNvCxnSpPr>
            <a:cxnSpLocks/>
          </p:cNvCxnSpPr>
          <p:nvPr userDrawn="1"/>
        </p:nvCxnSpPr>
        <p:spPr>
          <a:xfrm>
            <a:off x="11748091" y="-303006"/>
            <a:ext cx="0" cy="29741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12" name="TextBox 111">
            <a:extLst>
              <a:ext uri="{FF2B5EF4-FFF2-40B4-BE49-F238E27FC236}">
                <a16:creationId xmlns:a16="http://schemas.microsoft.com/office/drawing/2014/main" id="{38127C6C-4883-104A-B1C6-B43ADDFA08D8}"/>
              </a:ext>
            </a:extLst>
          </p:cNvPr>
          <p:cNvSpPr txBox="1"/>
          <p:nvPr userDrawn="1"/>
        </p:nvSpPr>
        <p:spPr>
          <a:xfrm>
            <a:off x="11753369" y="6873324"/>
            <a:ext cx="826141" cy="369332"/>
          </a:xfrm>
          <a:prstGeom prst="rect">
            <a:avLst/>
          </a:prstGeom>
          <a:gradFill>
            <a:gsLst>
              <a:gs pos="72000">
                <a:schemeClr val="tx1">
                  <a:lumMod val="40000"/>
                  <a:lumOff val="60000"/>
                  <a:alpha val="0"/>
                </a:schemeClr>
              </a:gs>
              <a:gs pos="100000">
                <a:schemeClr val="tx1">
                  <a:lumMod val="40000"/>
                  <a:lumOff val="60000"/>
                  <a:alpha val="70000"/>
                </a:schemeClr>
              </a:gs>
            </a:gsLst>
            <a:lin ang="13200000" scaled="0"/>
          </a:gradFill>
        </p:spPr>
        <p:txBody>
          <a:bodyPr wrap="square" rtlCol="0" anchor="b">
            <a:spAutoFit/>
          </a:bodyPr>
          <a:lstStyle/>
          <a:p>
            <a:pPr algn="l"/>
            <a:r>
              <a:rPr lang="en-US" sz="900" b="1" i="0" dirty="0">
                <a:solidFill>
                  <a:schemeClr val="tx1">
                    <a:alpha val="70000"/>
                  </a:schemeClr>
                </a:solidFill>
                <a:latin typeface="Calibri Bold"/>
              </a:rPr>
              <a:t>NO CONTENT</a:t>
            </a:r>
            <a:br>
              <a:rPr lang="en-US" sz="900" b="1" i="0" dirty="0">
                <a:solidFill>
                  <a:schemeClr val="tx1">
                    <a:alpha val="70000"/>
                  </a:schemeClr>
                </a:solidFill>
                <a:latin typeface="Calibri Bold"/>
              </a:rPr>
            </a:br>
            <a:r>
              <a:rPr lang="en-US" sz="900" b="1" i="0" dirty="0">
                <a:solidFill>
                  <a:schemeClr val="tx1">
                    <a:alpha val="70000"/>
                  </a:schemeClr>
                </a:solidFill>
                <a:latin typeface="Calibri Bold"/>
              </a:rPr>
              <a:t>     HERE</a:t>
            </a:r>
          </a:p>
        </p:txBody>
      </p:sp>
      <p:sp>
        <p:nvSpPr>
          <p:cNvPr id="113" name="Triangle 112">
            <a:extLst>
              <a:ext uri="{FF2B5EF4-FFF2-40B4-BE49-F238E27FC236}">
                <a16:creationId xmlns:a16="http://schemas.microsoft.com/office/drawing/2014/main" id="{5E23F091-2253-9A46-A773-B6E33A4E19DA}"/>
              </a:ext>
            </a:extLst>
          </p:cNvPr>
          <p:cNvSpPr/>
          <p:nvPr userDrawn="1"/>
        </p:nvSpPr>
        <p:spPr>
          <a:xfrm rot="5400000" flipH="1">
            <a:off x="11831127" y="7083821"/>
            <a:ext cx="112623" cy="79252"/>
          </a:xfrm>
          <a:prstGeom prst="triangle">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4" name="Straight Connector 113">
            <a:extLst>
              <a:ext uri="{FF2B5EF4-FFF2-40B4-BE49-F238E27FC236}">
                <a16:creationId xmlns:a16="http://schemas.microsoft.com/office/drawing/2014/main" id="{ED939B88-4AB8-874C-A524-9CF7AB4C7AE2}"/>
              </a:ext>
            </a:extLst>
          </p:cNvPr>
          <p:cNvCxnSpPr>
            <a:cxnSpLocks/>
          </p:cNvCxnSpPr>
          <p:nvPr userDrawn="1"/>
        </p:nvCxnSpPr>
        <p:spPr>
          <a:xfrm>
            <a:off x="11748091" y="6874974"/>
            <a:ext cx="0" cy="29741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467808"/>
      </p:ext>
    </p:extLst>
  </p:cSld>
  <p:clrMap bg1="lt1" tx1="dk1" bg2="lt2" tx2="dk2" accent1="accent1" accent2="accent2" accent3="accent3" accent4="accent4" accent5="accent5" accent6="accent6" hlink="hlink" folHlink="folHlink"/>
  <p:sldLayoutIdLst>
    <p:sldLayoutId id="2147483703" r:id="rId1"/>
    <p:sldLayoutId id="2147483662" r:id="rId2"/>
    <p:sldLayoutId id="2147483673" r:id="rId3"/>
    <p:sldLayoutId id="2147483713" r:id="rId4"/>
    <p:sldLayoutId id="2147483714" r:id="rId5"/>
    <p:sldLayoutId id="2147483668" r:id="rId6"/>
    <p:sldLayoutId id="2147483720" r:id="rId7"/>
    <p:sldLayoutId id="2147483719" r:id="rId8"/>
    <p:sldLayoutId id="2147483661" r:id="rId9"/>
    <p:sldLayoutId id="2147483664" r:id="rId10"/>
    <p:sldLayoutId id="2147483692" r:id="rId11"/>
    <p:sldLayoutId id="2147483693" r:id="rId12"/>
    <p:sldLayoutId id="2147483690" r:id="rId13"/>
    <p:sldLayoutId id="2147483691" r:id="rId14"/>
    <p:sldLayoutId id="2147483697" r:id="rId15"/>
    <p:sldLayoutId id="2147483715" r:id="rId16"/>
    <p:sldLayoutId id="2147483717" r:id="rId17"/>
    <p:sldLayoutId id="2147483704" r:id="rId18"/>
    <p:sldLayoutId id="2147483724" r:id="rId19"/>
    <p:sldLayoutId id="2147483726" r:id="rId20"/>
    <p:sldLayoutId id="2147483727" r:id="rId21"/>
  </p:sldLayoutIdLst>
  <p:hf hdr="0" dt="0"/>
  <p:txStyles>
    <p:titleStyle>
      <a:lvl1pPr algn="l" defTabSz="914400" rtl="0" eaLnBrk="1" latinLnBrk="0" hangingPunct="1">
        <a:lnSpc>
          <a:spcPct val="90000"/>
        </a:lnSpc>
        <a:spcBef>
          <a:spcPct val="0"/>
        </a:spcBef>
        <a:buNone/>
        <a:defRPr lang="en-US" sz="2000" b="1" kern="1200" spc="-10" smtClean="0">
          <a:solidFill>
            <a:schemeClr val="tx2"/>
          </a:solidFill>
          <a:latin typeface="+mn-lt"/>
          <a:ea typeface="+mn-ea"/>
          <a:cs typeface="+mn-cs"/>
        </a:defRPr>
      </a:lvl1pPr>
    </p:titleStyle>
    <p:bodyStyle>
      <a:lvl1pPr marL="0" indent="-264600" algn="l" defTabSz="914400" rtl="0" eaLnBrk="1" latinLnBrk="0" hangingPunct="1">
        <a:lnSpc>
          <a:spcPct val="114000"/>
        </a:lnSpc>
        <a:spcBef>
          <a:spcPts val="0"/>
        </a:spcBef>
        <a:spcAft>
          <a:spcPts val="600"/>
        </a:spcAft>
        <a:buClr>
          <a:srgbClr val="B3BDCD"/>
        </a:buClr>
        <a:buFont typeface="Wingdings" pitchFamily="2" charset="2"/>
        <a:buChar char="§"/>
        <a:defRPr lang="en-US" sz="1600" kern="1200" smtClean="0">
          <a:solidFill>
            <a:schemeClr val="tx2"/>
          </a:solidFill>
          <a:latin typeface="+mn-lt"/>
          <a:ea typeface="+mn-ea"/>
          <a:cs typeface="+mn-cs"/>
        </a:defRPr>
      </a:lvl1pPr>
      <a:lvl2pPr marL="540000" indent="-270000" algn="l" defTabSz="914400" rtl="0" eaLnBrk="1" latinLnBrk="0" hangingPunct="1">
        <a:lnSpc>
          <a:spcPct val="114000"/>
        </a:lnSpc>
        <a:spcBef>
          <a:spcPts val="0"/>
        </a:spcBef>
        <a:spcAft>
          <a:spcPts val="600"/>
        </a:spcAft>
        <a:buClr>
          <a:srgbClr val="B3BDCD"/>
        </a:buClr>
        <a:buFont typeface="Wingdings" pitchFamily="2" charset="2"/>
        <a:buChar char="§"/>
        <a:tabLst/>
        <a:defRPr lang="en-US" sz="1600" kern="1200" smtClean="0">
          <a:solidFill>
            <a:srgbClr val="163241"/>
          </a:solidFill>
          <a:latin typeface="+mn-lt"/>
          <a:ea typeface="+mn-ea"/>
          <a:cs typeface="+mn-cs"/>
        </a:defRPr>
      </a:lvl2pPr>
      <a:lvl3pPr marL="792000" indent="-270000" algn="l" defTabSz="914400" rtl="0" eaLnBrk="1" latinLnBrk="0" hangingPunct="1">
        <a:lnSpc>
          <a:spcPct val="114000"/>
        </a:lnSpc>
        <a:spcBef>
          <a:spcPts val="0"/>
        </a:spcBef>
        <a:spcAft>
          <a:spcPts val="600"/>
        </a:spcAft>
        <a:buClr>
          <a:srgbClr val="B3BDCD"/>
        </a:buClr>
        <a:buFont typeface="Wingdings" pitchFamily="2" charset="2"/>
        <a:buChar char="§"/>
        <a:tabLst/>
        <a:defRPr lang="en-US" sz="1600" kern="1200" smtClean="0">
          <a:solidFill>
            <a:srgbClr val="163241"/>
          </a:solidFill>
          <a:latin typeface="+mn-lt"/>
          <a:ea typeface="+mn-ea"/>
          <a:cs typeface="+mn-cs"/>
        </a:defRPr>
      </a:lvl3pPr>
      <a:lvl4pPr marL="1044000" indent="-270000" algn="l" defTabSz="914400" rtl="0" eaLnBrk="1" latinLnBrk="0" hangingPunct="1">
        <a:lnSpc>
          <a:spcPct val="114000"/>
        </a:lnSpc>
        <a:spcBef>
          <a:spcPts val="0"/>
        </a:spcBef>
        <a:spcAft>
          <a:spcPts val="600"/>
        </a:spcAft>
        <a:buClr>
          <a:srgbClr val="B3BDCD"/>
        </a:buClr>
        <a:buFont typeface="Wingdings" pitchFamily="2" charset="2"/>
        <a:buChar char="§"/>
        <a:tabLst/>
        <a:defRPr lang="en-US" sz="1600" kern="1200" smtClean="0">
          <a:solidFill>
            <a:srgbClr val="163241"/>
          </a:solidFill>
          <a:latin typeface="+mn-lt"/>
          <a:ea typeface="+mn-ea"/>
          <a:cs typeface="+mn-cs"/>
        </a:defRPr>
      </a:lvl4pPr>
      <a:lvl5pPr marL="1296000" indent="-270000" algn="l" defTabSz="914400" rtl="0" eaLnBrk="1" latinLnBrk="0" hangingPunct="1">
        <a:lnSpc>
          <a:spcPct val="114000"/>
        </a:lnSpc>
        <a:spcBef>
          <a:spcPts val="0"/>
        </a:spcBef>
        <a:spcAft>
          <a:spcPts val="600"/>
        </a:spcAft>
        <a:buClr>
          <a:srgbClr val="B3BDCD"/>
        </a:buClr>
        <a:buFont typeface="Wingdings" pitchFamily="2" charset="2"/>
        <a:buChar char="§"/>
        <a:tabLst/>
        <a:defRPr lang="en-US" sz="1600" kern="1200" smtClean="0">
          <a:solidFill>
            <a:srgbClr val="16324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51" userDrawn="1">
          <p15:clr>
            <a:srgbClr val="F26B43"/>
          </p15:clr>
        </p15:guide>
        <p15:guide id="2" pos="32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 Id="rId3"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18.png"/><Relationship Id="rId4" Type="http://schemas.openxmlformats.org/officeDocument/2006/relationships/image" Target="../media/image19.tiff"/><Relationship Id="rId5" Type="http://schemas.openxmlformats.org/officeDocument/2006/relationships/chart" Target="../charts/chart3.xml"/><Relationship Id="rId6" Type="http://schemas.openxmlformats.org/officeDocument/2006/relationships/image" Target="../media/image20.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chart" Target="../charts/chart4.xml"/><Relationship Id="rId3" Type="http://schemas.openxmlformats.org/officeDocument/2006/relationships/chart" Target="../charts/char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6C553A6-C217-8C4D-9A6D-8D0D48D4D708}"/>
              </a:ext>
            </a:extLst>
          </p:cNvPr>
          <p:cNvSpPr>
            <a:spLocks noGrp="1"/>
          </p:cNvSpPr>
          <p:nvPr>
            <p:ph type="body" sz="quarter" idx="13"/>
          </p:nvPr>
        </p:nvSpPr>
        <p:spPr/>
        <p:txBody>
          <a:bodyPr/>
          <a:lstStyle/>
          <a:p>
            <a:r>
              <a:rPr lang="en-US" dirty="0"/>
              <a:t>Software Quality Report on Twitter Algorithm</a:t>
            </a:r>
            <a:endParaRPr lang="en-US" dirty="0"/>
          </a:p>
        </p:txBody>
      </p:sp>
      <p:sp>
        <p:nvSpPr>
          <p:cNvPr id="7" name="Text Placeholder 6">
            <a:extLst>
              <a:ext uri="{FF2B5EF4-FFF2-40B4-BE49-F238E27FC236}">
                <a16:creationId xmlns:a16="http://schemas.microsoft.com/office/drawing/2014/main" id="{31FE993F-25A4-CA1C-44DD-67230D2F26A6}"/>
              </a:ext>
            </a:extLst>
          </p:cNvPr>
          <p:cNvSpPr>
            <a:spLocks noGrp="1"/>
          </p:cNvSpPr>
          <p:nvPr>
            <p:ph type="body" sz="quarter" idx="14"/>
          </p:nvPr>
        </p:nvSpPr>
        <p:spPr/>
        <p:txBody>
          <a:bodyPr/>
          <a:lstStyle/>
          <a:p>
            <a:endParaRPr lang="en-US"/>
          </a:p>
        </p:txBody>
      </p:sp>
      <p:sp>
        <p:nvSpPr>
          <p:cNvPr id="5" name="Text Placeholder 4">
            <a:extLst>
              <a:ext uri="{FF2B5EF4-FFF2-40B4-BE49-F238E27FC236}">
                <a16:creationId xmlns:a16="http://schemas.microsoft.com/office/drawing/2014/main" id="{99FC6248-201F-1144-8C5C-E4B4C27EF42F}"/>
              </a:ext>
            </a:extLst>
          </p:cNvPr>
          <p:cNvSpPr>
            <a:spLocks noGrp="1"/>
          </p:cNvSpPr>
          <p:nvPr>
            <p:ph type="body" sz="quarter" idx="4294967295"/>
          </p:nvPr>
        </p:nvSpPr>
        <p:spPr>
          <a:xfrm>
            <a:off x="3636000" y="4119279"/>
            <a:ext cx="1450572" cy="215444"/>
          </a:xfrm>
        </p:spPr>
        <p:txBody>
          <a:bodyPr>
            <a:normAutofit fontScale="40000" lnSpcReduction="20000"/>
          </a:bodyPr>
          <a:lstStyle/>
          <a:p>
            <a:r>
              <a:rPr lang="en-US" dirty="0"/>
              <a:t>Software Improvement Group</a:t>
            </a:r>
          </a:p>
        </p:txBody>
      </p:sp>
      <p:sp>
        <p:nvSpPr>
          <p:cNvPr id="6" name="Text Placeholder 5">
            <a:extLst>
              <a:ext uri="{FF2B5EF4-FFF2-40B4-BE49-F238E27FC236}">
                <a16:creationId xmlns:a16="http://schemas.microsoft.com/office/drawing/2014/main" id="{97EB27F3-0AC4-E148-A0B1-7E0851BF0D30}"/>
              </a:ext>
            </a:extLst>
          </p:cNvPr>
          <p:cNvSpPr>
            <a:spLocks noGrp="1"/>
          </p:cNvSpPr>
          <p:nvPr>
            <p:ph type="body" sz="quarter" idx="16"/>
          </p:nvPr>
        </p:nvSpPr>
        <p:spPr>
          <a:xfrm>
            <a:off x="11722244" y="6525935"/>
            <a:ext cx="64" cy="257763"/>
          </a:xfrm>
        </p:spPr>
        <p:txBody>
          <a:bodyPr/>
          <a:lstStyle/>
          <a:p>
            <a:endParaRPr lang="en-US" dirty="0"/>
          </a:p>
        </p:txBody>
      </p:sp>
      <p:sp>
        <p:nvSpPr>
          <p:cNvPr id="10" name="Text Placeholder 9">
            <a:extLst>
              <a:ext uri="{FF2B5EF4-FFF2-40B4-BE49-F238E27FC236}">
                <a16:creationId xmlns:a16="http://schemas.microsoft.com/office/drawing/2014/main" id="{ED10CA19-199D-DB48-2F97-A61E7A0CD1A8}"/>
              </a:ext>
            </a:extLst>
          </p:cNvPr>
          <p:cNvSpPr>
            <a:spLocks noGrp="1"/>
          </p:cNvSpPr>
          <p:nvPr>
            <p:ph type="body" sz="quarter" idx="4294967295"/>
          </p:nvPr>
        </p:nvSpPr>
        <p:spPr>
          <a:xfrm>
            <a:off x="4629355" y="6536558"/>
            <a:ext cx="2391680" cy="247948"/>
          </a:xfrm>
        </p:spPr>
        <p:txBody>
          <a:bodyPr>
            <a:normAutofit fontScale="62500" lnSpcReduction="20000"/>
          </a:bodyPr>
          <a:lstStyle/>
          <a:p>
            <a:endParaRPr lang="en-US"/>
          </a:p>
        </p:txBody>
      </p:sp>
    </p:spTree>
    <p:extLst>
      <p:ext uri="{BB962C8B-B14F-4D97-AF65-F5344CB8AC3E}">
        <p14:creationId xmlns:p14="http://schemas.microsoft.com/office/powerpoint/2010/main" val="3780916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E98D751-D7E7-9C49-9738-9C448500810B}"/>
              </a:ext>
            </a:extLst>
          </p:cNvPr>
          <p:cNvSpPr>
            <a:spLocks noGrp="1"/>
          </p:cNvSpPr>
          <p:nvPr>
            <p:ph type="sldNum" sz="quarter" idx="4"/>
          </p:nvPr>
        </p:nvSpPr>
        <p:spPr/>
        <p:txBody>
          <a:bodyPr/>
          <a:lstStyle/>
          <a:p>
            <a:fld id="{E242BD21-9B61-2246-BCB1-4BE5E1BEBE1C}" type="slidenum">
              <a:rPr lang="en-US" smtClean="0"/>
              <a:pPr/>
              <a:t>2</a:t>
            </a:fld>
            <a:endParaRPr lang="en-US"/>
          </a:p>
        </p:txBody>
      </p:sp>
      <p:sp>
        <p:nvSpPr>
          <p:cNvPr id="17" name="Text Placeholder 16">
            <a:extLst>
              <a:ext uri="{FF2B5EF4-FFF2-40B4-BE49-F238E27FC236}">
                <a16:creationId xmlns:a16="http://schemas.microsoft.com/office/drawing/2014/main" id="{E27436DB-3651-E842-9FB7-13DA5BE2FAED}"/>
              </a:ext>
            </a:extLst>
          </p:cNvPr>
          <p:cNvSpPr>
            <a:spLocks noGrp="1"/>
          </p:cNvSpPr>
          <p:nvPr>
            <p:ph type="body" sz="quarter" idx="12"/>
          </p:nvPr>
        </p:nvSpPr>
        <p:spPr/>
        <p:txBody>
          <a:bodyPr/>
          <a:lstStyle/>
          <a:p>
            <a:r>
              <a:rPr lang="en-US"/>
              <a:t>Management summary</a:t>
            </a:r>
            <a:endParaRPr lang="en-US">
              <a:solidFill>
                <a:schemeClr val="accent3"/>
              </a:solidFill>
            </a:endParaRPr>
          </a:p>
        </p:txBody>
      </p:sp>
      <p:sp>
        <p:nvSpPr>
          <p:cNvPr id="16" name="Title 15">
            <a:extLst>
              <a:ext uri="{FF2B5EF4-FFF2-40B4-BE49-F238E27FC236}">
                <a16:creationId xmlns:a16="http://schemas.microsoft.com/office/drawing/2014/main" id="{D763C605-75CA-DC4D-AE17-D3F134A4147B}"/>
              </a:ext>
            </a:extLst>
          </p:cNvPr>
          <p:cNvSpPr>
            <a:spLocks noGrp="1"/>
          </p:cNvSpPr>
          <p:nvPr>
            <p:ph type="title"/>
          </p:nvPr>
        </p:nvSpPr>
        <p:spPr>
          <a:xfrm>
            <a:off x="1935667" y="391823"/>
            <a:ext cx="10023452" cy="313412"/>
          </a:xfrm>
        </p:spPr>
        <p:txBody>
          <a:bodyPr/>
          <a:lstStyle/>
          <a:p>
            <a:r>
              <a:rPr lang="en-US" dirty="0" err="1"/>
              <a:t>Twitter Algorithm technical quality: management summary</a:t>
            </a:r>
          </a:p>
        </p:txBody>
      </p:sp>
      <p:sp>
        <p:nvSpPr>
          <p:cNvPr id="18" name="Content Placeholder 17">
            <a:extLst>
              <a:ext uri="{FF2B5EF4-FFF2-40B4-BE49-F238E27FC236}">
                <a16:creationId xmlns:a16="http://schemas.microsoft.com/office/drawing/2014/main" id="{39348AE8-5FBC-0E41-B4E0-8BE6CD80C03F}"/>
              </a:ext>
            </a:extLst>
          </p:cNvPr>
          <p:cNvSpPr>
            <a:spLocks noGrp="1"/>
          </p:cNvSpPr>
          <p:nvPr>
            <p:ph sz="quarter" idx="13"/>
          </p:nvPr>
        </p:nvSpPr>
        <p:spPr>
          <a:xfrm>
            <a:off x="855878" y="1363330"/>
            <a:ext cx="10889789" cy="5185729"/>
          </a:xfrm>
        </p:spPr>
        <p:txBody>
          <a:bodyPr/>
          <a:lstStyle/>
          <a:p>
            <a:pPr marL="0" indent="0">
              <a:lnSpc>
                <a:spcPct val="100000"/>
              </a:lnSpc>
              <a:buNone/>
            </a:pPr>
            <a:r>
              <a:rPr lang="en-US" sz="1800" b="1" dirty="0">
                <a:solidFill>
                  <a:schemeClr val="accent3"/>
                </a:solidFill>
              </a:rPr>
              <a:t>[Maintainability]</a:t>
            </a:r>
            <a:r>
              <a:rPr lang="en-US" sz="1800" dirty="0"/>
              <a:t> The system scores at the market average with 3.1 stars (★★★☆☆) on the SIG maintainability model. This indicates average maintenance costs and time to market for functional changes. The system shows high risk in units with large interfaces</a:t>
            </a:r>
            <a:endParaRPr lang="en-US" sz="1800" dirty="0"/>
          </a:p>
          <a:p>
            <a:pPr marL="0" indent="0">
              <a:lnSpc>
                <a:spcPct val="100000"/>
              </a:lnSpc>
              <a:buNone/>
            </a:pPr>
            <a:r>
              <a:rPr lang="en-US" sz="1800" b="1" dirty="0">
                <a:solidFill>
                  <a:schemeClr val="accent3"/>
                </a:solidFill>
              </a:rPr>
              <a:t>[Technology choice]</a:t>
            </a:r>
            <a:r>
              <a:rPr lang="en-US" sz="1800" dirty="0"/>
              <a:t> The system is 39.7 PY (292,704 LOC) large. The system is built using mostly modern technologies, and has no or minimal technologies that should be phased out. Its main technology is Scala.</a:t>
            </a:r>
          </a:p>
          <a:p>
            <a:pPr marL="0" indent="0">
              <a:lnSpc>
                <a:spcPct val="100000"/>
              </a:lnSpc>
              <a:buNone/>
            </a:pPr>
            <a:r>
              <a:rPr lang="en-US" sz="1800" b="1" dirty="0">
                <a:solidFill>
                  <a:schemeClr val="accent3"/>
                </a:solidFill>
              </a:rPr>
              <a:t>[Test code] </a:t>
            </a:r>
            <a:r>
              <a:rPr lang="en-US" sz="1800" dirty="0"/>
              <a:t>The system has a test/code ratio of 0%. This indicates the system does not have an automated testing suite in place. This decreases developer velocity and can increase bugs in production. This can be partially compensated by increased manual testing.</a:t>
            </a:r>
            <a:endParaRPr lang="en-US" sz="1800" dirty="0"/>
          </a:p>
          <a:p>
            <a:pPr marL="0" indent="0">
              <a:lnSpc>
                <a:spcPct val="100000"/>
              </a:lnSpc>
              <a:buNone/>
            </a:pPr>
            <a:r>
              <a:rPr kumimoji="0" lang="en-US" sz="1800" b="1" i="0" u="none" strike="noStrike" kern="1200" cap="none" spc="0" normalizeH="0" baseline="0" noProof="0" dirty="0">
                <a:ln>
                  <a:noFill/>
                </a:ln>
                <a:solidFill>
                  <a:srgbClr val="04ABC8"/>
                </a:solidFill>
                <a:effectLst/>
                <a:uLnTx/>
                <a:uFillTx/>
                <a:latin typeface="Calibri" panose="020F0502020204030204"/>
                <a:ea typeface="+mn-ea"/>
                <a:cs typeface="+mn-cs"/>
              </a:rPr>
              <a:t>[Architecture Quality] </a:t>
            </a:r>
            <a:r>
              <a:rPr lang="en-US" sz="1800" dirty="0"/>
              <a:t>The system rates 3.9 stars (</a:t>
            </a:r>
            <a:r>
              <a:rPr lang="en-US" sz="1800" dirty="0" err="1">
                <a:latin typeface="+mj-lt"/>
              </a:rPr>
              <a:t>★★★★☆</a:t>
            </a:r>
            <a:r>
              <a:rPr lang="en-US" sz="1800" dirty="0">
                <a:latin typeface="Calibri" panose="020F0502020204030204" pitchFamily="34" charset="0"/>
              </a:rPr>
              <a:t>)</a:t>
            </a:r>
            <a:r>
              <a:rPr lang="en-US" sz="1800" dirty="0"/>
              <a:t> on the SIG Architecture Quality model, above the market average. </a:t>
            </a:r>
            <a:endParaRPr lang="en-US" sz="1800" dirty="0"/>
          </a:p>
          <a:p>
            <a:pPr marL="0" indent="0">
              <a:lnSpc>
                <a:spcPct val="100000"/>
              </a:lnSpc>
              <a:buNone/>
            </a:pPr>
            <a:r>
              <a:rPr lang="en-US" sz="1800" b="1" dirty="0">
                <a:solidFill>
                  <a:schemeClr val="accent3"/>
                </a:solidFill>
              </a:rPr>
              <a:t>[Open-source health]</a:t>
            </a:r>
            <a:r>
              <a:rPr lang="en-US" sz="1800" dirty="0"/>
              <a:t> This system has 1 medium or higher risk vulnerable libraries and 1 licenses with potential legal risks that should be investigated.</a:t>
            </a:r>
          </a:p>
          <a:p>
            <a:pPr marL="0" indent="0">
              <a:lnSpc>
                <a:spcPct val="100000"/>
              </a:lnSpc>
              <a:buNone/>
            </a:pPr>
            <a:endParaRPr lang="en-US" sz="1800" dirty="0">
              <a:solidFill>
                <a:schemeClr val="accent1"/>
              </a:solidFill>
              <a:highlight>
                <a:srgbClr val="FF00FF"/>
              </a:highlight>
            </a:endParaRPr>
          </a:p>
        </p:txBody>
      </p:sp>
      <p:grpSp>
        <p:nvGrpSpPr>
          <p:cNvPr id="3" name="Group 2">
            <a:extLst>
              <a:ext uri="{FF2B5EF4-FFF2-40B4-BE49-F238E27FC236}">
                <a16:creationId xmlns:a16="http://schemas.microsoft.com/office/drawing/2014/main" id="{5343D544-1328-F0BC-2B01-FA489ECF0038}"/>
              </a:ext>
            </a:extLst>
          </p:cNvPr>
          <p:cNvGrpSpPr/>
          <p:nvPr/>
        </p:nvGrpSpPr>
        <p:grpSpPr>
          <a:xfrm>
            <a:off x="3447975" y="6529101"/>
            <a:ext cx="3073536" cy="256609"/>
            <a:chOff x="8280472" y="6533991"/>
            <a:chExt cx="3073536" cy="256609"/>
          </a:xfrm>
        </p:grpSpPr>
        <p:sp>
          <p:nvSpPr>
            <p:cNvPr id="4" name="TextBox 3">
              <a:extLst>
                <a:ext uri="{FF2B5EF4-FFF2-40B4-BE49-F238E27FC236}">
                  <a16:creationId xmlns:a16="http://schemas.microsoft.com/office/drawing/2014/main" id="{D64B3137-0ADF-0C01-58A6-4DC8AAE543B6}"/>
                </a:ext>
              </a:extLst>
            </p:cNvPr>
            <p:cNvSpPr txBox="1"/>
            <p:nvPr/>
          </p:nvSpPr>
          <p:spPr>
            <a:xfrm>
              <a:off x="8280472" y="6533991"/>
              <a:ext cx="3073536" cy="256609"/>
            </a:xfrm>
            <a:prstGeom prst="rect">
              <a:avLst/>
            </a:prstGeom>
            <a:noFill/>
          </p:spPr>
          <p:txBody>
            <a:bodyPr wrap="square" lIns="90000" rtlCol="0" anchor="t">
              <a:spAutoFit/>
            </a:bodyPr>
            <a:lstStyle/>
            <a:p>
              <a:pPr>
                <a:lnSpc>
                  <a:spcPct val="113000"/>
                </a:lnSpc>
              </a:pPr>
              <a:r>
                <a:rPr lang="en-US" sz="1000" b="1">
                  <a:solidFill>
                    <a:schemeClr val="accent1"/>
                  </a:solidFill>
                </a:rPr>
                <a:t>LEGEND</a:t>
              </a:r>
              <a:r>
                <a:rPr lang="en-US" sz="1000">
                  <a:solidFill>
                    <a:schemeClr val="accent1"/>
                  </a:solidFill>
                </a:rPr>
                <a:t>:    Low/no risk                                           High risk</a:t>
              </a:r>
            </a:p>
          </p:txBody>
        </p:sp>
        <p:cxnSp>
          <p:nvCxnSpPr>
            <p:cNvPr id="7" name="Straight Connector 6">
              <a:extLst>
                <a:ext uri="{FF2B5EF4-FFF2-40B4-BE49-F238E27FC236}">
                  <a16:creationId xmlns:a16="http://schemas.microsoft.com/office/drawing/2014/main" id="{3CA0954F-6B17-F07B-256E-572A096BF3BE}"/>
                </a:ext>
              </a:extLst>
            </p:cNvPr>
            <p:cNvCxnSpPr/>
            <p:nvPr/>
          </p:nvCxnSpPr>
          <p:spPr>
            <a:xfrm>
              <a:off x="9631624" y="6670459"/>
              <a:ext cx="1023457" cy="0"/>
            </a:xfrm>
            <a:prstGeom prst="line">
              <a:avLst/>
            </a:prstGeom>
            <a:ln w="63500" cap="rnd">
              <a:gradFill>
                <a:gsLst>
                  <a:gs pos="0">
                    <a:srgbClr val="57C968"/>
                  </a:gs>
                  <a:gs pos="33000">
                    <a:srgbClr val="F8C740"/>
                  </a:gs>
                  <a:gs pos="66000">
                    <a:srgbClr val="EF981A"/>
                  </a:gs>
                  <a:gs pos="100000">
                    <a:srgbClr val="DB493D"/>
                  </a:gs>
                </a:gsLst>
                <a:lin ang="0" scaled="0"/>
              </a:gradFill>
              <a:prstDash val="solid"/>
            </a:ln>
          </p:spPr>
          <p:style>
            <a:lnRef idx="1">
              <a:schemeClr val="accent1"/>
            </a:lnRef>
            <a:fillRef idx="0">
              <a:schemeClr val="accent1"/>
            </a:fillRef>
            <a:effectRef idx="0">
              <a:schemeClr val="accent1"/>
            </a:effectRef>
            <a:fontRef idx="minor">
              <a:schemeClr val="tx1"/>
            </a:fontRef>
          </p:style>
        </p:cxnSp>
      </p:grpSp>
      <p:sp>
        <p:nvSpPr>
          <p:cNvPr id="8" name="TextBox 7">
            <a:extLst>
              <a:ext uri="{FF2B5EF4-FFF2-40B4-BE49-F238E27FC236}">
                <a16:creationId xmlns:a16="http://schemas.microsoft.com/office/drawing/2014/main" id="{374B119E-D97B-2CBE-3AAC-33962491AA02}"/>
              </a:ext>
            </a:extLst>
          </p:cNvPr>
          <p:cNvSpPr txBox="1"/>
          <p:nvPr/>
        </p:nvSpPr>
        <p:spPr>
          <a:xfrm>
            <a:off x="6445572" y="6528939"/>
            <a:ext cx="2996384" cy="256597"/>
          </a:xfrm>
          <a:prstGeom prst="rect">
            <a:avLst/>
          </a:prstGeom>
          <a:noFill/>
        </p:spPr>
        <p:txBody>
          <a:bodyPr wrap="square" lIns="90000" rtlCol="0" anchor="t">
            <a:spAutoFit/>
          </a:bodyPr>
          <a:lstStyle/>
          <a:p>
            <a:pPr algn="l">
              <a:lnSpc>
                <a:spcPct val="113000"/>
              </a:lnSpc>
            </a:pPr>
            <a:r>
              <a:rPr lang="en-NL" sz="1000">
                <a:solidFill>
                  <a:schemeClr val="accent1"/>
                </a:solidFill>
              </a:rPr>
              <a:t>L = No/Low | M = Moderate | </a:t>
            </a:r>
            <a:r>
              <a:rPr lang="en-GB" sz="1000">
                <a:solidFill>
                  <a:schemeClr val="accent1"/>
                </a:solidFill>
              </a:rPr>
              <a:t>H</a:t>
            </a:r>
            <a:r>
              <a:rPr lang="en-NL" sz="1000">
                <a:solidFill>
                  <a:schemeClr val="accent1"/>
                </a:solidFill>
              </a:rPr>
              <a:t> = High | C = Critical</a:t>
            </a:r>
          </a:p>
        </p:txBody>
      </p:sp>
    </p:spTree>
    <p:extLst>
      <p:ext uri="{BB962C8B-B14F-4D97-AF65-F5344CB8AC3E}">
        <p14:creationId xmlns:p14="http://schemas.microsoft.com/office/powerpoint/2010/main" val="1835153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1F449F31-3719-D447-B334-2BA3512A2A58}"/>
              </a:ext>
            </a:extLst>
          </p:cNvPr>
          <p:cNvSpPr/>
          <p:nvPr/>
        </p:nvSpPr>
        <p:spPr>
          <a:xfrm>
            <a:off x="9343381" y="5238893"/>
            <a:ext cx="2848620" cy="1306286"/>
          </a:xfrm>
          <a:prstGeom prst="rect">
            <a:avLst/>
          </a:prstGeom>
          <a:gradFill>
            <a:gsLst>
              <a:gs pos="100000">
                <a:schemeClr val="bg2"/>
              </a:gs>
              <a:gs pos="0">
                <a:schemeClr val="bg2">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err="1">
              <a:solidFill>
                <a:schemeClr val="bg1"/>
              </a:solidFill>
            </a:endParaRPr>
          </a:p>
        </p:txBody>
      </p:sp>
      <p:sp>
        <p:nvSpPr>
          <p:cNvPr id="57" name="Slide Number Placeholder 1">
            <a:extLst>
              <a:ext uri="{FF2B5EF4-FFF2-40B4-BE49-F238E27FC236}">
                <a16:creationId xmlns:a16="http://schemas.microsoft.com/office/drawing/2014/main" id="{43010B43-E6A1-0A42-81DC-A2705ED0D801}"/>
              </a:ext>
            </a:extLst>
          </p:cNvPr>
          <p:cNvSpPr>
            <a:spLocks noGrp="1"/>
          </p:cNvSpPr>
          <p:nvPr>
            <p:ph type="sldNum" sz="quarter" idx="4"/>
          </p:nvPr>
        </p:nvSpPr>
        <p:spPr/>
        <p:txBody>
          <a:bodyPr/>
          <a:lstStyle/>
          <a:p>
            <a:fld id="{E242BD21-9B61-2246-BCB1-4BE5E1BEBE1C}" type="slidenum">
              <a:rPr lang="en-US" smtClean="0"/>
              <a:pPr/>
              <a:t>3</a:t>
            </a:fld>
            <a:endParaRPr lang="en-US"/>
          </a:p>
        </p:txBody>
      </p:sp>
      <p:sp>
        <p:nvSpPr>
          <p:cNvPr id="35" name="Text Placeholder 34">
            <a:extLst>
              <a:ext uri="{FF2B5EF4-FFF2-40B4-BE49-F238E27FC236}">
                <a16:creationId xmlns:a16="http://schemas.microsoft.com/office/drawing/2014/main" id="{72F5A018-2E28-3A48-A092-0C11E2399227}"/>
              </a:ext>
            </a:extLst>
          </p:cNvPr>
          <p:cNvSpPr>
            <a:spLocks noGrp="1"/>
          </p:cNvSpPr>
          <p:nvPr>
            <p:ph type="body" sz="quarter" idx="12"/>
          </p:nvPr>
        </p:nvSpPr>
        <p:spPr/>
        <p:txBody>
          <a:bodyPr/>
          <a:lstStyle/>
          <a:p>
            <a:r>
              <a:rPr lang="da-DK" dirty="0"/>
              <a:t>Key </a:t>
            </a:r>
            <a:r>
              <a:rPr lang="da-DK" dirty="0" err="1"/>
              <a:t>findings</a:t>
            </a:r>
            <a:r>
              <a:rPr lang="da-DK" dirty="0"/>
              <a:t> – </a:t>
            </a:r>
            <a:r>
              <a:rPr lang="da-DK" dirty="0" err="1">
                <a:solidFill>
                  <a:schemeClr val="accent3"/>
                </a:solidFill>
              </a:rPr>
              <a:t>technology</a:t>
            </a:r>
            <a:endParaRPr lang="da-DK" dirty="0">
              <a:solidFill>
                <a:schemeClr val="accent3"/>
              </a:solidFill>
            </a:endParaRPr>
          </a:p>
        </p:txBody>
      </p:sp>
      <p:sp>
        <p:nvSpPr>
          <p:cNvPr id="3" name="Title 2">
            <a:extLst>
              <a:ext uri="{FF2B5EF4-FFF2-40B4-BE49-F238E27FC236}">
                <a16:creationId xmlns:a16="http://schemas.microsoft.com/office/drawing/2014/main" id="{21196999-2FDC-B64D-87C7-CBB95F403705}"/>
              </a:ext>
            </a:extLst>
          </p:cNvPr>
          <p:cNvSpPr>
            <a:spLocks noGrp="1"/>
          </p:cNvSpPr>
          <p:nvPr>
            <p:ph type="title"/>
          </p:nvPr>
        </p:nvSpPr>
        <p:spPr/>
        <p:txBody>
          <a:bodyPr/>
          <a:lstStyle/>
          <a:p>
            <a:r>
              <a:rPr lang="en-US" dirty="0"/>
              <a:t>The system is large in size and is built primarily in Scala</a:t>
            </a:r>
          </a:p>
        </p:txBody>
      </p:sp>
      <p:sp>
        <p:nvSpPr>
          <p:cNvPr id="4" name="Content Placeholder 3">
            <a:extLst>
              <a:ext uri="{FF2B5EF4-FFF2-40B4-BE49-F238E27FC236}">
                <a16:creationId xmlns:a16="http://schemas.microsoft.com/office/drawing/2014/main" id="{0BE97E62-871D-ED41-BB4A-23A54EDA32B5}"/>
              </a:ext>
            </a:extLst>
          </p:cNvPr>
          <p:cNvSpPr>
            <a:spLocks noGrp="1"/>
          </p:cNvSpPr>
          <p:nvPr>
            <p:ph sz="quarter" idx="13"/>
          </p:nvPr>
        </p:nvSpPr>
        <p:spPr>
          <a:xfrm>
            <a:off x="514800" y="1368000"/>
            <a:ext cx="3297764" cy="4950000"/>
          </a:xfrm>
        </p:spPr>
        <p:txBody>
          <a:bodyPr/>
          <a:lstStyle/>
          <a:p>
            <a:r>
              <a:rPr lang="en-US" dirty="0" err="1"/>
              <a:t>The system is built using mostly modern technologies, and has no or minimal technologies that should be phased out.</a:t>
            </a:r>
            <a:endParaRPr lang="en-US" dirty="0"/>
          </a:p>
          <a:p>
            <a:r>
              <a:rPr lang="en-US" dirty="0" err="1"/>
              <a:t>The system is mainly built using 2 different technologies: Scala, Java</a:t>
            </a:r>
            <a:endParaRPr lang="en-US" dirty="0"/>
          </a:p>
        </p:txBody>
      </p:sp>
      <p:sp>
        <p:nvSpPr>
          <p:cNvPr id="18" name="Text Placeholder 29">
            <a:extLst>
              <a:ext uri="{FF2B5EF4-FFF2-40B4-BE49-F238E27FC236}">
                <a16:creationId xmlns:a16="http://schemas.microsoft.com/office/drawing/2014/main" id="{B95F9BC0-7330-914B-8E9E-94AD448E4FBA}"/>
              </a:ext>
            </a:extLst>
          </p:cNvPr>
          <p:cNvSpPr txBox="1">
            <a:spLocks/>
          </p:cNvSpPr>
          <p:nvPr/>
        </p:nvSpPr>
        <p:spPr>
          <a:xfrm>
            <a:off x="9695543" y="5781287"/>
            <a:ext cx="2050125" cy="221497"/>
          </a:xfrm>
          <a:prstGeom prst="rect">
            <a:avLst/>
          </a:prstGeom>
          <a:noFill/>
        </p:spPr>
        <p:txBody>
          <a:bodyPr wrap="none" lIns="0" tIns="0" rIns="108000" bIns="0" anchor="ctr">
            <a:noAutofit/>
          </a:bodyPr>
          <a:lstStyle>
            <a:lvl1pPr marL="0" indent="0" algn="ctr" defTabSz="914400" rtl="0" eaLnBrk="1" latinLnBrk="0" hangingPunct="1">
              <a:lnSpc>
                <a:spcPct val="90000"/>
              </a:lnSpc>
              <a:spcBef>
                <a:spcPts val="1000"/>
              </a:spcBef>
              <a:buFont typeface="Arial"/>
              <a:buNone/>
              <a:defRPr sz="16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r>
              <a:rPr lang="en-US" dirty="0" err="1"/>
              <a:t>39.7 PY</a:t>
            </a:r>
            <a:endParaRPr lang="en-US" b="0" dirty="0"/>
          </a:p>
        </p:txBody>
      </p:sp>
      <p:graphicFrame>
        <p:nvGraphicFramePr>
          <p:cNvPr id="2" name="Chart 1">
            <a:extLst>
              <a:ext uri="{FF2B5EF4-FFF2-40B4-BE49-F238E27FC236}">
                <a16:creationId xmlns:a16="http://schemas.microsoft.com/office/drawing/2014/main" id="{2F056781-96E5-A84E-9B0E-0816F0C0E537}"/>
              </a:ext>
            </a:extLst>
          </p:cNvPr>
          <p:cNvGraphicFramePr/>
          <p:nvPr>
            <p:extLst>
              <p:ext uri="{D42A27DB-BD31-4B8C-83A1-F6EECF244321}">
                <p14:modId xmlns:p14="http://schemas.microsoft.com/office/powerpoint/2010/main" val="2838478197"/>
              </p:ext>
            </p:extLst>
          </p:nvPr>
        </p:nvGraphicFramePr>
        <p:xfrm>
          <a:off x="4258899" y="1366989"/>
          <a:ext cx="7486768" cy="194075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0" name="Table 10">
            <a:extLst>
              <a:ext uri="{FF2B5EF4-FFF2-40B4-BE49-F238E27FC236}">
                <a16:creationId xmlns:a16="http://schemas.microsoft.com/office/drawing/2014/main" id="{47602722-FBEA-F24D-A573-D8200328D213}"/>
              </a:ext>
            </a:extLst>
          </p:cNvPr>
          <p:cNvGraphicFramePr>
            <a:graphicFrameLocks noGrp="1"/>
          </p:cNvGraphicFramePr>
          <p:nvPr>
            <p:extLst>
              <p:ext uri="{D42A27DB-BD31-4B8C-83A1-F6EECF244321}">
                <p14:modId xmlns:p14="http://schemas.microsoft.com/office/powerpoint/2010/main" val="681163907"/>
              </p:ext>
            </p:extLst>
          </p:nvPr>
        </p:nvGraphicFramePr>
        <p:xfrm>
          <a:off x="4258898" y="3328130"/>
          <a:ext cx="7486769" cy="2154574"/>
        </p:xfrm>
        <a:graphic>
          <a:graphicData uri="http://schemas.openxmlformats.org/drawingml/2006/table">
            <a:tbl>
              <a:tblPr firstRow="1" bandRow="1">
                <a:effectLst/>
                <a:tableStyleId>{F2DE63D5-997A-4646-A377-4702673A728D}</a:tableStyleId>
              </a:tblPr>
              <a:tblGrid>
                <a:gridCol w="3740710">
                  <a:extLst>
                    <a:ext uri="{9D8B030D-6E8A-4147-A177-3AD203B41FA5}">
                      <a16:colId xmlns:a16="http://schemas.microsoft.com/office/drawing/2014/main" val="20000"/>
                    </a:ext>
                  </a:extLst>
                </a:gridCol>
                <a:gridCol w="1481618">
                  <a:extLst>
                    <a:ext uri="{9D8B030D-6E8A-4147-A177-3AD203B41FA5}">
                      <a16:colId xmlns:a16="http://schemas.microsoft.com/office/drawing/2014/main" val="20002"/>
                    </a:ext>
                  </a:extLst>
                </a:gridCol>
                <a:gridCol w="2264441">
                  <a:extLst>
                    <a:ext uri="{9D8B030D-6E8A-4147-A177-3AD203B41FA5}">
                      <a16:colId xmlns:a16="http://schemas.microsoft.com/office/drawing/2014/main" val="3286041723"/>
                    </a:ext>
                  </a:extLst>
                </a:gridCol>
              </a:tblGrid>
              <a:tr h="36777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nl-NL" sz="1400" b="1" noProof="0">
                          <a:solidFill>
                            <a:schemeClr val="bg1"/>
                          </a:solidFill>
                          <a:latin typeface="+mn-lt"/>
                        </a:rPr>
                        <a:t>Technology</a:t>
                      </a:r>
                      <a:endParaRPr lang="nl-NL" sz="1400" b="1" i="0" noProof="0">
                        <a:solidFill>
                          <a:schemeClr val="bg1"/>
                        </a:solidFill>
                        <a:latin typeface="+mn-lt"/>
                        <a:cs typeface="TheSans B4 SemiLight"/>
                      </a:endParaRPr>
                    </a:p>
                  </a:txBody>
                  <a:tcPr marL="216000" marR="108000" marT="72000" marB="72000">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r"/>
                      <a:r>
                        <a:rPr lang="nl-NL" sz="1400" b="1" noProof="0">
                          <a:solidFill>
                            <a:schemeClr val="bg1"/>
                          </a:solidFill>
                          <a:latin typeface="+mn-lt"/>
                        </a:rPr>
                        <a:t>LOC</a:t>
                      </a:r>
                      <a:endParaRPr lang="nl-NL" sz="1400" b="1" i="0" noProof="0">
                        <a:solidFill>
                          <a:schemeClr val="bg1"/>
                        </a:solidFill>
                        <a:latin typeface="+mn-lt"/>
                        <a:cs typeface="TheSans B4 SemiLight"/>
                      </a:endParaRP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r"/>
                      <a:r>
                        <a:rPr lang="nl-NL" sz="1400" b="1" i="0" noProof="0" err="1">
                          <a:solidFill>
                            <a:schemeClr val="bg1"/>
                          </a:solidFill>
                          <a:latin typeface="+mn-lt"/>
                          <a:cs typeface="TheSans B4 SemiLight"/>
                        </a:rPr>
                        <a:t>Rebuild</a:t>
                      </a:r>
                      <a:r>
                        <a:rPr lang="nl-NL" sz="1400" b="1" i="0" noProof="0">
                          <a:solidFill>
                            <a:schemeClr val="bg1"/>
                          </a:solidFill>
                          <a:latin typeface="+mn-lt"/>
                          <a:cs typeface="TheSans B4 SemiLight"/>
                        </a:rPr>
                        <a:t> </a:t>
                      </a:r>
                      <a:r>
                        <a:rPr lang="nl-NL" sz="1400" b="1" i="0" noProof="0" err="1">
                          <a:solidFill>
                            <a:schemeClr val="bg1"/>
                          </a:solidFill>
                          <a:latin typeface="+mn-lt"/>
                          <a:cs typeface="TheSans B4 SemiLight"/>
                        </a:rPr>
                        <a:t>size</a:t>
                      </a:r>
                      <a:r>
                        <a:rPr lang="nl-NL" sz="1400" b="1" i="0" noProof="0">
                          <a:solidFill>
                            <a:schemeClr val="bg1"/>
                          </a:solidFill>
                          <a:latin typeface="+mn-lt"/>
                          <a:cs typeface="TheSans B4 SemiLight"/>
                        </a:rPr>
                        <a:t> (</a:t>
                      </a:r>
                      <a:r>
                        <a:rPr lang="nl-NL" sz="1400" b="1" i="0" noProof="0" err="1">
                          <a:solidFill>
                            <a:schemeClr val="bg1"/>
                          </a:solidFill>
                          <a:latin typeface="+mn-lt"/>
                          <a:cs typeface="TheSans B4 SemiLight"/>
                        </a:rPr>
                        <a:t>PY</a:t>
                      </a:r>
                      <a:r>
                        <a:rPr lang="nl-NL" sz="1400" b="1" i="0" noProof="0">
                          <a:solidFill>
                            <a:schemeClr val="bg1"/>
                          </a:solidFill>
                          <a:latin typeface="+mn-lt"/>
                          <a:cs typeface="TheSans B4 SemiLight"/>
                        </a:rPr>
                        <a:t>)</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dirty="0">
                          <a:solidFill>
                            <a:schemeClr val="tx2"/>
                          </a:solidFill>
                          <a:effectLst/>
                          <a:latin typeface="Calibri Bold"/>
                        </a:rPr>
                        <a:t>Scala</a:t>
                      </a:r>
                    </a:p>
                  </a:txBody>
                  <a:tcPr marL="216000" marR="108000" marT="72000" marB="72000" anchor="b">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US" sz="1400" b="0" i="0" u="none" strike="noStrike" dirty="0">
                          <a:solidFill>
                            <a:schemeClr val="tx2"/>
                          </a:solidFill>
                          <a:effectLst/>
                          <a:latin typeface="Calibri Regular"/>
                        </a:rPr>
                        <a:t>186362</a:t>
                      </a:r>
                    </a:p>
                  </a:txBody>
                  <a:tcPr marL="108000" marR="108000" marT="72000" marB="72000">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US" sz="1400" b="0" i="0" u="none" strike="noStrike" dirty="0">
                          <a:solidFill>
                            <a:schemeClr val="tx1">
                              <a:lumMod val="60000"/>
                              <a:lumOff val="40000"/>
                            </a:schemeClr>
                          </a:solidFill>
                          <a:effectLst/>
                          <a:latin typeface="Calibri Regular"/>
                        </a:rPr>
                        <a:t>27.4</a:t>
                      </a:r>
                    </a:p>
                  </a:txBody>
                  <a:tcPr marL="108000" marR="108000" marT="72000" marB="72000">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dirty="0">
                          <a:solidFill>
                            <a:schemeClr val="tx2"/>
                          </a:solidFill>
                          <a:effectLst/>
                          <a:latin typeface="Calibri Bold"/>
                        </a:rPr>
                        <a:t>Java</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r" defTabSz="457200" rtl="0" eaLnBrk="1" fontAlgn="b" latinLnBrk="0" hangingPunct="1">
                        <a:lnSpc>
                          <a:spcPct val="100000"/>
                        </a:lnSpc>
                        <a:spcBef>
                          <a:spcPts val="0"/>
                        </a:spcBef>
                        <a:spcAft>
                          <a:spcPts val="0"/>
                        </a:spcAft>
                        <a:buClrTx/>
                        <a:buSzTx/>
                        <a:buFontTx/>
                        <a:buNone/>
                        <a:tabLst/>
                        <a:defRPr/>
                      </a:pPr>
                      <a:r>
                        <a:rPr lang="en-US" sz="1400" b="0" i="0" u="none" strike="noStrike" dirty="0">
                          <a:solidFill>
                            <a:schemeClr val="tx2"/>
                          </a:solidFill>
                          <a:effectLst/>
                          <a:latin typeface="Calibri Regular"/>
                        </a:rPr>
                        <a:t>84563</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chemeClr val="tx1">
                              <a:lumMod val="60000"/>
                              <a:lumOff val="40000"/>
                            </a:schemeClr>
                          </a:solidFill>
                          <a:effectLst/>
                          <a:latin typeface="Calibri Regular"/>
                        </a:rPr>
                        <a:t>9.4</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dirty="0">
                          <a:solidFill>
                            <a:schemeClr val="tx2"/>
                          </a:solidFill>
                          <a:effectLst/>
                          <a:latin typeface="Calibri Bold"/>
                        </a:rPr>
                        <a:t>Python</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r" defTabSz="457200" rtl="0" eaLnBrk="1" fontAlgn="b" latinLnBrk="0" hangingPunct="1">
                        <a:lnSpc>
                          <a:spcPct val="100000"/>
                        </a:lnSpc>
                        <a:spcBef>
                          <a:spcPts val="0"/>
                        </a:spcBef>
                        <a:spcAft>
                          <a:spcPts val="0"/>
                        </a:spcAft>
                        <a:buClrTx/>
                        <a:buSzTx/>
                        <a:buFontTx/>
                        <a:buNone/>
                        <a:tabLst/>
                        <a:defRPr/>
                      </a:pPr>
                      <a:r>
                        <a:rPr lang="en-US" sz="1400" b="0" i="0" u="none" strike="noStrike" dirty="0">
                          <a:solidFill>
                            <a:schemeClr val="tx2"/>
                          </a:solidFill>
                          <a:effectLst/>
                          <a:latin typeface="Calibri Regular"/>
                        </a:rPr>
                        <a:t>7877</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chemeClr val="tx1">
                              <a:lumMod val="60000"/>
                              <a:lumOff val="40000"/>
                            </a:schemeClr>
                          </a:solidFill>
                          <a:effectLst/>
                          <a:latin typeface="Calibri Regular"/>
                        </a:rPr>
                        <a:t>1.2</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dirty="0">
                          <a:solidFill>
                            <a:schemeClr val="tx2"/>
                          </a:solidFill>
                          <a:effectLst/>
                          <a:latin typeface="Calibri Bold"/>
                        </a:rPr>
                        <a:t>C++</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r" defTabSz="457200" rtl="0" eaLnBrk="1" fontAlgn="b" latinLnBrk="0" hangingPunct="1">
                        <a:lnSpc>
                          <a:spcPct val="100000"/>
                        </a:lnSpc>
                        <a:spcBef>
                          <a:spcPts val="0"/>
                        </a:spcBef>
                        <a:spcAft>
                          <a:spcPts val="0"/>
                        </a:spcAft>
                        <a:buClrTx/>
                        <a:buSzTx/>
                        <a:buFontTx/>
                        <a:buNone/>
                        <a:tabLst/>
                        <a:defRPr/>
                      </a:pPr>
                      <a:r>
                        <a:rPr lang="en-US" sz="1400" b="0" i="0" u="none" strike="noStrike" dirty="0">
                          <a:solidFill>
                            <a:schemeClr val="tx2"/>
                          </a:solidFill>
                          <a:effectLst/>
                          <a:latin typeface="Calibri Regular"/>
                        </a:rPr>
                        <a:t>9284</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chemeClr val="tx1">
                              <a:lumMod val="60000"/>
                              <a:lumOff val="40000"/>
                            </a:schemeClr>
                          </a:solidFill>
                          <a:effectLst/>
                          <a:latin typeface="Calibri Regular"/>
                        </a:rPr>
                        <a:t>1.1</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dirty="0">
                          <a:solidFill>
                            <a:schemeClr val="tx2"/>
                          </a:solidFill>
                          <a:effectLst/>
                          <a:latin typeface="Calibri Bold"/>
                        </a:rPr>
                        <a:t>Others</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chemeClr val="tx2"/>
                          </a:solidFill>
                          <a:effectLst/>
                          <a:latin typeface="Calibri Regular"/>
                        </a:rPr>
                        <a:t>4618 </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chemeClr val="tx1">
                              <a:lumMod val="60000"/>
                              <a:lumOff val="40000"/>
                            </a:schemeClr>
                          </a:solidFill>
                          <a:effectLst/>
                          <a:latin typeface="Calibri Regular"/>
                        </a:rPr>
                        <a:t>0.6 </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8811833"/>
                  </a:ext>
                </a:extLst>
              </a:tr>
            </a:tbl>
          </a:graphicData>
        </a:graphic>
      </p:graphicFrame>
      <p:sp>
        <p:nvSpPr>
          <p:cNvPr id="17" name="Text Placeholder 29">
            <a:extLst>
              <a:ext uri="{FF2B5EF4-FFF2-40B4-BE49-F238E27FC236}">
                <a16:creationId xmlns:a16="http://schemas.microsoft.com/office/drawing/2014/main" id="{34953B0A-BA73-504C-811A-B3CDE825A186}"/>
              </a:ext>
            </a:extLst>
          </p:cNvPr>
          <p:cNvSpPr txBox="1">
            <a:spLocks/>
          </p:cNvSpPr>
          <p:nvPr/>
        </p:nvSpPr>
        <p:spPr>
          <a:xfrm>
            <a:off x="4478812" y="5781286"/>
            <a:ext cx="1797438" cy="221497"/>
          </a:xfrm>
          <a:prstGeom prst="rect">
            <a:avLst/>
          </a:prstGeom>
          <a:noFill/>
        </p:spPr>
        <p:txBody>
          <a:bodyPr wrap="none" lIns="0" tIns="0" rIns="108000" bIns="0" anchor="ctr">
            <a:noAutofit/>
          </a:bodyPr>
          <a:lstStyle>
            <a:lvl1pPr marL="0" indent="0" algn="ctr" defTabSz="914400" rtl="0" eaLnBrk="1" latinLnBrk="0" hangingPunct="1">
              <a:lnSpc>
                <a:spcPct val="90000"/>
              </a:lnSpc>
              <a:spcBef>
                <a:spcPts val="1000"/>
              </a:spcBef>
              <a:buFont typeface="Arial"/>
              <a:buNone/>
              <a:defRPr sz="16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l"/>
            <a:r>
              <a:rPr lang="en-US" dirty="0"/>
              <a:t>Total system volume:</a:t>
            </a:r>
            <a:endParaRPr lang="en-US" b="0" dirty="0"/>
          </a:p>
        </p:txBody>
      </p:sp>
      <p:sp>
        <p:nvSpPr>
          <p:cNvPr id="21" name="Text Placeholder 29">
            <a:extLst>
              <a:ext uri="{FF2B5EF4-FFF2-40B4-BE49-F238E27FC236}">
                <a16:creationId xmlns:a16="http://schemas.microsoft.com/office/drawing/2014/main" id="{9EA93C31-7D02-A448-9A77-0EEE72037098}"/>
              </a:ext>
            </a:extLst>
          </p:cNvPr>
          <p:cNvSpPr txBox="1">
            <a:spLocks/>
          </p:cNvSpPr>
          <p:nvPr/>
        </p:nvSpPr>
        <p:spPr>
          <a:xfrm>
            <a:off x="6628412" y="5781286"/>
            <a:ext cx="2906219" cy="221497"/>
          </a:xfrm>
          <a:prstGeom prst="rect">
            <a:avLst/>
          </a:prstGeom>
          <a:noFill/>
        </p:spPr>
        <p:txBody>
          <a:bodyPr wrap="none" lIns="0" tIns="0" rIns="108000" bIns="0" anchor="ctr">
            <a:noAutofit/>
          </a:bodyPr>
          <a:lstStyle>
            <a:lvl1pPr marL="0" indent="0" algn="ctr" defTabSz="914400" rtl="0" eaLnBrk="1" latinLnBrk="0" hangingPunct="1">
              <a:lnSpc>
                <a:spcPct val="90000"/>
              </a:lnSpc>
              <a:spcBef>
                <a:spcPts val="1000"/>
              </a:spcBef>
              <a:buFont typeface="Arial"/>
              <a:buNone/>
              <a:defRPr sz="16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r>
              <a:rPr lang="en-US" dirty="0" err="1"/>
              <a:t>292,704 LOC</a:t>
            </a:r>
            <a:endParaRPr lang="en-US" b="0" dirty="0"/>
          </a:p>
        </p:txBody>
      </p:sp>
      <p:sp>
        <p:nvSpPr>
          <p:cNvPr id="22" name="TextBox 21">
            <a:extLst>
              <a:ext uri="{FF2B5EF4-FFF2-40B4-BE49-F238E27FC236}">
                <a16:creationId xmlns:a16="http://schemas.microsoft.com/office/drawing/2014/main" id="{5C0C1FDA-5A36-AF44-81EB-8575C7793171}"/>
              </a:ext>
            </a:extLst>
          </p:cNvPr>
          <p:cNvSpPr txBox="1"/>
          <p:nvPr/>
        </p:nvSpPr>
        <p:spPr>
          <a:xfrm>
            <a:off x="3588669" y="6539325"/>
            <a:ext cx="7345448" cy="246221"/>
          </a:xfrm>
          <a:prstGeom prst="rect">
            <a:avLst/>
          </a:prstGeom>
          <a:noFill/>
        </p:spPr>
        <p:txBody>
          <a:bodyPr wrap="square" lIns="90000" rtlCol="0" anchor="t">
            <a:spAutoFit/>
          </a:bodyPr>
          <a:lstStyle/>
          <a:p>
            <a:r>
              <a:rPr lang="en-US" sz="1000" b="1">
                <a:solidFill>
                  <a:schemeClr val="accent1"/>
                </a:solidFill>
              </a:rPr>
              <a:t>PM</a:t>
            </a:r>
            <a:r>
              <a:rPr lang="en-US" sz="1000">
                <a:solidFill>
                  <a:schemeClr val="accent1"/>
                </a:solidFill>
              </a:rPr>
              <a:t> = Person Months (rebuild size), </a:t>
            </a:r>
            <a:r>
              <a:rPr lang="en-US" sz="1000" b="1" err="1">
                <a:solidFill>
                  <a:schemeClr val="accent1"/>
                </a:solidFill>
              </a:rPr>
              <a:t>PY</a:t>
            </a:r>
            <a:r>
              <a:rPr lang="en-US" sz="1000">
                <a:solidFill>
                  <a:schemeClr val="accent1"/>
                </a:solidFill>
              </a:rPr>
              <a:t> = Person Years (rebuild size) </a:t>
            </a:r>
          </a:p>
        </p:txBody>
      </p:sp>
      <p:sp>
        <p:nvSpPr>
          <p:cNvPr id="7" name="TextBox 6">
            <a:extLst>
              <a:ext uri="{FF2B5EF4-FFF2-40B4-BE49-F238E27FC236}">
                <a16:creationId xmlns:a16="http://schemas.microsoft.com/office/drawing/2014/main" id="{B118CFB0-8BED-E2AA-7F87-EA8A27DA4B79}"/>
              </a:ext>
            </a:extLst>
          </p:cNvPr>
          <p:cNvSpPr txBox="1"/>
          <p:nvPr/>
        </p:nvSpPr>
        <p:spPr>
          <a:xfrm>
            <a:off x="10058400" y="-373182"/>
            <a:ext cx="2000312" cy="355225"/>
          </a:xfrm>
          <a:prstGeom prst="rect">
            <a:avLst/>
          </a:prstGeom>
          <a:noFill/>
        </p:spPr>
        <p:txBody>
          <a:bodyPr wrap="none" lIns="90000" rtlCol="0" anchor="t">
            <a:spAutoFit/>
          </a:bodyPr>
          <a:lstStyle/>
          <a:p>
            <a:pPr algn="l">
              <a:lnSpc>
                <a:spcPct val="113000"/>
              </a:lnSpc>
            </a:pPr>
            <a:r>
              <a:rPr lang="en-US" sz="1600" dirty="0" err="1">
                <a:solidFill>
                  <a:schemeClr val="tx2"/>
                </a:solidFill>
              </a:rPr>
              <a:t>TECHNOLOGY_CHART</a:t>
            </a:r>
            <a:endParaRPr lang="en-US" sz="1600" dirty="0">
              <a:solidFill>
                <a:schemeClr val="tx2"/>
              </a:solidFill>
            </a:endParaRPr>
          </a:p>
        </p:txBody>
      </p:sp>
    </p:spTree>
    <p:extLst>
      <p:ext uri="{BB962C8B-B14F-4D97-AF65-F5344CB8AC3E}">
        <p14:creationId xmlns:p14="http://schemas.microsoft.com/office/powerpoint/2010/main" val="22030065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A18A21A-24C5-40C5-4CDB-EA624C29AA9E}"/>
              </a:ext>
            </a:extLst>
          </p:cNvPr>
          <p:cNvSpPr>
            <a:spLocks noGrp="1"/>
          </p:cNvSpPr>
          <p:nvPr>
            <p:ph type="sldNum" sz="quarter" idx="4"/>
          </p:nvPr>
        </p:nvSpPr>
        <p:spPr/>
        <p:txBody>
          <a:bodyPr/>
          <a:lstStyle/>
          <a:p>
            <a:fld id="{E242BD21-9B61-2246-BCB1-4BE5E1BEBE1C}" type="slidenum">
              <a:rPr lang="en-US" smtClean="0"/>
              <a:pPr/>
              <a:t>4</a:t>
            </a:fld>
            <a:endParaRPr lang="en-US"/>
          </a:p>
        </p:txBody>
      </p:sp>
      <p:sp>
        <p:nvSpPr>
          <p:cNvPr id="3" name="Text Placeholder 2">
            <a:extLst>
              <a:ext uri="{FF2B5EF4-FFF2-40B4-BE49-F238E27FC236}">
                <a16:creationId xmlns:a16="http://schemas.microsoft.com/office/drawing/2014/main" id="{5D433BDC-89A5-E3A4-AEC7-4B221AF3E3BF}"/>
              </a:ext>
            </a:extLst>
          </p:cNvPr>
          <p:cNvSpPr>
            <a:spLocks noGrp="1"/>
          </p:cNvSpPr>
          <p:nvPr>
            <p:ph type="body" sz="quarter" idx="12"/>
          </p:nvPr>
        </p:nvSpPr>
        <p:spPr/>
        <p:txBody>
          <a:bodyPr/>
          <a:lstStyle/>
          <a:p>
            <a:r>
              <a:rPr lang="da-DK" dirty="0"/>
              <a:t>Key </a:t>
            </a:r>
            <a:r>
              <a:rPr lang="da-DK" dirty="0" err="1"/>
              <a:t>findings</a:t>
            </a:r>
            <a:r>
              <a:rPr lang="da-DK" dirty="0"/>
              <a:t> – </a:t>
            </a:r>
            <a:r>
              <a:rPr lang="da-DK" dirty="0">
                <a:solidFill>
                  <a:schemeClr val="accent3"/>
                </a:solidFill>
              </a:rPr>
              <a:t>TEST CODE</a:t>
            </a:r>
          </a:p>
        </p:txBody>
      </p:sp>
      <p:sp>
        <p:nvSpPr>
          <p:cNvPr id="4" name="Title 3">
            <a:extLst>
              <a:ext uri="{FF2B5EF4-FFF2-40B4-BE49-F238E27FC236}">
                <a16:creationId xmlns:a16="http://schemas.microsoft.com/office/drawing/2014/main" id="{1F0EBEF5-DCD9-FC37-4864-9AD952D15128}"/>
              </a:ext>
            </a:extLst>
          </p:cNvPr>
          <p:cNvSpPr>
            <a:spLocks noGrp="1"/>
          </p:cNvSpPr>
          <p:nvPr>
            <p:ph type="title"/>
          </p:nvPr>
        </p:nvSpPr>
        <p:spPr/>
        <p:txBody>
          <a:bodyPr/>
          <a:lstStyle/>
          <a:p>
            <a:r>
              <a:rPr lang="en-US" dirty="0" err="1"/>
              <a:t>Twitter Algorithm has an below market average test/code ratio</a:t>
            </a:r>
          </a:p>
        </p:txBody>
      </p:sp>
      <p:sp>
        <p:nvSpPr>
          <p:cNvPr id="13" name="TextBox 12">
            <a:extLst>
              <a:ext uri="{FF2B5EF4-FFF2-40B4-BE49-F238E27FC236}">
                <a16:creationId xmlns:a16="http://schemas.microsoft.com/office/drawing/2014/main" id="{A467E356-2302-043B-D4F1-18D148D4F0C8}"/>
              </a:ext>
            </a:extLst>
          </p:cNvPr>
          <p:cNvSpPr txBox="1"/>
          <p:nvPr/>
        </p:nvSpPr>
        <p:spPr>
          <a:xfrm>
            <a:off x="7118733" y="1234521"/>
            <a:ext cx="4376866" cy="388055"/>
          </a:xfrm>
          <a:prstGeom prst="rect">
            <a:avLst/>
          </a:prstGeom>
          <a:noFill/>
        </p:spPr>
        <p:txBody>
          <a:bodyPr wrap="square" lIns="90000" rtlCol="0" anchor="t">
            <a:spAutoFit/>
          </a:bodyPr>
          <a:lstStyle/>
          <a:p>
            <a:pPr algn="ctr">
              <a:lnSpc>
                <a:spcPct val="113000"/>
              </a:lnSpc>
            </a:pPr>
            <a:r>
              <a:rPr lang="en-US" b="1" dirty="0" err="1">
                <a:solidFill>
                  <a:schemeClr val="tx2"/>
                </a:solidFill>
              </a:rPr>
              <a:t>0% overall Test/code ratio</a:t>
            </a:r>
          </a:p>
        </p:txBody>
      </p:sp>
      <p:pic>
        <p:nvPicPr>
          <p:cNvPr id="14" name="Picture 13">
            <a:extLst>
              <a:ext uri="{FF2B5EF4-FFF2-40B4-BE49-F238E27FC236}">
                <a16:creationId xmlns:a16="http://schemas.microsoft.com/office/drawing/2014/main" id="{AC4A68CB-2FEE-81FD-058E-2E5AD8DB5C6A}"/>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6468932" y="5953982"/>
            <a:ext cx="4758570" cy="307564"/>
          </a:xfrm>
          <a:prstGeom prst="rect">
            <a:avLst/>
          </a:prstGeom>
        </p:spPr>
      </p:pic>
      <p:graphicFrame>
        <p:nvGraphicFramePr>
          <p:cNvPr id="18" name="Content Placeholder 17">
            <a:extLst>
              <a:ext uri="{FF2B5EF4-FFF2-40B4-BE49-F238E27FC236}">
                <a16:creationId xmlns:a16="http://schemas.microsoft.com/office/drawing/2014/main" id="{AC1B7746-944D-B669-0A8D-A3370AB580DF}"/>
              </a:ext>
            </a:extLst>
          </p:cNvPr>
          <p:cNvGraphicFramePr>
            <a:graphicFrameLocks noGrp="1"/>
          </p:cNvGraphicFramePr>
          <p:nvPr>
            <p:ph sz="quarter" idx="13"/>
            <p:extLst>
              <p:ext uri="{D42A27DB-BD31-4B8C-83A1-F6EECF244321}">
                <p14:modId xmlns:p14="http://schemas.microsoft.com/office/powerpoint/2010/main" val="3718654622"/>
              </p:ext>
            </p:extLst>
          </p:nvPr>
        </p:nvGraphicFramePr>
        <p:xfrm>
          <a:off x="6957718" y="1622576"/>
          <a:ext cx="4537881" cy="4331406"/>
        </p:xfrm>
        <a:graphic>
          <a:graphicData uri="http://schemas.openxmlformats.org/drawingml/2006/chart">
            <c:chart xmlns:c="http://schemas.openxmlformats.org/drawingml/2006/chart" xmlns:r="http://schemas.openxmlformats.org/officeDocument/2006/relationships" r:id="rId3"/>
          </a:graphicData>
        </a:graphic>
      </p:graphicFrame>
      <p:sp>
        <p:nvSpPr>
          <p:cNvPr id="19" name="TextBox 18">
            <a:extLst>
              <a:ext uri="{FF2B5EF4-FFF2-40B4-BE49-F238E27FC236}">
                <a16:creationId xmlns:a16="http://schemas.microsoft.com/office/drawing/2014/main" id="{FAA0E6AF-E77A-4F4C-45E8-1299E5B1FD0B}"/>
              </a:ext>
            </a:extLst>
          </p:cNvPr>
          <p:cNvSpPr txBox="1"/>
          <p:nvPr/>
        </p:nvSpPr>
        <p:spPr>
          <a:xfrm>
            <a:off x="9771765" y="-373182"/>
            <a:ext cx="2420235" cy="355225"/>
          </a:xfrm>
          <a:prstGeom prst="rect">
            <a:avLst/>
          </a:prstGeom>
          <a:noFill/>
        </p:spPr>
        <p:txBody>
          <a:bodyPr wrap="none" lIns="90000" rtlCol="0" anchor="t">
            <a:spAutoFit/>
          </a:bodyPr>
          <a:lstStyle/>
          <a:p>
            <a:pPr algn="l">
              <a:lnSpc>
                <a:spcPct val="113000"/>
              </a:lnSpc>
            </a:pPr>
            <a:r>
              <a:rPr lang="en-US" sz="1600" dirty="0" err="1">
                <a:solidFill>
                  <a:schemeClr val="tx2"/>
                </a:solidFill>
              </a:rPr>
              <a:t>TEST_CODE_RATIO_CHART</a:t>
            </a:r>
            <a:endParaRPr lang="en-US" sz="1600" dirty="0">
              <a:solidFill>
                <a:schemeClr val="tx2"/>
              </a:solidFill>
            </a:endParaRPr>
          </a:p>
        </p:txBody>
      </p:sp>
      <p:sp>
        <p:nvSpPr>
          <p:cNvPr id="20" name="TextBox 19">
            <a:extLst>
              <a:ext uri="{FF2B5EF4-FFF2-40B4-BE49-F238E27FC236}">
                <a16:creationId xmlns:a16="http://schemas.microsoft.com/office/drawing/2014/main" id="{0193147D-DFE7-6BE7-7441-6D385DFAA343}"/>
              </a:ext>
            </a:extLst>
          </p:cNvPr>
          <p:cNvSpPr txBox="1"/>
          <p:nvPr/>
        </p:nvSpPr>
        <p:spPr>
          <a:xfrm>
            <a:off x="553154" y="1444963"/>
            <a:ext cx="4989689" cy="1189878"/>
          </a:xfrm>
          <a:prstGeom prst="rect">
            <a:avLst/>
          </a:prstGeom>
          <a:noFill/>
        </p:spPr>
        <p:txBody>
          <a:bodyPr wrap="square" lIns="90000" rtlCol="0" anchor="t">
            <a:spAutoFit/>
          </a:bodyPr>
          <a:lstStyle/>
          <a:p>
            <a:pPr algn="l">
              <a:lnSpc>
                <a:spcPct val="113000"/>
              </a:lnSpc>
            </a:pPr>
            <a:r>
              <a:rPr lang="en-US" sz="1600" dirty="0" err="1">
                <a:solidFill>
                  <a:schemeClr val="tx2"/>
                </a:solidFill>
              </a:rPr>
              <a:t>Twitter Algorithm scores below market average, with 0% test/production code ratio. </a:t>
            </a:r>
          </a:p>
          <a:p>
            <a:pPr algn="l">
              <a:lnSpc>
                <a:spcPct val="113000"/>
              </a:lnSpc>
            </a:pPr>
            <a:endParaRPr lang="en-US" sz="1600" dirty="0">
              <a:solidFill>
                <a:schemeClr val="tx2"/>
              </a:solidFill>
            </a:endParaRPr>
          </a:p>
          <a:p>
            <a:pPr algn="l">
              <a:lnSpc>
                <a:spcPct val="113000"/>
              </a:lnSpc>
            </a:pPr>
            <a:r>
              <a:rPr lang="en-US" sz="1600" dirty="0" err="1">
                <a:solidFill>
                  <a:schemeClr val="tx2"/>
                </a:solidFill>
              </a:rPr>
              <a:t>the system does not have an automated testing suite in place. This decreases developer velocity and can increase bugs in production. This can be partially compensated by increased manual testing.</a:t>
            </a:r>
            <a:endParaRPr lang="en-US" sz="1600" dirty="0">
              <a:solidFill>
                <a:schemeClr val="tx2"/>
              </a:solidFill>
            </a:endParaRPr>
          </a:p>
        </p:txBody>
      </p:sp>
    </p:spTree>
    <p:extLst>
      <p:ext uri="{BB962C8B-B14F-4D97-AF65-F5344CB8AC3E}">
        <p14:creationId xmlns:p14="http://schemas.microsoft.com/office/powerpoint/2010/main" val="10267132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86A1C3D-3AA8-834F-A994-FA0207D36413}"/>
              </a:ext>
            </a:extLst>
          </p:cNvPr>
          <p:cNvPicPr>
            <a:picLocks noChangeAspect="1"/>
          </p:cNvPicPr>
          <p:nvPr/>
        </p:nvPicPr>
        <p:blipFill>
          <a:blip r:embed="rId3"/>
          <a:stretch>
            <a:fillRect/>
          </a:stretch>
        </p:blipFill>
        <p:spPr>
          <a:xfrm>
            <a:off x="1" y="1010101"/>
            <a:ext cx="12192000" cy="5390415"/>
          </a:xfrm>
          <a:prstGeom prst="rect">
            <a:avLst/>
          </a:prstGeom>
          <a:noFill/>
          <a:ln>
            <a:noFill/>
          </a:ln>
        </p:spPr>
      </p:pic>
      <p:sp>
        <p:nvSpPr>
          <p:cNvPr id="8" name="Text Placeholder 7">
            <a:extLst>
              <a:ext uri="{FF2B5EF4-FFF2-40B4-BE49-F238E27FC236}">
                <a16:creationId xmlns:a16="http://schemas.microsoft.com/office/drawing/2014/main" id="{1D99F1CB-7901-D148-8851-054AF6F7AB3C}"/>
              </a:ext>
            </a:extLst>
          </p:cNvPr>
          <p:cNvSpPr>
            <a:spLocks noGrp="1"/>
          </p:cNvSpPr>
          <p:nvPr>
            <p:ph type="body" sz="quarter" idx="12"/>
          </p:nvPr>
        </p:nvSpPr>
        <p:spPr>
          <a:xfrm>
            <a:off x="2105790" y="169213"/>
            <a:ext cx="9639877" cy="216756"/>
          </a:xfrm>
        </p:spPr>
        <p:txBody>
          <a:bodyPr/>
          <a:lstStyle/>
          <a:p>
            <a:r>
              <a:rPr lang="da-DK" dirty="0"/>
              <a:t>Key </a:t>
            </a:r>
            <a:r>
              <a:rPr lang="da-DK" dirty="0" err="1"/>
              <a:t>findings</a:t>
            </a:r>
            <a:r>
              <a:rPr lang="da-DK" dirty="0"/>
              <a:t> – </a:t>
            </a:r>
            <a:r>
              <a:rPr lang="da-DK" dirty="0">
                <a:solidFill>
                  <a:schemeClr val="accent3"/>
                </a:solidFill>
              </a:rPr>
              <a:t>Maintainability</a:t>
            </a:r>
          </a:p>
        </p:txBody>
      </p:sp>
      <p:sp>
        <p:nvSpPr>
          <p:cNvPr id="7" name="TITLE">
            <a:extLst>
              <a:ext uri="{FF2B5EF4-FFF2-40B4-BE49-F238E27FC236}">
                <a16:creationId xmlns:a16="http://schemas.microsoft.com/office/drawing/2014/main" id="{ADE34061-4828-C24F-8E69-8233C2B42F3F}"/>
              </a:ext>
            </a:extLst>
          </p:cNvPr>
          <p:cNvSpPr>
            <a:spLocks noGrp="1"/>
          </p:cNvSpPr>
          <p:nvPr>
            <p:ph type="title"/>
          </p:nvPr>
        </p:nvSpPr>
        <p:spPr/>
        <p:txBody>
          <a:bodyPr/>
          <a:lstStyle/>
          <a:p>
            <a:r>
              <a:rPr lang="en-US" dirty="0" err="1"/>
              <a:t>Twitter Algorithm is a large system of 39.7 PY which scores 3.1 for maintainability </a:t>
            </a:r>
            <a:endParaRPr dirty="0"/>
          </a:p>
        </p:txBody>
      </p:sp>
      <p:sp>
        <p:nvSpPr>
          <p:cNvPr id="12" name="Rectangle 11">
            <a:extLst>
              <a:ext uri="{FF2B5EF4-FFF2-40B4-BE49-F238E27FC236}">
                <a16:creationId xmlns:a16="http://schemas.microsoft.com/office/drawing/2014/main" id="{15A22FF7-2BA3-1F40-8DD0-DE0D3F1EF364}"/>
              </a:ext>
            </a:extLst>
          </p:cNvPr>
          <p:cNvSpPr/>
          <p:nvPr/>
        </p:nvSpPr>
        <p:spPr>
          <a:xfrm>
            <a:off x="0" y="856385"/>
            <a:ext cx="12192001" cy="940610"/>
          </a:xfrm>
          <a:prstGeom prst="rect">
            <a:avLst/>
          </a:prstGeom>
          <a:gradFill>
            <a:gsLst>
              <a:gs pos="100000">
                <a:schemeClr val="tx2">
                  <a:alpha val="0"/>
                </a:schemeClr>
              </a:gs>
              <a:gs pos="5000">
                <a:schemeClr val="tx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dirty="0" err="1">
              <a:solidFill>
                <a:schemeClr val="bg1"/>
              </a:solidFill>
            </a:endParaRPr>
          </a:p>
        </p:txBody>
      </p:sp>
      <p:sp>
        <p:nvSpPr>
          <p:cNvPr id="43" name="Rectangle 42">
            <a:extLst>
              <a:ext uri="{FF2B5EF4-FFF2-40B4-BE49-F238E27FC236}">
                <a16:creationId xmlns:a16="http://schemas.microsoft.com/office/drawing/2014/main" id="{14B5C55A-0F65-334C-BA45-7E6C78227CA0}"/>
              </a:ext>
            </a:extLst>
          </p:cNvPr>
          <p:cNvSpPr/>
          <p:nvPr/>
        </p:nvSpPr>
        <p:spPr>
          <a:xfrm>
            <a:off x="634296" y="856385"/>
            <a:ext cx="9349048" cy="6001615"/>
          </a:xfrm>
          <a:prstGeom prst="rect">
            <a:avLst/>
          </a:prstGeom>
          <a:gradFill>
            <a:gsLst>
              <a:gs pos="38000">
                <a:schemeClr val="accent2">
                  <a:alpha val="0"/>
                </a:schemeClr>
              </a:gs>
              <a:gs pos="62000">
                <a:schemeClr val="accent1"/>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NL" sz="1600" dirty="0" err="1">
              <a:solidFill>
                <a:schemeClr val="bg1"/>
              </a:solidFill>
            </a:endParaRPr>
          </a:p>
        </p:txBody>
      </p:sp>
      <p:sp>
        <p:nvSpPr>
          <p:cNvPr id="2" name="Slide Number Placeholder 1">
            <a:extLst>
              <a:ext uri="{FF2B5EF4-FFF2-40B4-BE49-F238E27FC236}">
                <a16:creationId xmlns:a16="http://schemas.microsoft.com/office/drawing/2014/main" id="{03CE94B3-7184-6F49-9E35-6B595DC2D44F}"/>
              </a:ext>
            </a:extLst>
          </p:cNvPr>
          <p:cNvSpPr>
            <a:spLocks noGrp="1"/>
          </p:cNvSpPr>
          <p:nvPr>
            <p:ph type="sldNum" sz="quarter" idx="4"/>
          </p:nvPr>
        </p:nvSpPr>
        <p:spPr/>
        <p:txBody>
          <a:bodyPr/>
          <a:lstStyle/>
          <a:p>
            <a:fld id="{E242BD21-9B61-2246-BCB1-4BE5E1BEBE1C}" type="slidenum">
              <a:rPr lang="en-US" smtClean="0"/>
              <a:pPr/>
              <a:t>5</a:t>
            </a:fld>
            <a:endParaRPr lang="en-US"/>
          </a:p>
        </p:txBody>
      </p:sp>
      <p:sp>
        <p:nvSpPr>
          <p:cNvPr id="19" name="TextBox 18">
            <a:extLst>
              <a:ext uri="{FF2B5EF4-FFF2-40B4-BE49-F238E27FC236}">
                <a16:creationId xmlns:a16="http://schemas.microsoft.com/office/drawing/2014/main" id="{AB2C3C6B-FDFF-1D49-A1BC-305B68E0B083}"/>
              </a:ext>
            </a:extLst>
          </p:cNvPr>
          <p:cNvSpPr txBox="1"/>
          <p:nvPr/>
        </p:nvSpPr>
        <p:spPr>
          <a:xfrm>
            <a:off x="719304" y="1798115"/>
            <a:ext cx="1040819" cy="3653501"/>
          </a:xfrm>
          <a:prstGeom prst="rect">
            <a:avLst/>
          </a:prstGeom>
          <a:noFill/>
        </p:spPr>
        <p:txBody>
          <a:bodyPr wrap="none" lIns="90000" rtlCol="0" anchor="t">
            <a:spAutoFit/>
          </a:bodyPr>
          <a:lstStyle/>
          <a:p>
            <a:pPr algn="r">
              <a:lnSpc>
                <a:spcPct val="300000"/>
              </a:lnSpc>
            </a:pPr>
            <a:r>
              <a:rPr lang="en-NL" sz="1600" dirty="0">
                <a:solidFill>
                  <a:schemeClr val="bg1"/>
                </a:solidFill>
                <a:latin typeface="Calibri" panose="020F0502020204030204" pitchFamily="34" charset="0"/>
              </a:rPr>
              <a:t>★★★★★</a:t>
            </a:r>
          </a:p>
          <a:p>
            <a:pPr algn="r">
              <a:lnSpc>
                <a:spcPct val="300000"/>
              </a:lnSpc>
            </a:pPr>
            <a:r>
              <a:rPr lang="en-NL" sz="1600" dirty="0">
                <a:solidFill>
                  <a:schemeClr val="bg1"/>
                </a:solidFill>
                <a:latin typeface="Calibri" panose="020F0502020204030204" pitchFamily="34" charset="0"/>
              </a:rPr>
              <a:t>★★★★</a:t>
            </a:r>
          </a:p>
          <a:p>
            <a:pPr algn="r">
              <a:lnSpc>
                <a:spcPct val="300000"/>
              </a:lnSpc>
            </a:pPr>
            <a:r>
              <a:rPr lang="en-NL" sz="1600" dirty="0">
                <a:solidFill>
                  <a:schemeClr val="bg1"/>
                </a:solidFill>
                <a:latin typeface="Calibri" panose="020F0502020204030204" pitchFamily="34" charset="0"/>
              </a:rPr>
              <a:t>★★★</a:t>
            </a:r>
          </a:p>
          <a:p>
            <a:pPr algn="r">
              <a:lnSpc>
                <a:spcPct val="300000"/>
              </a:lnSpc>
            </a:pPr>
            <a:r>
              <a:rPr lang="en-NL" sz="1600" dirty="0">
                <a:solidFill>
                  <a:schemeClr val="bg1"/>
                </a:solidFill>
                <a:latin typeface="Calibri" panose="020F0502020204030204" pitchFamily="34" charset="0"/>
              </a:rPr>
              <a:t>★★</a:t>
            </a:r>
          </a:p>
          <a:p>
            <a:pPr algn="r">
              <a:lnSpc>
                <a:spcPct val="300000"/>
              </a:lnSpc>
            </a:pPr>
            <a:r>
              <a:rPr lang="en-NL" sz="1600" dirty="0">
                <a:solidFill>
                  <a:schemeClr val="bg1"/>
                </a:solidFill>
                <a:latin typeface="Calibri" panose="020F0502020204030204" pitchFamily="34" charset="0"/>
              </a:rPr>
              <a:t>★</a:t>
            </a:r>
          </a:p>
        </p:txBody>
      </p:sp>
      <p:sp>
        <p:nvSpPr>
          <p:cNvPr id="20" name="TextBox 19">
            <a:extLst>
              <a:ext uri="{FF2B5EF4-FFF2-40B4-BE49-F238E27FC236}">
                <a16:creationId xmlns:a16="http://schemas.microsoft.com/office/drawing/2014/main" id="{AA6B9F2E-1FAA-6147-8D4B-123937F3FA14}"/>
              </a:ext>
            </a:extLst>
          </p:cNvPr>
          <p:cNvSpPr txBox="1"/>
          <p:nvPr/>
        </p:nvSpPr>
        <p:spPr>
          <a:xfrm rot="16200000">
            <a:off x="-74159" y="3637528"/>
            <a:ext cx="1247606" cy="273023"/>
          </a:xfrm>
          <a:prstGeom prst="rect">
            <a:avLst/>
          </a:prstGeom>
          <a:noFill/>
        </p:spPr>
        <p:txBody>
          <a:bodyPr wrap="none" lIns="90000" rtlCol="0" anchor="t">
            <a:spAutoFit/>
          </a:bodyPr>
          <a:lstStyle/>
          <a:p>
            <a:pPr algn="ctr">
              <a:lnSpc>
                <a:spcPct val="113000"/>
              </a:lnSpc>
            </a:pPr>
            <a:r>
              <a:rPr lang="en-NL" sz="1100" b="1" dirty="0">
                <a:solidFill>
                  <a:schemeClr val="accent2"/>
                </a:solidFill>
              </a:rPr>
              <a:t>MAINTAINABILITY</a:t>
            </a:r>
          </a:p>
        </p:txBody>
      </p:sp>
      <p:sp>
        <p:nvSpPr>
          <p:cNvPr id="21" name="TextBox 20">
            <a:extLst>
              <a:ext uri="{FF2B5EF4-FFF2-40B4-BE49-F238E27FC236}">
                <a16:creationId xmlns:a16="http://schemas.microsoft.com/office/drawing/2014/main" id="{CBCA2804-3BBC-1243-B252-3606CEE166D1}"/>
              </a:ext>
            </a:extLst>
          </p:cNvPr>
          <p:cNvSpPr txBox="1"/>
          <p:nvPr/>
        </p:nvSpPr>
        <p:spPr>
          <a:xfrm>
            <a:off x="5427385" y="5971218"/>
            <a:ext cx="2826564" cy="273023"/>
          </a:xfrm>
          <a:prstGeom prst="rect">
            <a:avLst/>
          </a:prstGeom>
          <a:noFill/>
        </p:spPr>
        <p:txBody>
          <a:bodyPr wrap="none" lIns="90000" rtlCol="0" anchor="t">
            <a:spAutoFit/>
          </a:bodyPr>
          <a:lstStyle/>
          <a:p>
            <a:pPr algn="ctr">
              <a:lnSpc>
                <a:spcPct val="113000"/>
              </a:lnSpc>
            </a:pPr>
            <a:r>
              <a:rPr lang="en-NL" sz="1100" b="1" dirty="0">
                <a:solidFill>
                  <a:schemeClr val="accent2"/>
                </a:solidFill>
              </a:rPr>
              <a:t>SYSTEM REBUILD VOLUME</a:t>
            </a:r>
            <a:r>
              <a:rPr lang="en-NL" sz="1100" dirty="0">
                <a:solidFill>
                  <a:schemeClr val="accent2"/>
                </a:solidFill>
              </a:rPr>
              <a:t> IN PERSON YEARS</a:t>
            </a:r>
          </a:p>
        </p:txBody>
      </p:sp>
      <p:cxnSp>
        <p:nvCxnSpPr>
          <p:cNvPr id="22" name="Straight Arrow Connector 21">
            <a:extLst>
              <a:ext uri="{FF2B5EF4-FFF2-40B4-BE49-F238E27FC236}">
                <a16:creationId xmlns:a16="http://schemas.microsoft.com/office/drawing/2014/main" id="{4D40947C-5676-1242-AEC0-87071DBECADF}"/>
              </a:ext>
            </a:extLst>
          </p:cNvPr>
          <p:cNvCxnSpPr/>
          <p:nvPr/>
        </p:nvCxnSpPr>
        <p:spPr>
          <a:xfrm flipV="1">
            <a:off x="723627" y="3154373"/>
            <a:ext cx="0" cy="1245793"/>
          </a:xfrm>
          <a:prstGeom prst="straightConnector1">
            <a:avLst/>
          </a:prstGeom>
          <a:ln w="19050">
            <a:solidFill>
              <a:srgbClr val="B3BECD"/>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C24D10E-589B-A645-A73D-2DF5671E5BCE}"/>
              </a:ext>
            </a:extLst>
          </p:cNvPr>
          <p:cNvCxnSpPr/>
          <p:nvPr/>
        </p:nvCxnSpPr>
        <p:spPr>
          <a:xfrm>
            <a:off x="5427385" y="6293337"/>
            <a:ext cx="2826564" cy="0"/>
          </a:xfrm>
          <a:prstGeom prst="straightConnector1">
            <a:avLst/>
          </a:prstGeom>
          <a:ln w="19050">
            <a:solidFill>
              <a:srgbClr val="B3BECD"/>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4719D613-2D86-324E-B31C-9B748075401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775560" y="1842711"/>
            <a:ext cx="9781201" cy="3899777"/>
          </a:xfrm>
          <a:prstGeom prst="rect">
            <a:avLst/>
          </a:prstGeom>
        </p:spPr>
      </p:pic>
      <p:graphicFrame>
        <p:nvGraphicFramePr>
          <p:cNvPr id="25" name="CHART_1">
            <a:extLst>
              <a:ext uri="{FF2B5EF4-FFF2-40B4-BE49-F238E27FC236}">
                <a16:creationId xmlns:a16="http://schemas.microsoft.com/office/drawing/2014/main" id="{71473021-ED8B-E048-AE80-928BC05FB04C}"/>
              </a:ext>
            </a:extLst>
          </p:cNvPr>
          <p:cNvGraphicFramePr/>
          <p:nvPr>
            <p:extLst>
              <p:ext uri="{D42A27DB-BD31-4B8C-83A1-F6EECF244321}">
                <p14:modId xmlns:p14="http://schemas.microsoft.com/office/powerpoint/2010/main" val="3593780878"/>
              </p:ext>
            </p:extLst>
          </p:nvPr>
        </p:nvGraphicFramePr>
        <p:xfrm>
          <a:off x="1477919" y="1834937"/>
          <a:ext cx="10279108" cy="4131132"/>
        </p:xfrm>
        <a:graphic>
          <a:graphicData uri="http://schemas.openxmlformats.org/drawingml/2006/chart">
            <c:chart xmlns:c="http://schemas.openxmlformats.org/drawingml/2006/chart" xmlns:r="http://schemas.openxmlformats.org/officeDocument/2006/relationships" r:id="rId5"/>
          </a:graphicData>
        </a:graphic>
      </p:graphicFrame>
      <p:grpSp>
        <p:nvGrpSpPr>
          <p:cNvPr id="27" name="Group 26">
            <a:extLst>
              <a:ext uri="{FF2B5EF4-FFF2-40B4-BE49-F238E27FC236}">
                <a16:creationId xmlns:a16="http://schemas.microsoft.com/office/drawing/2014/main" id="{4FC400F9-4DE2-8F42-8C2D-4150A26F3F2C}"/>
              </a:ext>
            </a:extLst>
          </p:cNvPr>
          <p:cNvGrpSpPr/>
          <p:nvPr/>
        </p:nvGrpSpPr>
        <p:grpSpPr>
          <a:xfrm>
            <a:off x="5245200" y="1363956"/>
            <a:ext cx="3091908" cy="388055"/>
            <a:chOff x="4652159" y="1363956"/>
            <a:chExt cx="3091908" cy="388055"/>
          </a:xfrm>
        </p:grpSpPr>
        <p:pic>
          <p:nvPicPr>
            <p:cNvPr id="28" name="Picture 27">
              <a:extLst>
                <a:ext uri="{FF2B5EF4-FFF2-40B4-BE49-F238E27FC236}">
                  <a16:creationId xmlns:a16="http://schemas.microsoft.com/office/drawing/2014/main" id="{35046831-DB71-A940-A48A-8B3192963463}"/>
                </a:ext>
              </a:extLst>
            </p:cNvPr>
            <p:cNvPicPr>
              <a:picLocks noChangeAspect="1"/>
            </p:cNvPicPr>
            <p:nvPr/>
          </p:nvPicPr>
          <p:blipFill>
            <a:blip r:embed="rId6">
              <a:lum bright="100000"/>
            </a:blip>
            <a:stretch>
              <a:fillRect/>
            </a:stretch>
          </p:blipFill>
          <p:spPr>
            <a:xfrm>
              <a:off x="4652159" y="1380274"/>
              <a:ext cx="355600" cy="302260"/>
            </a:xfrm>
            <a:prstGeom prst="rect">
              <a:avLst/>
            </a:prstGeom>
          </p:spPr>
        </p:pic>
        <p:sp>
          <p:nvSpPr>
            <p:cNvPr id="29" name="TextBox 28">
              <a:extLst>
                <a:ext uri="{FF2B5EF4-FFF2-40B4-BE49-F238E27FC236}">
                  <a16:creationId xmlns:a16="http://schemas.microsoft.com/office/drawing/2014/main" id="{426023ED-8DC0-D241-985A-9479E28D34EC}"/>
                </a:ext>
              </a:extLst>
            </p:cNvPr>
            <p:cNvSpPr txBox="1"/>
            <p:nvPr/>
          </p:nvSpPr>
          <p:spPr>
            <a:xfrm>
              <a:off x="4987587" y="1363956"/>
              <a:ext cx="2756480" cy="388055"/>
            </a:xfrm>
            <a:prstGeom prst="rect">
              <a:avLst/>
            </a:prstGeom>
            <a:noFill/>
          </p:spPr>
          <p:txBody>
            <a:bodyPr wrap="none" lIns="90000" rtlCol="0" anchor="t">
              <a:spAutoFit/>
            </a:bodyPr>
            <a:lstStyle/>
            <a:p>
              <a:pPr algn="l">
                <a:lnSpc>
                  <a:spcPct val="113000"/>
                </a:lnSpc>
              </a:pPr>
              <a:r>
                <a:rPr lang="en-NL" b="1" dirty="0">
                  <a:solidFill>
                    <a:schemeClr val="bg1"/>
                  </a:solidFill>
                </a:rPr>
                <a:t>maintainability benchmark</a:t>
              </a:r>
            </a:p>
          </p:txBody>
        </p:sp>
      </p:grpSp>
      <p:grpSp>
        <p:nvGrpSpPr>
          <p:cNvPr id="30" name="Group 29">
            <a:extLst>
              <a:ext uri="{FF2B5EF4-FFF2-40B4-BE49-F238E27FC236}">
                <a16:creationId xmlns:a16="http://schemas.microsoft.com/office/drawing/2014/main" id="{7966B7EB-EB40-8F4F-BFE2-14F8A482C1E9}"/>
              </a:ext>
            </a:extLst>
          </p:cNvPr>
          <p:cNvGrpSpPr/>
          <p:nvPr/>
        </p:nvGrpSpPr>
        <p:grpSpPr>
          <a:xfrm>
            <a:off x="1894777" y="5954803"/>
            <a:ext cx="1800067" cy="289438"/>
            <a:chOff x="1894777" y="5954803"/>
            <a:chExt cx="1800067" cy="289438"/>
          </a:xfrm>
        </p:grpSpPr>
        <p:sp>
          <p:nvSpPr>
            <p:cNvPr id="31" name="Oval 30">
              <a:extLst>
                <a:ext uri="{FF2B5EF4-FFF2-40B4-BE49-F238E27FC236}">
                  <a16:creationId xmlns:a16="http://schemas.microsoft.com/office/drawing/2014/main" id="{2F1D2BB0-4FB7-FD48-9491-1CC2359747A2}"/>
                </a:ext>
              </a:extLst>
            </p:cNvPr>
            <p:cNvSpPr/>
            <p:nvPr/>
          </p:nvSpPr>
          <p:spPr>
            <a:xfrm>
              <a:off x="1894777" y="6061515"/>
              <a:ext cx="79513" cy="79513"/>
            </a:xfrm>
            <a:prstGeom prst="ellipse">
              <a:avLst/>
            </a:prstGeom>
            <a:solidFill>
              <a:schemeClr val="bg1">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NL" sz="1600" dirty="0" err="1">
                <a:solidFill>
                  <a:schemeClr val="bg1"/>
                </a:solidFill>
              </a:endParaRPr>
            </a:p>
          </p:txBody>
        </p:sp>
        <p:sp>
          <p:nvSpPr>
            <p:cNvPr id="32" name="TextBox 31">
              <a:extLst>
                <a:ext uri="{FF2B5EF4-FFF2-40B4-BE49-F238E27FC236}">
                  <a16:creationId xmlns:a16="http://schemas.microsoft.com/office/drawing/2014/main" id="{BBD5F066-D653-7244-8E79-CAE5026508C0}"/>
                </a:ext>
              </a:extLst>
            </p:cNvPr>
            <p:cNvSpPr txBox="1"/>
            <p:nvPr/>
          </p:nvSpPr>
          <p:spPr>
            <a:xfrm>
              <a:off x="1934534" y="5954803"/>
              <a:ext cx="1760310" cy="289438"/>
            </a:xfrm>
            <a:prstGeom prst="rect">
              <a:avLst/>
            </a:prstGeom>
            <a:noFill/>
          </p:spPr>
          <p:txBody>
            <a:bodyPr wrap="none" lIns="90000" rtlCol="0" anchor="t">
              <a:spAutoFit/>
            </a:bodyPr>
            <a:lstStyle/>
            <a:p>
              <a:pPr algn="l">
                <a:lnSpc>
                  <a:spcPct val="113000"/>
                </a:lnSpc>
              </a:pPr>
              <a:r>
                <a:rPr lang="en-NL" sz="1200" dirty="0">
                  <a:solidFill>
                    <a:schemeClr val="bg1"/>
                  </a:solidFill>
                </a:rPr>
                <a:t>System in SIG benchmark</a:t>
              </a:r>
            </a:p>
          </p:txBody>
        </p:sp>
      </p:grpSp>
      <p:sp>
        <p:nvSpPr>
          <p:cNvPr id="3" name="TextBox 2">
            <a:extLst>
              <a:ext uri="{FF2B5EF4-FFF2-40B4-BE49-F238E27FC236}">
                <a16:creationId xmlns:a16="http://schemas.microsoft.com/office/drawing/2014/main" id="{5E6F0224-6430-EFA1-D313-482D221B7593}"/>
              </a:ext>
            </a:extLst>
          </p:cNvPr>
          <p:cNvSpPr txBox="1"/>
          <p:nvPr/>
        </p:nvSpPr>
        <p:spPr>
          <a:xfrm>
            <a:off x="10854411" y="-307357"/>
            <a:ext cx="1404700" cy="355225"/>
          </a:xfrm>
          <a:prstGeom prst="rect">
            <a:avLst/>
          </a:prstGeom>
          <a:noFill/>
        </p:spPr>
        <p:txBody>
          <a:bodyPr wrap="none" lIns="90000" rtlCol="0" anchor="t">
            <a:spAutoFit/>
          </a:bodyPr>
          <a:lstStyle/>
          <a:p>
            <a:pPr algn="l">
              <a:lnSpc>
                <a:spcPct val="113000"/>
              </a:lnSpc>
            </a:pPr>
            <a:r>
              <a:rPr lang="en-US" sz="1600" dirty="0" err="1">
                <a:solidFill>
                  <a:schemeClr val="tx2"/>
                </a:solidFill>
              </a:rPr>
              <a:t>GALAXY_SLIDE</a:t>
            </a:r>
            <a:endParaRPr lang="en-US" sz="1600" dirty="0">
              <a:solidFill>
                <a:schemeClr val="tx2"/>
              </a:solidFill>
            </a:endParaRPr>
          </a:p>
        </p:txBody>
      </p:sp>
    </p:spTree>
    <p:extLst>
      <p:ext uri="{BB962C8B-B14F-4D97-AF65-F5344CB8AC3E}">
        <p14:creationId xmlns:p14="http://schemas.microsoft.com/office/powerpoint/2010/main" val="7293170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82344C9-4DF8-888C-E386-5F7CF5A90C78}"/>
              </a:ext>
            </a:extLst>
          </p:cNvPr>
          <p:cNvSpPr>
            <a:spLocks noGrp="1"/>
          </p:cNvSpPr>
          <p:nvPr>
            <p:ph type="sldNum" sz="quarter" idx="4"/>
          </p:nvPr>
        </p:nvSpPr>
        <p:spPr/>
        <p:txBody>
          <a:bodyPr/>
          <a:lstStyle/>
          <a:p>
            <a:fld id="{E242BD21-9B61-2246-BCB1-4BE5E1BEBE1C}" type="slidenum">
              <a:rPr lang="en-US" smtClean="0"/>
              <a:pPr/>
              <a:t>6</a:t>
            </a:fld>
            <a:endParaRPr lang="en-US"/>
          </a:p>
        </p:txBody>
      </p:sp>
      <p:sp>
        <p:nvSpPr>
          <p:cNvPr id="220" name="Text Placeholder 219">
            <a:extLst>
              <a:ext uri="{FF2B5EF4-FFF2-40B4-BE49-F238E27FC236}">
                <a16:creationId xmlns:a16="http://schemas.microsoft.com/office/drawing/2014/main" id="{00A717DA-DAF2-CAA1-EA44-F96119C02006}"/>
              </a:ext>
            </a:extLst>
          </p:cNvPr>
          <p:cNvSpPr>
            <a:spLocks noGrp="1"/>
          </p:cNvSpPr>
          <p:nvPr>
            <p:ph type="body" sz="quarter" idx="12"/>
          </p:nvPr>
        </p:nvSpPr>
        <p:spPr/>
        <p:txBody>
          <a:bodyPr/>
          <a:lstStyle/>
          <a:p>
            <a:r>
              <a:rPr lang="da-DK" dirty="0"/>
              <a:t>Key </a:t>
            </a:r>
            <a:r>
              <a:rPr lang="da-DK" dirty="0" err="1"/>
              <a:t>findings</a:t>
            </a:r>
            <a:r>
              <a:rPr lang="da-DK" dirty="0"/>
              <a:t> – </a:t>
            </a:r>
            <a:r>
              <a:rPr lang="da-DK" dirty="0">
                <a:solidFill>
                  <a:schemeClr val="accent3"/>
                </a:solidFill>
              </a:rPr>
              <a:t>Maintainability</a:t>
            </a:r>
          </a:p>
        </p:txBody>
      </p:sp>
      <p:sp>
        <p:nvSpPr>
          <p:cNvPr id="219" name="Title 218">
            <a:extLst>
              <a:ext uri="{FF2B5EF4-FFF2-40B4-BE49-F238E27FC236}">
                <a16:creationId xmlns:a16="http://schemas.microsoft.com/office/drawing/2014/main" id="{81A0B100-9255-B9B3-FB75-7D8481E0F035}"/>
              </a:ext>
            </a:extLst>
          </p:cNvPr>
          <p:cNvSpPr>
            <a:spLocks noGrp="1"/>
          </p:cNvSpPr>
          <p:nvPr>
            <p:ph type="title"/>
          </p:nvPr>
        </p:nvSpPr>
        <p:spPr/>
        <p:txBody>
          <a:bodyPr/>
          <a:lstStyle/>
          <a:p>
            <a:r>
              <a:rPr lang="nl-NL" dirty="0" err="1"/>
              <a:t>Twitter Algorithm scores average for maintainability</a:t>
            </a:r>
            <a:endParaRPr lang="en-NL"/>
          </a:p>
        </p:txBody>
      </p:sp>
      <p:sp>
        <p:nvSpPr>
          <p:cNvPr id="226" name="Text Placeholder 225">
            <a:extLst>
              <a:ext uri="{FF2B5EF4-FFF2-40B4-BE49-F238E27FC236}">
                <a16:creationId xmlns:a16="http://schemas.microsoft.com/office/drawing/2014/main" id="{FB22F9B3-4547-04E1-D239-8DDD0D955674}"/>
              </a:ext>
            </a:extLst>
          </p:cNvPr>
          <p:cNvSpPr>
            <a:spLocks noGrp="1"/>
          </p:cNvSpPr>
          <p:nvPr>
            <p:ph type="body" sz="quarter" idx="19"/>
          </p:nvPr>
        </p:nvSpPr>
        <p:spPr/>
        <p:txBody>
          <a:bodyPr/>
          <a:lstStyle/>
          <a:p>
            <a:r>
              <a:rPr lang="en-US" dirty="0" err="1"/>
              <a:t>03</a:t>
            </a:r>
            <a:endParaRPr lang="en-NL"/>
          </a:p>
        </p:txBody>
      </p:sp>
      <p:sp>
        <p:nvSpPr>
          <p:cNvPr id="227" name="Text Placeholder 226">
            <a:extLst>
              <a:ext uri="{FF2B5EF4-FFF2-40B4-BE49-F238E27FC236}">
                <a16:creationId xmlns:a16="http://schemas.microsoft.com/office/drawing/2014/main" id="{FAAA969D-31E3-621C-FDF8-31749FD317AA}"/>
              </a:ext>
            </a:extLst>
          </p:cNvPr>
          <p:cNvSpPr>
            <a:spLocks noGrp="1"/>
          </p:cNvSpPr>
          <p:nvPr>
            <p:ph type="body" sz="quarter" idx="20"/>
          </p:nvPr>
        </p:nvSpPr>
        <p:spPr/>
        <p:txBody>
          <a:bodyPr/>
          <a:lstStyle/>
          <a:p>
            <a:r>
              <a:rPr lang="en-US" dirty="0" err="1"/>
              <a:t>APR</a:t>
            </a:r>
            <a:endParaRPr lang="en-NL"/>
          </a:p>
        </p:txBody>
      </p:sp>
      <p:sp>
        <p:nvSpPr>
          <p:cNvPr id="228" name="Text Placeholder 227">
            <a:extLst>
              <a:ext uri="{FF2B5EF4-FFF2-40B4-BE49-F238E27FC236}">
                <a16:creationId xmlns:a16="http://schemas.microsoft.com/office/drawing/2014/main" id="{6875D777-0302-90E7-7B00-67C7D9448647}"/>
              </a:ext>
            </a:extLst>
          </p:cNvPr>
          <p:cNvSpPr>
            <a:spLocks noGrp="1"/>
          </p:cNvSpPr>
          <p:nvPr>
            <p:ph type="body" sz="quarter" idx="21"/>
          </p:nvPr>
        </p:nvSpPr>
        <p:spPr/>
        <p:txBody>
          <a:bodyPr/>
          <a:lstStyle/>
          <a:p>
            <a:r>
              <a:rPr lang="en-US" dirty="0" err="1"/>
              <a:t>2023</a:t>
            </a:r>
            <a:endParaRPr lang="en-NL"/>
          </a:p>
        </p:txBody>
      </p:sp>
      <p:sp>
        <p:nvSpPr>
          <p:cNvPr id="221" name="Text Placeholder 220">
            <a:extLst>
              <a:ext uri="{FF2B5EF4-FFF2-40B4-BE49-F238E27FC236}">
                <a16:creationId xmlns:a16="http://schemas.microsoft.com/office/drawing/2014/main" id="{D4753102-29AF-71C5-724A-938F8A485FE4}"/>
              </a:ext>
            </a:extLst>
          </p:cNvPr>
          <p:cNvSpPr>
            <a:spLocks noGrp="1"/>
          </p:cNvSpPr>
          <p:nvPr>
            <p:ph type="body" sz="quarter" idx="14"/>
          </p:nvPr>
        </p:nvSpPr>
        <p:spPr/>
        <p:txBody>
          <a:bodyPr/>
          <a:lstStyle/>
          <a:p>
            <a:endParaRPr lang="en-NL"/>
          </a:p>
        </p:txBody>
      </p:sp>
      <p:sp>
        <p:nvSpPr>
          <p:cNvPr id="222" name="Text Placeholder 221">
            <a:extLst>
              <a:ext uri="{FF2B5EF4-FFF2-40B4-BE49-F238E27FC236}">
                <a16:creationId xmlns:a16="http://schemas.microsoft.com/office/drawing/2014/main" id="{112BC55F-876B-F175-0A81-D56FEE3ACFB2}"/>
              </a:ext>
            </a:extLst>
          </p:cNvPr>
          <p:cNvSpPr>
            <a:spLocks noGrp="1"/>
          </p:cNvSpPr>
          <p:nvPr>
            <p:ph type="body" sz="quarter" idx="15"/>
          </p:nvPr>
        </p:nvSpPr>
        <p:spPr/>
        <p:txBody>
          <a:bodyPr/>
          <a:lstStyle/>
          <a:p>
            <a:endParaRPr lang="en-NL"/>
          </a:p>
        </p:txBody>
      </p:sp>
      <p:sp>
        <p:nvSpPr>
          <p:cNvPr id="223" name="Text Placeholder 222">
            <a:extLst>
              <a:ext uri="{FF2B5EF4-FFF2-40B4-BE49-F238E27FC236}">
                <a16:creationId xmlns:a16="http://schemas.microsoft.com/office/drawing/2014/main" id="{06A016B0-CA85-481A-1CD2-DE648976874C}"/>
              </a:ext>
            </a:extLst>
          </p:cNvPr>
          <p:cNvSpPr>
            <a:spLocks noGrp="1"/>
          </p:cNvSpPr>
          <p:nvPr>
            <p:ph type="body" sz="quarter" idx="16"/>
          </p:nvPr>
        </p:nvSpPr>
        <p:spPr/>
        <p:txBody>
          <a:bodyPr/>
          <a:lstStyle/>
          <a:p>
            <a:endParaRPr lang="en-NL"/>
          </a:p>
        </p:txBody>
      </p:sp>
      <p:sp>
        <p:nvSpPr>
          <p:cNvPr id="224" name="Text Placeholder 223">
            <a:extLst>
              <a:ext uri="{FF2B5EF4-FFF2-40B4-BE49-F238E27FC236}">
                <a16:creationId xmlns:a16="http://schemas.microsoft.com/office/drawing/2014/main" id="{8918AB29-C999-2398-FB62-CD600B4855E0}"/>
              </a:ext>
            </a:extLst>
          </p:cNvPr>
          <p:cNvSpPr>
            <a:spLocks noGrp="1"/>
          </p:cNvSpPr>
          <p:nvPr>
            <p:ph type="body" sz="quarter" idx="17"/>
          </p:nvPr>
        </p:nvSpPr>
        <p:spPr/>
        <p:txBody>
          <a:bodyPr/>
          <a:lstStyle/>
          <a:p>
            <a:endParaRPr lang="en-NL"/>
          </a:p>
        </p:txBody>
      </p:sp>
      <p:sp>
        <p:nvSpPr>
          <p:cNvPr id="225" name="Text Placeholder 224">
            <a:extLst>
              <a:ext uri="{FF2B5EF4-FFF2-40B4-BE49-F238E27FC236}">
                <a16:creationId xmlns:a16="http://schemas.microsoft.com/office/drawing/2014/main" id="{5E7F6B39-A5EF-94AB-2702-F3E643831B34}"/>
              </a:ext>
            </a:extLst>
          </p:cNvPr>
          <p:cNvSpPr>
            <a:spLocks noGrp="1"/>
          </p:cNvSpPr>
          <p:nvPr>
            <p:ph type="body" sz="quarter" idx="18"/>
          </p:nvPr>
        </p:nvSpPr>
        <p:spPr/>
        <p:txBody>
          <a:bodyPr/>
          <a:lstStyle/>
          <a:p>
            <a:endParaRPr lang="en-NL"/>
          </a:p>
        </p:txBody>
      </p:sp>
      <p:sp>
        <p:nvSpPr>
          <p:cNvPr id="229" name="Text Placeholder 228">
            <a:extLst>
              <a:ext uri="{FF2B5EF4-FFF2-40B4-BE49-F238E27FC236}">
                <a16:creationId xmlns:a16="http://schemas.microsoft.com/office/drawing/2014/main" id="{D6184AC1-2E4A-66F7-C655-6901112147F1}"/>
              </a:ext>
            </a:extLst>
          </p:cNvPr>
          <p:cNvSpPr>
            <a:spLocks noGrp="1"/>
          </p:cNvSpPr>
          <p:nvPr>
            <p:ph type="body" sz="quarter" idx="22"/>
          </p:nvPr>
        </p:nvSpPr>
        <p:spPr>
          <a:xfrm>
            <a:off x="9151220" y="914509"/>
            <a:ext cx="984245" cy="257763"/>
          </a:xfrm>
        </p:spPr>
        <p:txBody>
          <a:bodyPr/>
          <a:lstStyle/>
          <a:p>
            <a:r>
              <a:rPr lang="en-GB"/>
              <a:t>Maintainability</a:t>
            </a:r>
            <a:endParaRPr lang="en-NL"/>
          </a:p>
        </p:txBody>
      </p:sp>
      <p:grpSp>
        <p:nvGrpSpPr>
          <p:cNvPr id="50" name="Group 49">
            <a:extLst>
              <a:ext uri="{FF2B5EF4-FFF2-40B4-BE49-F238E27FC236}">
                <a16:creationId xmlns:a16="http://schemas.microsoft.com/office/drawing/2014/main" id="{B0227ECC-F4D1-7273-A4F6-58B0F444DF23}"/>
              </a:ext>
            </a:extLst>
          </p:cNvPr>
          <p:cNvGrpSpPr/>
          <p:nvPr/>
        </p:nvGrpSpPr>
        <p:grpSpPr>
          <a:xfrm>
            <a:off x="6091997" y="1568465"/>
            <a:ext cx="373034" cy="430054"/>
            <a:chOff x="5730574" y="2099850"/>
            <a:chExt cx="373034" cy="430054"/>
          </a:xfrm>
        </p:grpSpPr>
        <p:sp>
          <p:nvSpPr>
            <p:cNvPr id="51" name="Rectangle 50">
              <a:extLst>
                <a:ext uri="{FF2B5EF4-FFF2-40B4-BE49-F238E27FC236}">
                  <a16:creationId xmlns:a16="http://schemas.microsoft.com/office/drawing/2014/main" id="{22A6F0A6-4311-08D2-8340-B7A7C7FB136C}"/>
                </a:ext>
              </a:extLst>
            </p:cNvPr>
            <p:cNvSpPr>
              <a:spLocks/>
            </p:cNvSpPr>
            <p:nvPr/>
          </p:nvSpPr>
          <p:spPr>
            <a:xfrm>
              <a:off x="5730574" y="2099850"/>
              <a:ext cx="373034" cy="288147"/>
            </a:xfrm>
            <a:prstGeom prst="rect">
              <a:avLst/>
            </a:prstGeom>
            <a:solidFill>
              <a:schemeClr val="accent1"/>
            </a:solidFill>
            <a:ln>
              <a:noFill/>
            </a:ln>
            <a:effectLst>
              <a:outerShdw blurRad="215900" dist="38100" dir="5400000" sx="91000" sy="91000" algn="t" rotWithShape="0">
                <a:srgbClr val="5C6F7B">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b">
              <a:noAutofit/>
            </a:bodyPr>
            <a:lstStyle/>
            <a:p>
              <a:pPr algn="ctr"/>
              <a:r>
                <a:rPr lang="en-US" sz="1400" b="1" dirty="0" err="1"/>
                <a:t>3.1</a:t>
              </a:r>
              <a:endParaRPr lang="en-US" sz="1400" b="1" dirty="0"/>
            </a:p>
          </p:txBody>
        </p:sp>
        <p:sp>
          <p:nvSpPr>
            <p:cNvPr id="52" name="Pentagon 51">
              <a:extLst>
                <a:ext uri="{FF2B5EF4-FFF2-40B4-BE49-F238E27FC236}">
                  <a16:creationId xmlns:a16="http://schemas.microsoft.com/office/drawing/2014/main" id="{D6282190-CB5E-00CF-1108-FD64568BF250}"/>
                </a:ext>
              </a:extLst>
            </p:cNvPr>
            <p:cNvSpPr/>
            <p:nvPr/>
          </p:nvSpPr>
          <p:spPr>
            <a:xfrm rot="5400000">
              <a:off x="5846487" y="2410820"/>
              <a:ext cx="146814" cy="91353"/>
            </a:xfrm>
            <a:prstGeom prst="homePlate">
              <a:avLst/>
            </a:prstGeom>
            <a:solidFill>
              <a:schemeClr val="accent1"/>
            </a:solidFill>
            <a:ln>
              <a:noFill/>
            </a:ln>
            <a:effectLst>
              <a:outerShdw dist="12700" dir="5400000" sx="102000" sy="102000" algn="t" rotWithShape="0">
                <a:srgbClr val="F0F3FA"/>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236" name="Group 52">
            <a:extLst>
              <a:ext uri="{FF2B5EF4-FFF2-40B4-BE49-F238E27FC236}">
                <a16:creationId xmlns:a16="http://schemas.microsoft.com/office/drawing/2014/main" id="{CEEF6B38-33C1-7E86-53F1-3C2F6EBBC26A}"/>
              </a:ext>
            </a:extLst>
          </p:cNvPr>
          <p:cNvGraphicFramePr>
            <a:graphicFrameLocks noGrp="1"/>
          </p:cNvGraphicFramePr>
          <p:nvPr>
            <p:extLst>
              <p:ext uri="{D42A27DB-BD31-4B8C-83A1-F6EECF244321}">
                <p14:modId xmlns:p14="http://schemas.microsoft.com/office/powerpoint/2010/main" val="1052945820"/>
              </p:ext>
            </p:extLst>
          </p:nvPr>
        </p:nvGraphicFramePr>
        <p:xfrm>
          <a:off x="7984631" y="3243717"/>
          <a:ext cx="3755424" cy="11548800"/>
        </p:xfrm>
        <a:graphic>
          <a:graphicData uri="http://schemas.openxmlformats.org/drawingml/2006/table">
            <a:tbl>
              <a:tblPr>
                <a:tableStyleId>{5940675A-B579-460E-94D1-54222C63F5DA}</a:tableStyleId>
              </a:tblPr>
              <a:tblGrid>
                <a:gridCol w="2010707">
                  <a:extLst>
                    <a:ext uri="{9D8B030D-6E8A-4147-A177-3AD203B41FA5}">
                      <a16:colId xmlns:a16="http://schemas.microsoft.com/office/drawing/2014/main" val="20000"/>
                    </a:ext>
                  </a:extLst>
                </a:gridCol>
                <a:gridCol w="1177159">
                  <a:extLst>
                    <a:ext uri="{9D8B030D-6E8A-4147-A177-3AD203B41FA5}">
                      <a16:colId xmlns:a16="http://schemas.microsoft.com/office/drawing/2014/main" val="335839943"/>
                    </a:ext>
                  </a:extLst>
                </a:gridCol>
                <a:gridCol w="567558">
                  <a:extLst>
                    <a:ext uri="{9D8B030D-6E8A-4147-A177-3AD203B41FA5}">
                      <a16:colId xmlns:a16="http://schemas.microsoft.com/office/drawing/2014/main" val="2689889332"/>
                    </a:ext>
                  </a:extLst>
                </a:gridCol>
              </a:tblGrid>
              <a:tr h="302400">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u="none" strike="noStrike" cap="none" normalizeH="0" baseline="0" noProof="0" dirty="0">
                          <a:ln>
                            <a:noFill/>
                          </a:ln>
                          <a:solidFill>
                            <a:srgbClr val="173241"/>
                          </a:solidFill>
                          <a:effectLst/>
                          <a:latin typeface="+mn-lt"/>
                        </a:rPr>
                        <a:t>Volume</a:t>
                      </a:r>
                      <a:endParaRPr kumimoji="0" lang="en-US" sz="1200" b="0" i="0" u="none" strike="noStrike" cap="none" normalizeH="0" baseline="0" noProof="0" dirty="0">
                        <a:ln>
                          <a:noFill/>
                        </a:ln>
                        <a:solidFill>
                          <a:srgbClr val="17324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2"/>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tx2"/>
                        </a:solidFill>
                        <a:effectLst/>
                        <a:latin typeface="Calibri" panose="020F0502020204030204" pitchFamily="34"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2.2</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02400">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a:ln>
                            <a:noFill/>
                          </a:ln>
                          <a:solidFill>
                            <a:srgbClr val="173241"/>
                          </a:solidFill>
                          <a:effectLst/>
                          <a:latin typeface="+mn-lt"/>
                          <a:ea typeface="ＭＳ Ｐゴシック" charset="0"/>
                          <a:cs typeface="TheSans B7 Bold"/>
                        </a:rPr>
                        <a:t>Duplication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2"/>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tx2"/>
                        </a:solidFill>
                        <a:effectLst/>
                        <a:latin typeface="Calibri" panose="020F0502020204030204" pitchFamily="34"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3.3</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02400">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u="none" strike="noStrike" cap="none" normalizeH="0" baseline="0" noProof="0" dirty="0">
                          <a:ln>
                            <a:noFill/>
                          </a:ln>
                          <a:solidFill>
                            <a:srgbClr val="173241"/>
                          </a:solidFill>
                          <a:effectLst/>
                          <a:latin typeface="+mn-lt"/>
                        </a:rPr>
                        <a:t>Unit size</a:t>
                      </a:r>
                      <a:endParaRPr kumimoji="0" lang="en-US" sz="1200" b="0" i="0" u="none" strike="noStrike" cap="none" normalizeH="0" baseline="0" noProof="0" dirty="0">
                        <a:ln>
                          <a:noFill/>
                        </a:ln>
                        <a:solidFill>
                          <a:srgbClr val="17324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2"/>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tx2"/>
                        </a:solidFill>
                        <a:effectLst/>
                        <a:latin typeface="Calibri" panose="020F0502020204030204" pitchFamily="34"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2.6</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02400">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rgbClr val="173241"/>
                          </a:solidFill>
                          <a:effectLst/>
                          <a:latin typeface="+mn-lt"/>
                          <a:ea typeface="ＭＳ Ｐゴシック" charset="0"/>
                          <a:cs typeface="TheSans B7 Bold"/>
                        </a:rPr>
                        <a:t>Unit complexity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2"/>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tx2"/>
                        </a:solidFill>
                        <a:effectLst/>
                        <a:latin typeface="Calibri" panose="020F0502020204030204" pitchFamily="34"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3.8</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39936421"/>
                  </a:ext>
                </a:extLst>
              </a:tr>
              <a:tr h="302400">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rgbClr val="173241"/>
                          </a:solidFill>
                          <a:effectLst/>
                          <a:latin typeface="+mn-lt"/>
                          <a:ea typeface="ＭＳ Ｐゴシック" charset="0"/>
                          <a:cs typeface="TheSans B7 Bold"/>
                        </a:rPr>
                        <a:t>Unit interfacing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2"/>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tx2"/>
                        </a:solidFill>
                        <a:effectLst/>
                        <a:latin typeface="Calibri" panose="020F0502020204030204" pitchFamily="34"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2.0</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67257320"/>
                  </a:ext>
                </a:extLst>
              </a:tr>
              <a:tr h="302400">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rgbClr val="173241"/>
                          </a:solidFill>
                          <a:effectLst/>
                          <a:latin typeface="+mn-lt"/>
                          <a:ea typeface="ＭＳ Ｐゴシック" charset="0"/>
                          <a:cs typeface="TheSans B7 Bold"/>
                        </a:rPr>
                        <a:t>Module coupling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2"/>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tx2"/>
                        </a:solidFill>
                        <a:effectLst/>
                        <a:latin typeface="Calibri" panose="020F0502020204030204" pitchFamily="34"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3.2</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33660516"/>
                  </a:ext>
                </a:extLst>
              </a:tr>
              <a:tr h="302400">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rgbClr val="173241"/>
                          </a:solidFill>
                          <a:effectLst/>
                          <a:latin typeface="+mn-lt"/>
                          <a:ea typeface="ＭＳ Ｐゴシック" charset="0"/>
                          <a:cs typeface="TheSans B7 Bold"/>
                        </a:rPr>
                        <a:t>Component independence</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2"/>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tx2"/>
                        </a:solidFill>
                        <a:effectLst/>
                        <a:latin typeface="Calibri" panose="020F0502020204030204" pitchFamily="34"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3.8</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52530004"/>
                  </a:ext>
                </a:extLst>
              </a:tr>
              <a:tr h="302400">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rgbClr val="173241"/>
                          </a:solidFill>
                          <a:effectLst/>
                          <a:latin typeface="+mn-lt"/>
                          <a:ea typeface="ＭＳ Ｐゴシック" charset="0"/>
                          <a:cs typeface="TheSans B7 Bold"/>
                        </a:rPr>
                        <a:t>Component entanglement</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2"/>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tx2"/>
                        </a:solidFill>
                        <a:effectLst/>
                        <a:latin typeface="Calibri" panose="020F0502020204030204" pitchFamily="34"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3.9</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48207179"/>
                  </a:ext>
                </a:extLst>
              </a:tr>
            </a:tbl>
          </a:graphicData>
        </a:graphic>
      </p:graphicFrame>
      <p:sp>
        <p:nvSpPr>
          <p:cNvPr id="6" name="TextBox 5">
            <a:extLst>
              <a:ext uri="{FF2B5EF4-FFF2-40B4-BE49-F238E27FC236}">
                <a16:creationId xmlns:a16="http://schemas.microsoft.com/office/drawing/2014/main" id="{83720861-DD0F-D566-06AC-40B24CCB06F1}"/>
              </a:ext>
            </a:extLst>
          </p:cNvPr>
          <p:cNvSpPr txBox="1"/>
          <p:nvPr/>
        </p:nvSpPr>
        <p:spPr>
          <a:xfrm>
            <a:off x="436369" y="3344081"/>
            <a:ext cx="6811819" cy="1569660"/>
          </a:xfrm>
          <a:prstGeom prst="rect">
            <a:avLst/>
          </a:prstGeom>
          <a:noFill/>
        </p:spPr>
        <p:txBody>
          <a:bodyPr wrap="square">
            <a:spAutoFit/>
          </a:bodyPr>
          <a:lstStyle/>
          <a:p>
            <a:r>
              <a:rPr kumimoji="0" lang="en-US" sz="1600" b="0" i="0" u="none" strike="noStrike" kern="1200" cap="none" spc="0" normalizeH="0" baseline="0" noProof="0" dirty="0" err="1">
                <a:ln>
                  <a:noFill/>
                </a:ln>
                <a:solidFill>
                  <a:srgbClr val="173241"/>
                </a:solidFill>
                <a:effectLst/>
                <a:uLnTx/>
                <a:uFillTx/>
                <a:latin typeface="Calibri" panose="020F0502020204030204"/>
                <a:ea typeface="+mn-ea"/>
                <a:cs typeface="+mn-cs"/>
              </a:rPr>
              <a:t>Twitter Algorithm scores at market average for maintainability. </a:t>
            </a:r>
            <a:r>
              <a:rPr lang="en-US" sz="1600" dirty="0">
                <a:solidFill>
                  <a:schemeClr val="accent1"/>
                </a:solidFill>
              </a:rPr>
              <a:t>This indicates average maintenance costs and time to market for functional changes. </a:t>
            </a:r>
          </a:p>
          <a:p>
            <a:endParaRPr lang="en-US" sz="1600" dirty="0">
              <a:solidFill>
                <a:schemeClr val="accent1"/>
              </a:solidFill>
            </a:endParaRPr>
          </a:p>
          <a:p>
            <a:r>
              <a:rPr lang="en-US" sz="1600" b="1" dirty="0">
                <a:solidFill>
                  <a:schemeClr val="accent1"/>
                </a:solidFill>
              </a:rPr>
              <a:t>Notable Metrics</a:t>
            </a:r>
          </a:p>
          <a:p>
            <a:r>
              <a:rPr lang="en-US" sz="1600" dirty="0" err="1">
                <a:solidFill>
                  <a:schemeClr val="accent1"/>
                </a:solidFill>
              </a:rPr>
              <a:t>The system shows high risk in units with large interfaces
The system's large size hinders its effective maintenance
The system shows low risk in unit complexity.
The system shows low interdependence between components
The system shows low entanglement between components
</a:t>
            </a:r>
            <a:endParaRPr lang="en-US" sz="1600" dirty="0">
              <a:solidFill>
                <a:schemeClr val="accent1"/>
              </a:solidFill>
              <a:highlight>
                <a:srgbClr val="FF00FF"/>
              </a:highlight>
            </a:endParaRPr>
          </a:p>
        </p:txBody>
      </p:sp>
    </p:spTree>
    <p:extLst>
      <p:ext uri="{BB962C8B-B14F-4D97-AF65-F5344CB8AC3E}">
        <p14:creationId xmlns:p14="http://schemas.microsoft.com/office/powerpoint/2010/main" val="24563017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2148743-6952-3E41-9EAE-79445DBE18D5}"/>
              </a:ext>
            </a:extLst>
          </p:cNvPr>
          <p:cNvSpPr/>
          <p:nvPr/>
        </p:nvSpPr>
        <p:spPr>
          <a:xfrm>
            <a:off x="540685" y="1890851"/>
            <a:ext cx="11068220" cy="776335"/>
          </a:xfrm>
          <a:prstGeom prst="rect">
            <a:avLst/>
          </a:prstGeom>
          <a:gradFill>
            <a:gsLst>
              <a:gs pos="0">
                <a:schemeClr val="bg1">
                  <a:alpha val="0"/>
                </a:schemeClr>
              </a:gs>
              <a:gs pos="10000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err="1">
              <a:solidFill>
                <a:schemeClr val="bg1"/>
              </a:solidFill>
            </a:endParaRPr>
          </a:p>
        </p:txBody>
      </p:sp>
      <p:sp>
        <p:nvSpPr>
          <p:cNvPr id="41" name="Rectangle 40">
            <a:extLst>
              <a:ext uri="{FF2B5EF4-FFF2-40B4-BE49-F238E27FC236}">
                <a16:creationId xmlns:a16="http://schemas.microsoft.com/office/drawing/2014/main" id="{EC80031D-8002-E744-BAAA-BC5222DA882B}"/>
              </a:ext>
            </a:extLst>
          </p:cNvPr>
          <p:cNvSpPr/>
          <p:nvPr/>
        </p:nvSpPr>
        <p:spPr>
          <a:xfrm>
            <a:off x="525694" y="1816445"/>
            <a:ext cx="11098199" cy="853915"/>
          </a:xfrm>
          <a:prstGeom prst="rect">
            <a:avLst/>
          </a:prstGeom>
          <a:gradFill>
            <a:gsLst>
              <a:gs pos="90000">
                <a:srgbClr val="F7F9FC">
                  <a:alpha val="0"/>
                </a:srgbClr>
              </a:gs>
              <a:gs pos="11000">
                <a:schemeClr val="bg2">
                  <a:alpha val="0"/>
                </a:schemeClr>
              </a:gs>
              <a:gs pos="3000">
                <a:schemeClr val="bg2"/>
              </a:gs>
              <a:gs pos="97000">
                <a:schemeClr val="bg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err="1">
              <a:solidFill>
                <a:schemeClr val="bg1"/>
              </a:solidFill>
            </a:endParaRPr>
          </a:p>
        </p:txBody>
      </p:sp>
      <p:sp>
        <p:nvSpPr>
          <p:cNvPr id="2" name="Slide Number Placeholder 1">
            <a:extLst>
              <a:ext uri="{FF2B5EF4-FFF2-40B4-BE49-F238E27FC236}">
                <a16:creationId xmlns:a16="http://schemas.microsoft.com/office/drawing/2014/main" id="{8A8A220B-CADA-304A-81AB-5E5350C66517}"/>
              </a:ext>
            </a:extLst>
          </p:cNvPr>
          <p:cNvSpPr>
            <a:spLocks noGrp="1"/>
          </p:cNvSpPr>
          <p:nvPr>
            <p:ph type="sldNum" sz="quarter" idx="4"/>
          </p:nvPr>
        </p:nvSpPr>
        <p:spPr/>
        <p:txBody>
          <a:bodyPr/>
          <a:lstStyle/>
          <a:p>
            <a:fld id="{E242BD21-9B61-2246-BCB1-4BE5E1BEBE1C}" type="slidenum">
              <a:rPr lang="en-US" smtClean="0"/>
              <a:pPr/>
              <a:t>7</a:t>
            </a:fld>
            <a:endParaRPr lang="en-US"/>
          </a:p>
        </p:txBody>
      </p:sp>
      <p:sp>
        <p:nvSpPr>
          <p:cNvPr id="70" name="Text Placeholder 69">
            <a:extLst>
              <a:ext uri="{FF2B5EF4-FFF2-40B4-BE49-F238E27FC236}">
                <a16:creationId xmlns:a16="http://schemas.microsoft.com/office/drawing/2014/main" id="{25AB7FEC-3C4E-3747-B264-B25107669B8D}"/>
              </a:ext>
            </a:extLst>
          </p:cNvPr>
          <p:cNvSpPr>
            <a:spLocks noGrp="1"/>
          </p:cNvSpPr>
          <p:nvPr>
            <p:ph type="body" sz="quarter" idx="12"/>
          </p:nvPr>
        </p:nvSpPr>
        <p:spPr/>
        <p:txBody>
          <a:bodyPr/>
          <a:lstStyle/>
          <a:p>
            <a:r>
              <a:rPr lang="da-DK" dirty="0"/>
              <a:t>Key </a:t>
            </a:r>
            <a:r>
              <a:rPr lang="da-DK" dirty="0" err="1"/>
              <a:t>findings</a:t>
            </a:r>
            <a:r>
              <a:rPr lang="da-DK" dirty="0"/>
              <a:t> – </a:t>
            </a:r>
            <a:r>
              <a:rPr lang="da-DK" dirty="0">
                <a:solidFill>
                  <a:schemeClr val="accent3"/>
                </a:solidFill>
              </a:rPr>
              <a:t>ARCHITECTURE</a:t>
            </a:r>
          </a:p>
        </p:txBody>
      </p:sp>
      <p:sp>
        <p:nvSpPr>
          <p:cNvPr id="20" name="Title 19">
            <a:extLst>
              <a:ext uri="{FF2B5EF4-FFF2-40B4-BE49-F238E27FC236}">
                <a16:creationId xmlns:a16="http://schemas.microsoft.com/office/drawing/2014/main" id="{3F01D3E4-9AF7-134E-86FD-74CBA97999FD}"/>
              </a:ext>
            </a:extLst>
          </p:cNvPr>
          <p:cNvSpPr>
            <a:spLocks noGrp="1"/>
          </p:cNvSpPr>
          <p:nvPr>
            <p:ph type="title"/>
          </p:nvPr>
        </p:nvSpPr>
        <p:spPr/>
        <p:txBody>
          <a:bodyPr/>
          <a:lstStyle/>
          <a:p>
            <a:pPr>
              <a:lnSpc>
                <a:spcPct val="113000"/>
              </a:lnSpc>
            </a:pPr>
            <a:r>
              <a:rPr lang="en-US" sz="2000" b="1" dirty="0" err="1">
                <a:solidFill>
                  <a:schemeClr val="tx2"/>
                </a:solidFill>
              </a:rPr>
              <a:t>Twitter Algorithm scores above average (3.9 </a:t>
            </a:r>
            <a:r>
              <a:rPr lang="en-US" b="0" dirty="0">
                <a:latin typeface="Calibri" panose="020F0502020204030204" pitchFamily="34" charset="0"/>
              </a:rPr>
              <a:t>★</a:t>
            </a:r>
            <a:r>
              <a:rPr lang="en-US" dirty="0">
                <a:latin typeface="Calibri" panose="020F0502020204030204" pitchFamily="34" charset="0"/>
                <a:cs typeface="Calibri" panose="020F0502020204030204" pitchFamily="34" charset="0"/>
              </a:rPr>
              <a:t>)</a:t>
            </a:r>
            <a:r>
              <a:rPr lang="en-US" b="0" dirty="0">
                <a:latin typeface="Calibri" panose="020F0502020204030204" pitchFamily="34" charset="0"/>
              </a:rPr>
              <a:t> </a:t>
            </a:r>
            <a:r>
              <a:rPr lang="en-US" sz="2000" b="1" dirty="0">
                <a:solidFill>
                  <a:schemeClr val="tx2"/>
                </a:solidFill>
              </a:rPr>
              <a:t>for Architecture Quality</a:t>
            </a:r>
          </a:p>
        </p:txBody>
      </p:sp>
      <p:sp>
        <p:nvSpPr>
          <p:cNvPr id="48" name="Rectangle 47">
            <a:extLst>
              <a:ext uri="{FF2B5EF4-FFF2-40B4-BE49-F238E27FC236}">
                <a16:creationId xmlns:a16="http://schemas.microsoft.com/office/drawing/2014/main" id="{2D53A69D-5850-064B-9D98-63B4E85002D6}"/>
              </a:ext>
            </a:extLst>
          </p:cNvPr>
          <p:cNvSpPr/>
          <p:nvPr/>
        </p:nvSpPr>
        <p:spPr bwMode="auto">
          <a:xfrm rot="5400000">
            <a:off x="1548588" y="747406"/>
            <a:ext cx="195321" cy="2211125"/>
          </a:xfrm>
          <a:prstGeom prst="rect">
            <a:avLst/>
          </a:prstGeom>
          <a:solidFill>
            <a:srgbClr val="C00000"/>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nl-NL" sz="2400" u="none" strike="noStrike" cap="none" normalizeH="0" baseline="0">
              <a:ln>
                <a:noFill/>
              </a:ln>
              <a:solidFill>
                <a:schemeClr val="bg1"/>
              </a:solidFill>
              <a:effectLst/>
              <a:latin typeface="TheSans B5 Plain"/>
              <a:cs typeface="TheSans B5 Plain"/>
            </a:endParaRPr>
          </a:p>
        </p:txBody>
      </p:sp>
      <p:sp>
        <p:nvSpPr>
          <p:cNvPr id="71" name="Rectangle 70">
            <a:extLst>
              <a:ext uri="{FF2B5EF4-FFF2-40B4-BE49-F238E27FC236}">
                <a16:creationId xmlns:a16="http://schemas.microsoft.com/office/drawing/2014/main" id="{C154D7DA-B6A3-D942-A52D-6155C32505BF}"/>
              </a:ext>
            </a:extLst>
          </p:cNvPr>
          <p:cNvSpPr/>
          <p:nvPr/>
        </p:nvSpPr>
        <p:spPr>
          <a:xfrm>
            <a:off x="543839" y="1944661"/>
            <a:ext cx="2210009" cy="307777"/>
          </a:xfrm>
          <a:prstGeom prst="rect">
            <a:avLst/>
          </a:prstGeom>
        </p:spPr>
        <p:txBody>
          <a:bodyPr wrap="square" anchor="t">
            <a:spAutoFit/>
          </a:bodyPr>
          <a:lstStyle/>
          <a:p>
            <a:pPr algn="ctr"/>
            <a:r>
              <a:rPr lang="en-GB" sz="1400" dirty="0">
                <a:solidFill>
                  <a:srgbClr val="C5CCD5"/>
                </a:solidFill>
                <a:latin typeface="Calibri" panose="020F0502020204030204" pitchFamily="34" charset="0"/>
                <a:cs typeface="Calibri" panose="020F0502020204030204" pitchFamily="34" charset="0"/>
              </a:rPr>
              <a:t>★☆☆☆☆</a:t>
            </a:r>
            <a:endParaRPr lang="en-GB" sz="1400" dirty="0">
              <a:solidFill>
                <a:srgbClr val="C5CCD5"/>
              </a:solidFill>
            </a:endParaRPr>
          </a:p>
        </p:txBody>
      </p:sp>
      <p:sp>
        <p:nvSpPr>
          <p:cNvPr id="72" name="Rectangle 71">
            <a:extLst>
              <a:ext uri="{FF2B5EF4-FFF2-40B4-BE49-F238E27FC236}">
                <a16:creationId xmlns:a16="http://schemas.microsoft.com/office/drawing/2014/main" id="{5AEF5B18-A22E-6343-80E5-093226C827C2}"/>
              </a:ext>
            </a:extLst>
          </p:cNvPr>
          <p:cNvSpPr/>
          <p:nvPr/>
        </p:nvSpPr>
        <p:spPr bwMode="auto">
          <a:xfrm rot="5400000">
            <a:off x="3758269" y="748848"/>
            <a:ext cx="195321" cy="2208241"/>
          </a:xfrm>
          <a:prstGeom prst="rect">
            <a:avLst/>
          </a:prstGeom>
          <a:solidFill>
            <a:srgbClr val="F09819"/>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nl-NL" sz="2400" u="none" strike="noStrike" cap="none" normalizeH="0" baseline="0">
              <a:ln>
                <a:solidFill>
                  <a:sysClr val="windowText" lastClr="000000"/>
                </a:solidFill>
              </a:ln>
              <a:solidFill>
                <a:schemeClr val="bg1"/>
              </a:solidFill>
              <a:effectLst/>
              <a:latin typeface="TheSans B5 Plain"/>
              <a:cs typeface="TheSans B5 Plain"/>
            </a:endParaRPr>
          </a:p>
        </p:txBody>
      </p:sp>
      <p:sp>
        <p:nvSpPr>
          <p:cNvPr id="73" name="Rectangle 72">
            <a:extLst>
              <a:ext uri="{FF2B5EF4-FFF2-40B4-BE49-F238E27FC236}">
                <a16:creationId xmlns:a16="http://schemas.microsoft.com/office/drawing/2014/main" id="{F23583C2-7594-FB4E-9EFE-2945BE5C3270}"/>
              </a:ext>
            </a:extLst>
          </p:cNvPr>
          <p:cNvSpPr/>
          <p:nvPr/>
        </p:nvSpPr>
        <p:spPr bwMode="auto">
          <a:xfrm rot="5400000">
            <a:off x="8182546" y="741445"/>
            <a:ext cx="195321" cy="2223047"/>
          </a:xfrm>
          <a:prstGeom prst="rect">
            <a:avLst/>
          </a:prstGeom>
          <a:solidFill>
            <a:srgbClr val="57C968"/>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nl-NL" sz="2400" u="none" strike="noStrike" cap="none" normalizeH="0" baseline="0">
              <a:ln>
                <a:noFill/>
              </a:ln>
              <a:solidFill>
                <a:schemeClr val="bg1"/>
              </a:solidFill>
              <a:effectLst/>
              <a:latin typeface="TheSans B5 Plain"/>
              <a:cs typeface="TheSans B5 Plain"/>
            </a:endParaRPr>
          </a:p>
        </p:txBody>
      </p:sp>
      <p:sp>
        <p:nvSpPr>
          <p:cNvPr id="74" name="Rectangle 73">
            <a:extLst>
              <a:ext uri="{FF2B5EF4-FFF2-40B4-BE49-F238E27FC236}">
                <a16:creationId xmlns:a16="http://schemas.microsoft.com/office/drawing/2014/main" id="{21F2ABEA-AB21-6942-81B5-0EE77F28BD5C}"/>
              </a:ext>
            </a:extLst>
          </p:cNvPr>
          <p:cNvSpPr/>
          <p:nvPr/>
        </p:nvSpPr>
        <p:spPr bwMode="auto">
          <a:xfrm rot="5400000">
            <a:off x="10398054" y="748983"/>
            <a:ext cx="195321" cy="2207971"/>
          </a:xfrm>
          <a:prstGeom prst="rect">
            <a:avLst/>
          </a:prstGeom>
          <a:solidFill>
            <a:srgbClr val="2C963F"/>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nl-NL" sz="2400" u="none" strike="noStrike" cap="none" normalizeH="0" baseline="0">
              <a:ln>
                <a:noFill/>
              </a:ln>
              <a:solidFill>
                <a:schemeClr val="bg1"/>
              </a:solidFill>
              <a:effectLst/>
              <a:latin typeface="TheSans B5 Plain"/>
              <a:cs typeface="TheSans B5 Plain"/>
            </a:endParaRPr>
          </a:p>
        </p:txBody>
      </p:sp>
      <p:sp>
        <p:nvSpPr>
          <p:cNvPr id="83" name="Rectangle 82">
            <a:extLst>
              <a:ext uri="{FF2B5EF4-FFF2-40B4-BE49-F238E27FC236}">
                <a16:creationId xmlns:a16="http://schemas.microsoft.com/office/drawing/2014/main" id="{91167323-04D1-624D-AA3F-325DB698FE8C}"/>
              </a:ext>
            </a:extLst>
          </p:cNvPr>
          <p:cNvSpPr/>
          <p:nvPr/>
        </p:nvSpPr>
        <p:spPr>
          <a:xfrm>
            <a:off x="2748924" y="1941933"/>
            <a:ext cx="2209087" cy="307777"/>
          </a:xfrm>
          <a:prstGeom prst="rect">
            <a:avLst/>
          </a:prstGeom>
        </p:spPr>
        <p:txBody>
          <a:bodyPr wrap="square" anchor="t">
            <a:spAutoFit/>
          </a:bodyPr>
          <a:lstStyle/>
          <a:p>
            <a:pPr algn="ctr"/>
            <a:r>
              <a:rPr lang="en-GB" sz="1400" dirty="0">
                <a:solidFill>
                  <a:srgbClr val="9AA6B0"/>
                </a:solidFill>
                <a:latin typeface="Calibri" panose="020F0502020204030204" pitchFamily="34" charset="0"/>
                <a:cs typeface="Calibri" panose="020F0502020204030204" pitchFamily="34" charset="0"/>
              </a:rPr>
              <a:t>★★☆☆☆</a:t>
            </a:r>
            <a:endParaRPr lang="en-GB" sz="1400" dirty="0">
              <a:solidFill>
                <a:srgbClr val="9AA6B0"/>
              </a:solidFill>
            </a:endParaRPr>
          </a:p>
        </p:txBody>
      </p:sp>
      <p:sp>
        <p:nvSpPr>
          <p:cNvPr id="84" name="Rectangle 83">
            <a:extLst>
              <a:ext uri="{FF2B5EF4-FFF2-40B4-BE49-F238E27FC236}">
                <a16:creationId xmlns:a16="http://schemas.microsoft.com/office/drawing/2014/main" id="{4805C056-85E7-EC47-8F2C-9FFBD30C699B}"/>
              </a:ext>
            </a:extLst>
          </p:cNvPr>
          <p:cNvSpPr/>
          <p:nvPr/>
        </p:nvSpPr>
        <p:spPr>
          <a:xfrm>
            <a:off x="4956896" y="1939205"/>
            <a:ext cx="2213826" cy="307777"/>
          </a:xfrm>
          <a:prstGeom prst="rect">
            <a:avLst/>
          </a:prstGeom>
        </p:spPr>
        <p:txBody>
          <a:bodyPr wrap="square" anchor="t">
            <a:spAutoFit/>
          </a:bodyPr>
          <a:lstStyle/>
          <a:p>
            <a:pPr algn="ctr"/>
            <a:r>
              <a:rPr lang="en-GB" sz="1400" dirty="0">
                <a:solidFill>
                  <a:srgbClr val="6E7F8B"/>
                </a:solidFill>
                <a:latin typeface="Calibri" panose="020F0502020204030204" pitchFamily="34" charset="0"/>
                <a:cs typeface="Calibri" panose="020F0502020204030204" pitchFamily="34" charset="0"/>
              </a:rPr>
              <a:t>★★★☆☆</a:t>
            </a:r>
            <a:endParaRPr lang="en-GB" sz="1400" dirty="0">
              <a:solidFill>
                <a:srgbClr val="6E7F8B"/>
              </a:solidFill>
            </a:endParaRPr>
          </a:p>
        </p:txBody>
      </p:sp>
      <p:sp>
        <p:nvSpPr>
          <p:cNvPr id="85" name="Rectangle 84">
            <a:extLst>
              <a:ext uri="{FF2B5EF4-FFF2-40B4-BE49-F238E27FC236}">
                <a16:creationId xmlns:a16="http://schemas.microsoft.com/office/drawing/2014/main" id="{62DF8940-DBDE-D04A-9416-03F980EE69A6}"/>
              </a:ext>
            </a:extLst>
          </p:cNvPr>
          <p:cNvSpPr/>
          <p:nvPr/>
        </p:nvSpPr>
        <p:spPr>
          <a:xfrm>
            <a:off x="7181055" y="1947724"/>
            <a:ext cx="2210672" cy="307777"/>
          </a:xfrm>
          <a:prstGeom prst="rect">
            <a:avLst/>
          </a:prstGeom>
        </p:spPr>
        <p:txBody>
          <a:bodyPr wrap="square" anchor="t">
            <a:spAutoFit/>
          </a:bodyPr>
          <a:lstStyle/>
          <a:p>
            <a:pPr algn="ctr"/>
            <a:r>
              <a:rPr lang="en-GB" sz="1400" dirty="0">
                <a:solidFill>
                  <a:srgbClr val="425966"/>
                </a:solidFill>
                <a:latin typeface="Calibri" panose="020F0502020204030204" pitchFamily="34" charset="0"/>
                <a:cs typeface="Calibri" panose="020F0502020204030204" pitchFamily="34" charset="0"/>
              </a:rPr>
              <a:t>★★★★☆</a:t>
            </a:r>
            <a:endParaRPr lang="en-GB" sz="1400" dirty="0">
              <a:solidFill>
                <a:srgbClr val="425966"/>
              </a:solidFill>
            </a:endParaRPr>
          </a:p>
        </p:txBody>
      </p:sp>
      <p:sp>
        <p:nvSpPr>
          <p:cNvPr id="86" name="Rectangle 85">
            <a:extLst>
              <a:ext uri="{FF2B5EF4-FFF2-40B4-BE49-F238E27FC236}">
                <a16:creationId xmlns:a16="http://schemas.microsoft.com/office/drawing/2014/main" id="{A0972461-B2E3-3A46-92A9-AEE23A81F3B9}"/>
              </a:ext>
            </a:extLst>
          </p:cNvPr>
          <p:cNvSpPr/>
          <p:nvPr/>
        </p:nvSpPr>
        <p:spPr>
          <a:xfrm>
            <a:off x="9402060" y="1947724"/>
            <a:ext cx="2193832" cy="307777"/>
          </a:xfrm>
          <a:prstGeom prst="rect">
            <a:avLst/>
          </a:prstGeom>
        </p:spPr>
        <p:txBody>
          <a:bodyPr wrap="square" anchor="t">
            <a:spAutoFit/>
          </a:bodyPr>
          <a:lstStyle/>
          <a:p>
            <a:pPr algn="ctr"/>
            <a:r>
              <a:rPr lang="en-GB" sz="1400" dirty="0">
                <a:solidFill>
                  <a:srgbClr val="173240"/>
                </a:solidFill>
                <a:latin typeface="Calibri" panose="020F0502020204030204" pitchFamily="34" charset="0"/>
                <a:cs typeface="Calibri" panose="020F0502020204030204" pitchFamily="34" charset="0"/>
              </a:rPr>
              <a:t>★★★★★</a:t>
            </a:r>
            <a:endParaRPr lang="en-GB" sz="1400" dirty="0">
              <a:solidFill>
                <a:srgbClr val="173240"/>
              </a:solidFill>
            </a:endParaRPr>
          </a:p>
        </p:txBody>
      </p:sp>
      <p:sp>
        <p:nvSpPr>
          <p:cNvPr id="87" name="Rectangle 86">
            <a:extLst>
              <a:ext uri="{FF2B5EF4-FFF2-40B4-BE49-F238E27FC236}">
                <a16:creationId xmlns:a16="http://schemas.microsoft.com/office/drawing/2014/main" id="{31FB0B4A-6F6E-BF47-8527-15F1086A865F}"/>
              </a:ext>
            </a:extLst>
          </p:cNvPr>
          <p:cNvSpPr/>
          <p:nvPr/>
        </p:nvSpPr>
        <p:spPr bwMode="auto">
          <a:xfrm rot="5400000">
            <a:off x="5966706" y="748650"/>
            <a:ext cx="195321" cy="2208636"/>
          </a:xfrm>
          <a:prstGeom prst="rect">
            <a:avLst/>
          </a:prstGeom>
          <a:solidFill>
            <a:srgbClr val="F8C640"/>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nl-NL" sz="2400" u="none" strike="noStrike" cap="none" normalizeH="0" baseline="0">
              <a:ln>
                <a:solidFill>
                  <a:sysClr val="windowText" lastClr="000000"/>
                </a:solidFill>
              </a:ln>
              <a:solidFill>
                <a:schemeClr val="bg1"/>
              </a:solidFill>
              <a:effectLst/>
              <a:latin typeface="TheSans B5 Plain"/>
              <a:cs typeface="TheSans B5 Plain"/>
            </a:endParaRPr>
          </a:p>
        </p:txBody>
      </p:sp>
      <p:sp>
        <p:nvSpPr>
          <p:cNvPr id="89" name="TextBox 88">
            <a:extLst>
              <a:ext uri="{FF2B5EF4-FFF2-40B4-BE49-F238E27FC236}">
                <a16:creationId xmlns:a16="http://schemas.microsoft.com/office/drawing/2014/main" id="{796768F9-6045-AE49-B24D-F61166D3EB6D}"/>
              </a:ext>
            </a:extLst>
          </p:cNvPr>
          <p:cNvSpPr txBox="1"/>
          <p:nvPr/>
        </p:nvSpPr>
        <p:spPr>
          <a:xfrm>
            <a:off x="381410" y="2177114"/>
            <a:ext cx="11429587" cy="246221"/>
          </a:xfrm>
          <a:prstGeom prst="rect">
            <a:avLst/>
          </a:prstGeom>
          <a:noFill/>
        </p:spPr>
        <p:txBody>
          <a:bodyPr wrap="square" rtlCol="0">
            <a:spAutoFit/>
          </a:bodyPr>
          <a:lstStyle/>
          <a:p>
            <a:r>
              <a:rPr lang="en-US" sz="1000">
                <a:solidFill>
                  <a:schemeClr val="tx1">
                    <a:lumMod val="60000"/>
                    <a:lumOff val="40000"/>
                  </a:schemeClr>
                </a:solidFill>
              </a:rPr>
              <a:t>0.5		             1.5		                           2.5		        3.5		                      4.5			   5.5</a:t>
            </a:r>
          </a:p>
        </p:txBody>
      </p:sp>
      <p:sp>
        <p:nvSpPr>
          <p:cNvPr id="90" name="TextBox 89">
            <a:extLst>
              <a:ext uri="{FF2B5EF4-FFF2-40B4-BE49-F238E27FC236}">
                <a16:creationId xmlns:a16="http://schemas.microsoft.com/office/drawing/2014/main" id="{045F6BC3-0EC2-7742-9CCE-F275883089E5}"/>
              </a:ext>
            </a:extLst>
          </p:cNvPr>
          <p:cNvSpPr txBox="1"/>
          <p:nvPr/>
        </p:nvSpPr>
        <p:spPr>
          <a:xfrm>
            <a:off x="5471355" y="2251908"/>
            <a:ext cx="1189749" cy="246221"/>
          </a:xfrm>
          <a:prstGeom prst="rect">
            <a:avLst/>
          </a:prstGeom>
          <a:noFill/>
        </p:spPr>
        <p:txBody>
          <a:bodyPr wrap="none" rtlCol="0">
            <a:spAutoFit/>
          </a:bodyPr>
          <a:lstStyle/>
          <a:p>
            <a:pPr algn="ctr"/>
            <a:r>
              <a:rPr lang="nl-NL" sz="1000" b="1" cap="small">
                <a:solidFill>
                  <a:srgbClr val="85929D"/>
                </a:solidFill>
              </a:rPr>
              <a:t>MARKET-AVERAGE</a:t>
            </a:r>
          </a:p>
        </p:txBody>
      </p:sp>
      <p:cxnSp>
        <p:nvCxnSpPr>
          <p:cNvPr id="77" name="Straight Connector 76">
            <a:extLst>
              <a:ext uri="{FF2B5EF4-FFF2-40B4-BE49-F238E27FC236}">
                <a16:creationId xmlns:a16="http://schemas.microsoft.com/office/drawing/2014/main" id="{F0A3DFED-AEF8-2B48-A242-97EAC1EC9E77}"/>
              </a:ext>
            </a:extLst>
          </p:cNvPr>
          <p:cNvCxnSpPr/>
          <p:nvPr/>
        </p:nvCxnSpPr>
        <p:spPr>
          <a:xfrm>
            <a:off x="4960051" y="1498428"/>
            <a:ext cx="0" cy="709083"/>
          </a:xfrm>
          <a:prstGeom prst="line">
            <a:avLst/>
          </a:prstGeom>
          <a:ln w="6350" cmpd="sng">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CEFB4D89-3B68-844D-9BCE-97B6664582B2}"/>
              </a:ext>
            </a:extLst>
          </p:cNvPr>
          <p:cNvCxnSpPr/>
          <p:nvPr/>
        </p:nvCxnSpPr>
        <p:spPr>
          <a:xfrm>
            <a:off x="542723" y="1498428"/>
            <a:ext cx="0" cy="709083"/>
          </a:xfrm>
          <a:prstGeom prst="line">
            <a:avLst/>
          </a:prstGeom>
          <a:ln w="6350" cmpd="sng">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8634D086-5422-2B4D-B0DA-75470D69BF18}"/>
              </a:ext>
            </a:extLst>
          </p:cNvPr>
          <p:cNvCxnSpPr/>
          <p:nvPr/>
        </p:nvCxnSpPr>
        <p:spPr>
          <a:xfrm>
            <a:off x="2751812" y="1501261"/>
            <a:ext cx="0" cy="709083"/>
          </a:xfrm>
          <a:prstGeom prst="line">
            <a:avLst/>
          </a:prstGeom>
          <a:ln w="6350" cmpd="sng">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A9B24B0A-42B5-9D43-B1B4-4891FD4D24FB}"/>
              </a:ext>
            </a:extLst>
          </p:cNvPr>
          <p:cNvCxnSpPr/>
          <p:nvPr/>
        </p:nvCxnSpPr>
        <p:spPr>
          <a:xfrm>
            <a:off x="11599702" y="1498428"/>
            <a:ext cx="0" cy="709083"/>
          </a:xfrm>
          <a:prstGeom prst="line">
            <a:avLst/>
          </a:prstGeom>
          <a:ln w="6350" cmpd="sng">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7E288335-AA5C-8049-8C30-11DD52E4CE4F}"/>
              </a:ext>
            </a:extLst>
          </p:cNvPr>
          <p:cNvCxnSpPr>
            <a:cxnSpLocks/>
          </p:cNvCxnSpPr>
          <p:nvPr/>
        </p:nvCxnSpPr>
        <p:spPr>
          <a:xfrm>
            <a:off x="540689" y="2667186"/>
            <a:ext cx="11068215" cy="0"/>
          </a:xfrm>
          <a:prstGeom prst="line">
            <a:avLst/>
          </a:prstGeom>
          <a:ln w="19050" cmpd="sng">
            <a:solidFill>
              <a:srgbClr val="C4CCD6"/>
            </a:solidFill>
            <a:prstDash val="sysDot"/>
          </a:ln>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9F12CB44-B742-314A-8BD1-F77760810CC6}"/>
              </a:ext>
            </a:extLst>
          </p:cNvPr>
          <p:cNvCxnSpPr/>
          <p:nvPr/>
        </p:nvCxnSpPr>
        <p:spPr>
          <a:xfrm>
            <a:off x="7168686" y="1498428"/>
            <a:ext cx="0" cy="709083"/>
          </a:xfrm>
          <a:prstGeom prst="line">
            <a:avLst/>
          </a:prstGeom>
          <a:ln w="6350" cmpd="sng">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96551C5D-577A-B242-A077-085BBF0F9CF1}"/>
              </a:ext>
            </a:extLst>
          </p:cNvPr>
          <p:cNvCxnSpPr/>
          <p:nvPr/>
        </p:nvCxnSpPr>
        <p:spPr>
          <a:xfrm>
            <a:off x="9391731" y="1498428"/>
            <a:ext cx="0" cy="709083"/>
          </a:xfrm>
          <a:prstGeom prst="line">
            <a:avLst/>
          </a:prstGeom>
          <a:ln w="6350" cmpd="sng">
            <a:solidFill>
              <a:srgbClr val="C4CCD6"/>
            </a:solidFill>
          </a:ln>
        </p:spPr>
        <p:style>
          <a:lnRef idx="2">
            <a:schemeClr val="accent1"/>
          </a:lnRef>
          <a:fillRef idx="0">
            <a:schemeClr val="accent1"/>
          </a:fillRef>
          <a:effectRef idx="1">
            <a:schemeClr val="accent1"/>
          </a:effectRef>
          <a:fontRef idx="minor">
            <a:schemeClr val="tx1"/>
          </a:fontRef>
        </p:style>
      </p:cxnSp>
      <p:grpSp>
        <p:nvGrpSpPr>
          <p:cNvPr id="91" name="Group 90">
            <a:extLst>
              <a:ext uri="{FF2B5EF4-FFF2-40B4-BE49-F238E27FC236}">
                <a16:creationId xmlns:a16="http://schemas.microsoft.com/office/drawing/2014/main" id="{407D88E2-A714-4442-8CAB-278792CDA698}"/>
              </a:ext>
            </a:extLst>
          </p:cNvPr>
          <p:cNvGrpSpPr/>
          <p:nvPr/>
        </p:nvGrpSpPr>
        <p:grpSpPr>
          <a:xfrm>
            <a:off x="7840604" y="1256023"/>
            <a:ext cx="392906" cy="538322"/>
            <a:chOff x="5720628" y="1991582"/>
            <a:chExt cx="392906" cy="538322"/>
          </a:xfrm>
        </p:grpSpPr>
        <p:sp>
          <p:nvSpPr>
            <p:cNvPr id="100" name="Rectangle 99">
              <a:extLst>
                <a:ext uri="{FF2B5EF4-FFF2-40B4-BE49-F238E27FC236}">
                  <a16:creationId xmlns:a16="http://schemas.microsoft.com/office/drawing/2014/main" id="{B65E9EFF-1361-6C4B-A578-9931A723E5EC}"/>
                </a:ext>
              </a:extLst>
            </p:cNvPr>
            <p:cNvSpPr/>
            <p:nvPr/>
          </p:nvSpPr>
          <p:spPr>
            <a:xfrm>
              <a:off x="5720628" y="1991582"/>
              <a:ext cx="392906" cy="392906"/>
            </a:xfrm>
            <a:prstGeom prst="rect">
              <a:avLst/>
            </a:prstGeom>
            <a:gradFill>
              <a:gsLst>
                <a:gs pos="0">
                  <a:srgbClr val="6076BA"/>
                </a:gs>
                <a:gs pos="100000">
                  <a:srgbClr val="AA98C3"/>
                </a:gs>
              </a:gsLst>
              <a:lin ang="2700000" scaled="0"/>
            </a:gradFill>
            <a:ln>
              <a:noFill/>
            </a:ln>
            <a:effectLst>
              <a:outerShdw blurRad="215900" dist="38100" dir="5400000" sx="91000" sy="91000" algn="t" rotWithShape="0">
                <a:srgbClr val="5C6F7B">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600" b="1" dirty="0" err="1"/>
                <a:t>3.9</a:t>
              </a:r>
              <a:endParaRPr lang="en-US" sz="1600" b="1" dirty="0"/>
            </a:p>
          </p:txBody>
        </p:sp>
        <p:sp>
          <p:nvSpPr>
            <p:cNvPr id="101" name="Pentagon 100">
              <a:extLst>
                <a:ext uri="{FF2B5EF4-FFF2-40B4-BE49-F238E27FC236}">
                  <a16:creationId xmlns:a16="http://schemas.microsoft.com/office/drawing/2014/main" id="{69444AF9-F134-CB44-B4A1-AD9EA6C48B83}"/>
                </a:ext>
              </a:extLst>
            </p:cNvPr>
            <p:cNvSpPr/>
            <p:nvPr/>
          </p:nvSpPr>
          <p:spPr>
            <a:xfrm rot="5400000">
              <a:off x="5846487" y="2410820"/>
              <a:ext cx="146814" cy="91353"/>
            </a:xfrm>
            <a:prstGeom prst="homePlate">
              <a:avLst/>
            </a:prstGeom>
            <a:solidFill>
              <a:srgbClr val="A396C1"/>
            </a:solidFill>
            <a:ln>
              <a:noFill/>
            </a:ln>
            <a:effectLst>
              <a:outerShdw dist="12700" dir="5400000" sx="102000" sy="102000" algn="t" rotWithShape="0">
                <a:srgbClr val="F0F3FA"/>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8" name="Group 107">
            <a:extLst>
              <a:ext uri="{FF2B5EF4-FFF2-40B4-BE49-F238E27FC236}">
                <a16:creationId xmlns:a16="http://schemas.microsoft.com/office/drawing/2014/main" id="{BD5C319F-00F9-D84E-9758-0206A067742F}"/>
              </a:ext>
            </a:extLst>
          </p:cNvPr>
          <p:cNvGrpSpPr/>
          <p:nvPr/>
        </p:nvGrpSpPr>
        <p:grpSpPr>
          <a:xfrm>
            <a:off x="11006327" y="810077"/>
            <a:ext cx="594110" cy="850933"/>
            <a:chOff x="10569980" y="810077"/>
            <a:chExt cx="594110" cy="850933"/>
          </a:xfrm>
        </p:grpSpPr>
        <p:sp>
          <p:nvSpPr>
            <p:cNvPr id="109" name="Oval 108">
              <a:extLst>
                <a:ext uri="{FF2B5EF4-FFF2-40B4-BE49-F238E27FC236}">
                  <a16:creationId xmlns:a16="http://schemas.microsoft.com/office/drawing/2014/main" id="{B7A71700-E7F8-F045-988D-31CE9EE100F4}"/>
                </a:ext>
              </a:extLst>
            </p:cNvPr>
            <p:cNvSpPr/>
            <p:nvPr/>
          </p:nvSpPr>
          <p:spPr>
            <a:xfrm>
              <a:off x="10616419" y="833977"/>
              <a:ext cx="234759" cy="368743"/>
            </a:xfrm>
            <a:prstGeom prst="ellipse">
              <a:avLst/>
            </a:prstGeom>
            <a:solidFill>
              <a:schemeClr val="tx2"/>
            </a:solidFill>
            <a:ln>
              <a:noFill/>
            </a:ln>
            <a:effectLst>
              <a:outerShdw blurRad="190500" dist="38100" dir="8100000" algn="tr" rotWithShape="0">
                <a:prstClr val="black">
                  <a:alpha val="46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err="1">
                <a:solidFill>
                  <a:schemeClr val="bg1"/>
                </a:solidFill>
              </a:endParaRPr>
            </a:p>
          </p:txBody>
        </p:sp>
        <p:sp>
          <p:nvSpPr>
            <p:cNvPr id="110" name="Freeform 109">
              <a:extLst>
                <a:ext uri="{FF2B5EF4-FFF2-40B4-BE49-F238E27FC236}">
                  <a16:creationId xmlns:a16="http://schemas.microsoft.com/office/drawing/2014/main" id="{8952E0C5-7D84-894C-9033-F1BE52A32BA6}"/>
                </a:ext>
              </a:extLst>
            </p:cNvPr>
            <p:cNvSpPr/>
            <p:nvPr/>
          </p:nvSpPr>
          <p:spPr>
            <a:xfrm>
              <a:off x="10569980" y="810137"/>
              <a:ext cx="590530" cy="47139"/>
            </a:xfrm>
            <a:custGeom>
              <a:avLst/>
              <a:gdLst>
                <a:gd name="connsiteX0" fmla="*/ 48742 w 590530"/>
                <a:gd name="connsiteY0" fmla="*/ 0 h 47139"/>
                <a:gd name="connsiteX1" fmla="*/ 541788 w 590530"/>
                <a:gd name="connsiteY1" fmla="*/ 0 h 47139"/>
                <a:gd name="connsiteX2" fmla="*/ 587073 w 590530"/>
                <a:gd name="connsiteY2" fmla="*/ 30017 h 47139"/>
                <a:gd name="connsiteX3" fmla="*/ 590530 w 590530"/>
                <a:gd name="connsiteY3" fmla="*/ 47139 h 47139"/>
                <a:gd name="connsiteX4" fmla="*/ 0 w 590530"/>
                <a:gd name="connsiteY4" fmla="*/ 47139 h 47139"/>
                <a:gd name="connsiteX5" fmla="*/ 3457 w 590530"/>
                <a:gd name="connsiteY5" fmla="*/ 30017 h 47139"/>
                <a:gd name="connsiteX6" fmla="*/ 48742 w 590530"/>
                <a:gd name="connsiteY6" fmla="*/ 0 h 47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0530" h="47139">
                  <a:moveTo>
                    <a:pt x="48742" y="0"/>
                  </a:moveTo>
                  <a:lnTo>
                    <a:pt x="541788" y="0"/>
                  </a:lnTo>
                  <a:cubicBezTo>
                    <a:pt x="562145" y="0"/>
                    <a:pt x="579612" y="12377"/>
                    <a:pt x="587073" y="30017"/>
                  </a:cubicBezTo>
                  <a:lnTo>
                    <a:pt x="590530" y="47139"/>
                  </a:lnTo>
                  <a:lnTo>
                    <a:pt x="0" y="47139"/>
                  </a:lnTo>
                  <a:lnTo>
                    <a:pt x="3457" y="30017"/>
                  </a:lnTo>
                  <a:cubicBezTo>
                    <a:pt x="10918" y="12377"/>
                    <a:pt x="28385" y="0"/>
                    <a:pt x="48742" y="0"/>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err="1">
                <a:solidFill>
                  <a:schemeClr val="bg1"/>
                </a:solidFill>
              </a:endParaRPr>
            </a:p>
          </p:txBody>
        </p:sp>
        <p:sp>
          <p:nvSpPr>
            <p:cNvPr id="111" name="Freeform 110">
              <a:extLst>
                <a:ext uri="{FF2B5EF4-FFF2-40B4-BE49-F238E27FC236}">
                  <a16:creationId xmlns:a16="http://schemas.microsoft.com/office/drawing/2014/main" id="{36719CF2-01EC-8046-823F-BB3A6315099E}"/>
                </a:ext>
              </a:extLst>
            </p:cNvPr>
            <p:cNvSpPr/>
            <p:nvPr/>
          </p:nvSpPr>
          <p:spPr>
            <a:xfrm>
              <a:off x="10587816" y="810077"/>
              <a:ext cx="576274" cy="850933"/>
            </a:xfrm>
            <a:custGeom>
              <a:avLst/>
              <a:gdLst>
                <a:gd name="connsiteX0" fmla="*/ 24556 w 576274"/>
                <a:gd name="connsiteY0" fmla="*/ 0 h 850933"/>
                <a:gd name="connsiteX1" fmla="*/ 28104 w 576274"/>
                <a:gd name="connsiteY1" fmla="*/ 0 h 850933"/>
                <a:gd name="connsiteX2" fmla="*/ 329430 w 576274"/>
                <a:gd name="connsiteY2" fmla="*/ 0 h 850933"/>
                <a:gd name="connsiteX3" fmla="*/ 527126 w 576274"/>
                <a:gd name="connsiteY3" fmla="*/ 0 h 850933"/>
                <a:gd name="connsiteX4" fmla="*/ 572411 w 576274"/>
                <a:gd name="connsiteY4" fmla="*/ 30017 h 850933"/>
                <a:gd name="connsiteX5" fmla="*/ 575483 w 576274"/>
                <a:gd name="connsiteY5" fmla="*/ 45234 h 850933"/>
                <a:gd name="connsiteX6" fmla="*/ 575483 w 576274"/>
                <a:gd name="connsiteY6" fmla="*/ 572261 h 850933"/>
                <a:gd name="connsiteX7" fmla="*/ 576274 w 576274"/>
                <a:gd name="connsiteY7" fmla="*/ 573052 h 850933"/>
                <a:gd name="connsiteX8" fmla="*/ 576274 w 576274"/>
                <a:gd name="connsiteY8" fmla="*/ 850933 h 850933"/>
                <a:gd name="connsiteX9" fmla="*/ 300905 w 576274"/>
                <a:gd name="connsiteY9" fmla="*/ 575564 h 850933"/>
                <a:gd name="connsiteX10" fmla="*/ 295881 w 576274"/>
                <a:gd name="connsiteY10" fmla="*/ 575564 h 850933"/>
                <a:gd name="connsiteX11" fmla="*/ 20512 w 576274"/>
                <a:gd name="connsiteY11" fmla="*/ 850933 h 850933"/>
                <a:gd name="connsiteX12" fmla="*/ 20512 w 576274"/>
                <a:gd name="connsiteY12" fmla="*/ 575564 h 850933"/>
                <a:gd name="connsiteX13" fmla="*/ 19858 w 576274"/>
                <a:gd name="connsiteY13" fmla="*/ 575564 h 850933"/>
                <a:gd name="connsiteX14" fmla="*/ 19858 w 576274"/>
                <a:gd name="connsiteY14" fmla="*/ 43281 h 850933"/>
                <a:gd name="connsiteX15" fmla="*/ 17180 w 576274"/>
                <a:gd name="connsiteY15" fmla="*/ 30017 h 850933"/>
                <a:gd name="connsiteX16" fmla="*/ 0 w 576274"/>
                <a:gd name="connsiteY16" fmla="*/ 9154 h 850933"/>
                <a:gd name="connsiteX17" fmla="*/ 626 w 576274"/>
                <a:gd name="connsiteY17" fmla="*/ 8394 h 850933"/>
                <a:gd name="connsiteX18" fmla="*/ 19858 w 576274"/>
                <a:gd name="connsiteY18" fmla="*/ 2519 h 850933"/>
                <a:gd name="connsiteX19" fmla="*/ 19858 w 576274"/>
                <a:gd name="connsiteY19" fmla="*/ 1946 h 850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76274" h="850933">
                  <a:moveTo>
                    <a:pt x="24556" y="0"/>
                  </a:moveTo>
                  <a:lnTo>
                    <a:pt x="28104" y="0"/>
                  </a:lnTo>
                  <a:lnTo>
                    <a:pt x="329430" y="0"/>
                  </a:lnTo>
                  <a:lnTo>
                    <a:pt x="527126" y="0"/>
                  </a:lnTo>
                  <a:cubicBezTo>
                    <a:pt x="547483" y="0"/>
                    <a:pt x="564950" y="12377"/>
                    <a:pt x="572411" y="30017"/>
                  </a:cubicBezTo>
                  <a:lnTo>
                    <a:pt x="575483" y="45234"/>
                  </a:lnTo>
                  <a:lnTo>
                    <a:pt x="575483" y="572261"/>
                  </a:lnTo>
                  <a:lnTo>
                    <a:pt x="576274" y="573052"/>
                  </a:lnTo>
                  <a:lnTo>
                    <a:pt x="576274" y="850933"/>
                  </a:lnTo>
                  <a:lnTo>
                    <a:pt x="300905" y="575564"/>
                  </a:lnTo>
                  <a:lnTo>
                    <a:pt x="295881" y="575564"/>
                  </a:lnTo>
                  <a:lnTo>
                    <a:pt x="20512" y="850933"/>
                  </a:lnTo>
                  <a:lnTo>
                    <a:pt x="20512" y="575564"/>
                  </a:lnTo>
                  <a:lnTo>
                    <a:pt x="19858" y="575564"/>
                  </a:lnTo>
                  <a:lnTo>
                    <a:pt x="19858" y="43281"/>
                  </a:lnTo>
                  <a:lnTo>
                    <a:pt x="17180" y="30017"/>
                  </a:lnTo>
                  <a:lnTo>
                    <a:pt x="0" y="9154"/>
                  </a:lnTo>
                  <a:lnTo>
                    <a:pt x="626" y="8394"/>
                  </a:lnTo>
                  <a:lnTo>
                    <a:pt x="19858" y="2519"/>
                  </a:lnTo>
                  <a:lnTo>
                    <a:pt x="19858" y="1946"/>
                  </a:lnTo>
                  <a:close/>
                </a:path>
              </a:pathLst>
            </a:custGeom>
            <a:gradFill>
              <a:gsLst>
                <a:gs pos="81000">
                  <a:schemeClr val="tx2"/>
                </a:gs>
                <a:gs pos="55000">
                  <a:srgbClr val="394D60"/>
                </a:gs>
                <a:gs pos="0">
                  <a:srgbClr val="3F5771"/>
                </a:gs>
                <a:gs pos="13000">
                  <a:schemeClr val="tx2"/>
                </a:gs>
              </a:gsLst>
              <a:lin ang="5400000" scaled="0"/>
            </a:gradFill>
            <a:ln>
              <a:noFill/>
            </a:ln>
            <a:effectLst>
              <a:outerShdw blurRad="254000" dist="38100" dir="81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endParaRPr lang="en-US" sz="1600" err="1">
                <a:solidFill>
                  <a:schemeClr val="bg1"/>
                </a:solidFill>
              </a:endParaRPr>
            </a:p>
          </p:txBody>
        </p:sp>
      </p:grpSp>
      <p:sp>
        <p:nvSpPr>
          <p:cNvPr id="112" name="TextBox 111">
            <a:extLst>
              <a:ext uri="{FF2B5EF4-FFF2-40B4-BE49-F238E27FC236}">
                <a16:creationId xmlns:a16="http://schemas.microsoft.com/office/drawing/2014/main" id="{B063D054-D822-7C4A-AE2D-EF657B0A353A}"/>
              </a:ext>
            </a:extLst>
          </p:cNvPr>
          <p:cNvSpPr txBox="1"/>
          <p:nvPr/>
        </p:nvSpPr>
        <p:spPr>
          <a:xfrm>
            <a:off x="10647927" y="863629"/>
            <a:ext cx="1353769" cy="539187"/>
          </a:xfrm>
          <a:prstGeom prst="rect">
            <a:avLst/>
          </a:prstGeom>
          <a:noFill/>
        </p:spPr>
        <p:txBody>
          <a:bodyPr wrap="none" lIns="0" rIns="0" rtlCol="0">
            <a:spAutoFit/>
          </a:bodyPr>
          <a:lstStyle/>
          <a:p>
            <a:pPr algn="ctr">
              <a:lnSpc>
                <a:spcPct val="80000"/>
              </a:lnSpc>
            </a:pPr>
            <a:r>
              <a:rPr lang="en-US" sz="1200" b="1" dirty="0" err="1">
                <a:solidFill>
                  <a:schemeClr val="bg1"/>
                </a:solidFill>
              </a:rPr>
              <a:t>03</a:t>
            </a:r>
            <a:endParaRPr lang="en-US" sz="1200" b="1" dirty="0">
              <a:solidFill>
                <a:schemeClr val="bg1"/>
              </a:solidFill>
            </a:endParaRPr>
          </a:p>
          <a:p>
            <a:pPr algn="ctr">
              <a:lnSpc>
                <a:spcPct val="80000"/>
              </a:lnSpc>
            </a:pPr>
            <a:r>
              <a:rPr lang="en-US" sz="1200" b="1" dirty="0" err="1">
                <a:solidFill>
                  <a:schemeClr val="bg1"/>
                </a:solidFill>
              </a:rPr>
              <a:t>APR</a:t>
            </a:r>
            <a:endParaRPr lang="en-US" sz="1200" b="1" dirty="0">
              <a:solidFill>
                <a:schemeClr val="bg1"/>
              </a:solidFill>
            </a:endParaRPr>
          </a:p>
          <a:p>
            <a:pPr algn="ctr">
              <a:lnSpc>
                <a:spcPct val="80000"/>
              </a:lnSpc>
            </a:pPr>
            <a:r>
              <a:rPr lang="en-US" sz="1200" dirty="0" err="1">
                <a:solidFill>
                  <a:srgbClr val="B3BECD"/>
                </a:solidFill>
              </a:rPr>
              <a:t>2023</a:t>
            </a:r>
            <a:endParaRPr lang="en-US" sz="1200" dirty="0">
              <a:solidFill>
                <a:srgbClr val="B3BECD"/>
              </a:solidFill>
            </a:endParaRPr>
          </a:p>
        </p:txBody>
      </p:sp>
      <p:sp>
        <p:nvSpPr>
          <p:cNvPr id="113" name="TextBox 112">
            <a:extLst>
              <a:ext uri="{FF2B5EF4-FFF2-40B4-BE49-F238E27FC236}">
                <a16:creationId xmlns:a16="http://schemas.microsoft.com/office/drawing/2014/main" id="{93AA5BC7-B715-604A-9B9D-83B2DC4945D4}"/>
              </a:ext>
            </a:extLst>
          </p:cNvPr>
          <p:cNvSpPr txBox="1"/>
          <p:nvPr/>
        </p:nvSpPr>
        <p:spPr>
          <a:xfrm>
            <a:off x="10213630" y="924589"/>
            <a:ext cx="813017" cy="415498"/>
          </a:xfrm>
          <a:prstGeom prst="rect">
            <a:avLst/>
          </a:prstGeom>
          <a:noFill/>
        </p:spPr>
        <p:txBody>
          <a:bodyPr wrap="square" rtlCol="0">
            <a:spAutoFit/>
          </a:bodyPr>
          <a:lstStyle/>
          <a:p>
            <a:pPr algn="r"/>
            <a:r>
              <a:rPr lang="en-US" sz="1000" b="1" dirty="0">
                <a:solidFill>
                  <a:schemeClr val="tx1">
                    <a:alpha val="50000"/>
                  </a:schemeClr>
                </a:solidFill>
              </a:rPr>
              <a:t>SNAPSHOT DATE</a:t>
            </a:r>
          </a:p>
        </p:txBody>
      </p:sp>
      <p:graphicFrame>
        <p:nvGraphicFramePr>
          <p:cNvPr id="14" name="Group 52">
            <a:extLst>
              <a:ext uri="{FF2B5EF4-FFF2-40B4-BE49-F238E27FC236}">
                <a16:creationId xmlns:a16="http://schemas.microsoft.com/office/drawing/2014/main" id="{48544E3C-8AC7-A154-122B-7281D42AE324}"/>
              </a:ext>
            </a:extLst>
          </p:cNvPr>
          <p:cNvGraphicFramePr>
            <a:graphicFrameLocks noGrp="1"/>
          </p:cNvGraphicFramePr>
          <p:nvPr>
            <p:extLst>
              <p:ext uri="{D42A27DB-BD31-4B8C-83A1-F6EECF244321}">
                <p14:modId xmlns:p14="http://schemas.microsoft.com/office/powerpoint/2010/main" val="3570056931"/>
              </p:ext>
            </p:extLst>
          </p:nvPr>
        </p:nvGraphicFramePr>
        <p:xfrm>
          <a:off x="8124539" y="3092432"/>
          <a:ext cx="3589609" cy="23488560"/>
        </p:xfrm>
        <a:graphic>
          <a:graphicData uri="http://schemas.openxmlformats.org/drawingml/2006/table">
            <a:tbl>
              <a:tblPr>
                <a:tableStyleId>{5940675A-B579-460E-94D1-54222C63F5DA}</a:tableStyleId>
              </a:tblPr>
              <a:tblGrid>
                <a:gridCol w="2197007">
                  <a:extLst>
                    <a:ext uri="{9D8B030D-6E8A-4147-A177-3AD203B41FA5}">
                      <a16:colId xmlns:a16="http://schemas.microsoft.com/office/drawing/2014/main" val="20000"/>
                    </a:ext>
                  </a:extLst>
                </a:gridCol>
                <a:gridCol w="951100">
                  <a:extLst>
                    <a:ext uri="{9D8B030D-6E8A-4147-A177-3AD203B41FA5}">
                      <a16:colId xmlns:a16="http://schemas.microsoft.com/office/drawing/2014/main" val="335839943"/>
                    </a:ext>
                  </a:extLst>
                </a:gridCol>
                <a:gridCol w="441502">
                  <a:extLst>
                    <a:ext uri="{9D8B030D-6E8A-4147-A177-3AD203B41FA5}">
                      <a16:colId xmlns:a16="http://schemas.microsoft.com/office/drawing/2014/main" val="2689889332"/>
                    </a:ext>
                  </a:extLst>
                </a:gridCol>
              </a:tblGrid>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a:ln>
                            <a:noFill/>
                          </a:ln>
                          <a:solidFill>
                            <a:schemeClr val="tx2"/>
                          </a:solidFill>
                          <a:effectLst/>
                          <a:latin typeface="+mn-lt"/>
                          <a:ea typeface="ＭＳ Ｐゴシック" charset="0"/>
                          <a:cs typeface="TheSans B7 Bold"/>
                        </a:rPr>
                        <a:t>Code Breakdown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accent1"/>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accent1"/>
                        </a:solidFill>
                        <a:effectLst/>
                        <a:latin typeface="Calibri" panose="020F0502020204030204" pitchFamily="34" charset="0"/>
                        <a:ea typeface="ＭＳ Ｐゴシック" charset="0"/>
                        <a:cs typeface="TheSans B7 Bold"/>
                      </a:endParaRPr>
                    </a:p>
                  </a:txBody>
                  <a:tcPr marB="72000" anchor="b"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3.2</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a:ln>
                            <a:noFill/>
                          </a:ln>
                          <a:solidFill>
                            <a:schemeClr val="tx2"/>
                          </a:solidFill>
                          <a:effectLst/>
                          <a:latin typeface="+mn-lt"/>
                          <a:ea typeface="ＭＳ Ｐゴシック" charset="0"/>
                          <a:cs typeface="TheSans B7 Bold"/>
                        </a:rPr>
                        <a:t>Component Coupling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accent1"/>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accent1"/>
                        </a:solidFill>
                        <a:effectLst/>
                        <a:latin typeface="Calibri" panose="020F0502020204030204" pitchFamily="34" charset="0"/>
                        <a:ea typeface="ＭＳ Ｐゴシック" charset="0"/>
                        <a:cs typeface="TheSans B7 Bold"/>
                      </a:endParaRPr>
                    </a:p>
                  </a:txBody>
                  <a:tcPr marB="72000" anchor="b"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3.6</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u="none" strike="noStrike" cap="none" normalizeH="0" baseline="0" noProof="0">
                          <a:ln>
                            <a:noFill/>
                          </a:ln>
                          <a:solidFill>
                            <a:schemeClr val="tx2"/>
                          </a:solidFill>
                          <a:effectLst/>
                          <a:latin typeface="+mn-lt"/>
                        </a:rPr>
                        <a:t>Component Cohesion</a:t>
                      </a:r>
                      <a:endParaRPr kumimoji="0" lang="en-US" sz="1200" b="0" i="0" u="none" strike="noStrike" cap="none" normalizeH="0" baseline="0" noProof="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accent1"/>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accent1"/>
                        </a:solidFill>
                        <a:effectLst/>
                        <a:latin typeface="Calibri" panose="020F0502020204030204" pitchFamily="34" charset="0"/>
                        <a:ea typeface="ＭＳ Ｐゴシック" charset="0"/>
                        <a:cs typeface="TheSans B7 Bold"/>
                      </a:endParaRPr>
                    </a:p>
                  </a:txBody>
                  <a:tcPr marB="72000" anchor="b"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4.5</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2"/>
                          </a:solidFill>
                          <a:effectLst/>
                          <a:latin typeface="+mn-lt"/>
                          <a:ea typeface="ＭＳ Ｐゴシック" charset="0"/>
                          <a:cs typeface="TheSans B7 Bold"/>
                        </a:rPr>
                        <a:t>Code Reuse</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accent1"/>
                          </a:solidFill>
                          <a:effectLst/>
                          <a:latin typeface="Calibri" panose="020F0502020204030204" pitchFamily="34" charset="0"/>
                          <a:ea typeface="ＭＳ Ｐゴシック" charset="0"/>
                          <a:cs typeface="TheSans B7 Bold"/>
                        </a:rPr>
                        <a:t/>
                      </a:r>
                      <a:endParaRPr kumimoji="0" lang="en-US" sz="1200" b="0" i="0" u="none" strike="noStrike" cap="none" normalizeH="0" baseline="0" noProof="0" dirty="0">
                        <a:ln>
                          <a:noFill/>
                        </a:ln>
                        <a:solidFill>
                          <a:schemeClr val="accent1"/>
                        </a:solidFill>
                        <a:effectLst/>
                        <a:latin typeface="Calibri" panose="020F0502020204030204" pitchFamily="34" charset="0"/>
                        <a:ea typeface="ＭＳ Ｐゴシック" charset="0"/>
                        <a:cs typeface="TheSans B7 Bold"/>
                      </a:endParaRPr>
                    </a:p>
                  </a:txBody>
                  <a:tcPr marB="72000" anchor="b"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N/A</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3993642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2"/>
                          </a:solidFill>
                          <a:effectLst/>
                          <a:latin typeface="+mn-lt"/>
                          <a:ea typeface="ＭＳ Ｐゴシック" charset="0"/>
                          <a:cs typeface="TheSans B7 Bold"/>
                        </a:rPr>
                        <a:t>Communication Centralization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accent1"/>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accent1"/>
                        </a:solidFill>
                        <a:effectLst/>
                        <a:latin typeface="Calibri" panose="020F0502020204030204" pitchFamily="34" charset="0"/>
                        <a:ea typeface="ＭＳ Ｐゴシック" charset="0"/>
                        <a:cs typeface="TheSans B7 Bold"/>
                      </a:endParaRPr>
                    </a:p>
                  </a:txBody>
                  <a:tcPr marB="72000" anchor="b"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4.2</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67257320"/>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2"/>
                          </a:solidFill>
                          <a:effectLst/>
                          <a:latin typeface="+mn-lt"/>
                          <a:ea typeface="ＭＳ Ｐゴシック" charset="0"/>
                          <a:cs typeface="TheSans B7 Bold"/>
                        </a:rPr>
                        <a:t>Data coupling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defRPr/>
                      </a:pPr>
                      <a:r>
                        <a:rPr kumimoji="0" lang="en-US" sz="1200" b="0" i="0" u="none" strike="noStrike" cap="none" normalizeH="0" baseline="0" noProof="0" dirty="0" err="1">
                          <a:ln>
                            <a:noFill/>
                          </a:ln>
                          <a:solidFill>
                            <a:schemeClr val="accent1"/>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accent1"/>
                        </a:solidFill>
                        <a:effectLst/>
                        <a:latin typeface="Calibri" panose="020F0502020204030204" pitchFamily="34" charset="0"/>
                        <a:ea typeface="ＭＳ Ｐゴシック" charset="0"/>
                        <a:cs typeface="TheSans B7 Bold"/>
                      </a:endParaRPr>
                    </a:p>
                  </a:txBody>
                  <a:tcPr marB="72000" anchor="b"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4.4</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69963878"/>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2"/>
                          </a:solidFill>
                          <a:effectLst/>
                          <a:latin typeface="+mn-lt"/>
                          <a:ea typeface="ＭＳ Ｐゴシック" charset="0"/>
                          <a:cs typeface="TheSans B7 Bold"/>
                        </a:rPr>
                        <a:t>Technology Prevalence</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accent1"/>
                          </a:solidFill>
                          <a:effectLst/>
                          <a:latin typeface="Calibri" panose="020F0502020204030204" pitchFamily="34" charset="0"/>
                          <a:ea typeface="ＭＳ Ｐゴシック" charset="0"/>
                          <a:cs typeface="TheSans B7 Bold"/>
                        </a:rPr>
                        <a:t/>
                      </a:r>
                      <a:endParaRPr kumimoji="0" lang="en-US" sz="1200" b="0" i="0" u="none" strike="noStrike" cap="none" normalizeH="0" baseline="0" noProof="0" dirty="0">
                        <a:ln>
                          <a:noFill/>
                        </a:ln>
                        <a:solidFill>
                          <a:schemeClr val="accent1"/>
                        </a:solidFill>
                        <a:effectLst/>
                        <a:latin typeface="Calibri" panose="020F0502020204030204" pitchFamily="34" charset="0"/>
                        <a:ea typeface="ＭＳ Ｐゴシック" charset="0"/>
                        <a:cs typeface="TheSans B7 Bold"/>
                      </a:endParaRPr>
                    </a:p>
                  </a:txBody>
                  <a:tcPr marB="72000" anchor="b"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N/A</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33660516"/>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2"/>
                          </a:solidFill>
                          <a:effectLst/>
                          <a:latin typeface="+mn-lt"/>
                          <a:ea typeface="ＭＳ Ｐゴシック" charset="0"/>
                          <a:cs typeface="TheSans B7 Bold"/>
                        </a:rPr>
                        <a:t>Bounded evolution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accent1"/>
                          </a:solidFill>
                          <a:effectLst/>
                          <a:latin typeface="Calibri" panose="020F0502020204030204" pitchFamily="34" charset="0"/>
                          <a:ea typeface="ＭＳ Ｐゴシック" charset="0"/>
                          <a:cs typeface="TheSans B7 Bold"/>
                        </a:rPr>
                        <a:t/>
                      </a:r>
                      <a:endParaRPr kumimoji="0" lang="en-US" sz="1200" b="0" i="0" u="none" strike="noStrike" cap="none" normalizeH="0" baseline="0" noProof="0" dirty="0">
                        <a:ln>
                          <a:noFill/>
                        </a:ln>
                        <a:solidFill>
                          <a:schemeClr val="accent1"/>
                        </a:solidFill>
                        <a:effectLst/>
                        <a:latin typeface="Calibri" panose="020F0502020204030204" pitchFamily="34" charset="0"/>
                        <a:ea typeface="ＭＳ Ｐゴシック" charset="0"/>
                        <a:cs typeface="TheSans B7 Bold"/>
                      </a:endParaRPr>
                    </a:p>
                  </a:txBody>
                  <a:tcPr marB="72000" anchor="b"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N/A</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32174886"/>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GB" sz="1200" b="0" i="0" u="none" strike="noStrike" kern="1200" cap="none" normalizeH="0" baseline="0" dirty="0">
                          <a:ln>
                            <a:noFill/>
                          </a:ln>
                          <a:solidFill>
                            <a:schemeClr val="tx2"/>
                          </a:solidFill>
                          <a:effectLst/>
                          <a:latin typeface="+mn-lt"/>
                          <a:ea typeface="ＭＳ Ｐゴシック" charset="0"/>
                          <a:cs typeface="+mn-cs"/>
                        </a:rPr>
                        <a:t>Knowledge distribution</a:t>
                      </a:r>
                      <a:endParaRPr kumimoji="0" lang="en-US" sz="1200" b="0" i="0" u="none" strike="noStrike" kern="1200"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accent1"/>
                          </a:solidFill>
                          <a:effectLst/>
                          <a:latin typeface="Calibri" panose="020F0502020204030204" pitchFamily="34" charset="0"/>
                          <a:ea typeface="ＭＳ Ｐゴシック" charset="0"/>
                          <a:cs typeface="TheSans B7 Bold"/>
                        </a:rPr>
                        <a:t/>
                      </a:r>
                      <a:endParaRPr kumimoji="0" lang="en-US" sz="1200" b="0" i="0" u="none" strike="noStrike" cap="none" normalizeH="0" baseline="0" noProof="0" dirty="0">
                        <a:ln>
                          <a:noFill/>
                        </a:ln>
                        <a:solidFill>
                          <a:schemeClr val="accent1"/>
                        </a:solidFill>
                        <a:effectLst/>
                        <a:latin typeface="Calibri" panose="020F0502020204030204" pitchFamily="34" charset="0"/>
                        <a:ea typeface="ＭＳ Ｐゴシック" charset="0"/>
                        <a:cs typeface="TheSans B7 Bold"/>
                      </a:endParaRPr>
                    </a:p>
                  </a:txBody>
                  <a:tcPr marB="72000" anchor="b"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N/A</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1300530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kern="1200" cap="none" normalizeH="0" baseline="0" noProof="0">
                          <a:ln>
                            <a:noFill/>
                          </a:ln>
                          <a:solidFill>
                            <a:schemeClr val="tx2"/>
                          </a:solidFill>
                          <a:effectLst/>
                          <a:latin typeface="+mn-lt"/>
                          <a:ea typeface="ＭＳ Ｐゴシック" charset="0"/>
                          <a:cs typeface="TheSans B7 Bold"/>
                        </a:rPr>
                        <a:t>Component freshness</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accent1"/>
                          </a:solidFill>
                          <a:effectLst/>
                          <a:latin typeface="Calibri" panose="020F0502020204030204" pitchFamily="34" charset="0"/>
                          <a:ea typeface="ＭＳ Ｐゴシック" charset="0"/>
                          <a:cs typeface="TheSans B7 Bold"/>
                        </a:rPr>
                        <a:t/>
                      </a:r>
                      <a:endParaRPr kumimoji="0" lang="en-US" sz="1200" b="0" i="0" u="none" strike="noStrike" cap="none" normalizeH="0" baseline="0" noProof="0" dirty="0">
                        <a:ln>
                          <a:noFill/>
                        </a:ln>
                        <a:solidFill>
                          <a:schemeClr val="accent1"/>
                        </a:solidFill>
                        <a:effectLst/>
                        <a:latin typeface="Calibri" panose="020F0502020204030204" pitchFamily="34" charset="0"/>
                        <a:ea typeface="ＭＳ Ｐゴシック" charset="0"/>
                        <a:cs typeface="TheSans B7 Bold"/>
                      </a:endParaRPr>
                    </a:p>
                  </a:txBody>
                  <a:tcPr marB="72000" anchor="b"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N/A</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72674231"/>
                  </a:ext>
                </a:extLst>
              </a:tr>
            </a:tbl>
          </a:graphicData>
        </a:graphic>
      </p:graphicFrame>
      <p:sp>
        <p:nvSpPr>
          <p:cNvPr id="3" name="Hexagon 2">
            <a:extLst>
              <a:ext uri="{FF2B5EF4-FFF2-40B4-BE49-F238E27FC236}">
                <a16:creationId xmlns:a16="http://schemas.microsoft.com/office/drawing/2014/main" id="{D5CD9305-CCE9-EA52-C836-9AE14A1102F2}"/>
              </a:ext>
            </a:extLst>
          </p:cNvPr>
          <p:cNvSpPr/>
          <p:nvPr/>
        </p:nvSpPr>
        <p:spPr>
          <a:xfrm>
            <a:off x="707921" y="3519047"/>
            <a:ext cx="1427142" cy="1299028"/>
          </a:xfrm>
          <a:prstGeom prst="hexagon">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b="1" dirty="0">
                <a:solidFill>
                  <a:schemeClr val="bg1"/>
                </a:solidFill>
              </a:rPr>
              <a:t>Knowledge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srgbClr val="FFFFFF"/>
                </a:solidFill>
                <a:effectLst/>
                <a:uLnTx/>
                <a:uFillTx/>
                <a:latin typeface="Calibri" panose="020F0502020204030204"/>
                <a:ea typeface="+mn-ea"/>
                <a:cs typeface="+mn-cs"/>
              </a:rPr>
              <a:t>N/A </a:t>
            </a:r>
            <a:r>
              <a:rPr kumimoji="0" lang="en-US" sz="1200" u="none" strike="noStrike" kern="1200" cap="none" spc="0" normalizeH="0" baseline="0" noProof="0" dirty="0">
                <a:ln>
                  <a:noFill/>
                </a:ln>
                <a:solidFill>
                  <a:srgbClr val="FFFFFF"/>
                </a:solidFill>
                <a:effectLst/>
                <a:uLnTx/>
                <a:uFillTx/>
                <a:latin typeface="Calibri" panose="020F0502020204030204" pitchFamily="34" charset="0"/>
                <a:ea typeface="+mn-ea"/>
                <a:cs typeface="+mn-cs"/>
              </a:rPr>
              <a:t>★</a:t>
            </a:r>
            <a:endParaRPr kumimoji="0" lang="en-US" sz="105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13" name="Hexagon 12">
            <a:extLst>
              <a:ext uri="{FF2B5EF4-FFF2-40B4-BE49-F238E27FC236}">
                <a16:creationId xmlns:a16="http://schemas.microsoft.com/office/drawing/2014/main" id="{D204D0A0-23BA-8D4D-D1F0-AD503F0745FC}"/>
              </a:ext>
            </a:extLst>
          </p:cNvPr>
          <p:cNvSpPr/>
          <p:nvPr/>
        </p:nvSpPr>
        <p:spPr>
          <a:xfrm>
            <a:off x="1862482" y="2869533"/>
            <a:ext cx="1427142" cy="1299028"/>
          </a:xfrm>
          <a:prstGeom prst="hexagon">
            <a:avLst/>
          </a:prstGeom>
          <a:solidFill>
            <a:srgbClr val="57C96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900" dirty="0">
                <a:solidFill>
                  <a:srgbClr val="1E354B"/>
                </a:solidFill>
              </a:rPr>
              <a:t>Communication</a:t>
            </a:r>
          </a:p>
          <a:p>
            <a:pPr algn="ctr">
              <a:defRPr/>
            </a:pPr>
            <a:r>
              <a:rPr lang="en-US" sz="1200" dirty="0" err="1">
                <a:solidFill>
                  <a:srgbClr val="1E354B"/>
                </a:solidFill>
                <a:latin typeface="Calibri" panose="020F0502020204030204"/>
              </a:rPr>
              <a:t>3.9</a:t>
            </a:r>
            <a:r>
              <a:rPr kumimoji="0" lang="en-US" sz="1200" b="0" i="0" u="none" strike="noStrike" kern="1200" cap="none" spc="0" normalizeH="0" baseline="0" noProof="0" dirty="0">
                <a:ln>
                  <a:noFill/>
                </a:ln>
                <a:solidFill>
                  <a:srgbClr val="1E354B"/>
                </a:solidFill>
                <a:effectLst/>
                <a:uLnTx/>
                <a:uFillTx/>
                <a:latin typeface="Calibri" panose="020F0502020204030204"/>
                <a:ea typeface="+mn-ea"/>
                <a:cs typeface="+mn-cs"/>
              </a:rPr>
              <a:t> </a:t>
            </a:r>
            <a:r>
              <a:rPr kumimoji="0" lang="en-US" sz="1200" u="none" strike="noStrike" kern="1200" cap="none" spc="0" normalizeH="0" baseline="0" noProof="0" dirty="0">
                <a:ln>
                  <a:noFill/>
                </a:ln>
                <a:solidFill>
                  <a:srgbClr val="1E354B"/>
                </a:solidFill>
                <a:effectLst/>
                <a:uLnTx/>
                <a:uFillTx/>
                <a:latin typeface="Calibri" panose="020F0502020204030204" pitchFamily="34" charset="0"/>
                <a:ea typeface="+mn-ea"/>
                <a:cs typeface="+mn-cs"/>
              </a:rPr>
              <a:t>★</a:t>
            </a:r>
            <a:endParaRPr kumimoji="0" lang="en-US" sz="1050" u="none" strike="noStrike" kern="1200" cap="none" spc="0" normalizeH="0" baseline="0" noProof="0" dirty="0">
              <a:ln>
                <a:noFill/>
              </a:ln>
              <a:solidFill>
                <a:srgbClr val="1E354B"/>
              </a:solidFill>
              <a:effectLst/>
              <a:uLnTx/>
              <a:uFillTx/>
              <a:latin typeface="Calibri" panose="020F0502020204030204" pitchFamily="34" charset="0"/>
              <a:ea typeface="+mn-ea"/>
              <a:cs typeface="+mn-cs"/>
            </a:endParaRPr>
          </a:p>
        </p:txBody>
      </p:sp>
      <p:sp>
        <p:nvSpPr>
          <p:cNvPr id="15" name="Hexagon 14">
            <a:extLst>
              <a:ext uri="{FF2B5EF4-FFF2-40B4-BE49-F238E27FC236}">
                <a16:creationId xmlns:a16="http://schemas.microsoft.com/office/drawing/2014/main" id="{BB2CEEEE-E9A9-1416-5AAD-D972DDBE5A93}"/>
              </a:ext>
            </a:extLst>
          </p:cNvPr>
          <p:cNvSpPr/>
          <p:nvPr/>
        </p:nvSpPr>
        <p:spPr>
          <a:xfrm>
            <a:off x="1862482" y="4212977"/>
            <a:ext cx="1427142" cy="1299028"/>
          </a:xfrm>
          <a:prstGeom prst="hexagon">
            <a:avLst/>
          </a:prstGeom>
          <a:solidFill>
            <a:srgbClr val="57C96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dirty="0">
                <a:solidFill>
                  <a:srgbClr val="1E354B"/>
                </a:solidFill>
              </a:rPr>
              <a:t>Structure</a:t>
            </a:r>
          </a:p>
          <a:p>
            <a:pPr algn="ctr"/>
            <a:r>
              <a:rPr lang="en-US" sz="1200" dirty="0" err="1">
                <a:solidFill>
                  <a:srgbClr val="1E354B"/>
                </a:solidFill>
              </a:rPr>
              <a:t>4.0 </a:t>
            </a:r>
            <a:r>
              <a:rPr lang="en-US" sz="1200" dirty="0">
                <a:solidFill>
                  <a:srgbClr val="1E354B"/>
                </a:solidFill>
                <a:latin typeface="Calibri" panose="020F0502020204030204" pitchFamily="34" charset="0"/>
              </a:rPr>
              <a:t>★</a:t>
            </a:r>
            <a:endParaRPr lang="en-US" sz="1050" dirty="0">
              <a:solidFill>
                <a:srgbClr val="1E354B"/>
              </a:solidFill>
              <a:latin typeface="Calibri" panose="020F0502020204030204" pitchFamily="34" charset="0"/>
            </a:endParaRPr>
          </a:p>
        </p:txBody>
      </p:sp>
      <p:sp>
        <p:nvSpPr>
          <p:cNvPr id="17" name="Hexagon 16">
            <a:extLst>
              <a:ext uri="{FF2B5EF4-FFF2-40B4-BE49-F238E27FC236}">
                <a16:creationId xmlns:a16="http://schemas.microsoft.com/office/drawing/2014/main" id="{E28EB117-3C52-28E2-1D2F-E7E5DFD59278}"/>
              </a:ext>
            </a:extLst>
          </p:cNvPr>
          <p:cNvSpPr/>
          <p:nvPr/>
        </p:nvSpPr>
        <p:spPr>
          <a:xfrm>
            <a:off x="707921" y="4879197"/>
            <a:ext cx="1427142" cy="1299028"/>
          </a:xfrm>
          <a:prstGeom prst="hexagon">
            <a:avLst/>
          </a:prstGeom>
          <a:solidFill>
            <a:srgbClr val="57C96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dirty="0">
                <a:solidFill>
                  <a:srgbClr val="1E354B"/>
                </a:solidFill>
              </a:rPr>
              <a:t>Evolution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srgbClr val="1E354B"/>
                </a:solidFill>
                <a:effectLst/>
                <a:uLnTx/>
                <a:uFillTx/>
                <a:latin typeface="Calibri" panose="020F0502020204030204"/>
                <a:ea typeface="+mn-ea"/>
                <a:cs typeface="+mn-cs"/>
              </a:rPr>
              <a:t>3.7 </a:t>
            </a:r>
            <a:r>
              <a:rPr kumimoji="0" lang="en-US" sz="1200" u="none" strike="noStrike" kern="1200" cap="none" spc="0" normalizeH="0" baseline="0" noProof="0" dirty="0">
                <a:ln>
                  <a:noFill/>
                </a:ln>
                <a:solidFill>
                  <a:srgbClr val="1E354B"/>
                </a:solidFill>
                <a:effectLst/>
                <a:uLnTx/>
                <a:uFillTx/>
                <a:latin typeface="Calibri" panose="020F0502020204030204" pitchFamily="34" charset="0"/>
                <a:ea typeface="+mn-ea"/>
                <a:cs typeface="+mn-cs"/>
              </a:rPr>
              <a:t>★</a:t>
            </a:r>
            <a:endParaRPr kumimoji="0" lang="en-US" sz="1050" u="none" strike="noStrike" kern="1200" cap="none" spc="0" normalizeH="0" baseline="0" noProof="0" dirty="0">
              <a:ln>
                <a:noFill/>
              </a:ln>
              <a:solidFill>
                <a:srgbClr val="1E354B"/>
              </a:solidFill>
              <a:effectLst/>
              <a:uLnTx/>
              <a:uFillTx/>
              <a:latin typeface="Calibri" panose="020F0502020204030204" pitchFamily="34" charset="0"/>
              <a:ea typeface="+mn-ea"/>
              <a:cs typeface="+mn-cs"/>
            </a:endParaRPr>
          </a:p>
        </p:txBody>
      </p:sp>
      <p:sp>
        <p:nvSpPr>
          <p:cNvPr id="18" name="Hexagon 17">
            <a:extLst>
              <a:ext uri="{FF2B5EF4-FFF2-40B4-BE49-F238E27FC236}">
                <a16:creationId xmlns:a16="http://schemas.microsoft.com/office/drawing/2014/main" id="{0235E037-9510-428B-E797-FFDB9B2A8BDD}"/>
              </a:ext>
            </a:extLst>
          </p:cNvPr>
          <p:cNvSpPr/>
          <p:nvPr/>
        </p:nvSpPr>
        <p:spPr>
          <a:xfrm>
            <a:off x="3034403" y="3519047"/>
            <a:ext cx="1427142" cy="1299028"/>
          </a:xfrm>
          <a:prstGeom prst="hexagon">
            <a:avLst/>
          </a:prstGeom>
          <a:solidFill>
            <a:srgbClr val="57C96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dirty="0">
                <a:solidFill>
                  <a:srgbClr val="1E354B"/>
                </a:solidFill>
              </a:rPr>
              <a:t>Data Access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err="1">
                <a:solidFill>
                  <a:srgbClr val="1E354B"/>
                </a:solidFill>
                <a:latin typeface="Calibri" panose="020F0502020204030204"/>
              </a:rPr>
              <a:t>4.1</a:t>
            </a:r>
            <a:r>
              <a:rPr kumimoji="0" lang="en-US" sz="1200" b="0" i="0" u="none" strike="noStrike" kern="1200" cap="none" spc="0" normalizeH="0" baseline="0" noProof="0" dirty="0">
                <a:ln>
                  <a:noFill/>
                </a:ln>
                <a:solidFill>
                  <a:srgbClr val="1E354B"/>
                </a:solidFill>
                <a:effectLst/>
                <a:uLnTx/>
                <a:uFillTx/>
                <a:latin typeface="Calibri" panose="020F0502020204030204"/>
                <a:ea typeface="+mn-ea"/>
                <a:cs typeface="+mn-cs"/>
              </a:rPr>
              <a:t> </a:t>
            </a:r>
            <a:r>
              <a:rPr kumimoji="0" lang="en-US" sz="1200" u="none" strike="noStrike" kern="1200" cap="none" spc="0" normalizeH="0" baseline="0" noProof="0" dirty="0">
                <a:ln>
                  <a:noFill/>
                </a:ln>
                <a:solidFill>
                  <a:srgbClr val="1E354B"/>
                </a:solidFill>
                <a:effectLst/>
                <a:uLnTx/>
                <a:uFillTx/>
                <a:latin typeface="Calibri" panose="020F0502020204030204" pitchFamily="34" charset="0"/>
                <a:ea typeface="+mn-ea"/>
                <a:cs typeface="+mn-cs"/>
              </a:rPr>
              <a:t>★</a:t>
            </a:r>
            <a:endParaRPr kumimoji="0" lang="en-US" sz="1050" u="none" strike="noStrike" kern="1200" cap="none" spc="0" normalizeH="0" baseline="0" noProof="0" dirty="0">
              <a:ln>
                <a:noFill/>
              </a:ln>
              <a:solidFill>
                <a:srgbClr val="1E354B"/>
              </a:solidFill>
              <a:effectLst/>
              <a:uLnTx/>
              <a:uFillTx/>
              <a:latin typeface="Calibri" panose="020F0502020204030204" pitchFamily="34" charset="0"/>
              <a:ea typeface="+mn-ea"/>
              <a:cs typeface="+mn-cs"/>
            </a:endParaRPr>
          </a:p>
        </p:txBody>
      </p:sp>
      <p:sp>
        <p:nvSpPr>
          <p:cNvPr id="19" name="Hexagon 18">
            <a:extLst>
              <a:ext uri="{FF2B5EF4-FFF2-40B4-BE49-F238E27FC236}">
                <a16:creationId xmlns:a16="http://schemas.microsoft.com/office/drawing/2014/main" id="{44A085BF-41DC-A529-9DF1-2914BA7DD84E}"/>
              </a:ext>
            </a:extLst>
          </p:cNvPr>
          <p:cNvSpPr/>
          <p:nvPr/>
        </p:nvSpPr>
        <p:spPr>
          <a:xfrm>
            <a:off x="3017043" y="4879197"/>
            <a:ext cx="1427142" cy="1299028"/>
          </a:xfrm>
          <a:prstGeom prst="hexagon">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dirty="0">
                <a:solidFill>
                  <a:srgbClr val="1E354B"/>
                </a:solidFill>
              </a:rPr>
              <a:t>Technology Stack</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err="1">
                <a:solidFill>
                  <a:srgbClr val="1E354B"/>
                </a:solidFill>
                <a:latin typeface="Calibri" panose="020F0502020204030204"/>
              </a:rPr>
              <a:t>N/A</a:t>
            </a:r>
            <a:r>
              <a:rPr kumimoji="0" lang="en-US" sz="1200" b="0" i="0" u="none" strike="noStrike" kern="1200" cap="none" spc="0" normalizeH="0" baseline="0" noProof="0">
                <a:ln>
                  <a:noFill/>
                </a:ln>
                <a:solidFill>
                  <a:srgbClr val="1E354B"/>
                </a:solidFill>
                <a:effectLst/>
                <a:uLnTx/>
                <a:uFillTx/>
                <a:latin typeface="Calibri" panose="020F0502020204030204"/>
                <a:ea typeface="+mn-ea"/>
                <a:cs typeface="+mn-cs"/>
              </a:rPr>
              <a:t> </a:t>
            </a:r>
            <a:r>
              <a:rPr kumimoji="0" lang="en-US" sz="1200" u="none" strike="noStrike" kern="1200" cap="none" spc="0" normalizeH="0" baseline="0" noProof="0">
                <a:ln>
                  <a:noFill/>
                </a:ln>
                <a:solidFill>
                  <a:srgbClr val="1E354B"/>
                </a:solidFill>
                <a:effectLst/>
                <a:uLnTx/>
                <a:uFillTx/>
                <a:latin typeface="Calibri" panose="020F0502020204030204" pitchFamily="34" charset="0"/>
                <a:ea typeface="+mn-ea"/>
                <a:cs typeface="+mn-cs"/>
              </a:rPr>
              <a:t>★</a:t>
            </a:r>
            <a:endParaRPr kumimoji="0" lang="en-US" sz="1050" u="none" strike="noStrike" kern="1200" cap="none" spc="0" normalizeH="0" baseline="0" noProof="0" dirty="0">
              <a:ln>
                <a:noFill/>
              </a:ln>
              <a:solidFill>
                <a:srgbClr val="1E354B"/>
              </a:solidFill>
              <a:effectLst/>
              <a:uLnTx/>
              <a:uFillTx/>
              <a:latin typeface="Calibri" panose="020F0502020204030204" pitchFamily="34" charset="0"/>
              <a:ea typeface="+mn-ea"/>
              <a:cs typeface="+mn-cs"/>
            </a:endParaRPr>
          </a:p>
        </p:txBody>
      </p:sp>
      <p:sp>
        <p:nvSpPr>
          <p:cNvPr id="6" name="TextBox 5">
            <a:extLst>
              <a:ext uri="{FF2B5EF4-FFF2-40B4-BE49-F238E27FC236}">
                <a16:creationId xmlns:a16="http://schemas.microsoft.com/office/drawing/2014/main" id="{FFFF41BB-98C2-A0F0-E38F-BD2708718FCB}"/>
              </a:ext>
            </a:extLst>
          </p:cNvPr>
          <p:cNvSpPr txBox="1"/>
          <p:nvPr/>
        </p:nvSpPr>
        <p:spPr>
          <a:xfrm>
            <a:off x="4651513" y="3050651"/>
            <a:ext cx="3288794" cy="830997"/>
          </a:xfrm>
          <a:prstGeom prst="rect">
            <a:avLst/>
          </a:prstGeom>
          <a:noFill/>
        </p:spPr>
        <p:txBody>
          <a:bodyPr wrap="square">
            <a:spAutoFit/>
          </a:bodyPr>
          <a:lstStyle/>
          <a:p>
            <a:r>
              <a:rPr lang="en-US" sz="1600" dirty="0" err="1">
                <a:solidFill>
                  <a:schemeClr val="accent1"/>
                </a:solidFill>
                <a:latin typeface="Calibri" panose="020F0502020204030204"/>
              </a:rPr>
              <a:t/>
            </a:r>
            <a:endParaRPr lang="en-US" sz="1600" dirty="0">
              <a:solidFill>
                <a:schemeClr val="accent1"/>
              </a:solidFill>
              <a:latin typeface="Calibri" panose="020F0502020204030204"/>
            </a:endParaRPr>
          </a:p>
          <a:p>
            <a:br>
              <a:rPr lang="en-US" sz="1600" dirty="0">
                <a:solidFill>
                  <a:schemeClr val="accent1"/>
                </a:solidFill>
                <a:latin typeface="Calibri" panose="020F0502020204030204"/>
              </a:rPr>
            </a:br>
            <a:r>
              <a:rPr lang="en-US" sz="1600" dirty="0" err="1">
                <a:solidFill>
                  <a:schemeClr val="accent1"/>
                </a:solidFill>
                <a:latin typeface="Calibri" panose="020F0502020204030204"/>
              </a:rPr>
              <a:t>The system's high score in Component Cohesion means highly reusable and replaceable components with focused internal logic. This minimizes external dependencies and references from other external components.</a:t>
            </a:r>
            <a:endParaRPr lang="en-US" sz="2400" dirty="0">
              <a:solidFill>
                <a:schemeClr val="accent1"/>
              </a:solidFill>
            </a:endParaRPr>
          </a:p>
        </p:txBody>
      </p:sp>
    </p:spTree>
    <p:extLst>
      <p:ext uri="{BB962C8B-B14F-4D97-AF65-F5344CB8AC3E}">
        <p14:creationId xmlns:p14="http://schemas.microsoft.com/office/powerpoint/2010/main" val="38679947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_NUMBER">
            <a:extLst>
              <a:ext uri="{FF2B5EF4-FFF2-40B4-BE49-F238E27FC236}">
                <a16:creationId xmlns:a16="http://schemas.microsoft.com/office/drawing/2014/main" id="{7E702EAD-0EDF-F14B-BCF1-3374C48973C2}"/>
              </a:ext>
            </a:extLst>
          </p:cNvPr>
          <p:cNvSpPr>
            <a:spLocks noGrp="1"/>
          </p:cNvSpPr>
          <p:nvPr>
            <p:ph type="sldNum" sz="quarter" idx="4"/>
          </p:nvPr>
        </p:nvSpPr>
        <p:spPr/>
        <p:txBody>
          <a:bodyPr/>
          <a:lstStyle/>
          <a:p>
            <a:fld id="{E242BD21-9B61-2246-BCB1-4BE5E1BEBE1C}" type="slidenum">
              <a:rPr lang="en-US" smtClean="0"/>
              <a:pPr/>
              <a:t>8</a:t>
            </a:fld>
            <a:endParaRPr lang="en-US"/>
          </a:p>
        </p:txBody>
      </p:sp>
      <p:sp>
        <p:nvSpPr>
          <p:cNvPr id="30" name="SUBTITLE">
            <a:extLst>
              <a:ext uri="{FF2B5EF4-FFF2-40B4-BE49-F238E27FC236}">
                <a16:creationId xmlns:a16="http://schemas.microsoft.com/office/drawing/2014/main" id="{EB811218-1F4C-A74F-B046-57C38BEBF2C0}"/>
              </a:ext>
            </a:extLst>
          </p:cNvPr>
          <p:cNvSpPr>
            <a:spLocks noGrp="1"/>
          </p:cNvSpPr>
          <p:nvPr>
            <p:ph type="body" sz="quarter" idx="12"/>
          </p:nvPr>
        </p:nvSpPr>
        <p:spPr/>
        <p:txBody>
          <a:bodyPr/>
          <a:lstStyle/>
          <a:p>
            <a:r>
              <a:rPr lang="da-DK" dirty="0" err="1"/>
              <a:t>Key</a:t>
            </a:r>
            <a:r>
              <a:rPr lang="da-DK" dirty="0"/>
              <a:t> </a:t>
            </a:r>
            <a:r>
              <a:rPr lang="da-DK" dirty="0" err="1"/>
              <a:t>findings</a:t>
            </a:r>
            <a:r>
              <a:rPr lang="da-DK" dirty="0"/>
              <a:t> – </a:t>
            </a:r>
            <a:r>
              <a:rPr lang="da-DK" dirty="0">
                <a:solidFill>
                  <a:schemeClr val="accent3"/>
                </a:solidFill>
              </a:rPr>
              <a:t>Open source and IP</a:t>
            </a:r>
          </a:p>
        </p:txBody>
      </p:sp>
      <p:sp>
        <p:nvSpPr>
          <p:cNvPr id="68" name="TITLE">
            <a:extLst>
              <a:ext uri="{FF2B5EF4-FFF2-40B4-BE49-F238E27FC236}">
                <a16:creationId xmlns:a16="http://schemas.microsoft.com/office/drawing/2014/main" id="{819D60A3-E539-D240-8F7B-2E33400530E0}"/>
              </a:ext>
            </a:extLst>
          </p:cNvPr>
          <p:cNvSpPr>
            <a:spLocks noGrp="1"/>
          </p:cNvSpPr>
          <p:nvPr>
            <p:ph type="title"/>
          </p:nvPr>
        </p:nvSpPr>
        <p:spPr/>
        <p:txBody>
          <a:bodyPr/>
          <a:lstStyle/>
          <a:p>
            <a:r>
              <a:rPr lang="en-US" dirty="0" err="1"/>
              <a:t>1 vulnerable 3rd party open-source dependencies were identified</a:t>
            </a:r>
          </a:p>
        </p:txBody>
      </p:sp>
      <p:sp>
        <p:nvSpPr>
          <p:cNvPr id="70" name="CONTENT">
            <a:extLst>
              <a:ext uri="{FF2B5EF4-FFF2-40B4-BE49-F238E27FC236}">
                <a16:creationId xmlns:a16="http://schemas.microsoft.com/office/drawing/2014/main" id="{35382002-BD0E-6D41-9C6F-BAEA966CEA5D}"/>
              </a:ext>
            </a:extLst>
          </p:cNvPr>
          <p:cNvSpPr>
            <a:spLocks noGrp="1"/>
          </p:cNvSpPr>
          <p:nvPr>
            <p:ph sz="quarter" idx="13"/>
          </p:nvPr>
        </p:nvSpPr>
        <p:spPr/>
        <p:txBody>
          <a:bodyPr/>
          <a:lstStyle/>
          <a:p>
            <a:pPr marL="0" indent="0">
              <a:buNone/>
            </a:pPr>
            <a:r>
              <a:rPr lang="en-US" dirty="0" err="1"/>
              <a:t>2% of dependencies (1 in total) used in the system contain one or more known vulnerabilities.</a:t>
            </a:r>
            <a:endParaRPr lang="en-US" dirty="0"/>
          </a:p>
          <a:p>
            <a:pPr marL="0" indent="0">
              <a:buNone/>
            </a:pPr>
            <a:r>
              <a:rPr lang="en-US" dirty="0" err="1"/>
              <a:t>All dependencies in the system use relatively liberal open-source licenses.</a:t>
            </a:r>
            <a:endParaRPr lang="en-US" dirty="0"/>
          </a:p>
          <a:p>
            <a:pPr marL="0" indent="0">
              <a:buNone/>
            </a:pPr>
            <a:r>
              <a:rPr lang="en-US" dirty="0" err="1"/>
              <a:t>37% of dependencies (15 in total) used in the system have not been updated for over 2 years.</a:t>
            </a:r>
            <a:endParaRPr lang="en-US" dirty="0"/>
          </a:p>
          <a:p>
            <a:pPr marL="0" indent="0">
              <a:buNone/>
            </a:pPr>
            <a:r>
              <a:rPr lang="en-US" dirty="0" err="1"/>
              <a:t>All dependencies in the system are managed by a package manager.</a:t>
            </a:r>
            <a:endParaRPr lang="en-US" dirty="0"/>
          </a:p>
          <a:p>
            <a:pPr marL="0" indent="0">
              <a:buNone/>
            </a:pPr>
            <a:endParaRPr lang="en-US" dirty="0"/>
          </a:p>
        </p:txBody>
      </p:sp>
      <p:sp>
        <p:nvSpPr>
          <p:cNvPr id="71" name="TOTAL_DEPS">
            <a:extLst>
              <a:ext uri="{FF2B5EF4-FFF2-40B4-BE49-F238E27FC236}">
                <a16:creationId xmlns:a16="http://schemas.microsoft.com/office/drawing/2014/main" id="{8FE61D71-5271-124A-B53B-13F22C55A383}"/>
              </a:ext>
            </a:extLst>
          </p:cNvPr>
          <p:cNvSpPr>
            <a:spLocks noGrp="1"/>
          </p:cNvSpPr>
          <p:nvPr>
            <p:ph type="body" sz="quarter" idx="14"/>
          </p:nvPr>
        </p:nvSpPr>
        <p:spPr/>
        <p:txBody>
          <a:bodyPr/>
          <a:lstStyle/>
          <a:p>
            <a:r>
              <a:rPr lang="en-US" dirty="0" err="1"/>
              <a:t>41</a:t>
            </a:r>
            <a:endParaRPr lang="en-US" dirty="0"/>
          </a:p>
        </p:txBody>
      </p:sp>
      <p:sp>
        <p:nvSpPr>
          <p:cNvPr id="57" name="TEXT">
            <a:extLst>
              <a:ext uri="{FF2B5EF4-FFF2-40B4-BE49-F238E27FC236}">
                <a16:creationId xmlns:a16="http://schemas.microsoft.com/office/drawing/2014/main" id="{9D7B5685-CC33-754B-82BD-27D4B80A0CE2}"/>
              </a:ext>
            </a:extLst>
          </p:cNvPr>
          <p:cNvSpPr txBox="1"/>
          <p:nvPr/>
        </p:nvSpPr>
        <p:spPr>
          <a:xfrm>
            <a:off x="4564120" y="924589"/>
            <a:ext cx="813017" cy="415498"/>
          </a:xfrm>
          <a:prstGeom prst="rect">
            <a:avLst/>
          </a:prstGeom>
          <a:noFill/>
        </p:spPr>
        <p:txBody>
          <a:bodyPr wrap="square" rtlCol="0">
            <a:spAutoFit/>
          </a:bodyPr>
          <a:lstStyle/>
          <a:p>
            <a:pPr algn="r"/>
            <a:r>
              <a:rPr lang="en-US" sz="1000" b="1" dirty="0"/>
              <a:t>SNAPSHOT DATE</a:t>
            </a:r>
          </a:p>
        </p:txBody>
      </p:sp>
      <p:grpSp>
        <p:nvGrpSpPr>
          <p:cNvPr id="58" name="Group 57">
            <a:extLst>
              <a:ext uri="{FF2B5EF4-FFF2-40B4-BE49-F238E27FC236}">
                <a16:creationId xmlns:a16="http://schemas.microsoft.com/office/drawing/2014/main" id="{4FCD4EA4-8E29-274C-9606-88147EEF45EE}"/>
              </a:ext>
            </a:extLst>
          </p:cNvPr>
          <p:cNvGrpSpPr/>
          <p:nvPr/>
        </p:nvGrpSpPr>
        <p:grpSpPr>
          <a:xfrm>
            <a:off x="5354172" y="806776"/>
            <a:ext cx="594110" cy="850933"/>
            <a:chOff x="10569980" y="810077"/>
            <a:chExt cx="594110" cy="850933"/>
          </a:xfrm>
        </p:grpSpPr>
        <p:sp>
          <p:nvSpPr>
            <p:cNvPr id="59" name="Oval 58">
              <a:extLst>
                <a:ext uri="{FF2B5EF4-FFF2-40B4-BE49-F238E27FC236}">
                  <a16:creationId xmlns:a16="http://schemas.microsoft.com/office/drawing/2014/main" id="{709A7ED2-A2F9-034C-B120-790832D15299}"/>
                </a:ext>
              </a:extLst>
            </p:cNvPr>
            <p:cNvSpPr/>
            <p:nvPr/>
          </p:nvSpPr>
          <p:spPr>
            <a:xfrm>
              <a:off x="10616419" y="833977"/>
              <a:ext cx="234759" cy="368743"/>
            </a:xfrm>
            <a:prstGeom prst="ellipse">
              <a:avLst/>
            </a:prstGeom>
            <a:solidFill>
              <a:schemeClr val="tx2"/>
            </a:solidFill>
            <a:ln>
              <a:noFill/>
            </a:ln>
            <a:effectLst>
              <a:outerShdw blurRad="190500" dist="38100" dir="8100000" algn="tr" rotWithShape="0">
                <a:prstClr val="black">
                  <a:alpha val="46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dirty="0" err="1">
                <a:solidFill>
                  <a:schemeClr val="bg1"/>
                </a:solidFill>
              </a:endParaRPr>
            </a:p>
          </p:txBody>
        </p:sp>
        <p:sp>
          <p:nvSpPr>
            <p:cNvPr id="60" name="Freeform 59">
              <a:extLst>
                <a:ext uri="{FF2B5EF4-FFF2-40B4-BE49-F238E27FC236}">
                  <a16:creationId xmlns:a16="http://schemas.microsoft.com/office/drawing/2014/main" id="{2E632EFC-37E4-9B4A-B654-C53AB5D4C9C4}"/>
                </a:ext>
              </a:extLst>
            </p:cNvPr>
            <p:cNvSpPr/>
            <p:nvPr/>
          </p:nvSpPr>
          <p:spPr>
            <a:xfrm>
              <a:off x="10569980" y="813438"/>
              <a:ext cx="590530" cy="47139"/>
            </a:xfrm>
            <a:custGeom>
              <a:avLst/>
              <a:gdLst>
                <a:gd name="connsiteX0" fmla="*/ 48742 w 590530"/>
                <a:gd name="connsiteY0" fmla="*/ 0 h 47139"/>
                <a:gd name="connsiteX1" fmla="*/ 541788 w 590530"/>
                <a:gd name="connsiteY1" fmla="*/ 0 h 47139"/>
                <a:gd name="connsiteX2" fmla="*/ 587073 w 590530"/>
                <a:gd name="connsiteY2" fmla="*/ 30017 h 47139"/>
                <a:gd name="connsiteX3" fmla="*/ 590530 w 590530"/>
                <a:gd name="connsiteY3" fmla="*/ 47139 h 47139"/>
                <a:gd name="connsiteX4" fmla="*/ 0 w 590530"/>
                <a:gd name="connsiteY4" fmla="*/ 47139 h 47139"/>
                <a:gd name="connsiteX5" fmla="*/ 3457 w 590530"/>
                <a:gd name="connsiteY5" fmla="*/ 30017 h 47139"/>
                <a:gd name="connsiteX6" fmla="*/ 48742 w 590530"/>
                <a:gd name="connsiteY6" fmla="*/ 0 h 47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0530" h="47139">
                  <a:moveTo>
                    <a:pt x="48742" y="0"/>
                  </a:moveTo>
                  <a:lnTo>
                    <a:pt x="541788" y="0"/>
                  </a:lnTo>
                  <a:cubicBezTo>
                    <a:pt x="562145" y="0"/>
                    <a:pt x="579612" y="12377"/>
                    <a:pt x="587073" y="30017"/>
                  </a:cubicBezTo>
                  <a:lnTo>
                    <a:pt x="590530" y="47139"/>
                  </a:lnTo>
                  <a:lnTo>
                    <a:pt x="0" y="47139"/>
                  </a:lnTo>
                  <a:lnTo>
                    <a:pt x="3457" y="30017"/>
                  </a:lnTo>
                  <a:cubicBezTo>
                    <a:pt x="10918" y="12377"/>
                    <a:pt x="28385" y="0"/>
                    <a:pt x="48742" y="0"/>
                  </a:cubicBezTo>
                  <a:close/>
                </a:path>
              </a:pathLst>
            </a:custGeom>
            <a:solidFill>
              <a:schemeClr val="accent1">
                <a:lumMod val="75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pPr algn="l"/>
              <a:endParaRPr lang="en-US" sz="1600" dirty="0" err="1">
                <a:solidFill>
                  <a:schemeClr val="bg1"/>
                </a:solidFill>
              </a:endParaRPr>
            </a:p>
          </p:txBody>
        </p:sp>
        <p:sp>
          <p:nvSpPr>
            <p:cNvPr id="61" name="Freeform 60">
              <a:extLst>
                <a:ext uri="{FF2B5EF4-FFF2-40B4-BE49-F238E27FC236}">
                  <a16:creationId xmlns:a16="http://schemas.microsoft.com/office/drawing/2014/main" id="{91E1648D-EC62-F54D-A2A0-57CEE34B1C83}"/>
                </a:ext>
              </a:extLst>
            </p:cNvPr>
            <p:cNvSpPr/>
            <p:nvPr/>
          </p:nvSpPr>
          <p:spPr>
            <a:xfrm>
              <a:off x="10587816" y="810077"/>
              <a:ext cx="576274" cy="850933"/>
            </a:xfrm>
            <a:custGeom>
              <a:avLst/>
              <a:gdLst>
                <a:gd name="connsiteX0" fmla="*/ 24556 w 576274"/>
                <a:gd name="connsiteY0" fmla="*/ 0 h 850933"/>
                <a:gd name="connsiteX1" fmla="*/ 28104 w 576274"/>
                <a:gd name="connsiteY1" fmla="*/ 0 h 850933"/>
                <a:gd name="connsiteX2" fmla="*/ 329430 w 576274"/>
                <a:gd name="connsiteY2" fmla="*/ 0 h 850933"/>
                <a:gd name="connsiteX3" fmla="*/ 527126 w 576274"/>
                <a:gd name="connsiteY3" fmla="*/ 0 h 850933"/>
                <a:gd name="connsiteX4" fmla="*/ 572411 w 576274"/>
                <a:gd name="connsiteY4" fmla="*/ 30017 h 850933"/>
                <a:gd name="connsiteX5" fmla="*/ 575483 w 576274"/>
                <a:gd name="connsiteY5" fmla="*/ 45234 h 850933"/>
                <a:gd name="connsiteX6" fmla="*/ 575483 w 576274"/>
                <a:gd name="connsiteY6" fmla="*/ 572261 h 850933"/>
                <a:gd name="connsiteX7" fmla="*/ 576274 w 576274"/>
                <a:gd name="connsiteY7" fmla="*/ 573052 h 850933"/>
                <a:gd name="connsiteX8" fmla="*/ 576274 w 576274"/>
                <a:gd name="connsiteY8" fmla="*/ 850933 h 850933"/>
                <a:gd name="connsiteX9" fmla="*/ 300905 w 576274"/>
                <a:gd name="connsiteY9" fmla="*/ 575564 h 850933"/>
                <a:gd name="connsiteX10" fmla="*/ 295881 w 576274"/>
                <a:gd name="connsiteY10" fmla="*/ 575564 h 850933"/>
                <a:gd name="connsiteX11" fmla="*/ 20512 w 576274"/>
                <a:gd name="connsiteY11" fmla="*/ 850933 h 850933"/>
                <a:gd name="connsiteX12" fmla="*/ 20512 w 576274"/>
                <a:gd name="connsiteY12" fmla="*/ 575564 h 850933"/>
                <a:gd name="connsiteX13" fmla="*/ 19858 w 576274"/>
                <a:gd name="connsiteY13" fmla="*/ 575564 h 850933"/>
                <a:gd name="connsiteX14" fmla="*/ 19858 w 576274"/>
                <a:gd name="connsiteY14" fmla="*/ 43281 h 850933"/>
                <a:gd name="connsiteX15" fmla="*/ 17180 w 576274"/>
                <a:gd name="connsiteY15" fmla="*/ 30017 h 850933"/>
                <a:gd name="connsiteX16" fmla="*/ 0 w 576274"/>
                <a:gd name="connsiteY16" fmla="*/ 9154 h 850933"/>
                <a:gd name="connsiteX17" fmla="*/ 626 w 576274"/>
                <a:gd name="connsiteY17" fmla="*/ 8394 h 850933"/>
                <a:gd name="connsiteX18" fmla="*/ 19858 w 576274"/>
                <a:gd name="connsiteY18" fmla="*/ 2519 h 850933"/>
                <a:gd name="connsiteX19" fmla="*/ 19858 w 576274"/>
                <a:gd name="connsiteY19" fmla="*/ 1946 h 850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76274" h="850933">
                  <a:moveTo>
                    <a:pt x="24556" y="0"/>
                  </a:moveTo>
                  <a:lnTo>
                    <a:pt x="28104" y="0"/>
                  </a:lnTo>
                  <a:lnTo>
                    <a:pt x="329430" y="0"/>
                  </a:lnTo>
                  <a:lnTo>
                    <a:pt x="527126" y="0"/>
                  </a:lnTo>
                  <a:cubicBezTo>
                    <a:pt x="547483" y="0"/>
                    <a:pt x="564950" y="12377"/>
                    <a:pt x="572411" y="30017"/>
                  </a:cubicBezTo>
                  <a:lnTo>
                    <a:pt x="575483" y="45234"/>
                  </a:lnTo>
                  <a:lnTo>
                    <a:pt x="575483" y="572261"/>
                  </a:lnTo>
                  <a:lnTo>
                    <a:pt x="576274" y="573052"/>
                  </a:lnTo>
                  <a:lnTo>
                    <a:pt x="576274" y="850933"/>
                  </a:lnTo>
                  <a:lnTo>
                    <a:pt x="300905" y="575564"/>
                  </a:lnTo>
                  <a:lnTo>
                    <a:pt x="295881" y="575564"/>
                  </a:lnTo>
                  <a:lnTo>
                    <a:pt x="20512" y="850933"/>
                  </a:lnTo>
                  <a:lnTo>
                    <a:pt x="20512" y="575564"/>
                  </a:lnTo>
                  <a:lnTo>
                    <a:pt x="19858" y="575564"/>
                  </a:lnTo>
                  <a:lnTo>
                    <a:pt x="19858" y="43281"/>
                  </a:lnTo>
                  <a:lnTo>
                    <a:pt x="17180" y="30017"/>
                  </a:lnTo>
                  <a:lnTo>
                    <a:pt x="0" y="9154"/>
                  </a:lnTo>
                  <a:lnTo>
                    <a:pt x="626" y="8394"/>
                  </a:lnTo>
                  <a:lnTo>
                    <a:pt x="19858" y="2519"/>
                  </a:lnTo>
                  <a:lnTo>
                    <a:pt x="19858" y="1946"/>
                  </a:lnTo>
                  <a:close/>
                </a:path>
              </a:pathLst>
            </a:custGeom>
            <a:gradFill>
              <a:gsLst>
                <a:gs pos="81000">
                  <a:schemeClr val="bg1"/>
                </a:gs>
                <a:gs pos="55000">
                  <a:schemeClr val="bg2"/>
                </a:gs>
                <a:gs pos="0">
                  <a:schemeClr val="tx1">
                    <a:lumMod val="20000"/>
                    <a:lumOff val="80000"/>
                  </a:schemeClr>
                </a:gs>
                <a:gs pos="13000">
                  <a:schemeClr val="bg1"/>
                </a:gs>
              </a:gsLst>
              <a:lin ang="5400000" scaled="0"/>
            </a:gradFill>
            <a:ln>
              <a:noFill/>
            </a:ln>
            <a:effectLst>
              <a:outerShdw blurRad="254000" dist="38100" dir="81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lstStyle/>
            <a:p>
              <a:endParaRPr lang="en-US" sz="1600" dirty="0" err="1">
                <a:solidFill>
                  <a:schemeClr val="bg1"/>
                </a:solidFill>
              </a:endParaRPr>
            </a:p>
          </p:txBody>
        </p:sp>
      </p:grpSp>
      <p:sp>
        <p:nvSpPr>
          <p:cNvPr id="62" name="DATE_BOX">
            <a:extLst>
              <a:ext uri="{FF2B5EF4-FFF2-40B4-BE49-F238E27FC236}">
                <a16:creationId xmlns:a16="http://schemas.microsoft.com/office/drawing/2014/main" id="{99EAEF4D-487F-7E40-988B-DD1B4BDB1B42}"/>
              </a:ext>
            </a:extLst>
          </p:cNvPr>
          <p:cNvSpPr txBox="1"/>
          <p:nvPr/>
        </p:nvSpPr>
        <p:spPr>
          <a:xfrm>
            <a:off x="5037678" y="863629"/>
            <a:ext cx="1269963" cy="539250"/>
          </a:xfrm>
          <a:prstGeom prst="rect">
            <a:avLst/>
          </a:prstGeom>
          <a:noFill/>
        </p:spPr>
        <p:txBody>
          <a:bodyPr wrap="none" lIns="0" rIns="0" rtlCol="0">
            <a:spAutoFit/>
          </a:bodyPr>
          <a:lstStyle/>
          <a:p>
            <a:pPr algn="ctr">
              <a:lnSpc>
                <a:spcPct val="80000"/>
              </a:lnSpc>
            </a:pPr>
            <a:r>
              <a:rPr lang="en-US" sz="1200" b="1" dirty="0" err="1">
                <a:solidFill>
                  <a:schemeClr val="tx2">
                    <a:alpha val="70000"/>
                  </a:schemeClr>
                </a:solidFill>
              </a:rPr>
              <a:t>8</a:t>
            </a:r>
            <a:endParaRPr lang="en-US" sz="1200" b="1" dirty="0">
              <a:solidFill>
                <a:schemeClr val="tx2">
                  <a:alpha val="70000"/>
                </a:schemeClr>
              </a:solidFill>
            </a:endParaRPr>
          </a:p>
          <a:p>
            <a:pPr algn="ctr">
              <a:lnSpc>
                <a:spcPct val="80000"/>
              </a:lnSpc>
            </a:pPr>
            <a:r>
              <a:rPr lang="en-US" sz="1200" b="1" dirty="0" err="1">
                <a:solidFill>
                  <a:schemeClr val="tx2">
                    <a:alpha val="70000"/>
                  </a:schemeClr>
                </a:solidFill>
              </a:rPr>
              <a:t>OCT</a:t>
            </a:r>
            <a:endParaRPr lang="en-US" sz="1200" b="1" dirty="0">
              <a:solidFill>
                <a:schemeClr val="tx2">
                  <a:alpha val="70000"/>
                </a:schemeClr>
              </a:solidFill>
            </a:endParaRPr>
          </a:p>
          <a:p>
            <a:pPr algn="ctr">
              <a:lnSpc>
                <a:spcPct val="80000"/>
              </a:lnSpc>
            </a:pPr>
            <a:r>
              <a:rPr lang="en-US" sz="1200" dirty="0" err="1">
                <a:solidFill>
                  <a:schemeClr val="tx1">
                    <a:alpha val="60000"/>
                  </a:schemeClr>
                </a:solidFill>
              </a:rPr>
              <a:t>2025</a:t>
            </a:r>
            <a:endParaRPr lang="en-US" sz="1200" dirty="0">
              <a:solidFill>
                <a:schemeClr val="tx1">
                  <a:alpha val="60000"/>
                </a:schemeClr>
              </a:solidFill>
            </a:endParaRPr>
          </a:p>
        </p:txBody>
      </p:sp>
      <p:graphicFrame>
        <p:nvGraphicFramePr>
          <p:cNvPr id="6" name="CHART_1">
            <a:extLst>
              <a:ext uri="{FF2B5EF4-FFF2-40B4-BE49-F238E27FC236}">
                <a16:creationId xmlns:a16="http://schemas.microsoft.com/office/drawing/2014/main" id="{C04CE8AB-B4BC-90F2-0ABA-6641978088A2}"/>
              </a:ext>
            </a:extLst>
          </p:cNvPr>
          <p:cNvGraphicFramePr>
            <a:graphicFrameLocks/>
          </p:cNvGraphicFramePr>
          <p:nvPr>
            <p:extLst>
              <p:ext uri="{D42A27DB-BD31-4B8C-83A1-F6EECF244321}">
                <p14:modId xmlns:p14="http://schemas.microsoft.com/office/powerpoint/2010/main" val="1486656831"/>
              </p:ext>
            </p:extLst>
          </p:nvPr>
        </p:nvGraphicFramePr>
        <p:xfrm>
          <a:off x="2366249" y="2825980"/>
          <a:ext cx="3240000" cy="147582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_2">
            <a:extLst>
              <a:ext uri="{FF2B5EF4-FFF2-40B4-BE49-F238E27FC236}">
                <a16:creationId xmlns:a16="http://schemas.microsoft.com/office/drawing/2014/main" id="{81D6CA2D-63F4-2ADE-B0B2-80AF25FA20DA}"/>
              </a:ext>
            </a:extLst>
          </p:cNvPr>
          <p:cNvGraphicFramePr>
            <a:graphicFrameLocks/>
          </p:cNvGraphicFramePr>
          <p:nvPr>
            <p:extLst>
              <p:ext uri="{D42A27DB-BD31-4B8C-83A1-F6EECF244321}">
                <p14:modId xmlns:p14="http://schemas.microsoft.com/office/powerpoint/2010/main" val="97294388"/>
              </p:ext>
            </p:extLst>
          </p:nvPr>
        </p:nvGraphicFramePr>
        <p:xfrm>
          <a:off x="2365814" y="4021134"/>
          <a:ext cx="3240000" cy="2520721"/>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a:extLst>
              <a:ext uri="{FF2B5EF4-FFF2-40B4-BE49-F238E27FC236}">
                <a16:creationId xmlns:a16="http://schemas.microsoft.com/office/drawing/2014/main" id="{A6D0A0AD-8EC9-4B45-9E7B-B0715AA85681}"/>
              </a:ext>
            </a:extLst>
          </p:cNvPr>
          <p:cNvSpPr txBox="1"/>
          <p:nvPr/>
        </p:nvSpPr>
        <p:spPr>
          <a:xfrm>
            <a:off x="11068163" y="-374999"/>
            <a:ext cx="1104939" cy="355225"/>
          </a:xfrm>
          <a:prstGeom prst="rect">
            <a:avLst/>
          </a:prstGeom>
          <a:noFill/>
        </p:spPr>
        <p:txBody>
          <a:bodyPr wrap="none" lIns="90000" rtlCol="0" anchor="t">
            <a:spAutoFit/>
          </a:bodyPr>
          <a:lstStyle/>
          <a:p>
            <a:pPr algn="l">
              <a:lnSpc>
                <a:spcPct val="113000"/>
              </a:lnSpc>
            </a:pPr>
            <a:r>
              <a:rPr lang="en-US" sz="1600" dirty="0" err="1">
                <a:solidFill>
                  <a:schemeClr val="tx2"/>
                </a:solidFill>
              </a:rPr>
              <a:t>OSH_SLIDE</a:t>
            </a:r>
            <a:endParaRPr lang="en-US" sz="1600" dirty="0">
              <a:solidFill>
                <a:schemeClr val="tx2"/>
              </a:solidFill>
            </a:endParaRPr>
          </a:p>
        </p:txBody>
      </p:sp>
    </p:spTree>
    <p:extLst>
      <p:ext uri="{BB962C8B-B14F-4D97-AF65-F5344CB8AC3E}">
        <p14:creationId xmlns:p14="http://schemas.microsoft.com/office/powerpoint/2010/main" val="15485255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82344C9-4DF8-888C-E386-5F7CF5A90C78}"/>
              </a:ext>
            </a:extLst>
          </p:cNvPr>
          <p:cNvSpPr>
            <a:spLocks noGrp="1"/>
          </p:cNvSpPr>
          <p:nvPr>
            <p:ph type="sldNum" sz="quarter" idx="4"/>
          </p:nvPr>
        </p:nvSpPr>
        <p:spPr/>
        <p:txBody>
          <a:bodyPr/>
          <a:lstStyle/>
          <a:p>
            <a:fld id="{E242BD21-9B61-2246-BCB1-4BE5E1BEBE1C}" type="slidenum">
              <a:rPr lang="en-US" smtClean="0"/>
              <a:pPr/>
              <a:t>9</a:t>
            </a:fld>
            <a:endParaRPr lang="en-US"/>
          </a:p>
        </p:txBody>
      </p:sp>
      <p:sp>
        <p:nvSpPr>
          <p:cNvPr id="220" name="Text Placeholder 219">
            <a:extLst>
              <a:ext uri="{FF2B5EF4-FFF2-40B4-BE49-F238E27FC236}">
                <a16:creationId xmlns:a16="http://schemas.microsoft.com/office/drawing/2014/main" id="{00A717DA-DAF2-CAA1-EA44-F96119C02006}"/>
              </a:ext>
            </a:extLst>
          </p:cNvPr>
          <p:cNvSpPr>
            <a:spLocks noGrp="1"/>
          </p:cNvSpPr>
          <p:nvPr>
            <p:ph type="body" sz="quarter" idx="12"/>
          </p:nvPr>
        </p:nvSpPr>
        <p:spPr/>
        <p:txBody>
          <a:bodyPr/>
          <a:lstStyle/>
          <a:p>
            <a:r>
              <a:rPr lang="da-DK" dirty="0"/>
              <a:t>Key </a:t>
            </a:r>
            <a:r>
              <a:rPr lang="da-DK" dirty="0" err="1"/>
              <a:t>findings</a:t>
            </a:r>
            <a:r>
              <a:rPr lang="da-DK" dirty="0"/>
              <a:t> – </a:t>
            </a:r>
            <a:r>
              <a:rPr lang="da-DK" dirty="0">
                <a:solidFill>
                  <a:schemeClr val="accent3"/>
                </a:solidFill>
              </a:rPr>
              <a:t>Open source and IP</a:t>
            </a:r>
          </a:p>
        </p:txBody>
      </p:sp>
      <p:sp>
        <p:nvSpPr>
          <p:cNvPr id="219" name="Title 218">
            <a:extLst>
              <a:ext uri="{FF2B5EF4-FFF2-40B4-BE49-F238E27FC236}">
                <a16:creationId xmlns:a16="http://schemas.microsoft.com/office/drawing/2014/main" id="{81A0B100-9255-B9B3-FB75-7D8481E0F035}"/>
              </a:ext>
            </a:extLst>
          </p:cNvPr>
          <p:cNvSpPr>
            <a:spLocks noGrp="1"/>
          </p:cNvSpPr>
          <p:nvPr>
            <p:ph type="title"/>
          </p:nvPr>
        </p:nvSpPr>
        <p:spPr/>
        <p:txBody>
          <a:bodyPr/>
          <a:lstStyle/>
          <a:p>
            <a:r>
              <a:rPr lang="en-US" dirty="0" err="1"/>
              <a:t>Twitter Algorithm rates above market average in Open-Source health</a:t>
            </a:r>
          </a:p>
        </p:txBody>
      </p:sp>
      <p:sp>
        <p:nvSpPr>
          <p:cNvPr id="5" name="Footer Placeholder 4">
            <a:extLst>
              <a:ext uri="{FF2B5EF4-FFF2-40B4-BE49-F238E27FC236}">
                <a16:creationId xmlns:a16="http://schemas.microsoft.com/office/drawing/2014/main" id="{64E03FAA-8831-A561-22BE-0BD6A7F10B6D}"/>
              </a:ext>
            </a:extLst>
          </p:cNvPr>
          <p:cNvSpPr>
            <a:spLocks noGrp="1"/>
          </p:cNvSpPr>
          <p:nvPr>
            <p:ph type="ftr" sz="quarter" idx="3"/>
          </p:nvPr>
        </p:nvSpPr>
        <p:spPr/>
        <p:txBody>
          <a:bodyPr/>
          <a:lstStyle/>
          <a:p>
            <a:r>
              <a:rPr lang="en-US" dirty="0"/>
              <a:t>Confidential</a:t>
            </a:r>
          </a:p>
        </p:txBody>
      </p:sp>
      <p:sp>
        <p:nvSpPr>
          <p:cNvPr id="11" name="Text Placeholder 10">
            <a:extLst>
              <a:ext uri="{FF2B5EF4-FFF2-40B4-BE49-F238E27FC236}">
                <a16:creationId xmlns:a16="http://schemas.microsoft.com/office/drawing/2014/main" id="{7386256E-1079-FD76-4125-F912312BA9CB}"/>
              </a:ext>
            </a:extLst>
          </p:cNvPr>
          <p:cNvSpPr>
            <a:spLocks noGrp="1"/>
          </p:cNvSpPr>
          <p:nvPr>
            <p:ph sz="quarter" idx="13"/>
          </p:nvPr>
        </p:nvSpPr>
        <p:spPr>
          <a:xfrm>
            <a:off x="517525" y="2955487"/>
            <a:ext cx="7135680" cy="3304980"/>
          </a:xfrm>
        </p:spPr>
        <p:txBody>
          <a:bodyPr/>
          <a:lstStyle/>
          <a:p>
            <a:pPr marL="0" indent="0">
              <a:buNone/>
            </a:pPr>
            <a:r>
              <a:rPr lang="en-US" sz="1400" dirty="0" err="1"/>
              <a:t>2% of dependencies (1 in total) used in the system contain one or more known vulnerabilities.</a:t>
            </a:r>
            <a:endParaRPr lang="en-US" sz="1400" dirty="0"/>
          </a:p>
          <a:p>
            <a:pPr marL="0" indent="0">
              <a:buNone/>
            </a:pPr>
            <a:r>
              <a:rPr lang="en-US" sz="1400" dirty="0" err="1"/>
              <a:t>All dependencies in the system use relatively liberal open-source licenses.</a:t>
            </a:r>
            <a:endParaRPr lang="en-US" sz="1400" dirty="0"/>
          </a:p>
          <a:p>
            <a:pPr marL="0" indent="0">
              <a:buNone/>
            </a:pPr>
            <a:r>
              <a:rPr lang="en-US" sz="1400" dirty="0" err="1"/>
              <a:t>37% of dependencies (15 in total) used in the system have not been updated for over 2 years.</a:t>
            </a:r>
            <a:endParaRPr lang="en-US" sz="1400" dirty="0"/>
          </a:p>
          <a:p>
            <a:pPr marL="0" indent="0">
              <a:buNone/>
            </a:pPr>
            <a:r>
              <a:rPr lang="en-US" sz="1400" dirty="0" err="1"/>
              <a:t>All dependencies in the system are managed by a package manager.</a:t>
            </a:r>
            <a:endParaRPr lang="en-US" sz="1400" dirty="0"/>
          </a:p>
          <a:p>
            <a:pPr marL="0" indent="0">
              <a:buNone/>
            </a:pPr>
            <a:endParaRPr lang="en-US" sz="1400" dirty="0"/>
          </a:p>
          <a:p>
            <a:pPr marL="0" indent="0">
              <a:buNone/>
            </a:pPr>
            <a:endParaRPr lang="en-US" sz="1400" dirty="0"/>
          </a:p>
        </p:txBody>
      </p:sp>
      <p:sp>
        <p:nvSpPr>
          <p:cNvPr id="226" name="Text Placeholder 225">
            <a:extLst>
              <a:ext uri="{FF2B5EF4-FFF2-40B4-BE49-F238E27FC236}">
                <a16:creationId xmlns:a16="http://schemas.microsoft.com/office/drawing/2014/main" id="{FB22F9B3-4547-04E1-D239-8DDD0D955674}"/>
              </a:ext>
            </a:extLst>
          </p:cNvPr>
          <p:cNvSpPr>
            <a:spLocks noGrp="1"/>
          </p:cNvSpPr>
          <p:nvPr>
            <p:ph type="body" sz="quarter" idx="19"/>
          </p:nvPr>
        </p:nvSpPr>
        <p:spPr/>
        <p:txBody>
          <a:bodyPr/>
          <a:lstStyle/>
          <a:p>
            <a:r>
              <a:rPr lang="en-US" dirty="0" err="1"/>
              <a:t>8</a:t>
            </a:r>
            <a:endParaRPr lang="en-NL"/>
          </a:p>
        </p:txBody>
      </p:sp>
      <p:sp>
        <p:nvSpPr>
          <p:cNvPr id="228" name="Text Placeholder 227">
            <a:extLst>
              <a:ext uri="{FF2B5EF4-FFF2-40B4-BE49-F238E27FC236}">
                <a16:creationId xmlns:a16="http://schemas.microsoft.com/office/drawing/2014/main" id="{6875D777-0302-90E7-7B00-67C7D9448647}"/>
              </a:ext>
            </a:extLst>
          </p:cNvPr>
          <p:cNvSpPr>
            <a:spLocks noGrp="1"/>
          </p:cNvSpPr>
          <p:nvPr>
            <p:ph type="body" sz="quarter" idx="21"/>
          </p:nvPr>
        </p:nvSpPr>
        <p:spPr/>
        <p:txBody>
          <a:bodyPr/>
          <a:lstStyle/>
          <a:p>
            <a:r>
              <a:rPr lang="en-US" dirty="0" err="1"/>
              <a:t>2025</a:t>
            </a:r>
            <a:endParaRPr lang="en-NL"/>
          </a:p>
        </p:txBody>
      </p:sp>
      <p:sp>
        <p:nvSpPr>
          <p:cNvPr id="221" name="Text Placeholder 220">
            <a:extLst>
              <a:ext uri="{FF2B5EF4-FFF2-40B4-BE49-F238E27FC236}">
                <a16:creationId xmlns:a16="http://schemas.microsoft.com/office/drawing/2014/main" id="{D4753102-29AF-71C5-724A-938F8A485FE4}"/>
              </a:ext>
            </a:extLst>
          </p:cNvPr>
          <p:cNvSpPr>
            <a:spLocks noGrp="1"/>
          </p:cNvSpPr>
          <p:nvPr>
            <p:ph type="body" sz="quarter" idx="14"/>
          </p:nvPr>
        </p:nvSpPr>
        <p:spPr/>
        <p:txBody>
          <a:bodyPr/>
          <a:lstStyle/>
          <a:p>
            <a:endParaRPr lang="en-NL"/>
          </a:p>
        </p:txBody>
      </p:sp>
      <p:sp>
        <p:nvSpPr>
          <p:cNvPr id="222" name="Text Placeholder 221">
            <a:extLst>
              <a:ext uri="{FF2B5EF4-FFF2-40B4-BE49-F238E27FC236}">
                <a16:creationId xmlns:a16="http://schemas.microsoft.com/office/drawing/2014/main" id="{112BC55F-876B-F175-0A81-D56FEE3ACFB2}"/>
              </a:ext>
            </a:extLst>
          </p:cNvPr>
          <p:cNvSpPr>
            <a:spLocks noGrp="1"/>
          </p:cNvSpPr>
          <p:nvPr>
            <p:ph type="body" sz="quarter" idx="15"/>
          </p:nvPr>
        </p:nvSpPr>
        <p:spPr/>
        <p:txBody>
          <a:bodyPr/>
          <a:lstStyle/>
          <a:p>
            <a:endParaRPr lang="en-NL"/>
          </a:p>
        </p:txBody>
      </p:sp>
      <p:sp>
        <p:nvSpPr>
          <p:cNvPr id="223" name="Text Placeholder 222">
            <a:extLst>
              <a:ext uri="{FF2B5EF4-FFF2-40B4-BE49-F238E27FC236}">
                <a16:creationId xmlns:a16="http://schemas.microsoft.com/office/drawing/2014/main" id="{06A016B0-CA85-481A-1CD2-DE648976874C}"/>
              </a:ext>
            </a:extLst>
          </p:cNvPr>
          <p:cNvSpPr>
            <a:spLocks noGrp="1"/>
          </p:cNvSpPr>
          <p:nvPr>
            <p:ph type="body" sz="quarter" idx="16"/>
          </p:nvPr>
        </p:nvSpPr>
        <p:spPr/>
        <p:txBody>
          <a:bodyPr/>
          <a:lstStyle/>
          <a:p>
            <a:endParaRPr lang="en-NL"/>
          </a:p>
        </p:txBody>
      </p:sp>
      <p:sp>
        <p:nvSpPr>
          <p:cNvPr id="224" name="Text Placeholder 223">
            <a:extLst>
              <a:ext uri="{FF2B5EF4-FFF2-40B4-BE49-F238E27FC236}">
                <a16:creationId xmlns:a16="http://schemas.microsoft.com/office/drawing/2014/main" id="{8918AB29-C999-2398-FB62-CD600B4855E0}"/>
              </a:ext>
            </a:extLst>
          </p:cNvPr>
          <p:cNvSpPr>
            <a:spLocks noGrp="1"/>
          </p:cNvSpPr>
          <p:nvPr>
            <p:ph type="body" sz="quarter" idx="17"/>
          </p:nvPr>
        </p:nvSpPr>
        <p:spPr/>
        <p:txBody>
          <a:bodyPr/>
          <a:lstStyle/>
          <a:p>
            <a:endParaRPr lang="en-NL"/>
          </a:p>
        </p:txBody>
      </p:sp>
      <p:sp>
        <p:nvSpPr>
          <p:cNvPr id="225" name="Text Placeholder 224">
            <a:extLst>
              <a:ext uri="{FF2B5EF4-FFF2-40B4-BE49-F238E27FC236}">
                <a16:creationId xmlns:a16="http://schemas.microsoft.com/office/drawing/2014/main" id="{5E7F6B39-A5EF-94AB-2702-F3E643831B34}"/>
              </a:ext>
            </a:extLst>
          </p:cNvPr>
          <p:cNvSpPr>
            <a:spLocks noGrp="1"/>
          </p:cNvSpPr>
          <p:nvPr>
            <p:ph type="body" sz="quarter" idx="18"/>
          </p:nvPr>
        </p:nvSpPr>
        <p:spPr/>
        <p:txBody>
          <a:bodyPr/>
          <a:lstStyle/>
          <a:p>
            <a:endParaRPr lang="en-NL"/>
          </a:p>
        </p:txBody>
      </p:sp>
      <p:sp>
        <p:nvSpPr>
          <p:cNvPr id="8" name="Text Placeholder 228">
            <a:extLst>
              <a:ext uri="{FF2B5EF4-FFF2-40B4-BE49-F238E27FC236}">
                <a16:creationId xmlns:a16="http://schemas.microsoft.com/office/drawing/2014/main" id="{EA58BDC9-A65D-1EF9-C06F-B133B2334169}"/>
              </a:ext>
            </a:extLst>
          </p:cNvPr>
          <p:cNvSpPr>
            <a:spLocks noGrp="1"/>
          </p:cNvSpPr>
          <p:nvPr>
            <p:ph type="body" sz="quarter" idx="22"/>
          </p:nvPr>
        </p:nvSpPr>
        <p:spPr>
          <a:xfrm>
            <a:off x="8923595" y="914509"/>
            <a:ext cx="1211870" cy="257763"/>
          </a:xfrm>
        </p:spPr>
        <p:txBody>
          <a:bodyPr/>
          <a:lstStyle/>
          <a:p>
            <a:r>
              <a:rPr lang="en-NL"/>
              <a:t>Open source health</a:t>
            </a:r>
          </a:p>
        </p:txBody>
      </p:sp>
      <p:sp>
        <p:nvSpPr>
          <p:cNvPr id="4" name="Text Placeholder 3">
            <a:extLst>
              <a:ext uri="{FF2B5EF4-FFF2-40B4-BE49-F238E27FC236}">
                <a16:creationId xmlns:a16="http://schemas.microsoft.com/office/drawing/2014/main" id="{4649D8E7-562C-3F83-EDA5-551D478BD8AC}"/>
              </a:ext>
            </a:extLst>
          </p:cNvPr>
          <p:cNvSpPr>
            <a:spLocks noGrp="1"/>
          </p:cNvSpPr>
          <p:nvPr>
            <p:ph type="body" sz="quarter" idx="20"/>
          </p:nvPr>
        </p:nvSpPr>
        <p:spPr/>
        <p:txBody>
          <a:bodyPr/>
          <a:lstStyle/>
          <a:p>
            <a:r>
              <a:rPr lang="en-US" dirty="0" err="1"/>
              <a:t>OCT</a:t>
            </a:r>
            <a:endParaRPr lang="en-US" dirty="0"/>
          </a:p>
        </p:txBody>
      </p:sp>
      <p:grpSp>
        <p:nvGrpSpPr>
          <p:cNvPr id="3" name="Group 2">
            <a:extLst>
              <a:ext uri="{FF2B5EF4-FFF2-40B4-BE49-F238E27FC236}">
                <a16:creationId xmlns:a16="http://schemas.microsoft.com/office/drawing/2014/main" id="{E408717E-20F8-B094-F836-3F06B295F0CF}"/>
              </a:ext>
            </a:extLst>
          </p:cNvPr>
          <p:cNvGrpSpPr/>
          <p:nvPr/>
        </p:nvGrpSpPr>
        <p:grpSpPr>
          <a:xfrm>
            <a:off x="8951997" y="1568465"/>
            <a:ext cx="373034" cy="430054"/>
            <a:chOff x="5730574" y="2099850"/>
            <a:chExt cx="373034" cy="430054"/>
          </a:xfrm>
        </p:grpSpPr>
        <p:sp>
          <p:nvSpPr>
            <p:cNvPr id="6" name="Rectangle 5">
              <a:extLst>
                <a:ext uri="{FF2B5EF4-FFF2-40B4-BE49-F238E27FC236}">
                  <a16:creationId xmlns:a16="http://schemas.microsoft.com/office/drawing/2014/main" id="{D52849B8-61B3-C046-18A7-A21F353E4A0E}"/>
                </a:ext>
              </a:extLst>
            </p:cNvPr>
            <p:cNvSpPr>
              <a:spLocks/>
            </p:cNvSpPr>
            <p:nvPr/>
          </p:nvSpPr>
          <p:spPr>
            <a:xfrm>
              <a:off x="5730574" y="2099850"/>
              <a:ext cx="373034" cy="288147"/>
            </a:xfrm>
            <a:prstGeom prst="rect">
              <a:avLst/>
            </a:prstGeom>
            <a:solidFill>
              <a:schemeClr val="accent1"/>
            </a:solidFill>
            <a:ln>
              <a:noFill/>
            </a:ln>
            <a:effectLst>
              <a:outerShdw blurRad="215900" dist="38100" dir="5400000" sx="91000" sy="91000" algn="t" rotWithShape="0">
                <a:srgbClr val="5C6F7B">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b">
              <a:noAutofit/>
            </a:bodyPr>
            <a:lstStyle/>
            <a:p>
              <a:pPr algn="ctr"/>
              <a:r>
                <a:rPr lang="en-US" sz="1400" b="1" dirty="0" err="1"/>
                <a:t>4.4</a:t>
              </a:r>
              <a:endParaRPr lang="en-US" sz="1400" b="1" dirty="0"/>
            </a:p>
          </p:txBody>
        </p:sp>
        <p:sp>
          <p:nvSpPr>
            <p:cNvPr id="7" name="Pentagon 6">
              <a:extLst>
                <a:ext uri="{FF2B5EF4-FFF2-40B4-BE49-F238E27FC236}">
                  <a16:creationId xmlns:a16="http://schemas.microsoft.com/office/drawing/2014/main" id="{3E78CEEB-4204-7EE6-1D31-1B8DC2596A01}"/>
                </a:ext>
              </a:extLst>
            </p:cNvPr>
            <p:cNvSpPr/>
            <p:nvPr/>
          </p:nvSpPr>
          <p:spPr>
            <a:xfrm rot="5400000">
              <a:off x="5846487" y="2410820"/>
              <a:ext cx="146814" cy="91353"/>
            </a:xfrm>
            <a:prstGeom prst="homePlate">
              <a:avLst/>
            </a:prstGeom>
            <a:solidFill>
              <a:schemeClr val="accent1"/>
            </a:solidFill>
            <a:ln>
              <a:noFill/>
            </a:ln>
            <a:effectLst>
              <a:outerShdw dist="12700" dir="5400000" sx="102000" sy="102000" algn="t" rotWithShape="0">
                <a:srgbClr val="F0F3FA"/>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9" name="Group 52">
            <a:extLst>
              <a:ext uri="{FF2B5EF4-FFF2-40B4-BE49-F238E27FC236}">
                <a16:creationId xmlns:a16="http://schemas.microsoft.com/office/drawing/2014/main" id="{9BEC8872-3FB6-1910-ED65-16029E5B2A69}"/>
              </a:ext>
            </a:extLst>
          </p:cNvPr>
          <p:cNvGraphicFramePr>
            <a:graphicFrameLocks noGrp="1"/>
          </p:cNvGraphicFramePr>
          <p:nvPr>
            <p:extLst>
              <p:ext uri="{D42A27DB-BD31-4B8C-83A1-F6EECF244321}">
                <p14:modId xmlns:p14="http://schemas.microsoft.com/office/powerpoint/2010/main" val="2068767665"/>
              </p:ext>
            </p:extLst>
          </p:nvPr>
        </p:nvGraphicFramePr>
        <p:xfrm>
          <a:off x="7984631" y="3243717"/>
          <a:ext cx="3755424" cy="5526360"/>
        </p:xfrm>
        <a:graphic>
          <a:graphicData uri="http://schemas.openxmlformats.org/drawingml/2006/table">
            <a:tbl>
              <a:tblPr>
                <a:tableStyleId>{5940675A-B579-460E-94D1-54222C63F5DA}</a:tableStyleId>
              </a:tblPr>
              <a:tblGrid>
                <a:gridCol w="2010707">
                  <a:extLst>
                    <a:ext uri="{9D8B030D-6E8A-4147-A177-3AD203B41FA5}">
                      <a16:colId xmlns:a16="http://schemas.microsoft.com/office/drawing/2014/main" val="20000"/>
                    </a:ext>
                  </a:extLst>
                </a:gridCol>
                <a:gridCol w="1177159">
                  <a:extLst>
                    <a:ext uri="{9D8B030D-6E8A-4147-A177-3AD203B41FA5}">
                      <a16:colId xmlns:a16="http://schemas.microsoft.com/office/drawing/2014/main" val="335839943"/>
                    </a:ext>
                  </a:extLst>
                </a:gridCol>
                <a:gridCol w="567558">
                  <a:extLst>
                    <a:ext uri="{9D8B030D-6E8A-4147-A177-3AD203B41FA5}">
                      <a16:colId xmlns:a16="http://schemas.microsoft.com/office/drawing/2014/main" val="2689889332"/>
                    </a:ext>
                  </a:extLst>
                </a:gridCol>
              </a:tblGrid>
              <a:tr h="302400">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u="none" strike="noStrike" cap="none" normalizeH="0" baseline="0" noProof="0" dirty="0">
                          <a:ln>
                            <a:noFill/>
                          </a:ln>
                          <a:solidFill>
                            <a:srgbClr val="173241"/>
                          </a:solidFill>
                          <a:effectLst/>
                          <a:latin typeface="+mn-lt"/>
                        </a:rPr>
                        <a:t>Vulnerability</a:t>
                      </a:r>
                      <a:endParaRPr kumimoji="0" lang="en-US" sz="1200" b="0" i="0" u="none" strike="noStrike" cap="none" normalizeH="0" baseline="0" noProof="0" dirty="0">
                        <a:ln>
                          <a:noFill/>
                        </a:ln>
                        <a:solidFill>
                          <a:srgbClr val="17324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2"/>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tx2"/>
                        </a:solidFill>
                        <a:effectLst/>
                        <a:latin typeface="Calibri" panose="020F0502020204030204" pitchFamily="34"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5.0</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02400">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a:ln>
                            <a:noFill/>
                          </a:ln>
                          <a:solidFill>
                            <a:srgbClr val="173241"/>
                          </a:solidFill>
                          <a:effectLst/>
                          <a:latin typeface="+mn-lt"/>
                          <a:ea typeface="ＭＳ Ｐゴシック" charset="0"/>
                          <a:cs typeface="TheSans B7 Bold"/>
                        </a:rPr>
                        <a:t>License use</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2"/>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tx2"/>
                        </a:solidFill>
                        <a:effectLst/>
                        <a:latin typeface="Calibri" panose="020F0502020204030204" pitchFamily="34"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5.5</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02400">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u="none" strike="noStrike" cap="none" normalizeH="0" baseline="0" noProof="0" dirty="0">
                          <a:ln>
                            <a:noFill/>
                          </a:ln>
                          <a:solidFill>
                            <a:srgbClr val="173241"/>
                          </a:solidFill>
                          <a:effectLst/>
                          <a:latin typeface="+mn-lt"/>
                        </a:rPr>
                        <a:t>Freshness</a:t>
                      </a:r>
                      <a:endParaRPr kumimoji="0" lang="en-US" sz="1200" b="0" i="0" u="none" strike="noStrike" cap="none" normalizeH="0" baseline="0" noProof="0" dirty="0">
                        <a:ln>
                          <a:noFill/>
                        </a:ln>
                        <a:solidFill>
                          <a:srgbClr val="17324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2"/>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tx2"/>
                        </a:solidFill>
                        <a:effectLst/>
                        <a:latin typeface="Calibri" panose="020F0502020204030204" pitchFamily="34"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2.9</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02400">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rgbClr val="173241"/>
                          </a:solidFill>
                          <a:effectLst/>
                          <a:latin typeface="+mn-lt"/>
                          <a:ea typeface="ＭＳ Ｐゴシック" charset="0"/>
                          <a:cs typeface="TheSans B7 Bold"/>
                        </a:rPr>
                        <a:t>Management</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2"/>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tx2"/>
                        </a:solidFill>
                        <a:effectLst/>
                        <a:latin typeface="Calibri" panose="020F0502020204030204" pitchFamily="34"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5.5</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39936421"/>
                  </a:ext>
                </a:extLst>
              </a:tr>
              <a:tr h="302400">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rgbClr val="173241"/>
                          </a:solidFill>
                          <a:effectLst/>
                          <a:latin typeface="+mn-lt"/>
                          <a:ea typeface="ＭＳ Ｐゴシック" charset="0"/>
                          <a:cs typeface="TheSans B7 Bold"/>
                        </a:rPr>
                        <a:t>Activity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2"/>
                          </a:solidFill>
                          <a:effectLst/>
                          <a:latin typeface="Calibri" panose="020F0502020204030204" pitchFamily="34" charset="0"/>
                          <a:ea typeface="ＭＳ Ｐゴシック" charset="0"/>
                          <a:cs typeface="TheSans B7 Bold"/>
                        </a:rPr>
                        <a:t>★☆☆☆☆</a:t>
                      </a:r>
                      <a:endParaRPr kumimoji="0" lang="en-US" sz="1200" b="0" i="0" u="none" strike="noStrike" cap="none" normalizeH="0" baseline="0" noProof="0" dirty="0">
                        <a:ln>
                          <a:noFill/>
                        </a:ln>
                        <a:solidFill>
                          <a:schemeClr val="tx2"/>
                        </a:solidFill>
                        <a:effectLst/>
                        <a:latin typeface="Calibri" panose="020F0502020204030204" pitchFamily="34"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1" i="0" u="none" strike="noStrike" cap="none" normalizeH="0" baseline="0" noProof="0" dirty="0" err="1">
                          <a:ln>
                            <a:noFill/>
                          </a:ln>
                          <a:solidFill>
                            <a:schemeClr val="tx2"/>
                          </a:solidFill>
                          <a:effectLst/>
                          <a:latin typeface="+mn-lt"/>
                          <a:ea typeface="ＭＳ Ｐゴシック" charset="0"/>
                          <a:cs typeface="TheSans B7 Bold"/>
                        </a:rPr>
                        <a:t>1.4</a:t>
                      </a:r>
                      <a:endParaRPr kumimoji="0" lang="en-US" sz="1200" b="1" i="0" u="none" strike="noStrike" cap="none" normalizeH="0" baseline="0" noProof="0" dirty="0">
                        <a:ln>
                          <a:noFill/>
                        </a:ln>
                        <a:solidFill>
                          <a:schemeClr val="tx2"/>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67257320"/>
                  </a:ext>
                </a:extLst>
              </a:tr>
            </a:tbl>
          </a:graphicData>
        </a:graphic>
      </p:graphicFrame>
    </p:spTree>
    <p:extLst>
      <p:ext uri="{BB962C8B-B14F-4D97-AF65-F5344CB8AC3E}">
        <p14:creationId xmlns:p14="http://schemas.microsoft.com/office/powerpoint/2010/main" val="25163747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D4AF23F-0AD1-0347-BF7F-1B20660C75EF}"/>
              </a:ext>
            </a:extLst>
          </p:cNvPr>
          <p:cNvSpPr>
            <a:spLocks noGrp="1"/>
          </p:cNvSpPr>
          <p:nvPr>
            <p:ph type="sldNum" sz="quarter" idx="4"/>
          </p:nvPr>
        </p:nvSpPr>
        <p:spPr/>
        <p:txBody>
          <a:bodyPr/>
          <a:lstStyle/>
          <a:p>
            <a:fld id="{E242BD21-9B61-2246-BCB1-4BE5E1BEBE1C}" type="slidenum">
              <a:rPr lang="en-US" smtClean="0"/>
              <a:pPr/>
              <a:t>10</a:t>
            </a:fld>
            <a:endParaRPr lang="en-US"/>
          </a:p>
        </p:txBody>
      </p:sp>
      <p:sp>
        <p:nvSpPr>
          <p:cNvPr id="10" name="Text Placeholder 9">
            <a:extLst>
              <a:ext uri="{FF2B5EF4-FFF2-40B4-BE49-F238E27FC236}">
                <a16:creationId xmlns:a16="http://schemas.microsoft.com/office/drawing/2014/main" id="{E150B659-F724-1B47-9AC0-0C9C91F9FEC4}"/>
              </a:ext>
            </a:extLst>
          </p:cNvPr>
          <p:cNvSpPr>
            <a:spLocks noGrp="1"/>
          </p:cNvSpPr>
          <p:nvPr>
            <p:ph type="body" sz="quarter" idx="12"/>
          </p:nvPr>
        </p:nvSpPr>
        <p:spPr/>
        <p:txBody>
          <a:bodyPr/>
          <a:lstStyle/>
          <a:p>
            <a:r>
              <a:rPr lang="en-US" dirty="0"/>
              <a:t>Refactoring Candidates – DUPLICATION</a:t>
            </a:r>
          </a:p>
        </p:txBody>
      </p:sp>
      <p:sp>
        <p:nvSpPr>
          <p:cNvPr id="5" name="Title 4">
            <a:extLst>
              <a:ext uri="{FF2B5EF4-FFF2-40B4-BE49-F238E27FC236}">
                <a16:creationId xmlns:a16="http://schemas.microsoft.com/office/drawing/2014/main" id="{9FFB116C-E601-C24A-9C7F-0F5295238258}"/>
              </a:ext>
            </a:extLst>
          </p:cNvPr>
          <p:cNvSpPr>
            <a:spLocks noGrp="1"/>
          </p:cNvSpPr>
          <p:nvPr>
            <p:ph type="title"/>
          </p:nvPr>
        </p:nvSpPr>
        <p:spPr/>
        <p:txBody>
          <a:bodyPr/>
          <a:lstStyle/>
          <a:p>
            <a:r>
              <a:rPr lang="en-US" dirty="0"/>
              <a:t>An overview of the longest duplicates</a:t>
            </a:r>
          </a:p>
        </p:txBody>
      </p:sp>
      <p:sp>
        <p:nvSpPr>
          <p:cNvPr id="6" name="Footer Placeholder 5">
            <a:extLst>
              <a:ext uri="{FF2B5EF4-FFF2-40B4-BE49-F238E27FC236}">
                <a16:creationId xmlns:a16="http://schemas.microsoft.com/office/drawing/2014/main" id="{2BFA917F-83E5-5E45-B28C-D0C1B781495B}"/>
              </a:ext>
            </a:extLst>
          </p:cNvPr>
          <p:cNvSpPr>
            <a:spLocks noGrp="1"/>
          </p:cNvSpPr>
          <p:nvPr>
            <p:ph type="ftr" sz="quarter" idx="3"/>
          </p:nvPr>
        </p:nvSpPr>
        <p:spPr>
          <a:xfrm>
            <a:off x="2669790" y="6549140"/>
            <a:ext cx="804066" cy="236406"/>
          </a:xfrm>
          <a:prstGeom prst="rect">
            <a:avLst/>
          </a:prstGeom>
          <a:noFill/>
          <a:ln w="12700" cap="flat" cmpd="sng" algn="ctr">
            <a:noFill/>
            <a:prstDash val="solid"/>
            <a:miter lim="800000"/>
          </a:ln>
        </p:spPr>
        <p:txBody>
          <a:bodyPr wrap="none" lIns="0" tIns="36000" rIns="0" rtlCol="0" anchor="ctr">
            <a:spAutoFit/>
          </a:bodyPr>
          <a:lstStyle>
            <a:defPPr>
              <a:defRPr lang="en-US"/>
            </a:defPPr>
            <a:lvl1pPr marL="0" algn="l" defTabSz="914400" rtl="0" eaLnBrk="1" latinLnBrk="0" hangingPunct="1">
              <a:defRPr lang="en-US" sz="1000" b="1" kern="1200" cap="all" spc="10" baseline="0" dirty="0">
                <a:solidFill>
                  <a:srgbClr val="B2BECD"/>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dirty="0"/>
              <a:t>Confidential</a:t>
            </a:r>
          </a:p>
        </p:txBody>
      </p:sp>
      <p:sp>
        <p:nvSpPr>
          <p:cNvPr id="3" name="Content Placeholder 2">
            <a:extLst>
              <a:ext uri="{FF2B5EF4-FFF2-40B4-BE49-F238E27FC236}">
                <a16:creationId xmlns:a16="http://schemas.microsoft.com/office/drawing/2014/main" id="{E0EB1030-EE41-F840-9218-1CBC03600234}"/>
              </a:ext>
            </a:extLst>
          </p:cNvPr>
          <p:cNvSpPr>
            <a:spLocks noGrp="1"/>
          </p:cNvSpPr>
          <p:nvPr>
            <p:ph sz="quarter" idx="13"/>
          </p:nvPr>
        </p:nvSpPr>
        <p:spPr/>
        <p:txBody>
          <a:bodyPr/>
          <a:lstStyle/>
          <a:p>
            <a:endParaRPr lang="en-US"/>
          </a:p>
        </p:txBody>
      </p:sp>
      <p:graphicFrame>
        <p:nvGraphicFramePr>
          <p:cNvPr id="7" name="REFACTORING_CANDIDATES_TABLE_DUPLICATION">
            <a:extLst>
              <a:ext uri="{FF2B5EF4-FFF2-40B4-BE49-F238E27FC236}">
                <a16:creationId xmlns:a16="http://schemas.microsoft.com/office/drawing/2014/main" id="{6D18B547-BA3F-1046-9F1B-A8CA602DA83E}"/>
              </a:ext>
            </a:extLst>
          </p:cNvPr>
          <p:cNvGraphicFramePr>
            <a:graphicFrameLocks noGrp="1"/>
          </p:cNvGraphicFramePr>
          <p:nvPr/>
        </p:nvGraphicFramePr>
        <p:xfrm>
          <a:off x="514373" y="1366988"/>
          <a:ext cx="11231294" cy="4933680"/>
        </p:xfrm>
        <a:graphic>
          <a:graphicData uri="http://schemas.openxmlformats.org/drawingml/2006/table">
            <a:tbl>
              <a:tblPr firstRow="1" bandRow="1">
                <a:effectLst/>
                <a:tableStyleId>{F2DE63D5-997A-4646-A377-4702673A728D}</a:tableStyleId>
              </a:tblPr>
              <a:tblGrid>
                <a:gridCol w="7004027">
                  <a:extLst>
                    <a:ext uri="{9D8B030D-6E8A-4147-A177-3AD203B41FA5}">
                      <a16:colId xmlns:a16="http://schemas.microsoft.com/office/drawing/2014/main" val="20000"/>
                    </a:ext>
                  </a:extLst>
                </a:gridCol>
                <a:gridCol w="1410957">
                  <a:extLst>
                    <a:ext uri="{9D8B030D-6E8A-4147-A177-3AD203B41FA5}">
                      <a16:colId xmlns:a16="http://schemas.microsoft.com/office/drawing/2014/main" val="20001"/>
                    </a:ext>
                  </a:extLst>
                </a:gridCol>
                <a:gridCol w="1211322">
                  <a:extLst>
                    <a:ext uri="{9D8B030D-6E8A-4147-A177-3AD203B41FA5}">
                      <a16:colId xmlns:a16="http://schemas.microsoft.com/office/drawing/2014/main" val="20002"/>
                    </a:ext>
                  </a:extLst>
                </a:gridCol>
                <a:gridCol w="1604988">
                  <a:extLst>
                    <a:ext uri="{9D8B030D-6E8A-4147-A177-3AD203B41FA5}">
                      <a16:colId xmlns:a16="http://schemas.microsoft.com/office/drawing/2014/main" val="2857446439"/>
                    </a:ext>
                  </a:extLst>
                </a:gridCol>
              </a:tblGrid>
              <a:tr h="30582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b="1" sz="1400">
                          <a:solidFill>
                            <a:schemeClr val="bg1"/>
                          </a:solidFill>
                          <a:latin typeface="+mn-lt"/>
                        </a:rPr>
                        <a:t>Description</a:t>
                      </a:r>
                      <a:endParaRPr lang="en-US" sz="1400" b="1" i="0" noProof="0" dirty="0">
                        <a:solidFill>
                          <a:schemeClr val="bg1"/>
                        </a:solidFill>
                        <a:latin typeface="+mn-lt"/>
                        <a:cs typeface="TheSans B4 SemiLight"/>
                      </a:endParaRPr>
                    </a:p>
                  </a:txBody>
                  <a:tcPr marL="108000" marR="108000" marT="72000" marB="72000" anchor="b">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indent="0" algn="r" defTabSz="457200" rtl="0" eaLnBrk="1" fontAlgn="auto" latinLnBrk="0" hangingPunct="1">
                        <a:lnSpc>
                          <a:spcPct val="100000"/>
                        </a:lnSpc>
                        <a:spcBef>
                          <a:spcPts val="0"/>
                        </a:spcBef>
                        <a:spcAft>
                          <a:spcPts val="0"/>
                        </a:spcAft>
                        <a:buClrTx/>
                        <a:buSzTx/>
                        <a:buFontTx/>
                        <a:buNone/>
                        <a:tabLst/>
                        <a:defRPr/>
                      </a:pPr>
                      <a:r>
                        <a:rPr b="1" i="0" sz="1400">
                          <a:solidFill>
                            <a:schemeClr val="bg1"/>
                          </a:solidFill>
                          <a:latin typeface="+mn-lt"/>
                        </a:rPr>
                        <a:t>Redundant LOC</a:t>
                      </a:r>
                    </a:p>
                  </a:txBody>
                  <a:tcPr marL="108000" marR="108000" marT="72000" marB="72000" anchor="b">
                    <a:lnL>
                      <a:noFill/>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rgbClr val="DFC101"/>
                    </a:solidFill>
                  </a:tcPr>
                </a:tc>
                <a:tc>
                  <a:txBody>
                    <a:bodyPr/>
                    <a:lstStyle/>
                    <a:p>
                      <a:pPr algn="l"/>
                      <a:r>
                        <a:rPr b="1" sz="1400">
                          <a:solidFill>
                            <a:schemeClr val="bg1"/>
                          </a:solidFill>
                          <a:latin typeface="+mn-lt"/>
                        </a:rPr>
                        <a:t>Level</a:t>
                      </a:r>
                      <a:endParaRPr lang="en-US" sz="1400" b="1" i="0" noProof="0" dirty="0">
                        <a:solidFill>
                          <a:schemeClr val="bg1"/>
                        </a:solidFill>
                        <a:latin typeface="+mn-lt"/>
                        <a:cs typeface="TheSans B4 SemiLight"/>
                      </a:endParaRPr>
                    </a:p>
                  </a:txBody>
                  <a:tcPr marL="108000" marR="108000" marT="72000" marB="72000" anchor="b">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a:r>
                        <a:rPr b="1" i="0" sz="1400">
                          <a:solidFill>
                            <a:schemeClr val="bg1"/>
                          </a:solidFill>
                          <a:latin typeface="+mn-lt"/>
                        </a:rPr>
                        <a:t>Technology</a:t>
                      </a:r>
                    </a:p>
                  </a:txBody>
                  <a:tcPr marL="108000" marR="108000" marT="72000" marB="72000" anchor="b">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30633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13 lines occurring 31 times in CandidatePipelineResult.scala, ContentFeatures.scala, MixerPipelineResult.scala, RecommendationPipelineResult.scala, UpdateTimelinesPersistenceStoreSideEffect.scala</a:t>
                      </a:r>
                    </a:p>
                  </a:txBody>
                  <a:tcPr marL="108000" marR="108000" marT="72000" marB="72000" anchor="ctr">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390</a:t>
                      </a:r>
                    </a:p>
                  </a:txBody>
                  <a:tcPr marL="108000" marR="108000" marT="72000" marB="72000" anchor="ctr">
                    <a:lnL>
                      <a:noFill/>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System</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b" latinLnBrk="0" hangingPunct="1"/>
                      <a:r>
                        <a:rPr b="0" i="0" sz="1200" u="none">
                          <a:solidFill>
                            <a:schemeClr val="tx1">
                              <a:lumMod val="60000"/>
                              <a:lumOff val="40000"/>
                            </a:schemeClr>
                          </a:solidFill>
                          <a:latin typeface="Calibri Regular"/>
                        </a:rPr>
                        <a:t>Scala</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279736">
                <a:tc>
                  <a:txBody>
                    <a:bodyPr/>
                    <a:lstStyle/>
                    <a:p>
                      <a:pPr algn="l" fontAlgn="b"/>
                      <a:r>
                        <a:rPr b="0" i="0" sz="1200" u="none">
                          <a:solidFill>
                            <a:schemeClr val="tx2"/>
                          </a:solidFill>
                          <a:latin typeface="Calibri Bold"/>
                        </a:rPr>
                        <a:t>19 lines occurring 21 times in ContentFeatures.scala, RecommendationPipelineResult.scala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380</a:t>
                      </a:r>
                      <a:endParaRPr lang="en-US" sz="1200" b="0" i="0" u="none" strike="noStrike" kern="1200" noProof="0" dirty="0">
                        <a:solidFill>
                          <a:schemeClr val="tx2"/>
                        </a:solidFill>
                        <a:effectLst/>
                        <a:latin typeface="Calibri Bold"/>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marL="0" marR="0" indent="0" algn="l" defTabSz="4572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System</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b" latinLnBrk="0" hangingPunct="1"/>
                      <a:r>
                        <a:rPr b="0" i="0" sz="1200" u="none">
                          <a:solidFill>
                            <a:schemeClr val="tx1">
                              <a:lumMod val="60000"/>
                              <a:lumOff val="40000"/>
                            </a:schemeClr>
                          </a:solidFill>
                          <a:latin typeface="Calibri Regular"/>
                        </a:rPr>
                        <a:t>Scala</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279736">
                <a:tc>
                  <a:txBody>
                    <a:bodyPr/>
                    <a:lstStyle/>
                    <a:p>
                      <a:pPr algn="l" fontAlgn="b"/>
                      <a:r>
                        <a:rPr b="0" i="0" sz="1200" u="none">
                          <a:solidFill>
                            <a:schemeClr val="tx2"/>
                          </a:solidFill>
                          <a:latin typeface="Calibri Bold"/>
                        </a:rPr>
                        <a:t>14 lines occurring 27 times in ContentFeatures.scala, RecommendationPipelineResult.scala, UpdateTimelinesPersistenceStoreSideEffect.scala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364</a:t>
                      </a:r>
                      <a:endParaRPr lang="en-US" sz="1200" b="0" i="0" u="none" strike="noStrike" kern="1200" noProof="0" dirty="0">
                        <a:solidFill>
                          <a:schemeClr val="tx2"/>
                        </a:solidFill>
                        <a:effectLst/>
                        <a:latin typeface="Calibri Bold"/>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System</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b" latinLnBrk="0" hangingPunct="1"/>
                      <a:r>
                        <a:rPr b="0" i="0" sz="1200" u="none">
                          <a:solidFill>
                            <a:schemeClr val="tx1">
                              <a:lumMod val="60000"/>
                              <a:lumOff val="40000"/>
                            </a:schemeClr>
                          </a:solidFill>
                          <a:latin typeface="Calibri Regular"/>
                        </a:rPr>
                        <a:t>Scala</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279736">
                <a:tc>
                  <a:txBody>
                    <a:bodyPr/>
                    <a:lstStyle/>
                    <a:p>
                      <a:pPr algn="l" fontAlgn="b"/>
                      <a:r>
                        <a:rPr b="0" i="0" sz="1200" u="none">
                          <a:solidFill>
                            <a:schemeClr val="tx2"/>
                          </a:solidFill>
                          <a:latin typeface="Calibri Bold"/>
                        </a:rPr>
                        <a:t>50 lines occurring 4 times in Main.scala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150</a:t>
                      </a:r>
                      <a:endParaRPr lang="en-US" sz="1200" b="0" i="0" u="none" strike="noStrike" kern="1200" noProof="0" dirty="0">
                        <a:solidFill>
                          <a:schemeClr val="tx2"/>
                        </a:solidFill>
                        <a:effectLst/>
                        <a:latin typeface="Calibri Bold"/>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Component</a:t>
                      </a:r>
                      <a:endParaRPr lang="en-US" sz="1200" b="0" i="0" u="none" strike="noStrike" kern="1200" noProof="0" dirty="0">
                        <a:solidFill>
                          <a:schemeClr val="tx2"/>
                        </a:solidFill>
                        <a:effectLst/>
                        <a:latin typeface="Calibri Bold"/>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b" latinLnBrk="0" hangingPunct="1"/>
                      <a:r>
                        <a:rPr b="0" i="0" sz="1200" u="none">
                          <a:solidFill>
                            <a:schemeClr val="tx1">
                              <a:lumMod val="60000"/>
                              <a:lumOff val="40000"/>
                            </a:schemeClr>
                          </a:solidFill>
                          <a:latin typeface="Calibri Regular"/>
                        </a:rPr>
                        <a:t>Scala</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279736">
                <a:tc>
                  <a:txBody>
                    <a:bodyPr/>
                    <a:lstStyle/>
                    <a:p>
                      <a:pPr algn="l" fontAlgn="b"/>
                      <a:r>
                        <a:rPr b="0" i="0" sz="1200" u="none">
                          <a:solidFill>
                            <a:schemeClr val="tx2"/>
                          </a:solidFill>
                          <a:latin typeface="Calibri Bold"/>
                        </a:rPr>
                        <a:t>8 lines occurring 57 times in CandidatePipelineResult.scala, ContentFeatures.scala, MixerPipelineResult.scala, ProductPipelineResult.scala, RecommendationPipelineResult.scala, UpdateTimelinesPersistenceStoreSideEffect.scala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448</a:t>
                      </a:r>
                      <a:endParaRPr lang="en-US" sz="1200" b="0" i="0" u="none" strike="noStrike" kern="1200" noProof="0" dirty="0">
                        <a:solidFill>
                          <a:schemeClr val="tx2"/>
                        </a:solidFill>
                        <a:effectLst/>
                        <a:latin typeface="Calibri Bold"/>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System</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b" latinLnBrk="0" hangingPunct="1"/>
                      <a:r>
                        <a:rPr b="0" i="0" sz="1200" u="none">
                          <a:solidFill>
                            <a:schemeClr val="tx1">
                              <a:lumMod val="60000"/>
                              <a:lumOff val="40000"/>
                            </a:schemeClr>
                          </a:solidFill>
                          <a:latin typeface="Calibri Regular"/>
                        </a:rPr>
                        <a:t>Scala</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1900654"/>
                  </a:ext>
                </a:extLst>
              </a:tr>
              <a:tr h="279736">
                <a:tc>
                  <a:txBody>
                    <a:bodyPr/>
                    <a:lstStyle/>
                    <a:p>
                      <a:pPr algn="l" fontAlgn="b"/>
                      <a:r>
                        <a:rPr b="0" i="0" sz="1200" u="none">
                          <a:solidFill>
                            <a:schemeClr val="tx2"/>
                          </a:solidFill>
                          <a:latin typeface="Calibri Bold"/>
                        </a:rPr>
                        <a:t>61 lines occurring 3 times in FeatureStoreGizmoduckSource.scala, FeatureStoreTimelinesAuthorSource.scala, FeatureStoreUserMetricCountsSource.scala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122</a:t>
                      </a:r>
                      <a:endParaRPr lang="en-US" sz="1200" b="0" i="0" u="none" strike="noStrike" kern="1200" noProof="0" dirty="0">
                        <a:solidFill>
                          <a:schemeClr val="tx2"/>
                        </a:solidFill>
                        <a:effectLst/>
                        <a:latin typeface="Calibri Bold"/>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Component</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b" latinLnBrk="0" hangingPunct="1"/>
                      <a:r>
                        <a:rPr b="0" i="0" sz="1200" u="none">
                          <a:solidFill>
                            <a:schemeClr val="tx1">
                              <a:lumMod val="60000"/>
                              <a:lumOff val="40000"/>
                            </a:schemeClr>
                          </a:solidFill>
                          <a:latin typeface="Calibri Regular"/>
                        </a:rPr>
                        <a:t>Scala</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8811833"/>
                  </a:ext>
                </a:extLst>
              </a:tr>
              <a:tr h="279736">
                <a:tc>
                  <a:txBody>
                    <a:bodyPr/>
                    <a:lstStyle/>
                    <a:p>
                      <a:pPr algn="l" fontAlgn="b"/>
                      <a:r>
                        <a:rPr b="0" i="0" sz="1200" u="none">
                          <a:solidFill>
                            <a:schemeClr val="tx2"/>
                          </a:solidFill>
                          <a:latin typeface="Calibri Bold"/>
                        </a:rPr>
                        <a:t>12 lines occurring 10 times in VisibilityPolicy.scala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108</a:t>
                      </a:r>
                      <a:endParaRPr lang="en-US" sz="1200" b="0" i="0" u="none" strike="noStrike" kern="1200" noProof="0" dirty="0">
                        <a:solidFill>
                          <a:schemeClr val="tx2"/>
                        </a:solidFill>
                        <a:effectLst/>
                        <a:latin typeface="Calibri Bold"/>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File</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b" latinLnBrk="0" hangingPunct="1"/>
                      <a:r>
                        <a:rPr b="0" i="0" sz="1200" u="none">
                          <a:solidFill>
                            <a:schemeClr val="tx1">
                              <a:lumMod val="60000"/>
                              <a:lumOff val="40000"/>
                            </a:schemeClr>
                          </a:solidFill>
                          <a:latin typeface="Calibri Regular"/>
                        </a:rPr>
                        <a:t>Scala</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60795780"/>
                  </a:ext>
                </a:extLst>
              </a:tr>
              <a:tr h="279736">
                <a:tc>
                  <a:txBody>
                    <a:bodyPr/>
                    <a:lstStyle/>
                    <a:p>
                      <a:pPr algn="l" fontAlgn="b"/>
                      <a:r>
                        <a:rPr b="0" i="0" sz="1200" u="none">
                          <a:solidFill>
                            <a:schemeClr val="tx2"/>
                          </a:solidFill>
                          <a:latin typeface="Calibri Bold"/>
                        </a:rPr>
                        <a:t>25 lines occurring 5 times in AggregatableFavBasedProducerEmbeddings.scala, AggregatableFollowBasedProducerEmbeddings.scala, AggregatableLogFavBasedProducerEmbeddings.scala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100</a:t>
                      </a:r>
                      <a:endParaRPr lang="en-US" sz="1200" b="0" i="0" u="none" strike="noStrike" kern="1200" noProof="0" dirty="0">
                        <a:solidFill>
                          <a:schemeClr val="tx2"/>
                        </a:solidFill>
                        <a:effectLst/>
                        <a:latin typeface="Calibri Bold"/>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Component</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b" latinLnBrk="0" hangingPunct="1"/>
                      <a:r>
                        <a:rPr b="0" i="0" sz="1200" u="none">
                          <a:solidFill>
                            <a:schemeClr val="tx1">
                              <a:lumMod val="60000"/>
                              <a:lumOff val="40000"/>
                            </a:schemeClr>
                          </a:solidFill>
                          <a:latin typeface="Calibri Regular"/>
                        </a:rPr>
                        <a:t>Scala</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33267410"/>
                  </a:ext>
                </a:extLst>
              </a:tr>
              <a:tr h="279736">
                <a:tc>
                  <a:txBody>
                    <a:bodyPr/>
                    <a:lstStyle/>
                    <a:p>
                      <a:pPr algn="l" fontAlgn="b"/>
                      <a:r>
                        <a:rPr b="0" i="0" sz="1200" u="none">
                          <a:solidFill>
                            <a:schemeClr val="tx2"/>
                          </a:solidFill>
                          <a:latin typeface="Calibri Bold"/>
                        </a:rPr>
                        <a:t>20 lines occurring 5 times in VisibilityPolicy.scala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80</a:t>
                      </a:r>
                      <a:endParaRPr lang="en-US" sz="1200" b="0" i="0" u="none" strike="noStrike" kern="1200" noProof="0" dirty="0">
                        <a:solidFill>
                          <a:schemeClr val="tx2"/>
                        </a:solidFill>
                        <a:effectLst/>
                        <a:latin typeface="Calibri Bold"/>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File</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b" latinLnBrk="0" hangingPunct="1"/>
                      <a:r>
                        <a:rPr b="0" i="0" sz="1200" u="none">
                          <a:solidFill>
                            <a:schemeClr val="tx1">
                              <a:lumMod val="60000"/>
                              <a:lumOff val="40000"/>
                            </a:schemeClr>
                          </a:solidFill>
                          <a:latin typeface="Calibri Regular"/>
                        </a:rPr>
                        <a:t>Scala</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9910387"/>
                  </a:ext>
                </a:extLst>
              </a:tr>
              <a:tr h="279736">
                <a:tc>
                  <a:txBody>
                    <a:bodyPr/>
                    <a:lstStyle/>
                    <a:p>
                      <a:pPr algn="l" fontAlgn="b"/>
                      <a:r>
                        <a:rPr b="0" i="0" sz="1200" u="none">
                          <a:solidFill>
                            <a:schemeClr val="tx2"/>
                          </a:solidFill>
                          <a:latin typeface="Calibri Bold"/>
                        </a:rPr>
                        <a:t>15 lines occurring 6 times in VisibilityPolicy.scala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75</a:t>
                      </a:r>
                      <a:endParaRPr lang="en-US" sz="1200" b="0" i="0" u="none" strike="noStrike" kern="1200" noProof="0" dirty="0">
                        <a:solidFill>
                          <a:schemeClr val="tx2"/>
                        </a:solidFill>
                        <a:effectLst/>
                        <a:latin typeface="Calibri Bold"/>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File</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b" latinLnBrk="0" hangingPunct="1"/>
                      <a:r>
                        <a:rPr b="0" i="0" sz="1200" u="none">
                          <a:solidFill>
                            <a:schemeClr val="tx1">
                              <a:lumMod val="60000"/>
                              <a:lumOff val="40000"/>
                            </a:schemeClr>
                          </a:solidFill>
                          <a:latin typeface="Calibri Regular"/>
                        </a:rPr>
                        <a:t>Scala</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2763307"/>
                  </a:ext>
                </a:extLst>
              </a:tr>
              <a:tr h="279736">
                <a:tc>
                  <a:txBody>
                    <a:bodyPr/>
                    <a:lstStyle/>
                    <a:p>
                      <a:pPr algn="l" fontAlgn="b"/>
                      <a:r>
                        <a:rPr b="0" i="0" sz="1200" u="none">
                          <a:solidFill>
                            <a:schemeClr val="tx2"/>
                          </a:solidFill>
                          <a:latin typeface="Calibri Bold"/>
                        </a:rPr>
                        <a:t>68 lines occurring 2 times in TweetMediaFeatureExtractor.scala, TweetMediaFeaturesExtractor.scala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68</a:t>
                      </a:r>
                      <a:endParaRPr lang="en-US" sz="1200" b="0" i="0" u="none" strike="noStrike" kern="1200" noProof="0" dirty="0">
                        <a:solidFill>
                          <a:schemeClr val="tx2"/>
                        </a:solidFill>
                        <a:effectLst/>
                        <a:latin typeface="Calibri Bold"/>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System</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b" latinLnBrk="0" hangingPunct="1"/>
                      <a:r>
                        <a:rPr b="0" i="0" sz="1200" u="none">
                          <a:solidFill>
                            <a:schemeClr val="tx1">
                              <a:lumMod val="60000"/>
                              <a:lumOff val="40000"/>
                            </a:schemeClr>
                          </a:solidFill>
                          <a:latin typeface="Calibri Regular"/>
                        </a:rPr>
                        <a:t>Scala</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22263985"/>
                  </a:ext>
                </a:extLst>
              </a:tr>
              <a:tr h="279736">
                <a:tc>
                  <a:txBody>
                    <a:bodyPr/>
                    <a:lstStyle/>
                    <a:p>
                      <a:pPr algn="l" fontAlgn="b"/>
                      <a:r>
                        <a:rPr b="0" i="0" sz="1200" u="none">
                          <a:solidFill>
                            <a:schemeClr val="tx2"/>
                          </a:solidFill>
                          <a:latin typeface="Calibri Bold"/>
                        </a:rPr>
                        <a:t>66 lines occurring 2 times in ProducerBasedUnifiedSimilarityEngine.scala, TweetBasedUnifiedSimilarityEngine.scala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66</a:t>
                      </a:r>
                      <a:endParaRPr lang="en-US" sz="1200" b="0" i="0" u="none" strike="noStrike" kern="1200" noProof="0" dirty="0">
                        <a:solidFill>
                          <a:schemeClr val="tx2"/>
                        </a:solidFill>
                        <a:effectLst/>
                        <a:latin typeface="Calibri Bold"/>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Component</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b" latinLnBrk="0" hangingPunct="1"/>
                      <a:r>
                        <a:rPr b="0" i="0" sz="1200" u="none">
                          <a:solidFill>
                            <a:schemeClr val="tx1">
                              <a:lumMod val="60000"/>
                              <a:lumOff val="40000"/>
                            </a:schemeClr>
                          </a:solidFill>
                          <a:latin typeface="Calibri Regular"/>
                        </a:rPr>
                        <a:t>Scala</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16404128"/>
                  </a:ext>
                </a:extLst>
              </a:tr>
              <a:tr h="279736">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11 lines occurring 7 times in FreedomOfSpeechNotReach.scala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66</a:t>
                      </a:r>
                      <a:endParaRPr lang="en-US" sz="1200" b="0" i="0" u="none" strike="noStrike" kern="1200" noProof="0" dirty="0">
                        <a:solidFill>
                          <a:schemeClr val="tx2"/>
                        </a:solidFill>
                        <a:effectLst/>
                        <a:latin typeface="Calibri Bold"/>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File</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b" latinLnBrk="0" hangingPunct="1"/>
                      <a:r>
                        <a:rPr b="0" i="0" sz="1200" u="none">
                          <a:solidFill>
                            <a:schemeClr val="tx1">
                              <a:lumMod val="60000"/>
                              <a:lumOff val="40000"/>
                            </a:schemeClr>
                          </a:solidFill>
                          <a:latin typeface="Calibri Regular"/>
                        </a:rPr>
                        <a:t>Scala</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5606331"/>
                  </a:ext>
                </a:extLst>
              </a:tr>
              <a:tr h="279736">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66 lines occurring 2 times in Main.scala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66</a:t>
                      </a:r>
                      <a:endParaRPr lang="en-US" sz="1200" b="0" i="0" u="none" strike="noStrike" kern="1200" noProof="0" dirty="0">
                        <a:solidFill>
                          <a:schemeClr val="tx2"/>
                        </a:solidFill>
                        <a:effectLst/>
                        <a:latin typeface="Calibri Bold"/>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Component</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b" latinLnBrk="0" hangingPunct="1"/>
                      <a:r>
                        <a:rPr b="0" i="0" sz="1200" u="none">
                          <a:solidFill>
                            <a:schemeClr val="tx1">
                              <a:lumMod val="60000"/>
                              <a:lumOff val="40000"/>
                            </a:schemeClr>
                          </a:solidFill>
                          <a:latin typeface="Calibri Regular"/>
                        </a:rPr>
                        <a:t>Scala</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69700129"/>
                  </a:ext>
                </a:extLst>
              </a:tr>
            </a:tbl>
          </a:graphicData>
        </a:graphic>
      </p:graphicFrame>
    </p:spTree>
    <p:extLst>
      <p:ext uri="{BB962C8B-B14F-4D97-AF65-F5344CB8AC3E}">
        <p14:creationId xmlns:p14="http://schemas.microsoft.com/office/powerpoint/2010/main" val="26302028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0E241-59C2-6F55-4707-FD2CC82A6C6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B397773-E61A-9D94-159E-FE176D511F7A}"/>
              </a:ext>
            </a:extLst>
          </p:cNvPr>
          <p:cNvSpPr>
            <a:spLocks noGrp="1"/>
          </p:cNvSpPr>
          <p:nvPr>
            <p:ph type="sldNum" sz="quarter" idx="4"/>
          </p:nvPr>
        </p:nvSpPr>
        <p:spPr/>
        <p:txBody>
          <a:bodyPr/>
          <a:lstStyle/>
          <a:p>
            <a:fld id="{E242BD21-9B61-2246-BCB1-4BE5E1BEBE1C}" type="slidenum">
              <a:rPr lang="en-US" smtClean="0"/>
              <a:pPr/>
              <a:t>11</a:t>
            </a:fld>
            <a:endParaRPr lang="en-US"/>
          </a:p>
        </p:txBody>
      </p:sp>
      <p:sp>
        <p:nvSpPr>
          <p:cNvPr id="10" name="Text Placeholder 9">
            <a:extLst>
              <a:ext uri="{FF2B5EF4-FFF2-40B4-BE49-F238E27FC236}">
                <a16:creationId xmlns:a16="http://schemas.microsoft.com/office/drawing/2014/main" id="{C070E2EE-7B25-5041-16B6-A6265C553E99}"/>
              </a:ext>
            </a:extLst>
          </p:cNvPr>
          <p:cNvSpPr>
            <a:spLocks noGrp="1"/>
          </p:cNvSpPr>
          <p:nvPr>
            <p:ph type="body" sz="quarter" idx="12"/>
          </p:nvPr>
        </p:nvSpPr>
        <p:spPr/>
        <p:txBody>
          <a:bodyPr/>
          <a:lstStyle/>
          <a:p>
            <a:r>
              <a:rPr lang="en-US" dirty="0"/>
              <a:t>Refactoring Candidates – Unit Size</a:t>
            </a:r>
          </a:p>
        </p:txBody>
      </p:sp>
      <p:sp>
        <p:nvSpPr>
          <p:cNvPr id="5" name="Title 4">
            <a:extLst>
              <a:ext uri="{FF2B5EF4-FFF2-40B4-BE49-F238E27FC236}">
                <a16:creationId xmlns:a16="http://schemas.microsoft.com/office/drawing/2014/main" id="{7E6AFEFE-FA0F-CDBD-40F1-A3FF99211BA2}"/>
              </a:ext>
            </a:extLst>
          </p:cNvPr>
          <p:cNvSpPr>
            <a:spLocks noGrp="1"/>
          </p:cNvSpPr>
          <p:nvPr>
            <p:ph type="title"/>
          </p:nvPr>
        </p:nvSpPr>
        <p:spPr/>
        <p:txBody>
          <a:bodyPr/>
          <a:lstStyle/>
          <a:p>
            <a:r>
              <a:rPr lang="en-US" dirty="0"/>
              <a:t>An overview of the longest units</a:t>
            </a:r>
          </a:p>
        </p:txBody>
      </p:sp>
      <p:sp>
        <p:nvSpPr>
          <p:cNvPr id="6" name="Footer Placeholder 5">
            <a:extLst>
              <a:ext uri="{FF2B5EF4-FFF2-40B4-BE49-F238E27FC236}">
                <a16:creationId xmlns:a16="http://schemas.microsoft.com/office/drawing/2014/main" id="{6476392F-4A8E-477A-00F5-76B3207433B6}"/>
              </a:ext>
            </a:extLst>
          </p:cNvPr>
          <p:cNvSpPr>
            <a:spLocks noGrp="1"/>
          </p:cNvSpPr>
          <p:nvPr>
            <p:ph type="ftr" sz="quarter" idx="3"/>
          </p:nvPr>
        </p:nvSpPr>
        <p:spPr>
          <a:xfrm>
            <a:off x="2669790" y="6549140"/>
            <a:ext cx="804066" cy="236406"/>
          </a:xfrm>
          <a:prstGeom prst="rect">
            <a:avLst/>
          </a:prstGeom>
          <a:noFill/>
          <a:ln w="12700" cap="flat" cmpd="sng" algn="ctr">
            <a:noFill/>
            <a:prstDash val="solid"/>
            <a:miter lim="800000"/>
          </a:ln>
        </p:spPr>
        <p:txBody>
          <a:bodyPr wrap="none" lIns="0" tIns="36000" rIns="0" rtlCol="0" anchor="ctr">
            <a:spAutoFit/>
          </a:bodyPr>
          <a:lstStyle>
            <a:defPPr>
              <a:defRPr lang="en-US"/>
            </a:defPPr>
            <a:lvl1pPr marL="0" algn="l" defTabSz="914400" rtl="0" eaLnBrk="1" latinLnBrk="0" hangingPunct="1">
              <a:defRPr lang="en-US" sz="1000" b="1" kern="1200" cap="all" spc="10" baseline="0" dirty="0">
                <a:solidFill>
                  <a:srgbClr val="B2BECD"/>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dirty="0"/>
              <a:t>Confidential</a:t>
            </a:r>
          </a:p>
        </p:txBody>
      </p:sp>
      <p:graphicFrame>
        <p:nvGraphicFramePr>
          <p:cNvPr id="4" name="REFACTORING_CANDIDATES_TABLE_UNIT_SIZE">
            <a:extLst>
              <a:ext uri="{FF2B5EF4-FFF2-40B4-BE49-F238E27FC236}">
                <a16:creationId xmlns:a16="http://schemas.microsoft.com/office/drawing/2014/main" id="{6526472F-557C-F0F9-9AC9-DA0F1F07D816}"/>
              </a:ext>
            </a:extLst>
          </p:cNvPr>
          <p:cNvGraphicFramePr>
            <a:graphicFrameLocks noGrp="1"/>
          </p:cNvGraphicFramePr>
          <p:nvPr/>
        </p:nvGraphicFramePr>
        <p:xfrm>
          <a:off x="514373" y="1366988"/>
          <a:ext cx="11232250" cy="4972560"/>
        </p:xfrm>
        <a:graphic>
          <a:graphicData uri="http://schemas.openxmlformats.org/drawingml/2006/table">
            <a:tbl>
              <a:tblPr firstRow="1" bandRow="1">
                <a:effectLst/>
                <a:tableStyleId>{F2DE63D5-997A-4646-A377-4702673A728D}</a:tableStyleId>
              </a:tblPr>
              <a:tblGrid>
                <a:gridCol w="6024972">
                  <a:extLst>
                    <a:ext uri="{9D8B030D-6E8A-4147-A177-3AD203B41FA5}">
                      <a16:colId xmlns:a16="http://schemas.microsoft.com/office/drawing/2014/main" val="20000"/>
                    </a:ext>
                  </a:extLst>
                </a:gridCol>
                <a:gridCol w="568037">
                  <a:extLst>
                    <a:ext uri="{9D8B030D-6E8A-4147-A177-3AD203B41FA5}">
                      <a16:colId xmlns:a16="http://schemas.microsoft.com/office/drawing/2014/main" val="20001"/>
                    </a:ext>
                  </a:extLst>
                </a:gridCol>
                <a:gridCol w="858982">
                  <a:extLst>
                    <a:ext uri="{9D8B030D-6E8A-4147-A177-3AD203B41FA5}">
                      <a16:colId xmlns:a16="http://schemas.microsoft.com/office/drawing/2014/main" val="20002"/>
                    </a:ext>
                  </a:extLst>
                </a:gridCol>
                <a:gridCol w="1163781">
                  <a:extLst>
                    <a:ext uri="{9D8B030D-6E8A-4147-A177-3AD203B41FA5}">
                      <a16:colId xmlns:a16="http://schemas.microsoft.com/office/drawing/2014/main" val="3286041723"/>
                    </a:ext>
                  </a:extLst>
                </a:gridCol>
                <a:gridCol w="1500910">
                  <a:extLst>
                    <a:ext uri="{9D8B030D-6E8A-4147-A177-3AD203B41FA5}">
                      <a16:colId xmlns:a16="http://schemas.microsoft.com/office/drawing/2014/main" val="4263492041"/>
                    </a:ext>
                  </a:extLst>
                </a:gridCol>
                <a:gridCol w="1115568">
                  <a:extLst>
                    <a:ext uri="{9D8B030D-6E8A-4147-A177-3AD203B41FA5}">
                      <a16:colId xmlns:a16="http://schemas.microsoft.com/office/drawing/2014/main" val="2509092107"/>
                    </a:ext>
                  </a:extLst>
                </a:gridCol>
              </a:tblGrid>
              <a:tr h="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b="1" sz="1400">
                          <a:solidFill>
                            <a:schemeClr val="bg1"/>
                          </a:solidFill>
                          <a:latin typeface="+mn-lt"/>
                        </a:rPr>
                        <a:t>Unit name</a:t>
                      </a:r>
                      <a:endParaRPr lang="en-US" sz="1400" b="1" i="0" noProof="0" dirty="0">
                        <a:solidFill>
                          <a:schemeClr val="bg1"/>
                        </a:solidFill>
                        <a:latin typeface="+mn-lt"/>
                        <a:cs typeface="TheSans B4 SemiLight"/>
                      </a:endParaRPr>
                    </a:p>
                  </a:txBody>
                  <a:tcPr marL="108000" marR="108000" marT="72000" marB="72000">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r"/>
                      <a:r>
                        <a:rPr b="1" sz="1400">
                          <a:solidFill>
                            <a:schemeClr val="bg1"/>
                          </a:solidFill>
                          <a:latin typeface="+mn-lt"/>
                        </a:rPr>
                        <a:t>LOC</a:t>
                      </a:r>
                      <a:endParaRPr lang="en-US" sz="1400" b="1" i="0" noProof="0" dirty="0">
                        <a:solidFill>
                          <a:schemeClr val="bg1"/>
                        </a:solidFill>
                        <a:latin typeface="+mn-lt"/>
                        <a:cs typeface="TheSans B4 SemiLight"/>
                      </a:endParaRPr>
                    </a:p>
                  </a:txBody>
                  <a:tcPr marL="108000" marR="108000" marT="72000" marB="72000">
                    <a:lnL>
                      <a:noFill/>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r"/>
                      <a:r>
                        <a:rPr b="1" sz="1400">
                          <a:solidFill>
                            <a:schemeClr val="bg1"/>
                          </a:solidFill>
                          <a:latin typeface="+mn-lt"/>
                        </a:rPr>
                        <a:t>McCabe</a:t>
                      </a:r>
                      <a:endParaRPr lang="en-US" sz="1400" b="1" i="0" noProof="0" dirty="0">
                        <a:solidFill>
                          <a:schemeClr val="bg1"/>
                        </a:solidFill>
                        <a:latin typeface="+mn-lt"/>
                        <a:cs typeface="TheSans B4 SemiLight"/>
                      </a:endParaRP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r"/>
                      <a:r>
                        <a:rPr b="1" i="0" sz="1400">
                          <a:solidFill>
                            <a:schemeClr val="bg1"/>
                          </a:solidFill>
                          <a:latin typeface="+mn-lt"/>
                        </a:rPr>
                        <a:t>Parameters</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a:r>
                        <a:rPr b="1" i="0" sz="1400">
                          <a:solidFill>
                            <a:schemeClr val="bg1"/>
                          </a:solidFill>
                          <a:latin typeface="+mn-lt"/>
                        </a:rPr>
                        <a:t>Component</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a:r>
                        <a:rPr b="1" i="0" sz="1400">
                          <a:solidFill>
                            <a:schemeClr val="bg1"/>
                          </a:solidFill>
                          <a:latin typeface="+mn-lt"/>
                        </a:rPr>
                        <a:t>Technology</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CandidatePipelineBuilder.build(ComponentIdentifierStack,BaseCandidatePipelineConfig)</a:t>
                      </a:r>
                    </a:p>
                  </a:txBody>
                  <a:tcPr marL="108000" marR="108000" marT="72000" marB="72000" anchor="ctr">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2"/>
                          </a:solidFill>
                          <a:latin typeface="Calibri Regular"/>
                        </a:rPr>
                        <a:t>557</a:t>
                      </a:r>
                    </a:p>
                  </a:txBody>
                  <a:tcPr marL="108000" marR="108000" marT="72000" marB="72000" anchor="ctr">
                    <a:lnL>
                      <a:noFill/>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b="0" i="0" sz="1200" u="none">
                          <a:solidFill>
                            <a:schemeClr val="tx1">
                              <a:lumMod val="60000"/>
                              <a:lumOff val="40000"/>
                            </a:schemeClr>
                          </a:solidFill>
                          <a:latin typeface="Calibri Regular"/>
                        </a:rPr>
                        <a:t>2</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1">
                              <a:lumMod val="60000"/>
                              <a:lumOff val="40000"/>
                            </a:schemeClr>
                          </a:solidFill>
                          <a:latin typeface="Calibri Regular"/>
                        </a:rPr>
                        <a:t>2</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product-mixer</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Scala</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0">
                <a:tc>
                  <a:txBody>
                    <a:bodyPr/>
                    <a:lstStyle/>
                    <a:p>
                      <a:pPr algn="l" fontAlgn="b"/>
                      <a:r>
                        <a:rPr b="0" i="0" sz="1200" u="none">
                          <a:solidFill>
                            <a:schemeClr val="tx2"/>
                          </a:solidFill>
                          <a:latin typeface="Calibri Bold"/>
                        </a:rPr>
                        <a:t>UUABasedClusterToTweetIndexGenerationJob.convertActionTypesSeqToString(Seq)</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2"/>
                          </a:solidFill>
                          <a:latin typeface="Calibri Regular"/>
                        </a:rPr>
                        <a:t>468</a:t>
                      </a:r>
                      <a:endParaRPr lang="en-US" sz="1200" b="0" i="0" u="none" strike="noStrike" noProof="0" dirty="0">
                        <a:solidFill>
                          <a:schemeClr val="tx2"/>
                        </a:solidFill>
                        <a:effectLst/>
                        <a:latin typeface="Calibri Regular"/>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marL="0" marR="0" indent="0" algn="r" defTabSz="4572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1</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r" defTabSz="4572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1</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4572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src/scala/com/twitter/simclusters_v2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4572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0">
                <a:tc>
                  <a:txBody>
                    <a:bodyPr/>
                    <a:lstStyle/>
                    <a:p>
                      <a:pPr algn="l" fontAlgn="b"/>
                      <a:r>
                        <a:rPr b="0" i="0" sz="1200" u="none">
                          <a:solidFill>
                            <a:schemeClr val="tx2"/>
                          </a:solidFill>
                          <a:latin typeface="Calibri Bold"/>
                        </a:rPr>
                        <a:t>argument_parser.py:get_trainer_parser()</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2"/>
                          </a:solidFill>
                          <a:latin typeface="Calibri Regular"/>
                        </a:rPr>
                        <a:t>386</a:t>
                      </a:r>
                      <a:endParaRPr lang="en-US" sz="1200" b="0" i="0" u="none" strike="noStrike" noProof="0" dirty="0">
                        <a:solidFill>
                          <a:schemeClr val="tx2"/>
                        </a:solidFill>
                        <a:effectLst/>
                        <a:latin typeface="Calibri Regular"/>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b="0" i="0" sz="1200" u="none">
                          <a:solidFill>
                            <a:schemeClr val="tx1">
                              <a:lumMod val="60000"/>
                              <a:lumOff val="40000"/>
                            </a:schemeClr>
                          </a:solidFill>
                          <a:latin typeface="Calibri Regular"/>
                        </a:rPr>
                        <a:t>1</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1">
                              <a:lumMod val="60000"/>
                              <a:lumOff val="40000"/>
                            </a:schemeClr>
                          </a:solidFill>
                          <a:latin typeface="Calibri Regular"/>
                        </a:rPr>
                        <a:t>0</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twml</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Python</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0">
                <a:tc>
                  <a:txBody>
                    <a:bodyPr/>
                    <a:lstStyle/>
                    <a:p>
                      <a:pPr algn="l" fontAlgn="b"/>
                      <a:r>
                        <a:rPr b="0" i="0" sz="1200" u="none">
                          <a:solidFill>
                            <a:schemeClr val="tx2"/>
                          </a:solidFill>
                          <a:latin typeface="Calibri Bold"/>
                        </a:rPr>
                        <a:t>EarlybirdAdapter.setFeatures(Option,RichDataRecord)</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2"/>
                          </a:solidFill>
                          <a:latin typeface="Calibri Regular"/>
                        </a:rPr>
                        <a:t>303</a:t>
                      </a:r>
                      <a:endParaRPr lang="en-US" sz="1200" b="0" i="0" u="none" strike="noStrike" noProof="0" dirty="0">
                        <a:solidFill>
                          <a:schemeClr val="tx2"/>
                        </a:solidFill>
                        <a:effectLst/>
                        <a:latin typeface="Calibri Regular"/>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b="0" i="0" sz="1200" u="none">
                          <a:solidFill>
                            <a:schemeClr val="tx1">
                              <a:lumMod val="60000"/>
                              <a:lumOff val="40000"/>
                            </a:schemeClr>
                          </a:solidFill>
                          <a:latin typeface="Calibri Regular"/>
                        </a:rPr>
                        <a:t>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1">
                              <a:lumMod val="60000"/>
                              <a:lumOff val="40000"/>
                            </a:schemeClr>
                          </a:solidFill>
                          <a:latin typeface="Calibri Regular"/>
                        </a:rPr>
                        <a:t>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home-mixer</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0">
                <a:tc>
                  <a:txBody>
                    <a:bodyPr/>
                    <a:lstStyle/>
                    <a:p>
                      <a:pPr algn="l" fontAlgn="b"/>
                      <a:r>
                        <a:rPr b="0" i="0" sz="1200" u="none">
                          <a:solidFill>
                            <a:schemeClr val="tx2"/>
                          </a:solidFill>
                          <a:latin typeface="Calibri Bold"/>
                        </a:rPr>
                        <a:t>get(Query)</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2"/>
                          </a:solidFill>
                          <a:latin typeface="Calibri Regular"/>
                        </a:rPr>
                        <a:t>283</a:t>
                      </a:r>
                      <a:endParaRPr lang="en-US" sz="1200" b="0" i="0" u="none" strike="noStrike" noProof="0" dirty="0">
                        <a:solidFill>
                          <a:schemeClr val="tx2"/>
                        </a:solidFill>
                        <a:effectLst/>
                        <a:latin typeface="Calibri Regular"/>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b="0" i="0" sz="1200" u="none">
                          <a:solidFill>
                            <a:schemeClr val="tx1">
                              <a:lumMod val="60000"/>
                              <a:lumOff val="40000"/>
                            </a:schemeClr>
                          </a:solidFill>
                          <a:latin typeface="Calibri Regular"/>
                        </a:rPr>
                        <a:t>13</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1">
                              <a:lumMod val="60000"/>
                              <a:lumOff val="40000"/>
                            </a:schemeClr>
                          </a:solidFill>
                          <a:latin typeface="Calibri Regular"/>
                        </a:rPr>
                        <a:t>1</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cr-mixer</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1900654"/>
                  </a:ext>
                </a:extLst>
              </a:tr>
              <a:tr h="0">
                <a:tc>
                  <a:txBody>
                    <a:bodyPr/>
                    <a:lstStyle/>
                    <a:p>
                      <a:pPr algn="l" fontAlgn="b"/>
                      <a:r>
                        <a:rPr b="0" i="0" sz="1200" u="none">
                          <a:solidFill>
                            <a:schemeClr val="tx2"/>
                          </a:solidFill>
                          <a:latin typeface="Calibri Bold"/>
                        </a:rPr>
                        <a:t>nsfw_media.py</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2"/>
                          </a:solidFill>
                          <a:latin typeface="Calibri Regular"/>
                        </a:rPr>
                        <a:t>273</a:t>
                      </a:r>
                      <a:endParaRPr lang="en-US" sz="1200" b="0" i="0" u="none" strike="noStrike" noProof="0" dirty="0">
                        <a:solidFill>
                          <a:schemeClr val="tx2"/>
                        </a:solidFill>
                        <a:effectLst/>
                        <a:latin typeface="Calibri Regular"/>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b="0" i="0" sz="1200" u="none">
                          <a:solidFill>
                            <a:schemeClr val="tx1">
                              <a:lumMod val="60000"/>
                              <a:lumOff val="40000"/>
                            </a:schemeClr>
                          </a:solidFill>
                          <a:latin typeface="Calibri Regular"/>
                        </a:rPr>
                        <a:t>18</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1">
                              <a:lumMod val="60000"/>
                              <a:lumOff val="40000"/>
                            </a:schemeClr>
                          </a:solidFill>
                          <a:latin typeface="Calibri Regular"/>
                        </a:rPr>
                        <a:t>0</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trust_and_safety_models</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Python</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8811833"/>
                  </a:ext>
                </a:extLst>
              </a:tr>
              <a:tr h="0">
                <a:tc>
                  <a:txBody>
                    <a:bodyPr/>
                    <a:lstStyle/>
                    <a:p>
                      <a:pPr algn="l" fontAlgn="b"/>
                      <a:r>
                        <a:rPr b="0" i="0" sz="1200" u="none">
                          <a:solidFill>
                            <a:schemeClr val="tx2"/>
                          </a:solidFill>
                          <a:latin typeface="Calibri Bold"/>
                        </a:rPr>
                        <a:t>TombstoneVisibilityLibrary.apply(TombstoneVisibilityRequest)</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2"/>
                          </a:solidFill>
                          <a:latin typeface="Calibri Regular"/>
                        </a:rPr>
                        <a:t>257</a:t>
                      </a:r>
                      <a:endParaRPr lang="en-US" sz="1200" b="0" i="0" u="none" strike="noStrike" noProof="0" dirty="0">
                        <a:solidFill>
                          <a:schemeClr val="tx2"/>
                        </a:solidFill>
                        <a:effectLst/>
                        <a:latin typeface="Calibri Regular"/>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b="0" i="0" sz="1200" u="none">
                          <a:solidFill>
                            <a:schemeClr val="tx1">
                              <a:lumMod val="60000"/>
                              <a:lumOff val="40000"/>
                            </a:schemeClr>
                          </a:solidFill>
                          <a:latin typeface="Calibri Regular"/>
                        </a:rPr>
                        <a:t>15</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1">
                              <a:lumMod val="60000"/>
                              <a:lumOff val="40000"/>
                            </a:schemeClr>
                          </a:solidFill>
                          <a:latin typeface="Calibri Regular"/>
                        </a:rPr>
                        <a:t>1</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visibilitylib</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60795780"/>
                  </a:ext>
                </a:extLst>
              </a:tr>
              <a:tr h="0">
                <a:tc>
                  <a:txBody>
                    <a:bodyPr/>
                    <a:lstStyle/>
                    <a:p>
                      <a:pPr algn="l" fontAlgn="b"/>
                      <a:r>
                        <a:rPr b="0" i="0" sz="1200" u="none">
                          <a:solidFill>
                            <a:schemeClr val="tx2"/>
                          </a:solidFill>
                          <a:latin typeface="Calibri Bold"/>
                        </a:rPr>
                        <a:t>ScoringPipelineBuilder.build(ComponentIdentifierStack,ScoringPipelineConfig)</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2"/>
                          </a:solidFill>
                          <a:latin typeface="Calibri Regular"/>
                        </a:rPr>
                        <a:t>255</a:t>
                      </a:r>
                      <a:endParaRPr lang="en-US" sz="1200" b="0" i="0" u="none" strike="noStrike" noProof="0" dirty="0">
                        <a:solidFill>
                          <a:schemeClr val="tx2"/>
                        </a:solidFill>
                        <a:effectLst/>
                        <a:latin typeface="Calibri Regular"/>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b="0" i="0" sz="1200" u="none">
                          <a:solidFill>
                            <a:schemeClr val="tx1">
                              <a:lumMod val="60000"/>
                              <a:lumOff val="40000"/>
                            </a:schemeClr>
                          </a:solidFill>
                          <a:latin typeface="Calibri Regular"/>
                        </a:rPr>
                        <a:t>9</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1">
                              <a:lumMod val="60000"/>
                              <a:lumOff val="40000"/>
                            </a:schemeClr>
                          </a:solidFill>
                          <a:latin typeface="Calibri Regular"/>
                        </a:rPr>
                        <a:t>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product-mixer</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33267410"/>
                  </a:ext>
                </a:extLst>
              </a:tr>
              <a:tr h="0">
                <a:tc>
                  <a:txBody>
                    <a:bodyPr/>
                    <a:lstStyle/>
                    <a:p>
                      <a:pPr algn="l" fontAlgn="b"/>
                      <a:r>
                        <a:rPr b="0" i="0" sz="1200" u="none">
                          <a:solidFill>
                            <a:schemeClr val="tx2"/>
                          </a:solidFill>
                          <a:latin typeface="Calibri Bold"/>
                        </a:rPr>
                        <a:t>ftr_tweet_embeddings.sql.$defaultUnit1</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2"/>
                          </a:solidFill>
                          <a:latin typeface="Calibri Regular"/>
                        </a:rPr>
                        <a:t>247</a:t>
                      </a:r>
                      <a:endParaRPr lang="en-US" sz="1200" b="0" i="0" u="none" strike="noStrike" noProof="0" dirty="0">
                        <a:solidFill>
                          <a:schemeClr val="tx2"/>
                        </a:solidFill>
                        <a:effectLst/>
                        <a:latin typeface="Calibri Regular"/>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b="0" i="0" sz="1200" u="none">
                          <a:solidFill>
                            <a:schemeClr val="tx1">
                              <a:lumMod val="60000"/>
                              <a:lumOff val="40000"/>
                            </a:schemeClr>
                          </a:solidFill>
                          <a:latin typeface="Calibri Regular"/>
                        </a:rPr>
                        <a:t>12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1">
                              <a:lumMod val="60000"/>
                              <a:lumOff val="40000"/>
                            </a:schemeClr>
                          </a:solidFill>
                          <a:latin typeface="Calibri Regular"/>
                        </a:rPr>
                        <a:t>-</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src/scala/com/twitter/simclusters_v2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PL/SQL</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9910387"/>
                  </a:ext>
                </a:extLst>
              </a:tr>
              <a:tr h="0">
                <a:tc>
                  <a:txBody>
                    <a:bodyPr/>
                    <a:lstStyle/>
                    <a:p>
                      <a:pPr algn="l" fontAlgn="b"/>
                      <a:r>
                        <a:rPr b="0" i="0" sz="1200" u="none">
                          <a:solidFill>
                            <a:schemeClr val="tx2"/>
                          </a:solidFill>
                          <a:latin typeface="Calibri Bold"/>
                        </a:rPr>
                        <a:t>get(Query)</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2"/>
                          </a:solidFill>
                          <a:latin typeface="Calibri Regular"/>
                        </a:rPr>
                        <a:t>220</a:t>
                      </a:r>
                      <a:endParaRPr lang="en-US" sz="1200" b="0" i="0" u="none" strike="noStrike" noProof="0" dirty="0">
                        <a:solidFill>
                          <a:schemeClr val="tx2"/>
                        </a:solidFill>
                        <a:effectLst/>
                        <a:latin typeface="Calibri Regular"/>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b="0" i="0" sz="1200" u="none">
                          <a:solidFill>
                            <a:schemeClr val="tx1">
                              <a:lumMod val="60000"/>
                              <a:lumOff val="40000"/>
                            </a:schemeClr>
                          </a:solidFill>
                          <a:latin typeface="Calibri Regular"/>
                        </a:rPr>
                        <a:t>12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1">
                              <a:lumMod val="60000"/>
                              <a:lumOff val="40000"/>
                            </a:schemeClr>
                          </a:solidFill>
                          <a:latin typeface="Calibri Regular"/>
                        </a:rPr>
                        <a:t>1</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cr-mixer</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2763307"/>
                  </a:ext>
                </a:extLst>
              </a:tr>
              <a:tr h="0">
                <a:tc>
                  <a:txBody>
                    <a:bodyPr/>
                    <a:lstStyle/>
                    <a:p>
                      <a:pPr algn="l" fontAlgn="b"/>
                      <a:r>
                        <a:rPr b="0" i="0" sz="1200" u="none">
                          <a:solidFill>
                            <a:schemeClr val="tx2"/>
                          </a:solidFill>
                          <a:latin typeface="Calibri Bold"/>
                        </a:rPr>
                        <a:t>EarlybirdServerFactory.makeEarlybirdServer(EarlybirdWireModule)</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2"/>
                          </a:solidFill>
                          <a:latin typeface="Calibri Regular"/>
                        </a:rPr>
                        <a:t>212</a:t>
                      </a:r>
                      <a:endParaRPr lang="en-US" sz="1200" b="0" i="0" u="none" strike="noStrike" noProof="0" dirty="0">
                        <a:solidFill>
                          <a:schemeClr val="tx2"/>
                        </a:solidFill>
                        <a:effectLst/>
                        <a:latin typeface="Calibri Regular"/>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b="0" i="0" sz="1200" u="none">
                          <a:solidFill>
                            <a:schemeClr val="tx1">
                              <a:lumMod val="60000"/>
                              <a:lumOff val="40000"/>
                            </a:schemeClr>
                          </a:solidFill>
                          <a:latin typeface="Calibri Regular"/>
                        </a:rPr>
                        <a:t>3</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1">
                              <a:lumMod val="60000"/>
                              <a:lumOff val="40000"/>
                            </a:schemeClr>
                          </a:solidFill>
                          <a:latin typeface="Calibri Regular"/>
                        </a:rPr>
                        <a:t>1</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src/java/com/twitter/search/earlybird</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22263985"/>
                  </a:ext>
                </a:extLst>
              </a:tr>
              <a:tr h="0">
                <a:tc>
                  <a:txBody>
                    <a:bodyPr/>
                    <a:lstStyle/>
                    <a:p>
                      <a:pPr algn="l" fontAlgn="b"/>
                      <a:r>
                        <a:rPr b="0" i="0" sz="1200" u="none">
                          <a:solidFill>
                            <a:schemeClr val="tx2"/>
                          </a:solidFill>
                          <a:latin typeface="Calibri Bold"/>
                        </a:rPr>
                        <a:t>SimClustersInterestedInCandidateGeneration.fromParams(InternalId,configapi.Params)</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2"/>
                          </a:solidFill>
                          <a:latin typeface="Calibri Regular"/>
                        </a:rPr>
                        <a:t>209</a:t>
                      </a:r>
                      <a:endParaRPr lang="en-US" sz="1200" b="0" i="0" u="none" strike="noStrike" noProof="0" dirty="0">
                        <a:solidFill>
                          <a:schemeClr val="tx2"/>
                        </a:solidFill>
                        <a:effectLst/>
                        <a:latin typeface="Calibri Regular"/>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b="0" i="0" sz="1200" u="none">
                          <a:solidFill>
                            <a:schemeClr val="tx1">
                              <a:lumMod val="60000"/>
                              <a:lumOff val="40000"/>
                            </a:schemeClr>
                          </a:solidFill>
                          <a:latin typeface="Calibri Regular"/>
                        </a:rPr>
                        <a:t>1</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1">
                              <a:lumMod val="60000"/>
                              <a:lumOff val="40000"/>
                            </a:schemeClr>
                          </a:solidFill>
                          <a:latin typeface="Calibri Regular"/>
                        </a:rPr>
                        <a:t>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cr-mixer</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16404128"/>
                  </a:ext>
                </a:extLst>
              </a:tr>
              <a:tr h="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SimClustersInterestedInCandidateGeneration.get(SimClustersInterestedInCandidateGeneration.Query)</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2"/>
                          </a:solidFill>
                          <a:latin typeface="Calibri Regular"/>
                        </a:rPr>
                        <a:t>208</a:t>
                      </a:r>
                      <a:endParaRPr lang="en-US" sz="1200" b="0" i="0" u="none" strike="noStrike" noProof="0" dirty="0">
                        <a:solidFill>
                          <a:schemeClr val="tx2"/>
                        </a:solidFill>
                        <a:effectLst/>
                        <a:latin typeface="+mn-lt"/>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b="0" i="0" sz="1200" u="none">
                          <a:solidFill>
                            <a:schemeClr val="tx1">
                              <a:lumMod val="60000"/>
                              <a:lumOff val="40000"/>
                            </a:schemeClr>
                          </a:solidFill>
                          <a:latin typeface="Calibri Regular"/>
                        </a:rPr>
                        <a:t>44</a:t>
                      </a:r>
                      <a:endParaRPr lang="en-US" sz="1200" b="0" i="0" u="none" strike="noStrike" noProof="0" dirty="0">
                        <a:solidFill>
                          <a:schemeClr val="tx1">
                            <a:lumMod val="60000"/>
                            <a:lumOff val="40000"/>
                          </a:schemeClr>
                        </a:solidFill>
                        <a:effectLst/>
                        <a:latin typeface="+mn-lt"/>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b="0" i="0" sz="1200" u="none">
                          <a:solidFill>
                            <a:schemeClr val="tx1">
                              <a:lumMod val="60000"/>
                              <a:lumOff val="40000"/>
                            </a:schemeClr>
                          </a:solidFill>
                          <a:latin typeface="Calibri Regular"/>
                        </a:rPr>
                        <a:t>1</a:t>
                      </a:r>
                      <a:endParaRPr lang="en-US" sz="1200" b="0" i="0" u="none" strike="noStrike" noProof="0" dirty="0">
                        <a:solidFill>
                          <a:schemeClr val="tx1">
                            <a:lumMod val="60000"/>
                            <a:lumOff val="40000"/>
                          </a:schemeClr>
                        </a:solidFill>
                        <a:effectLst/>
                        <a:latin typeface="+mn-lt"/>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cr-mixer</a:t>
                      </a:r>
                      <a:endParaRPr lang="en-US" sz="1200" b="0" i="0" u="none" strike="noStrike" noProof="0" dirty="0">
                        <a:solidFill>
                          <a:schemeClr val="tx1">
                            <a:lumMod val="60000"/>
                            <a:lumOff val="40000"/>
                          </a:schemeClr>
                        </a:solidFill>
                        <a:effectLst/>
                        <a:latin typeface="+mn-lt"/>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mn-lt"/>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5606331"/>
                  </a:ext>
                </a:extLst>
              </a:tr>
            </a:tbl>
          </a:graphicData>
        </a:graphic>
      </p:graphicFrame>
    </p:spTree>
    <p:extLst>
      <p:ext uri="{BB962C8B-B14F-4D97-AF65-F5344CB8AC3E}">
        <p14:creationId xmlns:p14="http://schemas.microsoft.com/office/powerpoint/2010/main" val="38488762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3C50C-D5AC-B980-57E1-AB9740C2FB7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C47716-66EC-A5D9-AE7C-3AF047ABA03E}"/>
              </a:ext>
            </a:extLst>
          </p:cNvPr>
          <p:cNvSpPr>
            <a:spLocks noGrp="1"/>
          </p:cNvSpPr>
          <p:nvPr>
            <p:ph type="sldNum" sz="quarter" idx="4"/>
          </p:nvPr>
        </p:nvSpPr>
        <p:spPr/>
        <p:txBody>
          <a:bodyPr/>
          <a:lstStyle/>
          <a:p>
            <a:fld id="{E242BD21-9B61-2246-BCB1-4BE5E1BEBE1C}" type="slidenum">
              <a:rPr lang="en-US" smtClean="0"/>
              <a:pPr/>
              <a:t>12</a:t>
            </a:fld>
            <a:endParaRPr lang="en-US"/>
          </a:p>
        </p:txBody>
      </p:sp>
      <p:sp>
        <p:nvSpPr>
          <p:cNvPr id="10" name="Text Placeholder 9">
            <a:extLst>
              <a:ext uri="{FF2B5EF4-FFF2-40B4-BE49-F238E27FC236}">
                <a16:creationId xmlns:a16="http://schemas.microsoft.com/office/drawing/2014/main" id="{B7D58E3A-84C6-E394-9DB2-843E3C2B420F}"/>
              </a:ext>
            </a:extLst>
          </p:cNvPr>
          <p:cNvSpPr>
            <a:spLocks noGrp="1"/>
          </p:cNvSpPr>
          <p:nvPr>
            <p:ph type="body" sz="quarter" idx="12"/>
          </p:nvPr>
        </p:nvSpPr>
        <p:spPr/>
        <p:txBody>
          <a:bodyPr/>
          <a:lstStyle/>
          <a:p>
            <a:r>
              <a:rPr lang="en-US" dirty="0"/>
              <a:t>Refactoring Candidates – Unit COMPLEXITY</a:t>
            </a:r>
          </a:p>
        </p:txBody>
      </p:sp>
      <p:sp>
        <p:nvSpPr>
          <p:cNvPr id="5" name="Title 4">
            <a:extLst>
              <a:ext uri="{FF2B5EF4-FFF2-40B4-BE49-F238E27FC236}">
                <a16:creationId xmlns:a16="http://schemas.microsoft.com/office/drawing/2014/main" id="{C1B683A4-1422-9996-73B9-EDF74B14BF70}"/>
              </a:ext>
            </a:extLst>
          </p:cNvPr>
          <p:cNvSpPr>
            <a:spLocks noGrp="1"/>
          </p:cNvSpPr>
          <p:nvPr>
            <p:ph type="title"/>
          </p:nvPr>
        </p:nvSpPr>
        <p:spPr/>
        <p:txBody>
          <a:bodyPr/>
          <a:lstStyle/>
          <a:p>
            <a:r>
              <a:rPr lang="en-US" dirty="0"/>
              <a:t>An overview of the most complex units</a:t>
            </a:r>
          </a:p>
        </p:txBody>
      </p:sp>
      <p:sp>
        <p:nvSpPr>
          <p:cNvPr id="6" name="Footer Placeholder 5">
            <a:extLst>
              <a:ext uri="{FF2B5EF4-FFF2-40B4-BE49-F238E27FC236}">
                <a16:creationId xmlns:a16="http://schemas.microsoft.com/office/drawing/2014/main" id="{088D24E3-806B-1789-735C-FD0762CEDC54}"/>
              </a:ext>
            </a:extLst>
          </p:cNvPr>
          <p:cNvSpPr>
            <a:spLocks noGrp="1"/>
          </p:cNvSpPr>
          <p:nvPr>
            <p:ph type="ftr" sz="quarter" idx="3"/>
          </p:nvPr>
        </p:nvSpPr>
        <p:spPr>
          <a:xfrm>
            <a:off x="2669790" y="6549140"/>
            <a:ext cx="804066" cy="236406"/>
          </a:xfrm>
          <a:prstGeom prst="rect">
            <a:avLst/>
          </a:prstGeom>
          <a:noFill/>
          <a:ln w="12700" cap="flat" cmpd="sng" algn="ctr">
            <a:noFill/>
            <a:prstDash val="solid"/>
            <a:miter lim="800000"/>
          </a:ln>
        </p:spPr>
        <p:txBody>
          <a:bodyPr wrap="none" lIns="0" tIns="36000" rIns="0" rtlCol="0" anchor="ctr">
            <a:spAutoFit/>
          </a:bodyPr>
          <a:lstStyle>
            <a:defPPr>
              <a:defRPr lang="en-US"/>
            </a:defPPr>
            <a:lvl1pPr marL="0" algn="l" defTabSz="914400" rtl="0" eaLnBrk="1" latinLnBrk="0" hangingPunct="1">
              <a:defRPr lang="en-US" sz="1000" b="1" kern="1200" cap="all" spc="10" baseline="0" dirty="0">
                <a:solidFill>
                  <a:srgbClr val="B2BECD"/>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dirty="0"/>
              <a:t>Confidential</a:t>
            </a:r>
          </a:p>
        </p:txBody>
      </p:sp>
      <p:graphicFrame>
        <p:nvGraphicFramePr>
          <p:cNvPr id="4" name="REFACTORING_CANDIDATES_TABLE_UNIT_COMPLEXITY">
            <a:extLst>
              <a:ext uri="{FF2B5EF4-FFF2-40B4-BE49-F238E27FC236}">
                <a16:creationId xmlns:a16="http://schemas.microsoft.com/office/drawing/2014/main" id="{B2AD6F83-29C1-E9BE-13AF-24963E398AE4}"/>
              </a:ext>
            </a:extLst>
          </p:cNvPr>
          <p:cNvGraphicFramePr>
            <a:graphicFrameLocks noGrp="1"/>
          </p:cNvGraphicFramePr>
          <p:nvPr/>
        </p:nvGraphicFramePr>
        <p:xfrm>
          <a:off x="514373" y="1366988"/>
          <a:ext cx="11232250" cy="4972560"/>
        </p:xfrm>
        <a:graphic>
          <a:graphicData uri="http://schemas.openxmlformats.org/drawingml/2006/table">
            <a:tbl>
              <a:tblPr firstRow="1" bandRow="1">
                <a:effectLst/>
                <a:tableStyleId>{F2DE63D5-997A-4646-A377-4702673A728D}</a:tableStyleId>
              </a:tblPr>
              <a:tblGrid>
                <a:gridCol w="6024972">
                  <a:extLst>
                    <a:ext uri="{9D8B030D-6E8A-4147-A177-3AD203B41FA5}">
                      <a16:colId xmlns:a16="http://schemas.microsoft.com/office/drawing/2014/main" val="20000"/>
                    </a:ext>
                  </a:extLst>
                </a:gridCol>
                <a:gridCol w="568037">
                  <a:extLst>
                    <a:ext uri="{9D8B030D-6E8A-4147-A177-3AD203B41FA5}">
                      <a16:colId xmlns:a16="http://schemas.microsoft.com/office/drawing/2014/main" val="20001"/>
                    </a:ext>
                  </a:extLst>
                </a:gridCol>
                <a:gridCol w="858982">
                  <a:extLst>
                    <a:ext uri="{9D8B030D-6E8A-4147-A177-3AD203B41FA5}">
                      <a16:colId xmlns:a16="http://schemas.microsoft.com/office/drawing/2014/main" val="20002"/>
                    </a:ext>
                  </a:extLst>
                </a:gridCol>
                <a:gridCol w="1163781">
                  <a:extLst>
                    <a:ext uri="{9D8B030D-6E8A-4147-A177-3AD203B41FA5}">
                      <a16:colId xmlns:a16="http://schemas.microsoft.com/office/drawing/2014/main" val="3286041723"/>
                    </a:ext>
                  </a:extLst>
                </a:gridCol>
                <a:gridCol w="1500910">
                  <a:extLst>
                    <a:ext uri="{9D8B030D-6E8A-4147-A177-3AD203B41FA5}">
                      <a16:colId xmlns:a16="http://schemas.microsoft.com/office/drawing/2014/main" val="4263492041"/>
                    </a:ext>
                  </a:extLst>
                </a:gridCol>
                <a:gridCol w="1115568">
                  <a:extLst>
                    <a:ext uri="{9D8B030D-6E8A-4147-A177-3AD203B41FA5}">
                      <a16:colId xmlns:a16="http://schemas.microsoft.com/office/drawing/2014/main" val="2509092107"/>
                    </a:ext>
                  </a:extLst>
                </a:gridCol>
              </a:tblGrid>
              <a:tr h="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b="1" sz="1400">
                          <a:solidFill>
                            <a:schemeClr val="bg1"/>
                          </a:solidFill>
                          <a:latin typeface="+mn-lt"/>
                        </a:rPr>
                        <a:t>Unit name</a:t>
                      </a:r>
                      <a:endParaRPr lang="en-US" sz="1400" b="1" i="0" noProof="0" dirty="0">
                        <a:solidFill>
                          <a:schemeClr val="bg1"/>
                        </a:solidFill>
                        <a:latin typeface="+mn-lt"/>
                        <a:cs typeface="TheSans B4 SemiLight"/>
                      </a:endParaRPr>
                    </a:p>
                  </a:txBody>
                  <a:tcPr marL="108000" marR="108000" marT="72000" marB="72000">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r"/>
                      <a:r>
                        <a:rPr b="1" sz="1400">
                          <a:solidFill>
                            <a:schemeClr val="bg1"/>
                          </a:solidFill>
                          <a:latin typeface="+mn-lt"/>
                        </a:rPr>
                        <a:t>LOC</a:t>
                      </a:r>
                      <a:endParaRPr lang="en-US" sz="1400" b="1" i="0" noProof="0" dirty="0">
                        <a:solidFill>
                          <a:schemeClr val="bg1"/>
                        </a:solidFill>
                        <a:latin typeface="+mn-lt"/>
                        <a:cs typeface="TheSans B4 SemiLight"/>
                      </a:endParaRPr>
                    </a:p>
                  </a:txBody>
                  <a:tcPr marL="108000" marR="108000" marT="72000" marB="72000">
                    <a:lnL>
                      <a:noFill/>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rgbClr val="1F354B"/>
                    </a:solidFill>
                  </a:tcPr>
                </a:tc>
                <a:tc>
                  <a:txBody>
                    <a:bodyPr/>
                    <a:lstStyle/>
                    <a:p>
                      <a:pPr algn="r"/>
                      <a:r>
                        <a:rPr b="1" sz="1400">
                          <a:solidFill>
                            <a:schemeClr val="bg1"/>
                          </a:solidFill>
                          <a:latin typeface="+mn-lt"/>
                        </a:rPr>
                        <a:t>McCabe</a:t>
                      </a:r>
                      <a:endParaRPr lang="en-US" sz="1400" b="1" i="0" noProof="0" dirty="0">
                        <a:solidFill>
                          <a:schemeClr val="bg1"/>
                        </a:solidFill>
                        <a:latin typeface="+mn-lt"/>
                        <a:cs typeface="TheSans B4 SemiLight"/>
                      </a:endParaRP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r"/>
                      <a:r>
                        <a:rPr b="1" i="0" sz="1400">
                          <a:solidFill>
                            <a:schemeClr val="bg1"/>
                          </a:solidFill>
                          <a:latin typeface="+mn-lt"/>
                        </a:rPr>
                        <a:t>Parameters</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a:r>
                        <a:rPr b="1" i="0" sz="1400">
                          <a:solidFill>
                            <a:schemeClr val="bg1"/>
                          </a:solidFill>
                          <a:latin typeface="+mn-lt"/>
                        </a:rPr>
                        <a:t>Component</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a:r>
                        <a:rPr b="1" i="0" sz="1400">
                          <a:solidFill>
                            <a:schemeClr val="bg1"/>
                          </a:solidFill>
                          <a:latin typeface="+mn-lt"/>
                        </a:rPr>
                        <a:t>Technology</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SimClustersInterestedInCandidateGeneration.get(SimClustersInterestedInCandidateGeneration.Query)</a:t>
                      </a:r>
                    </a:p>
                  </a:txBody>
                  <a:tcPr marL="108000" marR="108000" marT="72000" marB="72000" anchor="ctr">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208</a:t>
                      </a:r>
                    </a:p>
                  </a:txBody>
                  <a:tcPr marL="108000" marR="108000" marT="72000" marB="72000" anchor="ctr">
                    <a:lnL>
                      <a:noFill/>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b="0" i="0" sz="1200" u="none">
                          <a:solidFill>
                            <a:schemeClr val="tx2"/>
                          </a:solidFill>
                          <a:latin typeface="Calibri Regular"/>
                        </a:rPr>
                        <a:t>44</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b="0" i="0" sz="1200" u="none">
                          <a:solidFill>
                            <a:schemeClr val="tx1">
                              <a:lumMod val="60000"/>
                              <a:lumOff val="40000"/>
                            </a:schemeClr>
                          </a:solidFill>
                          <a:latin typeface="Calibri Regular"/>
                        </a:rPr>
                        <a:t>1</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cr-mixer</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Scala</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0">
                <a:tc>
                  <a:txBody>
                    <a:bodyPr/>
                    <a:lstStyle/>
                    <a:p>
                      <a:pPr algn="l" fontAlgn="b"/>
                      <a:r>
                        <a:rPr b="0" i="0" sz="1200" u="none">
                          <a:solidFill>
                            <a:schemeClr val="tx2"/>
                          </a:solidFill>
                          <a:latin typeface="Calibri Bold"/>
                        </a:rPr>
                        <a:t>FeatureBasedScoringFunction.updateLinearScoringData(float)</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201</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indent="0" algn="r"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Regular"/>
                        </a:rPr>
                        <a:t>45</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marL="0" marR="0" indent="0" algn="r" defTabSz="4572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1</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4572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src/java/com/twitter/search/earlybird</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4572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0">
                <a:tc>
                  <a:txBody>
                    <a:bodyPr/>
                    <a:lstStyle/>
                    <a:p>
                      <a:pPr algn="l" fontAlgn="b"/>
                      <a:r>
                        <a:rPr b="0" i="0" sz="1200" u="none">
                          <a:solidFill>
                            <a:schemeClr val="tx2"/>
                          </a:solidFill>
                          <a:latin typeface="Calibri Bold"/>
                        </a:rPr>
                        <a:t>EarlybirdLuceneQueryVisitor.visit(SearchOperator)</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178</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b="0" i="0" sz="1200" u="none">
                          <a:solidFill>
                            <a:schemeClr val="tx2"/>
                          </a:solidFill>
                          <a:latin typeface="Calibri Regular"/>
                        </a:rPr>
                        <a:t>63</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b="0" i="0" sz="1200" u="none">
                          <a:solidFill>
                            <a:schemeClr val="tx1">
                              <a:lumMod val="60000"/>
                              <a:lumOff val="40000"/>
                            </a:schemeClr>
                          </a:solidFill>
                          <a:latin typeface="Calibri Regular"/>
                        </a:rPr>
                        <a:t>1</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src/java/com/twitter/search/earlybird</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0">
                <a:tc>
                  <a:txBody>
                    <a:bodyPr/>
                    <a:lstStyle/>
                    <a:p>
                      <a:pPr algn="l" fontAlgn="b"/>
                      <a:r>
                        <a:rPr b="0" i="0" sz="1200" u="none">
                          <a:solidFill>
                            <a:schemeClr val="tx2"/>
                          </a:solidFill>
                          <a:latin typeface="Calibri Bold"/>
                        </a:rPr>
                        <a:t>FeatureBasedScoringFunction.generateExplanationForBoosts(LinearScoringData,boolean)</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143</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b="0" i="0" sz="1200" u="none">
                          <a:solidFill>
                            <a:schemeClr val="tx2"/>
                          </a:solidFill>
                          <a:latin typeface="Calibri Regular"/>
                        </a:rPr>
                        <a:t>29</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b="0" i="0" sz="1200" u="none">
                          <a:solidFill>
                            <a:schemeClr val="tx1">
                              <a:lumMod val="60000"/>
                              <a:lumOff val="40000"/>
                            </a:schemeClr>
                          </a:solidFill>
                          <a:latin typeface="Calibri Regular"/>
                        </a:rPr>
                        <a:t>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src/java/com/twitter/search/earlybird</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0">
                <a:tc>
                  <a:txBody>
                    <a:bodyPr/>
                    <a:lstStyle/>
                    <a:p>
                      <a:pPr algn="l" fontAlgn="b"/>
                      <a:r>
                        <a:rPr b="0" i="0" sz="1200" u="none">
                          <a:solidFill>
                            <a:schemeClr val="tx2"/>
                          </a:solidFill>
                          <a:latin typeface="Calibri Bold"/>
                        </a:rPr>
                        <a:t>LinearScoringParams.LinearScoringParams(ThriftSearchQuery,ThriftRankingParams)</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141</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b="0" i="0" sz="1200" u="none">
                          <a:solidFill>
                            <a:schemeClr val="tx2"/>
                          </a:solidFill>
                          <a:latin typeface="Calibri Regular"/>
                        </a:rPr>
                        <a:t>45</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b="0" i="0" sz="1200" u="none">
                          <a:solidFill>
                            <a:schemeClr val="tx1">
                              <a:lumMod val="60000"/>
                              <a:lumOff val="40000"/>
                            </a:schemeClr>
                          </a:solidFill>
                          <a:latin typeface="Calibri Regular"/>
                        </a:rPr>
                        <a:t>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src/java/com/twitter/search/earlybird</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1900654"/>
                  </a:ext>
                </a:extLst>
              </a:tr>
              <a:tr h="0">
                <a:tc>
                  <a:txBody>
                    <a:bodyPr/>
                    <a:lstStyle/>
                    <a:p>
                      <a:pPr algn="l" fontAlgn="b"/>
                      <a:r>
                        <a:rPr b="0" i="0" sz="1200" u="none">
                          <a:solidFill>
                            <a:schemeClr val="tx2"/>
                          </a:solidFill>
                          <a:latin typeface="Calibri Bold"/>
                        </a:rPr>
                        <a:t>FeatureBasedScoringFunction.applyBoosts(LinearScoringData,double,boolean,boolean)</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134</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b="0" i="0" sz="1200" u="none">
                          <a:solidFill>
                            <a:schemeClr val="tx2"/>
                          </a:solidFill>
                          <a:latin typeface="Calibri Regular"/>
                        </a:rPr>
                        <a:t>46</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b="0" i="0" sz="1200" u="none">
                          <a:solidFill>
                            <a:schemeClr val="tx1">
                              <a:lumMod val="60000"/>
                              <a:lumOff val="40000"/>
                            </a:schemeClr>
                          </a:solidFill>
                          <a:latin typeface="Calibri Regular"/>
                        </a:rPr>
                        <a:t>4</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src/java/com/twitter/search/earlybird</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8811833"/>
                  </a:ext>
                </a:extLst>
              </a:tr>
              <a:tr h="0">
                <a:tc>
                  <a:txBody>
                    <a:bodyPr/>
                    <a:lstStyle/>
                    <a:p>
                      <a:pPr algn="l" fontAlgn="b"/>
                      <a:r>
                        <a:rPr b="0" i="0" sz="1200" u="none">
                          <a:solidFill>
                            <a:schemeClr val="tx2"/>
                          </a:solidFill>
                          <a:latin typeface="Calibri Bold"/>
                        </a:rPr>
                        <a:t>TweetEventParseHelper.getTwitterMessageFromCreationEvent(TweetCreateEvent,List&lt;PenguinVersion&gt;,DebugEvents)</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131</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b="0" i="0" sz="1200" u="none">
                          <a:solidFill>
                            <a:schemeClr val="tx2"/>
                          </a:solidFill>
                          <a:latin typeface="Calibri Regular"/>
                        </a:rPr>
                        <a:t>26</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b="0" i="0" sz="1200" u="none">
                          <a:solidFill>
                            <a:schemeClr val="tx1">
                              <a:lumMod val="60000"/>
                              <a:lumOff val="40000"/>
                            </a:schemeClr>
                          </a:solidFill>
                          <a:latin typeface="Calibri Regular"/>
                        </a:rPr>
                        <a:t>3</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src/java/com/twitter/search/ingester</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60795780"/>
                  </a:ext>
                </a:extLst>
              </a:tr>
              <a:tr h="0">
                <a:tc>
                  <a:txBody>
                    <a:bodyPr/>
                    <a:lstStyle/>
                    <a:p>
                      <a:pPr algn="l" fontAlgn="b"/>
                      <a:r>
                        <a:rPr b="0" i="0" sz="1200" u="none">
                          <a:solidFill>
                            <a:schemeClr val="tx2"/>
                          </a:solidFill>
                          <a:latin typeface="Calibri Bold"/>
                        </a:rPr>
                        <a:t>FacetResponseMerger.fillFacetFieldResults(FacetsResultsUtils.FacetFieldInfo,Map,ThriftFacetFieldResults)</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129</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b="0" i="0" sz="1200" u="none">
                          <a:solidFill>
                            <a:schemeClr val="tx2"/>
                          </a:solidFill>
                          <a:latin typeface="Calibri Regular"/>
                        </a:rPr>
                        <a:t>36</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b="0" i="0" sz="1200" u="none">
                          <a:solidFill>
                            <a:schemeClr val="tx1">
                              <a:lumMod val="60000"/>
                              <a:lumOff val="40000"/>
                            </a:schemeClr>
                          </a:solidFill>
                          <a:latin typeface="Calibri Regular"/>
                        </a:rPr>
                        <a:t>3</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src/java/com/twitter/search/earlybird_root</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33267410"/>
                  </a:ext>
                </a:extLst>
              </a:tr>
              <a:tr h="0">
                <a:tc>
                  <a:txBody>
                    <a:bodyPr/>
                    <a:lstStyle/>
                    <a:p>
                      <a:pPr algn="l" fontAlgn="b"/>
                      <a:r>
                        <a:rPr b="0" i="0" sz="1200" u="none">
                          <a:solidFill>
                            <a:schemeClr val="tx2"/>
                          </a:solidFill>
                          <a:latin typeface="Calibri Bold"/>
                        </a:rPr>
                        <a:t>Trainer.__init__(name,params,build_graph_fn,metric_fn,optimize_loss_fn,run_config,save_dir,init_from_dir,init_map,warm_start_from,profiler_steps,kwargs)</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97</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b="0" i="0" sz="1200" u="none">
                          <a:solidFill>
                            <a:schemeClr val="tx2"/>
                          </a:solidFill>
                          <a:latin typeface="Calibri Regular"/>
                        </a:rPr>
                        <a:t>27</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b="0" i="0" sz="1200" u="none">
                          <a:solidFill>
                            <a:schemeClr val="tx1">
                              <a:lumMod val="60000"/>
                              <a:lumOff val="40000"/>
                            </a:schemeClr>
                          </a:solidFill>
                          <a:latin typeface="Calibri Regular"/>
                        </a:rPr>
                        <a:t>12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twml</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Python</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9910387"/>
                  </a:ext>
                </a:extLst>
              </a:tr>
              <a:tr h="0">
                <a:tc>
                  <a:txBody>
                    <a:bodyPr/>
                    <a:lstStyle/>
                    <a:p>
                      <a:pPr algn="l" fontAlgn="b"/>
                      <a:r>
                        <a:rPr b="0" i="0" sz="1200" u="none">
                          <a:solidFill>
                            <a:schemeClr val="tx2"/>
                          </a:solidFill>
                          <a:latin typeface="Calibri Bold"/>
                        </a:rPr>
                        <a:t>Trainer.learn(train_input_fn,eval_input_fn,train_max_steps,train_steps,eval_steps,train_hooks,eval_hooks,early_stop_metric,early_stop_patience,early_stop_minimize,early_stop_tolerance,start_epoch,exporters,export_output_fn,max_duration)</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83</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b="0" i="0" sz="1200" u="none">
                          <a:solidFill>
                            <a:schemeClr val="tx2"/>
                          </a:solidFill>
                          <a:latin typeface="Calibri Regular"/>
                        </a:rPr>
                        <a:t>33</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b="0" i="0" sz="1200" u="none">
                          <a:solidFill>
                            <a:schemeClr val="tx1">
                              <a:lumMod val="60000"/>
                              <a:lumOff val="40000"/>
                            </a:schemeClr>
                          </a:solidFill>
                          <a:latin typeface="Calibri Regular"/>
                        </a:rPr>
                        <a:t>15</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twml</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Python</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2763307"/>
                  </a:ext>
                </a:extLst>
              </a:tr>
              <a:tr h="0">
                <a:tc>
                  <a:txBody>
                    <a:bodyPr/>
                    <a:lstStyle/>
                    <a:p>
                      <a:pPr algn="l" fontAlgn="b"/>
                      <a:r>
                        <a:rPr b="0" i="0" sz="1200" u="none">
                          <a:solidFill>
                            <a:schemeClr val="tx2"/>
                          </a:solidFill>
                          <a:latin typeface="Calibri Bold"/>
                        </a:rPr>
                        <a:t>LinearScoringData.getPropertyExplanation()</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43</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b="0" i="0" sz="1200" u="none">
                          <a:solidFill>
                            <a:schemeClr val="tx2"/>
                          </a:solidFill>
                          <a:latin typeface="Calibri Regular"/>
                        </a:rPr>
                        <a:t>33</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b="0" i="0" sz="1200" u="none">
                          <a:solidFill>
                            <a:schemeClr val="tx1">
                              <a:lumMod val="60000"/>
                              <a:lumOff val="40000"/>
                            </a:schemeClr>
                          </a:solidFill>
                          <a:latin typeface="Calibri Regular"/>
                        </a:rPr>
                        <a:t>0</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src/java/com/twitter/search/earlybird</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22263985"/>
                  </a:ext>
                </a:extLst>
              </a:tr>
              <a:tr h="0">
                <a:tc>
                  <a:txBody>
                    <a:bodyPr/>
                    <a:lstStyle/>
                    <a:p>
                      <a:pPr algn="l" fontAlgn="b"/>
                      <a:r>
                        <a:rPr b="0" i="0" sz="1200" u="none">
                          <a:solidFill>
                            <a:schemeClr val="tx2"/>
                          </a:solidFill>
                          <a:latin typeface="Calibri Bold"/>
                        </a:rPr>
                        <a:t>TimelineItemContentMarshaller.apply(TimelineItem)</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33</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b="0" i="0" sz="1200" u="none">
                          <a:solidFill>
                            <a:schemeClr val="tx2"/>
                          </a:solidFill>
                          <a:latin typeface="Calibri Regular"/>
                        </a:rPr>
                        <a:t>27</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b="0" i="0" sz="1200" u="none">
                          <a:solidFill>
                            <a:schemeClr val="tx1">
                              <a:lumMod val="60000"/>
                              <a:lumOff val="40000"/>
                            </a:schemeClr>
                          </a:solidFill>
                          <a:latin typeface="Calibri Regular"/>
                        </a:rPr>
                        <a:t>1</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product-mixer</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16404128"/>
                  </a:ext>
                </a:extLst>
              </a:tr>
              <a:tr h="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get(Query)</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283</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b="0" i="0" sz="1200" u="none">
                          <a:solidFill>
                            <a:schemeClr val="tx2"/>
                          </a:solidFill>
                          <a:latin typeface="Calibri Regular"/>
                        </a:rPr>
                        <a:t>13</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r" fontAlgn="b"/>
                      <a:r>
                        <a:rPr b="0" i="0" sz="1200" u="none">
                          <a:solidFill>
                            <a:schemeClr val="tx1">
                              <a:lumMod val="60000"/>
                              <a:lumOff val="40000"/>
                            </a:schemeClr>
                          </a:solidFill>
                          <a:latin typeface="Calibri Regular"/>
                        </a:rPr>
                        <a:t>1</a:t>
                      </a:r>
                      <a:endParaRPr lang="en-US" sz="1200" b="0" i="0" u="none" strike="noStrike" noProof="0" dirty="0">
                        <a:solidFill>
                          <a:schemeClr val="tx1">
                            <a:lumMod val="60000"/>
                            <a:lumOff val="40000"/>
                          </a:schemeClr>
                        </a:solidFill>
                        <a:effectLst/>
                        <a:latin typeface="+mn-lt"/>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cr-mixer</a:t>
                      </a:r>
                      <a:endParaRPr lang="en-US" sz="1200" b="0" i="0" u="none" strike="noStrike" noProof="0" dirty="0">
                        <a:solidFill>
                          <a:schemeClr val="tx1">
                            <a:lumMod val="60000"/>
                            <a:lumOff val="40000"/>
                          </a:schemeClr>
                        </a:solidFill>
                        <a:effectLst/>
                        <a:latin typeface="+mn-lt"/>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mn-lt"/>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5606331"/>
                  </a:ext>
                </a:extLst>
              </a:tr>
            </a:tbl>
          </a:graphicData>
        </a:graphic>
      </p:graphicFrame>
    </p:spTree>
    <p:extLst>
      <p:ext uri="{BB962C8B-B14F-4D97-AF65-F5344CB8AC3E}">
        <p14:creationId xmlns:p14="http://schemas.microsoft.com/office/powerpoint/2010/main" val="13341736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E5DF8-42C2-D9A0-C581-926F88850EE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C384C2E-E259-D449-D3FC-4501B83DD586}"/>
              </a:ext>
            </a:extLst>
          </p:cNvPr>
          <p:cNvSpPr>
            <a:spLocks noGrp="1"/>
          </p:cNvSpPr>
          <p:nvPr>
            <p:ph type="sldNum" sz="quarter" idx="4"/>
          </p:nvPr>
        </p:nvSpPr>
        <p:spPr/>
        <p:txBody>
          <a:bodyPr/>
          <a:lstStyle/>
          <a:p>
            <a:fld id="{E242BD21-9B61-2246-BCB1-4BE5E1BEBE1C}" type="slidenum">
              <a:rPr lang="en-US" smtClean="0"/>
              <a:pPr/>
              <a:t>13</a:t>
            </a:fld>
            <a:endParaRPr lang="en-US"/>
          </a:p>
        </p:txBody>
      </p:sp>
      <p:sp>
        <p:nvSpPr>
          <p:cNvPr id="10" name="Text Placeholder 9">
            <a:extLst>
              <a:ext uri="{FF2B5EF4-FFF2-40B4-BE49-F238E27FC236}">
                <a16:creationId xmlns:a16="http://schemas.microsoft.com/office/drawing/2014/main" id="{192E8F9D-227D-DE48-28FD-49E58F9EE84A}"/>
              </a:ext>
            </a:extLst>
          </p:cNvPr>
          <p:cNvSpPr>
            <a:spLocks noGrp="1"/>
          </p:cNvSpPr>
          <p:nvPr>
            <p:ph type="body" sz="quarter" idx="12"/>
          </p:nvPr>
        </p:nvSpPr>
        <p:spPr/>
        <p:txBody>
          <a:bodyPr/>
          <a:lstStyle/>
          <a:p>
            <a:r>
              <a:rPr lang="en-US" dirty="0"/>
              <a:t>Refactoring Candidates – Unit INTERFACING</a:t>
            </a:r>
          </a:p>
        </p:txBody>
      </p:sp>
      <p:sp>
        <p:nvSpPr>
          <p:cNvPr id="5" name="Title 4">
            <a:extLst>
              <a:ext uri="{FF2B5EF4-FFF2-40B4-BE49-F238E27FC236}">
                <a16:creationId xmlns:a16="http://schemas.microsoft.com/office/drawing/2014/main" id="{936CF5EF-9D37-AF0B-8482-89079D5C2E29}"/>
              </a:ext>
            </a:extLst>
          </p:cNvPr>
          <p:cNvSpPr>
            <a:spLocks noGrp="1"/>
          </p:cNvSpPr>
          <p:nvPr>
            <p:ph type="title"/>
          </p:nvPr>
        </p:nvSpPr>
        <p:spPr/>
        <p:txBody>
          <a:bodyPr/>
          <a:lstStyle/>
          <a:p>
            <a:r>
              <a:rPr lang="en-US" dirty="0"/>
              <a:t>An overview of the units with the largest interfaces</a:t>
            </a:r>
          </a:p>
        </p:txBody>
      </p:sp>
      <p:sp>
        <p:nvSpPr>
          <p:cNvPr id="6" name="Footer Placeholder 5">
            <a:extLst>
              <a:ext uri="{FF2B5EF4-FFF2-40B4-BE49-F238E27FC236}">
                <a16:creationId xmlns:a16="http://schemas.microsoft.com/office/drawing/2014/main" id="{0B3E2457-37D9-7B56-B0F1-9C62576D55BE}"/>
              </a:ext>
            </a:extLst>
          </p:cNvPr>
          <p:cNvSpPr>
            <a:spLocks noGrp="1"/>
          </p:cNvSpPr>
          <p:nvPr>
            <p:ph type="ftr" sz="quarter" idx="3"/>
          </p:nvPr>
        </p:nvSpPr>
        <p:spPr>
          <a:xfrm>
            <a:off x="2669790" y="6549140"/>
            <a:ext cx="804066" cy="236406"/>
          </a:xfrm>
          <a:prstGeom prst="rect">
            <a:avLst/>
          </a:prstGeom>
          <a:noFill/>
          <a:ln w="12700" cap="flat" cmpd="sng" algn="ctr">
            <a:noFill/>
            <a:prstDash val="solid"/>
            <a:miter lim="800000"/>
          </a:ln>
        </p:spPr>
        <p:txBody>
          <a:bodyPr wrap="none" lIns="0" tIns="36000" rIns="0" rtlCol="0" anchor="ctr">
            <a:spAutoFit/>
          </a:bodyPr>
          <a:lstStyle>
            <a:defPPr>
              <a:defRPr lang="en-US"/>
            </a:defPPr>
            <a:lvl1pPr marL="0" algn="l" defTabSz="914400" rtl="0" eaLnBrk="1" latinLnBrk="0" hangingPunct="1">
              <a:defRPr lang="en-US" sz="1000" b="1" kern="1200" cap="all" spc="10" baseline="0" dirty="0">
                <a:solidFill>
                  <a:srgbClr val="B2BECD"/>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dirty="0"/>
              <a:t>Confidential</a:t>
            </a:r>
          </a:p>
        </p:txBody>
      </p:sp>
      <p:graphicFrame>
        <p:nvGraphicFramePr>
          <p:cNvPr id="4" name="REFACTORING_CANDIDATES_TABLE_UNIT_INTERFACING">
            <a:extLst>
              <a:ext uri="{FF2B5EF4-FFF2-40B4-BE49-F238E27FC236}">
                <a16:creationId xmlns:a16="http://schemas.microsoft.com/office/drawing/2014/main" id="{886DDEFD-B6CA-D10A-3710-9F71507BA754}"/>
              </a:ext>
            </a:extLst>
          </p:cNvPr>
          <p:cNvGraphicFramePr>
            <a:graphicFrameLocks noGrp="1"/>
          </p:cNvGraphicFramePr>
          <p:nvPr/>
        </p:nvGraphicFramePr>
        <p:xfrm>
          <a:off x="514373" y="1366988"/>
          <a:ext cx="11232250" cy="4972560"/>
        </p:xfrm>
        <a:graphic>
          <a:graphicData uri="http://schemas.openxmlformats.org/drawingml/2006/table">
            <a:tbl>
              <a:tblPr firstRow="1" bandRow="1">
                <a:effectLst/>
                <a:tableStyleId>{F2DE63D5-997A-4646-A377-4702673A728D}</a:tableStyleId>
              </a:tblPr>
              <a:tblGrid>
                <a:gridCol w="6024972">
                  <a:extLst>
                    <a:ext uri="{9D8B030D-6E8A-4147-A177-3AD203B41FA5}">
                      <a16:colId xmlns:a16="http://schemas.microsoft.com/office/drawing/2014/main" val="20000"/>
                    </a:ext>
                  </a:extLst>
                </a:gridCol>
                <a:gridCol w="568037">
                  <a:extLst>
                    <a:ext uri="{9D8B030D-6E8A-4147-A177-3AD203B41FA5}">
                      <a16:colId xmlns:a16="http://schemas.microsoft.com/office/drawing/2014/main" val="20001"/>
                    </a:ext>
                  </a:extLst>
                </a:gridCol>
                <a:gridCol w="858982">
                  <a:extLst>
                    <a:ext uri="{9D8B030D-6E8A-4147-A177-3AD203B41FA5}">
                      <a16:colId xmlns:a16="http://schemas.microsoft.com/office/drawing/2014/main" val="20002"/>
                    </a:ext>
                  </a:extLst>
                </a:gridCol>
                <a:gridCol w="1163781">
                  <a:extLst>
                    <a:ext uri="{9D8B030D-6E8A-4147-A177-3AD203B41FA5}">
                      <a16:colId xmlns:a16="http://schemas.microsoft.com/office/drawing/2014/main" val="3286041723"/>
                    </a:ext>
                  </a:extLst>
                </a:gridCol>
                <a:gridCol w="1500910">
                  <a:extLst>
                    <a:ext uri="{9D8B030D-6E8A-4147-A177-3AD203B41FA5}">
                      <a16:colId xmlns:a16="http://schemas.microsoft.com/office/drawing/2014/main" val="4263492041"/>
                    </a:ext>
                  </a:extLst>
                </a:gridCol>
                <a:gridCol w="1115568">
                  <a:extLst>
                    <a:ext uri="{9D8B030D-6E8A-4147-A177-3AD203B41FA5}">
                      <a16:colId xmlns:a16="http://schemas.microsoft.com/office/drawing/2014/main" val="2509092107"/>
                    </a:ext>
                  </a:extLst>
                </a:gridCol>
              </a:tblGrid>
              <a:tr h="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b="1" sz="1400">
                          <a:solidFill>
                            <a:schemeClr val="bg1"/>
                          </a:solidFill>
                          <a:latin typeface="+mn-lt"/>
                        </a:rPr>
                        <a:t>Unit name</a:t>
                      </a:r>
                      <a:endParaRPr lang="en-US" sz="1400" b="1" i="0" noProof="0" dirty="0">
                        <a:solidFill>
                          <a:schemeClr val="bg1"/>
                        </a:solidFill>
                        <a:latin typeface="+mn-lt"/>
                        <a:cs typeface="TheSans B4 SemiLight"/>
                      </a:endParaRPr>
                    </a:p>
                  </a:txBody>
                  <a:tcPr marL="108000" marR="108000" marT="72000" marB="72000">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r"/>
                      <a:r>
                        <a:rPr b="1" sz="1400">
                          <a:solidFill>
                            <a:schemeClr val="bg1"/>
                          </a:solidFill>
                          <a:latin typeface="+mn-lt"/>
                        </a:rPr>
                        <a:t>LOC</a:t>
                      </a:r>
                      <a:endParaRPr lang="en-US" sz="1400" b="1" i="0" noProof="0" dirty="0">
                        <a:solidFill>
                          <a:schemeClr val="bg1"/>
                        </a:solidFill>
                        <a:latin typeface="+mn-lt"/>
                        <a:cs typeface="TheSans B4 SemiLight"/>
                      </a:endParaRPr>
                    </a:p>
                  </a:txBody>
                  <a:tcPr marL="108000" marR="108000" marT="72000" marB="72000">
                    <a:lnL>
                      <a:noFill/>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rgbClr val="1F354B"/>
                    </a:solidFill>
                  </a:tcPr>
                </a:tc>
                <a:tc>
                  <a:txBody>
                    <a:bodyPr/>
                    <a:lstStyle/>
                    <a:p>
                      <a:pPr algn="r"/>
                      <a:r>
                        <a:rPr b="1" sz="1400">
                          <a:solidFill>
                            <a:schemeClr val="bg1"/>
                          </a:solidFill>
                          <a:latin typeface="+mn-lt"/>
                        </a:rPr>
                        <a:t>McCabe</a:t>
                      </a:r>
                      <a:endParaRPr lang="en-US" sz="1400" b="1" i="0" noProof="0" dirty="0">
                        <a:solidFill>
                          <a:schemeClr val="bg1"/>
                        </a:solidFill>
                        <a:latin typeface="+mn-lt"/>
                        <a:cs typeface="TheSans B4 SemiLight"/>
                      </a:endParaRP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r"/>
                      <a:r>
                        <a:rPr b="1" i="0" sz="1400">
                          <a:solidFill>
                            <a:schemeClr val="bg1"/>
                          </a:solidFill>
                          <a:latin typeface="+mn-lt"/>
                        </a:rPr>
                        <a:t>Parameters</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rgbClr val="DFC100"/>
                    </a:solidFill>
                  </a:tcPr>
                </a:tc>
                <a:tc>
                  <a:txBody>
                    <a:bodyPr/>
                    <a:lstStyle/>
                    <a:p>
                      <a:pPr algn="l"/>
                      <a:r>
                        <a:rPr b="1" i="0" sz="1400">
                          <a:solidFill>
                            <a:schemeClr val="bg1"/>
                          </a:solidFill>
                          <a:latin typeface="+mn-lt"/>
                        </a:rPr>
                        <a:t>Component</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a:r>
                        <a:rPr b="1" i="0" sz="1400">
                          <a:solidFill>
                            <a:schemeClr val="bg1"/>
                          </a:solidFill>
                          <a:latin typeface="+mn-lt"/>
                        </a:rPr>
                        <a:t>Technology</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UtegLikedByTweetsSource.UtegLikedByTweetsSource(UserTweetEntityGraphClient,GizmoduckClient,SearchClient,TweetyPieClient,UserMetadataClient,FollowGraphDataProvider,Store,StatsReceiver)</a:t>
                      </a:r>
                    </a:p>
                  </a:txBody>
                  <a:tcPr marL="108000" marR="108000" marT="72000" marB="72000" anchor="ctr">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201</a:t>
                      </a:r>
                    </a:p>
                  </a:txBody>
                  <a:tcPr marL="108000" marR="108000" marT="72000" marB="72000" anchor="ctr">
                    <a:lnL>
                      <a:noFill/>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b"/>
                      <a:r>
                        <a:rPr b="0" i="0" sz="1200" u="none">
                          <a:solidFill>
                            <a:schemeClr val="tx1">
                              <a:lumMod val="60000"/>
                              <a:lumOff val="40000"/>
                            </a:schemeClr>
                          </a:solidFill>
                          <a:latin typeface="Calibri Regular"/>
                        </a:rPr>
                        <a:t>2</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2"/>
                          </a:solidFill>
                          <a:latin typeface="Calibri Regular"/>
                        </a:rPr>
                        <a:t>8</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timelineranker</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Scala</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0">
                <a:tc>
                  <a:txBody>
                    <a:bodyPr/>
                    <a:lstStyle/>
                    <a:p>
                      <a:pPr algn="l" fontAlgn="b"/>
                      <a:r>
                        <a:rPr b="0" i="0" sz="1200" u="none">
                          <a:solidFill>
                            <a:schemeClr val="tx2"/>
                          </a:solidFill>
                          <a:latin typeface="Calibri Bold"/>
                        </a:rPr>
                        <a:t>InNetworkTweetSource.InNetworkTweetSource(GizmoduckClient,SearchClient,SearchClient,TweetyPieClient,UserMetadataClient,FollowGraphDataProvider,Store,VisibilityEnforcer,StatsReceiver)</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187</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indent="0" algn="r" defTabSz="4572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1</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r"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Regular"/>
                        </a:rPr>
                        <a:t>9</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marL="0" marR="0" indent="0" algn="l" defTabSz="4572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timelineranker</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4572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0">
                <a:tc>
                  <a:txBody>
                    <a:bodyPr/>
                    <a:lstStyle/>
                    <a:p>
                      <a:pPr algn="l" fontAlgn="b"/>
                      <a:r>
                        <a:rPr b="0" i="0" sz="1200" u="none">
                          <a:solidFill>
                            <a:schemeClr val="tx2"/>
                          </a:solidFill>
                          <a:latin typeface="Calibri Bold"/>
                        </a:rPr>
                        <a:t>TweetVisibilityLibrary.apply(VisibilityLibrary,UserSource,UserRelationshipSource,KeywordMatcher.Matcher,InvitedToConversationRepo,Decider,StratoClient,LocalizationSource,TweetPerspectiveSource,TweetMediaMetadataSource,TombstoneGenerator,LocalizedInterstit</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186</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b"/>
                      <a:r>
                        <a:rPr b="0" i="0" sz="1200" u="none">
                          <a:solidFill>
                            <a:schemeClr val="tx1">
                              <a:lumMod val="60000"/>
                              <a:lumOff val="40000"/>
                            </a:schemeClr>
                          </a:solidFill>
                          <a:latin typeface="Calibri Regular"/>
                        </a:rPr>
                        <a:t>3</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2"/>
                          </a:solidFill>
                          <a:latin typeface="Calibri Regular"/>
                        </a:rPr>
                        <a:t>14</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visibilitylib</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0">
                <a:tc>
                  <a:txBody>
                    <a:bodyPr/>
                    <a:lstStyle/>
                    <a:p>
                      <a:pPr algn="l" fontAlgn="b"/>
                      <a:r>
                        <a:rPr b="0" i="0" sz="1200" u="none">
                          <a:solidFill>
                            <a:schemeClr val="tx2"/>
                          </a:solidFill>
                          <a:latin typeface="Calibri Bold"/>
                        </a:rPr>
                        <a:t>TweetJob.generate(SimClustersTweetProfile,Producer,P#Service,P#Store,P#Store,P#Store,Option,JobId)</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150</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b"/>
                      <a:r>
                        <a:rPr b="0" i="0" sz="1200" u="none">
                          <a:solidFill>
                            <a:schemeClr val="tx1">
                              <a:lumMod val="60000"/>
                              <a:lumOff val="40000"/>
                            </a:schemeClr>
                          </a:solidFill>
                          <a:latin typeface="Calibri Regular"/>
                        </a:rPr>
                        <a:t>6</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2"/>
                          </a:solidFill>
                          <a:latin typeface="Calibri Regular"/>
                        </a:rPr>
                        <a:t>8</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src/scala/com/twitter/simclusters_v2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0">
                <a:tc>
                  <a:txBody>
                    <a:bodyPr/>
                    <a:lstStyle/>
                    <a:p>
                      <a:pPr algn="l" fontAlgn="b"/>
                      <a:r>
                        <a:rPr b="0" i="0" sz="1200" u="none">
                          <a:solidFill>
                            <a:schemeClr val="tx2"/>
                          </a:solidFill>
                          <a:latin typeface="Calibri Bold"/>
                        </a:rPr>
                        <a:t>EarlybirdWireModule.provideEarlybirdStartup(PartitionManager,UserUpdatesStreamIndexer,UserScrubGeoEventStreamIndexer,AudioSpaceEventsStreamIndexer,DynamicPartitionConfig,CriticalExceptionHandler,SegmentManager,MultiSegmentTermDictionaryManager,QueryCacheM</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148</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b"/>
                      <a:r>
                        <a:rPr b="0" i="0" sz="1200" u="none">
                          <a:solidFill>
                            <a:schemeClr val="tx1">
                              <a:lumMod val="60000"/>
                              <a:lumOff val="40000"/>
                            </a:schemeClr>
                          </a:solidFill>
                          <a:latin typeface="Calibri Regular"/>
                        </a:rPr>
                        <a:t>7</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2"/>
                          </a:solidFill>
                          <a:latin typeface="Calibri Regular"/>
                        </a:rPr>
                        <a:t>16</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src/java/com/twitter/search/earlybird</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1900654"/>
                  </a:ext>
                </a:extLst>
              </a:tr>
              <a:tr h="0">
                <a:tc>
                  <a:txBody>
                    <a:bodyPr/>
                    <a:lstStyle/>
                    <a:p>
                      <a:pPr algn="l" fontAlgn="b"/>
                      <a:r>
                        <a:rPr b="0" i="0" sz="1200" u="none">
                          <a:solidFill>
                            <a:schemeClr val="tx2"/>
                          </a:solidFill>
                          <a:latin typeface="Calibri Bold"/>
                        </a:rPr>
                        <a:t>UpdateKnownForApps.runUpdateKnownForGeneric(Args,TypedPipe,TypedPipe,String,TypedPipe=&gt;Execution,=&gt;TypedPipe,Boolean,DateRange,UniqueID)</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140</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b"/>
                      <a:r>
                        <a:rPr b="0" i="0" sz="1200" u="none">
                          <a:solidFill>
                            <a:schemeClr val="tx1">
                              <a:lumMod val="60000"/>
                              <a:lumOff val="40000"/>
                            </a:schemeClr>
                          </a:solidFill>
                          <a:latin typeface="Calibri Regular"/>
                        </a:rPr>
                        <a:t>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2"/>
                          </a:solidFill>
                          <a:latin typeface="Calibri Regular"/>
                        </a:rPr>
                        <a:t>9</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src/scala/com/twitter/simclusters_v2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8811833"/>
                  </a:ext>
                </a:extLst>
              </a:tr>
              <a:tr h="0">
                <a:tc>
                  <a:txBody>
                    <a:bodyPr/>
                    <a:lstStyle/>
                    <a:p>
                      <a:pPr algn="l" fontAlgn="b"/>
                      <a:r>
                        <a:rPr b="0" i="0" sz="1200" u="none">
                          <a:solidFill>
                            <a:schemeClr val="tx2"/>
                          </a:solidFill>
                          <a:latin typeface="Calibri Bold"/>
                        </a:rPr>
                        <a:t>TweetInfoStoreModule.providesTweetInfoStore(StatsReceiver,ServiceIdentifier,StratoClient,MemcachedClient,ManhattanKVClientMtlsParams,TweetService.MethodPerEndpoint,UserTweetGraphPlus.MethodPerEndpoint,ReadableStore,CrMixerDecider)</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127</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b"/>
                      <a:r>
                        <a:rPr b="0" i="0" sz="1200" u="none">
                          <a:solidFill>
                            <a:schemeClr val="tx1">
                              <a:lumMod val="60000"/>
                              <a:lumOff val="40000"/>
                            </a:schemeClr>
                          </a:solidFill>
                          <a:latin typeface="Calibri Regular"/>
                        </a:rPr>
                        <a:t>1</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2"/>
                          </a:solidFill>
                          <a:latin typeface="Calibri Regular"/>
                        </a:rPr>
                        <a:t>9</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cr-mixer</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60795780"/>
                  </a:ext>
                </a:extLst>
              </a:tr>
              <a:tr h="0">
                <a:tc>
                  <a:txBody>
                    <a:bodyPr/>
                    <a:lstStyle/>
                    <a:p>
                      <a:pPr algn="l" fontAlgn="b"/>
                      <a:r>
                        <a:rPr b="0" i="0" sz="1200" u="none">
                          <a:solidFill>
                            <a:schemeClr val="tx2"/>
                          </a:solidFill>
                          <a:latin typeface="Calibri Bold"/>
                        </a:rPr>
                        <a:t>PushServiceVisibilityLibrary.apply(VisibilityLibrary,UserSource,UserRelationshipSource,StratoClient,Gate,ReadableStore,ReadableStore,-,StatsReceiver)</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118</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b"/>
                      <a:r>
                        <a:rPr b="0" i="0" sz="1200" u="none">
                          <a:solidFill>
                            <a:schemeClr val="tx1">
                              <a:lumMod val="60000"/>
                              <a:lumOff val="40000"/>
                            </a:schemeClr>
                          </a:solidFill>
                          <a:latin typeface="Calibri Regular"/>
                        </a:rPr>
                        <a:t>4</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2"/>
                          </a:solidFill>
                          <a:latin typeface="Calibri Regular"/>
                        </a:rPr>
                        <a:t>9</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visibilitylib</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33267410"/>
                  </a:ext>
                </a:extLst>
              </a:tr>
              <a:tr h="0">
                <a:tc>
                  <a:txBody>
                    <a:bodyPr/>
                    <a:lstStyle/>
                    <a:p>
                      <a:pPr algn="l" fontAlgn="b"/>
                      <a:r>
                        <a:rPr b="0" i="0" sz="1200" u="none">
                          <a:solidFill>
                            <a:schemeClr val="tx2"/>
                          </a:solidFill>
                          <a:latin typeface="Calibri Bold"/>
                        </a:rPr>
                        <a:t>RecapAuthorSource.RecapAuthorSource(GizmoduckClient,SearchClient,TweetyPieClient,UserMetadataClient,FollowGraphDataProvider,Store,VisibilityEnforcer,StatsReceiver)</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116</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b"/>
                      <a:r>
                        <a:rPr b="0" i="0" sz="1200" u="none">
                          <a:solidFill>
                            <a:schemeClr val="tx1">
                              <a:lumMod val="60000"/>
                              <a:lumOff val="40000"/>
                            </a:schemeClr>
                          </a:solidFill>
                          <a:latin typeface="Calibri Regular"/>
                        </a:rPr>
                        <a:t>1</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2"/>
                          </a:solidFill>
                          <a:latin typeface="Calibri Regular"/>
                        </a:rPr>
                        <a:t>8</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timelineranker</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9910387"/>
                  </a:ext>
                </a:extLst>
              </a:tr>
              <a:tr h="0">
                <a:tc>
                  <a:txBody>
                    <a:bodyPr/>
                    <a:lstStyle/>
                    <a:p>
                      <a:pPr algn="l" fontAlgn="b"/>
                      <a:r>
                        <a:rPr b="0" i="0" sz="1200" u="none">
                          <a:solidFill>
                            <a:schemeClr val="tx2"/>
                          </a:solidFill>
                          <a:latin typeface="Calibri Bold"/>
                        </a:rPr>
                        <a:t>Trainer.__init__(name,params,build_graph_fn,metric_fn,optimize_loss_fn,run_config,save_dir,init_from_dir,init_map,warm_start_from,profiler_steps,kwargs)</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97</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b"/>
                      <a:r>
                        <a:rPr b="0" i="0" sz="1200" u="none">
                          <a:solidFill>
                            <a:schemeClr val="tx1">
                              <a:lumMod val="60000"/>
                              <a:lumOff val="40000"/>
                            </a:schemeClr>
                          </a:solidFill>
                          <a:latin typeface="Calibri Regular"/>
                        </a:rPr>
                        <a:t>27</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2"/>
                          </a:solidFill>
                          <a:latin typeface="Calibri Regular"/>
                        </a:rPr>
                        <a:t>12</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twml</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Python</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2763307"/>
                  </a:ext>
                </a:extLst>
              </a:tr>
              <a:tr h="0">
                <a:tc>
                  <a:txBody>
                    <a:bodyPr/>
                    <a:lstStyle/>
                    <a:p>
                      <a:pPr algn="l" fontAlgn="b"/>
                      <a:r>
                        <a:rPr b="0" i="0" sz="1200" u="none">
                          <a:solidFill>
                            <a:schemeClr val="tx2"/>
                          </a:solidFill>
                          <a:latin typeface="Calibri Bold"/>
                        </a:rPr>
                        <a:t>ClusterDetailsJob.run(TypedPipe,Int,String,TypedPipe,TypedPipe,Option,Option,Option,Double,UniqueID)</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87</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b"/>
                      <a:r>
                        <a:rPr b="0" i="0" sz="1200" u="none">
                          <a:solidFill>
                            <a:schemeClr val="tx1">
                              <a:lumMod val="60000"/>
                              <a:lumOff val="40000"/>
                            </a:schemeClr>
                          </a:solidFill>
                          <a:latin typeface="Calibri Regular"/>
                        </a:rPr>
                        <a:t>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2"/>
                          </a:solidFill>
                          <a:latin typeface="Calibri Regular"/>
                        </a:rPr>
                        <a:t>10</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src/scala/com/twitter/simclusters_v2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22263985"/>
                  </a:ext>
                </a:extLst>
              </a:tr>
              <a:tr h="0">
                <a:tc>
                  <a:txBody>
                    <a:bodyPr/>
                    <a:lstStyle/>
                    <a:p>
                      <a:pPr algn="l" fontAlgn="b"/>
                      <a:r>
                        <a:rPr b="0" i="0" sz="1200" u="none">
                          <a:solidFill>
                            <a:schemeClr val="tx2"/>
                          </a:solidFill>
                          <a:latin typeface="Calibri Bold"/>
                        </a:rPr>
                        <a:t>InterestedInTwiceBaseApp.getMultiEmbeddingPerUser(TypedPipe,TypedPipe,ClusteringMethod,Int,ClusterRepresentativeSelectionMethod,Int,UniqueID)</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85</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b"/>
                      <a:r>
                        <a:rPr b="0" i="0" sz="1200" u="none">
                          <a:solidFill>
                            <a:schemeClr val="tx1">
                              <a:lumMod val="60000"/>
                              <a:lumOff val="40000"/>
                            </a:schemeClr>
                          </a:solidFill>
                          <a:latin typeface="Calibri Regular"/>
                        </a:rPr>
                        <a:t>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2"/>
                          </a:solidFill>
                          <a:latin typeface="Calibri Regular"/>
                        </a:rPr>
                        <a:t>7</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src/scala/com/twitter/simclusters_v2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16404128"/>
                  </a:ext>
                </a:extLst>
              </a:tr>
              <a:tr h="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Trainer.learn(train_input_fn,eval_input_fn,train_max_steps,train_steps,eval_steps,train_hooks,eval_hooks,early_stop_metric,early_stop_patience,early_stop_minimize,early_stop_tolerance,start_epoch,exporters,export_output_fn,max_duration)</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83</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b"/>
                      <a:r>
                        <a:rPr b="0" i="0" sz="1200" u="none">
                          <a:solidFill>
                            <a:schemeClr val="tx1">
                              <a:lumMod val="60000"/>
                              <a:lumOff val="40000"/>
                            </a:schemeClr>
                          </a:solidFill>
                          <a:latin typeface="Calibri Regular"/>
                        </a:rPr>
                        <a:t>33</a:t>
                      </a:r>
                      <a:endParaRPr lang="en-US" sz="1200" b="0" i="0" u="none" strike="noStrike" noProof="0" dirty="0">
                        <a:solidFill>
                          <a:schemeClr val="tx1">
                            <a:lumMod val="60000"/>
                            <a:lumOff val="40000"/>
                          </a:schemeClr>
                        </a:solidFill>
                        <a:effectLst/>
                        <a:latin typeface="+mn-lt"/>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2"/>
                          </a:solidFill>
                          <a:latin typeface="Calibri Regular"/>
                        </a:rPr>
                        <a:t>15</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twml</a:t>
                      </a:r>
                      <a:endParaRPr lang="en-US" sz="1200" b="0" i="0" u="none" strike="noStrike" noProof="0" dirty="0">
                        <a:solidFill>
                          <a:schemeClr val="tx1">
                            <a:lumMod val="60000"/>
                            <a:lumOff val="40000"/>
                          </a:schemeClr>
                        </a:solidFill>
                        <a:effectLst/>
                        <a:latin typeface="+mn-lt"/>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Python</a:t>
                      </a:r>
                      <a:endParaRPr lang="en-US" sz="1200" b="0" i="0" u="none" strike="noStrike" noProof="0" dirty="0">
                        <a:solidFill>
                          <a:schemeClr val="tx1">
                            <a:lumMod val="60000"/>
                            <a:lumOff val="40000"/>
                          </a:schemeClr>
                        </a:solidFill>
                        <a:effectLst/>
                        <a:latin typeface="+mn-lt"/>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5606331"/>
                  </a:ext>
                </a:extLst>
              </a:tr>
            </a:tbl>
          </a:graphicData>
        </a:graphic>
      </p:graphicFrame>
    </p:spTree>
    <p:extLst>
      <p:ext uri="{BB962C8B-B14F-4D97-AF65-F5344CB8AC3E}">
        <p14:creationId xmlns:p14="http://schemas.microsoft.com/office/powerpoint/2010/main" val="3378206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E2D5C-3E5F-6B9D-908E-50F0A86ACD9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1ED10E3-5A1E-EB42-A8DD-8C3EA6AFCB41}"/>
              </a:ext>
            </a:extLst>
          </p:cNvPr>
          <p:cNvSpPr>
            <a:spLocks noGrp="1"/>
          </p:cNvSpPr>
          <p:nvPr>
            <p:ph type="sldNum" sz="quarter" idx="4"/>
          </p:nvPr>
        </p:nvSpPr>
        <p:spPr/>
        <p:txBody>
          <a:bodyPr/>
          <a:lstStyle/>
          <a:p>
            <a:fld id="{E242BD21-9B61-2246-BCB1-4BE5E1BEBE1C}" type="slidenum">
              <a:rPr lang="en-US" smtClean="0"/>
              <a:pPr/>
              <a:t>14</a:t>
            </a:fld>
            <a:endParaRPr lang="en-US"/>
          </a:p>
        </p:txBody>
      </p:sp>
      <p:sp>
        <p:nvSpPr>
          <p:cNvPr id="10" name="Text Placeholder 9">
            <a:extLst>
              <a:ext uri="{FF2B5EF4-FFF2-40B4-BE49-F238E27FC236}">
                <a16:creationId xmlns:a16="http://schemas.microsoft.com/office/drawing/2014/main" id="{C2401406-73FA-D043-F4F9-83583AFBBF7D}"/>
              </a:ext>
            </a:extLst>
          </p:cNvPr>
          <p:cNvSpPr>
            <a:spLocks noGrp="1"/>
          </p:cNvSpPr>
          <p:nvPr>
            <p:ph type="body" sz="quarter" idx="12"/>
          </p:nvPr>
        </p:nvSpPr>
        <p:spPr/>
        <p:txBody>
          <a:bodyPr/>
          <a:lstStyle/>
          <a:p>
            <a:r>
              <a:rPr lang="en-US" dirty="0"/>
              <a:t>Refactoring Candidates – Module COUPLING</a:t>
            </a:r>
          </a:p>
        </p:txBody>
      </p:sp>
      <p:sp>
        <p:nvSpPr>
          <p:cNvPr id="5" name="Title 4">
            <a:extLst>
              <a:ext uri="{FF2B5EF4-FFF2-40B4-BE49-F238E27FC236}">
                <a16:creationId xmlns:a16="http://schemas.microsoft.com/office/drawing/2014/main" id="{16B4BED9-C15D-5B49-DC19-82A8E7339BC3}"/>
              </a:ext>
            </a:extLst>
          </p:cNvPr>
          <p:cNvSpPr>
            <a:spLocks noGrp="1"/>
          </p:cNvSpPr>
          <p:nvPr>
            <p:ph type="title"/>
          </p:nvPr>
        </p:nvSpPr>
        <p:spPr/>
        <p:txBody>
          <a:bodyPr/>
          <a:lstStyle/>
          <a:p>
            <a:r>
              <a:rPr lang="en-US" dirty="0"/>
              <a:t>An overview of the modules with the highest coupling</a:t>
            </a:r>
          </a:p>
        </p:txBody>
      </p:sp>
      <p:sp>
        <p:nvSpPr>
          <p:cNvPr id="6" name="Footer Placeholder 5">
            <a:extLst>
              <a:ext uri="{FF2B5EF4-FFF2-40B4-BE49-F238E27FC236}">
                <a16:creationId xmlns:a16="http://schemas.microsoft.com/office/drawing/2014/main" id="{C9B246FC-EA60-CE91-78AD-F329167484F6}"/>
              </a:ext>
            </a:extLst>
          </p:cNvPr>
          <p:cNvSpPr>
            <a:spLocks noGrp="1"/>
          </p:cNvSpPr>
          <p:nvPr>
            <p:ph type="ftr" sz="quarter" idx="3"/>
          </p:nvPr>
        </p:nvSpPr>
        <p:spPr>
          <a:xfrm>
            <a:off x="2669790" y="6549140"/>
            <a:ext cx="804066" cy="236406"/>
          </a:xfrm>
          <a:prstGeom prst="rect">
            <a:avLst/>
          </a:prstGeom>
          <a:noFill/>
          <a:ln w="12700" cap="flat" cmpd="sng" algn="ctr">
            <a:noFill/>
            <a:prstDash val="solid"/>
            <a:miter lim="800000"/>
          </a:ln>
        </p:spPr>
        <p:txBody>
          <a:bodyPr wrap="none" lIns="0" tIns="36000" rIns="0" rtlCol="0" anchor="ctr">
            <a:spAutoFit/>
          </a:bodyPr>
          <a:lstStyle>
            <a:defPPr>
              <a:defRPr lang="en-US"/>
            </a:defPPr>
            <a:lvl1pPr marL="0" algn="l" defTabSz="914400" rtl="0" eaLnBrk="1" latinLnBrk="0" hangingPunct="1">
              <a:defRPr lang="en-US" sz="1000" b="1" kern="1200" cap="all" spc="10" baseline="0" dirty="0">
                <a:solidFill>
                  <a:srgbClr val="B2BECD"/>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dirty="0"/>
              <a:t>Confidential</a:t>
            </a:r>
          </a:p>
        </p:txBody>
      </p:sp>
      <p:graphicFrame>
        <p:nvGraphicFramePr>
          <p:cNvPr id="4" name="REFACTORING_CANDIDATES_TABLE_MODULE_COUPLING">
            <a:extLst>
              <a:ext uri="{FF2B5EF4-FFF2-40B4-BE49-F238E27FC236}">
                <a16:creationId xmlns:a16="http://schemas.microsoft.com/office/drawing/2014/main" id="{08CD0C1C-FF15-4288-5694-0C8CA50F5FE0}"/>
              </a:ext>
            </a:extLst>
          </p:cNvPr>
          <p:cNvGraphicFramePr>
            <a:graphicFrameLocks noGrp="1"/>
          </p:cNvGraphicFramePr>
          <p:nvPr/>
        </p:nvGraphicFramePr>
        <p:xfrm>
          <a:off x="514373" y="1366988"/>
          <a:ext cx="11231293" cy="4789680"/>
        </p:xfrm>
        <a:graphic>
          <a:graphicData uri="http://schemas.openxmlformats.org/drawingml/2006/table">
            <a:tbl>
              <a:tblPr firstRow="1" bandRow="1">
                <a:effectLst/>
                <a:tableStyleId>{F2DE63D5-997A-4646-A377-4702673A728D}</a:tableStyleId>
              </a:tblPr>
              <a:tblGrid>
                <a:gridCol w="6036552">
                  <a:extLst>
                    <a:ext uri="{9D8B030D-6E8A-4147-A177-3AD203B41FA5}">
                      <a16:colId xmlns:a16="http://schemas.microsoft.com/office/drawing/2014/main" val="20000"/>
                    </a:ext>
                  </a:extLst>
                </a:gridCol>
                <a:gridCol w="1064526">
                  <a:extLst>
                    <a:ext uri="{9D8B030D-6E8A-4147-A177-3AD203B41FA5}">
                      <a16:colId xmlns:a16="http://schemas.microsoft.com/office/drawing/2014/main" val="20001"/>
                    </a:ext>
                  </a:extLst>
                </a:gridCol>
                <a:gridCol w="957908">
                  <a:extLst>
                    <a:ext uri="{9D8B030D-6E8A-4147-A177-3AD203B41FA5}">
                      <a16:colId xmlns:a16="http://schemas.microsoft.com/office/drawing/2014/main" val="3286041723"/>
                    </a:ext>
                  </a:extLst>
                </a:gridCol>
                <a:gridCol w="1766924">
                  <a:extLst>
                    <a:ext uri="{9D8B030D-6E8A-4147-A177-3AD203B41FA5}">
                      <a16:colId xmlns:a16="http://schemas.microsoft.com/office/drawing/2014/main" val="4263492041"/>
                    </a:ext>
                  </a:extLst>
                </a:gridCol>
                <a:gridCol w="1405383">
                  <a:extLst>
                    <a:ext uri="{9D8B030D-6E8A-4147-A177-3AD203B41FA5}">
                      <a16:colId xmlns:a16="http://schemas.microsoft.com/office/drawing/2014/main" val="2509092107"/>
                    </a:ext>
                  </a:extLst>
                </a:gridCol>
              </a:tblGrid>
              <a:tr h="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b="1" sz="1400">
                          <a:solidFill>
                            <a:schemeClr val="bg1"/>
                          </a:solidFill>
                          <a:latin typeface="+mn-lt"/>
                        </a:rPr>
                        <a:t>File name</a:t>
                      </a:r>
                      <a:endParaRPr lang="en-US" sz="1400" b="1" i="0" noProof="0" dirty="0">
                        <a:solidFill>
                          <a:schemeClr val="bg1"/>
                        </a:solidFill>
                        <a:latin typeface="+mn-lt"/>
                        <a:cs typeface="TheSans B4 SemiLight"/>
                      </a:endParaRPr>
                    </a:p>
                  </a:txBody>
                  <a:tcPr marL="108000" marR="108000" marT="72000" marB="72000">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r"/>
                      <a:r>
                        <a:rPr b="1" sz="1400">
                          <a:solidFill>
                            <a:schemeClr val="bg1"/>
                          </a:solidFill>
                          <a:latin typeface="+mn-lt"/>
                        </a:rPr>
                        <a:t>LOC</a:t>
                      </a:r>
                      <a:endParaRPr lang="en-US" sz="1400" b="1" i="0" noProof="0" dirty="0">
                        <a:solidFill>
                          <a:schemeClr val="bg1"/>
                        </a:solidFill>
                        <a:latin typeface="+mn-lt"/>
                        <a:cs typeface="TheSans B4 SemiLight"/>
                      </a:endParaRPr>
                    </a:p>
                  </a:txBody>
                  <a:tcPr marL="108000" marR="108000" marT="72000" marB="72000">
                    <a:lnL>
                      <a:noFill/>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rgbClr val="1F354B"/>
                    </a:solidFill>
                  </a:tcPr>
                </a:tc>
                <a:tc>
                  <a:txBody>
                    <a:bodyPr/>
                    <a:lstStyle/>
                    <a:p>
                      <a:pPr algn="r"/>
                      <a:r>
                        <a:rPr b="1" i="0" sz="1400">
                          <a:solidFill>
                            <a:schemeClr val="bg1"/>
                          </a:solidFill>
                          <a:latin typeface="+mn-lt"/>
                        </a:rPr>
                        <a:t>Fan-in</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rgbClr val="DFC100"/>
                    </a:solidFill>
                  </a:tcPr>
                </a:tc>
                <a:tc>
                  <a:txBody>
                    <a:bodyPr/>
                    <a:lstStyle/>
                    <a:p>
                      <a:pPr algn="l"/>
                      <a:r>
                        <a:rPr b="1" i="0" sz="1400">
                          <a:solidFill>
                            <a:schemeClr val="bg1"/>
                          </a:solidFill>
                          <a:latin typeface="+mn-lt"/>
                        </a:rPr>
                        <a:t>Component</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a:r>
                        <a:rPr b="1" i="0" sz="1400">
                          <a:solidFill>
                            <a:schemeClr val="bg1"/>
                          </a:solidFill>
                          <a:latin typeface="+mn-lt"/>
                        </a:rPr>
                        <a:t>Technology</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Condition.scala</a:t>
                      </a:r>
                    </a:p>
                  </a:txBody>
                  <a:tcPr marL="108000" marR="108000" marT="72000" marB="72000" anchor="ctr">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2017</a:t>
                      </a:r>
                    </a:p>
                  </a:txBody>
                  <a:tcPr marL="108000" marR="108000" marT="72000" marB="72000" anchor="ctr">
                    <a:lnL>
                      <a:noFill/>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b="0" i="0" sz="1200" u="none">
                          <a:solidFill>
                            <a:schemeClr val="tx2"/>
                          </a:solidFill>
                          <a:latin typeface="Calibri Regular"/>
                        </a:rPr>
                        <a:t>63</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visibilitylib</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Scala</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0">
                <a:tc>
                  <a:txBody>
                    <a:bodyPr/>
                    <a:lstStyle/>
                    <a:p>
                      <a:pPr algn="l" fontAlgn="b"/>
                      <a:r>
                        <a:rPr b="0" i="0" sz="1200" u="none">
                          <a:solidFill>
                            <a:schemeClr val="tx2"/>
                          </a:solidFill>
                          <a:latin typeface="Calibri Bold"/>
                        </a:rPr>
                        <a:t>TwitterMessage.java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875</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indent="0" algn="r"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Regular"/>
                        </a:rPr>
                        <a:t>328</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marL="0" marR="0" indent="0" algn="l" defTabSz="4572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src/java/com/twitter/search/common</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4572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0">
                <a:tc>
                  <a:txBody>
                    <a:bodyPr/>
                    <a:lstStyle/>
                    <a:p>
                      <a:pPr algn="l" fontAlgn="b"/>
                      <a:r>
                        <a:rPr b="0" i="0" sz="1200" u="none">
                          <a:solidFill>
                            <a:schemeClr val="tx2"/>
                          </a:solidFill>
                          <a:latin typeface="Calibri Bold"/>
                        </a:rPr>
                        <a:t>Action.scala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749</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b="0" i="0" sz="1200" u="none">
                          <a:solidFill>
                            <a:schemeClr val="tx2"/>
                          </a:solidFill>
                          <a:latin typeface="Calibri Regular"/>
                        </a:rPr>
                        <a:t>170</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visibilitylib</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0">
                <a:tc>
                  <a:txBody>
                    <a:bodyPr/>
                    <a:lstStyle/>
                    <a:p>
                      <a:pPr algn="l" fontAlgn="b"/>
                      <a:r>
                        <a:rPr b="0" i="0" sz="1200" u="none">
                          <a:solidFill>
                            <a:schemeClr val="tx2"/>
                          </a:solidFill>
                          <a:latin typeface="Calibri Bold"/>
                        </a:rPr>
                        <a:t>EarlybirdThriftDocumentBuilder.java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595</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b="0" i="0" sz="1200" u="none">
                          <a:solidFill>
                            <a:schemeClr val="tx2"/>
                          </a:solidFill>
                          <a:latin typeface="Calibri Regular"/>
                        </a:rPr>
                        <a:t>52</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src/java/com/twitter/search/common</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0">
                <a:tc>
                  <a:txBody>
                    <a:bodyPr/>
                    <a:lstStyle/>
                    <a:p>
                      <a:pPr algn="l" fontAlgn="b"/>
                      <a:r>
                        <a:rPr b="0" i="0" sz="1200" u="none">
                          <a:solidFill>
                            <a:schemeClr val="tx2"/>
                          </a:solidFill>
                          <a:latin typeface="Calibri Bold"/>
                        </a:rPr>
                        <a:t>SchemaBuilder.java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508</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b="0" i="0" sz="1200" u="none">
                          <a:solidFill>
                            <a:schemeClr val="tx2"/>
                          </a:solidFill>
                          <a:latin typeface="Calibri Regular"/>
                        </a:rPr>
                        <a:t>110</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src/java/com/twitter/search/common</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1900654"/>
                  </a:ext>
                </a:extLst>
              </a:tr>
              <a:tr h="0">
                <a:tc>
                  <a:txBody>
                    <a:bodyPr/>
                    <a:lstStyle/>
                    <a:p>
                      <a:pPr algn="l" fontAlgn="b"/>
                      <a:r>
                        <a:rPr b="0" i="0" sz="1200" u="none">
                          <a:solidFill>
                            <a:schemeClr val="tx2"/>
                          </a:solidFill>
                          <a:latin typeface="Calibri Bold"/>
                        </a:rPr>
                        <a:t>InvertedRealtimeIndex.java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407</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b="0" i="0" sz="1200" u="none">
                          <a:solidFill>
                            <a:schemeClr val="tx2"/>
                          </a:solidFill>
                          <a:latin typeface="Calibri Regular"/>
                        </a:rPr>
                        <a:t>72</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src/java/com/twitter/search/core</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8811833"/>
                  </a:ext>
                </a:extLst>
              </a:tr>
              <a:tr h="0">
                <a:tc>
                  <a:txBody>
                    <a:bodyPr/>
                    <a:lstStyle/>
                    <a:p>
                      <a:pPr algn="l" fontAlgn="b"/>
                      <a:r>
                        <a:rPr b="0" i="0" sz="1200" u="none">
                          <a:solidFill>
                            <a:schemeClr val="tx2"/>
                          </a:solidFill>
                          <a:latin typeface="Calibri Bold"/>
                        </a:rPr>
                        <a:t>EarlybirdIndexSegmentData.java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340</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b="0" i="0" sz="1200" u="none">
                          <a:solidFill>
                            <a:schemeClr val="tx2"/>
                          </a:solidFill>
                          <a:latin typeface="Calibri Regular"/>
                        </a:rPr>
                        <a:t>133</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src/java/com/twitter/search/core</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60795780"/>
                  </a:ext>
                </a:extLst>
              </a:tr>
              <a:tr h="0">
                <a:tc>
                  <a:txBody>
                    <a:bodyPr/>
                    <a:lstStyle/>
                    <a:p>
                      <a:pPr algn="l" fontAlgn="b"/>
                      <a:r>
                        <a:rPr b="0" i="0" sz="1200" u="none">
                          <a:solidFill>
                            <a:schemeClr val="tx2"/>
                          </a:solidFill>
                          <a:latin typeface="Calibri Bold"/>
                        </a:rPr>
                        <a:t>EarlybirdProperty.java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324</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b="0" i="0" sz="1200" u="none">
                          <a:solidFill>
                            <a:schemeClr val="tx2"/>
                          </a:solidFill>
                          <a:latin typeface="Calibri Regular"/>
                        </a:rPr>
                        <a:t>59</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src/java/com/twitter/search/earlybird</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33267410"/>
                  </a:ext>
                </a:extLst>
              </a:tr>
              <a:tr h="0">
                <a:tc>
                  <a:txBody>
                    <a:bodyPr/>
                    <a:lstStyle/>
                    <a:p>
                      <a:pPr algn="l" fontAlgn="b"/>
                      <a:r>
                        <a:rPr b="0" i="0" sz="1200" u="none">
                          <a:solidFill>
                            <a:schemeClr val="tx2"/>
                          </a:solidFill>
                          <a:latin typeface="Calibri Bold"/>
                        </a:rPr>
                        <a:t>SegmentInfo.java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317</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b="0" i="0" sz="1200" u="none">
                          <a:solidFill>
                            <a:schemeClr val="tx2"/>
                          </a:solidFill>
                          <a:latin typeface="Calibri Regular"/>
                        </a:rPr>
                        <a:t>272</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src/java/com/twitter/search/earlybird</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9910387"/>
                  </a:ext>
                </a:extLst>
              </a:tr>
              <a:tr h="0">
                <a:tc>
                  <a:txBody>
                    <a:bodyPr/>
                    <a:lstStyle/>
                    <a:p>
                      <a:pPr algn="l" fontAlgn="b"/>
                      <a:r>
                        <a:rPr b="0" i="0" sz="1200" u="none">
                          <a:solidFill>
                            <a:schemeClr val="tx2"/>
                          </a:solidFill>
                          <a:latin typeface="Calibri Bold"/>
                        </a:rPr>
                        <a:t>TwitterBaseStage.java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259</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b="0" i="0" sz="1200" u="none">
                          <a:solidFill>
                            <a:schemeClr val="tx2"/>
                          </a:solidFill>
                          <a:latin typeface="Calibri Regular"/>
                        </a:rPr>
                        <a:t>168</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src/java/com/twitter/search/ingester</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2763307"/>
                  </a:ext>
                </a:extLst>
              </a:tr>
              <a:tr h="0">
                <a:tc>
                  <a:txBody>
                    <a:bodyPr/>
                    <a:lstStyle/>
                    <a:p>
                      <a:pPr algn="l" fontAlgn="b"/>
                      <a:r>
                        <a:rPr b="0" i="0" sz="1200" u="none">
                          <a:solidFill>
                            <a:schemeClr val="tx2"/>
                          </a:solidFill>
                          <a:latin typeface="Calibri Bold"/>
                        </a:rPr>
                        <a:t>Util.scala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254</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b="0" i="0" sz="1200" u="none">
                          <a:solidFill>
                            <a:schemeClr val="tx2"/>
                          </a:solidFill>
                          <a:latin typeface="Calibri Regular"/>
                        </a:rPr>
                        <a:t>58</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src/scala/com/twitter/simclusters_v2</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Scala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22263985"/>
                  </a:ext>
                </a:extLst>
              </a:tr>
              <a:tr h="0">
                <a:tc>
                  <a:txBody>
                    <a:bodyPr/>
                    <a:lstStyle/>
                    <a:p>
                      <a:pPr algn="l" fontAlgn="b"/>
                      <a:r>
                        <a:rPr b="0" i="0" sz="1200" u="none">
                          <a:solidFill>
                            <a:schemeClr val="tx2"/>
                          </a:solidFill>
                          <a:latin typeface="Calibri Bold"/>
                        </a:rPr>
                        <a:t>EarlybirdConfig.java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246</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b="0" i="0" sz="1200" u="none">
                          <a:solidFill>
                            <a:schemeClr val="tx2"/>
                          </a:solidFill>
                          <a:latin typeface="Calibri Regular"/>
                        </a:rPr>
                        <a:t>143</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src/java/com/twitter/search/earlybird</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16404128"/>
                  </a:ext>
                </a:extLst>
              </a:tr>
              <a:tr h="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EarlybirdDocumentFeatures.java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178</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00" rtl="0" eaLnBrk="1" fontAlgn="b" latinLnBrk="0" hangingPunct="1"/>
                      <a:r>
                        <a:rPr b="0" i="0" sz="1200" u="none">
                          <a:solidFill>
                            <a:schemeClr val="tx2"/>
                          </a:solidFill>
                          <a:latin typeface="Calibri Regular"/>
                        </a:rPr>
                        <a:t>129</a:t>
                      </a:r>
                      <a:endParaRPr lang="en-US" sz="1200" b="0" i="0" u="none" strike="noStrike" kern="1200" noProof="0" dirty="0">
                        <a:solidFill>
                          <a:schemeClr val="tx2"/>
                        </a:solidFill>
                        <a:effectLst/>
                        <a:latin typeface="Calibri Regular"/>
                        <a:ea typeface="+mn-ea"/>
                        <a:cs typeface="+mn-cs"/>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EF5BA"/>
                    </a:solidFill>
                  </a:tcPr>
                </a:tc>
                <a:tc>
                  <a:txBody>
                    <a:bodyPr/>
                    <a:lstStyle/>
                    <a:p>
                      <a:pPr algn="l" fontAlgn="b"/>
                      <a:r>
                        <a:rPr b="0" i="0" sz="1200" u="none">
                          <a:solidFill>
                            <a:schemeClr val="tx1">
                              <a:lumMod val="60000"/>
                              <a:lumOff val="40000"/>
                            </a:schemeClr>
                          </a:solidFill>
                          <a:latin typeface="Calibri Regular"/>
                        </a:rPr>
                        <a:t>src/java/com/twitter/search/common</a:t>
                      </a:r>
                      <a:endParaRPr lang="en-US" sz="1200" b="0" i="0" u="none" strike="noStrike" noProof="0" dirty="0">
                        <a:solidFill>
                          <a:schemeClr val="tx1">
                            <a:lumMod val="60000"/>
                            <a:lumOff val="40000"/>
                          </a:schemeClr>
                        </a:solidFill>
                        <a:effectLst/>
                        <a:latin typeface="+mn-lt"/>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mn-lt"/>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5606331"/>
                  </a:ext>
                </a:extLst>
              </a:tr>
            </a:tbl>
          </a:graphicData>
        </a:graphic>
      </p:graphicFrame>
    </p:spTree>
    <p:extLst>
      <p:ext uri="{BB962C8B-B14F-4D97-AF65-F5344CB8AC3E}">
        <p14:creationId xmlns:p14="http://schemas.microsoft.com/office/powerpoint/2010/main" val="41283083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261DE-516A-2C47-C290-CC53EE2EC30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025075-AF88-4ABD-0816-000FE85C61ED}"/>
              </a:ext>
            </a:extLst>
          </p:cNvPr>
          <p:cNvSpPr>
            <a:spLocks noGrp="1"/>
          </p:cNvSpPr>
          <p:nvPr>
            <p:ph type="sldNum" sz="quarter" idx="4"/>
          </p:nvPr>
        </p:nvSpPr>
        <p:spPr/>
        <p:txBody>
          <a:bodyPr/>
          <a:lstStyle/>
          <a:p>
            <a:fld id="{E242BD21-9B61-2246-BCB1-4BE5E1BEBE1C}" type="slidenum">
              <a:rPr lang="en-US" smtClean="0"/>
              <a:pPr/>
              <a:t>15</a:t>
            </a:fld>
            <a:endParaRPr lang="en-US"/>
          </a:p>
        </p:txBody>
      </p:sp>
      <p:sp>
        <p:nvSpPr>
          <p:cNvPr id="10" name="Text Placeholder 9">
            <a:extLst>
              <a:ext uri="{FF2B5EF4-FFF2-40B4-BE49-F238E27FC236}">
                <a16:creationId xmlns:a16="http://schemas.microsoft.com/office/drawing/2014/main" id="{86BA0A77-753D-20DB-3D53-A7D106A78F7E}"/>
              </a:ext>
            </a:extLst>
          </p:cNvPr>
          <p:cNvSpPr>
            <a:spLocks noGrp="1"/>
          </p:cNvSpPr>
          <p:nvPr>
            <p:ph type="body" sz="quarter" idx="12"/>
          </p:nvPr>
        </p:nvSpPr>
        <p:spPr/>
        <p:txBody>
          <a:bodyPr/>
          <a:lstStyle/>
          <a:p>
            <a:r>
              <a:rPr lang="en-US" dirty="0"/>
              <a:t>Refactoring Candidates – COMPONENT ENTANGLEMENT</a:t>
            </a:r>
          </a:p>
        </p:txBody>
      </p:sp>
      <p:sp>
        <p:nvSpPr>
          <p:cNvPr id="5" name="Title 4">
            <a:extLst>
              <a:ext uri="{FF2B5EF4-FFF2-40B4-BE49-F238E27FC236}">
                <a16:creationId xmlns:a16="http://schemas.microsoft.com/office/drawing/2014/main" id="{6362569B-8BFD-D308-A55E-04765D4E1392}"/>
              </a:ext>
            </a:extLst>
          </p:cNvPr>
          <p:cNvSpPr>
            <a:spLocks noGrp="1"/>
          </p:cNvSpPr>
          <p:nvPr>
            <p:ph type="title"/>
          </p:nvPr>
        </p:nvSpPr>
        <p:spPr/>
        <p:txBody>
          <a:bodyPr/>
          <a:lstStyle/>
          <a:p>
            <a:r>
              <a:rPr lang="en-US" dirty="0"/>
              <a:t>An overview of component entanglement related findings</a:t>
            </a:r>
          </a:p>
        </p:txBody>
      </p:sp>
      <p:sp>
        <p:nvSpPr>
          <p:cNvPr id="6" name="Footer Placeholder 5">
            <a:extLst>
              <a:ext uri="{FF2B5EF4-FFF2-40B4-BE49-F238E27FC236}">
                <a16:creationId xmlns:a16="http://schemas.microsoft.com/office/drawing/2014/main" id="{B2ED554A-888F-C192-ED2E-3071DD750EEB}"/>
              </a:ext>
            </a:extLst>
          </p:cNvPr>
          <p:cNvSpPr>
            <a:spLocks noGrp="1"/>
          </p:cNvSpPr>
          <p:nvPr>
            <p:ph type="ftr" sz="quarter" idx="3"/>
          </p:nvPr>
        </p:nvSpPr>
        <p:spPr>
          <a:xfrm>
            <a:off x="2669790" y="6549140"/>
            <a:ext cx="804066" cy="236406"/>
          </a:xfrm>
          <a:prstGeom prst="rect">
            <a:avLst/>
          </a:prstGeom>
          <a:noFill/>
          <a:ln w="12700" cap="flat" cmpd="sng" algn="ctr">
            <a:noFill/>
            <a:prstDash val="solid"/>
            <a:miter lim="800000"/>
          </a:ln>
        </p:spPr>
        <p:txBody>
          <a:bodyPr wrap="none" lIns="0" tIns="36000" rIns="0" rtlCol="0" anchor="ctr">
            <a:spAutoFit/>
          </a:bodyPr>
          <a:lstStyle>
            <a:defPPr>
              <a:defRPr lang="en-US"/>
            </a:defPPr>
            <a:lvl1pPr marL="0" algn="l" defTabSz="914400" rtl="0" eaLnBrk="1" latinLnBrk="0" hangingPunct="1">
              <a:defRPr lang="en-US" sz="1000" b="1" kern="1200" cap="all" spc="10" baseline="0" dirty="0">
                <a:solidFill>
                  <a:srgbClr val="B2BECD"/>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dirty="0"/>
              <a:t>Confidential</a:t>
            </a:r>
          </a:p>
        </p:txBody>
      </p:sp>
      <p:graphicFrame>
        <p:nvGraphicFramePr>
          <p:cNvPr id="4" name="REFACTORING_CANDIDATES_TABLE_COMPONENT_ENTANGLEMENT">
            <a:extLst>
              <a:ext uri="{FF2B5EF4-FFF2-40B4-BE49-F238E27FC236}">
                <a16:creationId xmlns:a16="http://schemas.microsoft.com/office/drawing/2014/main" id="{9838512D-A010-DDD6-1567-37B565CF5809}"/>
              </a:ext>
            </a:extLst>
          </p:cNvPr>
          <p:cNvGraphicFramePr>
            <a:graphicFrameLocks noGrp="1"/>
          </p:cNvGraphicFramePr>
          <p:nvPr/>
        </p:nvGraphicFramePr>
        <p:xfrm>
          <a:off x="514373" y="1351494"/>
          <a:ext cx="11231294" cy="4606800"/>
        </p:xfrm>
        <a:graphic>
          <a:graphicData uri="http://schemas.openxmlformats.org/drawingml/2006/table">
            <a:tbl>
              <a:tblPr firstRow="1" bandRow="1">
                <a:effectLst/>
                <a:tableStyleId>{F2DE63D5-997A-4646-A377-4702673A728D}</a:tableStyleId>
              </a:tblPr>
              <a:tblGrid>
                <a:gridCol w="9663297">
                  <a:extLst>
                    <a:ext uri="{9D8B030D-6E8A-4147-A177-3AD203B41FA5}">
                      <a16:colId xmlns:a16="http://schemas.microsoft.com/office/drawing/2014/main" val="20000"/>
                    </a:ext>
                  </a:extLst>
                </a:gridCol>
                <a:gridCol w="1567997">
                  <a:extLst>
                    <a:ext uri="{9D8B030D-6E8A-4147-A177-3AD203B41FA5}">
                      <a16:colId xmlns:a16="http://schemas.microsoft.com/office/drawing/2014/main" val="20001"/>
                    </a:ext>
                  </a:extLst>
                </a:gridCol>
              </a:tblGrid>
              <a:tr h="27853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b="1" sz="1400">
                          <a:solidFill>
                            <a:schemeClr val="bg1"/>
                          </a:solidFill>
                          <a:latin typeface="+mn-lt"/>
                        </a:rPr>
                        <a:t>Description</a:t>
                      </a:r>
                      <a:endParaRPr lang="en-US" sz="1400" b="1" i="0" noProof="0" dirty="0">
                        <a:solidFill>
                          <a:schemeClr val="bg1"/>
                        </a:solidFill>
                        <a:latin typeface="+mn-lt"/>
                        <a:cs typeface="TheSans B4 SemiLight"/>
                      </a:endParaRPr>
                    </a:p>
                  </a:txBody>
                  <a:tcPr marL="108000" marR="108000" marT="72000" marB="72000">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r"/>
                      <a:r>
                        <a:rPr b="1" sz="1400">
                          <a:solidFill>
                            <a:schemeClr val="bg1"/>
                          </a:solidFill>
                          <a:latin typeface="+mn-lt"/>
                        </a:rPr>
                        <a:t>Weight</a:t>
                      </a:r>
                      <a:endParaRPr lang="en-US" sz="1400" b="1" i="0" noProof="0" dirty="0">
                        <a:solidFill>
                          <a:schemeClr val="bg1"/>
                        </a:solidFill>
                        <a:latin typeface="+mn-lt"/>
                        <a:cs typeface="TheSans B4 SemiLight"/>
                      </a:endParaRPr>
                    </a:p>
                  </a:txBody>
                  <a:tcPr marL="108000" marR="108000" marT="72000" marB="72000">
                    <a:lnL>
                      <a:noFill/>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rgbClr val="1F354B"/>
                    </a:solidFill>
                  </a:tcPr>
                </a:tc>
                <a:extLst>
                  <a:ext uri="{0D108BD9-81ED-4DB2-BD59-A6C34878D82A}">
                    <a16:rowId xmlns:a16="http://schemas.microsoft.com/office/drawing/2014/main" val="10000"/>
                  </a:ext>
                </a:extLst>
              </a:tr>
              <a:tr h="254774">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Cyclic dependency between src/java/com/twitter/search/common and src/java/com/twitter/search/ingester</a:t>
                      </a:r>
                    </a:p>
                  </a:txBody>
                  <a:tcPr marL="108000" marR="108000" marT="72000" marB="72000" anchor="ctr">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2</a:t>
                      </a:r>
                    </a:p>
                  </a:txBody>
                  <a:tcPr marL="108000" marR="108000" marT="72000" marB="72000" anchor="ctr">
                    <a:lnL>
                      <a:noFill/>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254774">
                <a:tc>
                  <a:txBody>
                    <a:bodyPr/>
                    <a:lstStyle/>
                    <a:p>
                      <a:pPr algn="l" fontAlgn="b"/>
                      <a:r>
                        <a:rPr b="0" i="0" sz="1200" u="none">
                          <a:solidFill>
                            <a:schemeClr val="tx2"/>
                          </a:solidFill>
                          <a:latin typeface="Calibri Bold"/>
                        </a:rPr>
                        <a:t>High communication density on src/java/com/twitter/search/common</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6</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254774">
                <a:tc>
                  <a:txBody>
                    <a:bodyPr/>
                    <a:lstStyle/>
                    <a:p>
                      <a:pPr algn="l" fontAlgn="b"/>
                      <a:r>
                        <a:rPr b="0" i="0" sz="1200" u="none">
                          <a:solidFill>
                            <a:schemeClr val="tx2"/>
                          </a:solidFill>
                          <a:latin typeface="Calibri Bold"/>
                        </a:rPr>
                        <a:t>Medium communication density on src/java/com/twitter/search/earlybird</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3</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254774">
                <a:tc>
                  <a:txBody>
                    <a:bodyPr/>
                    <a:lstStyle/>
                    <a:p>
                      <a:pPr algn="l" fontAlgn="b"/>
                      <a:r>
                        <a:rPr b="0" i="0" sz="1200" u="none">
                          <a:solidFill>
                            <a:schemeClr val="tx2"/>
                          </a:solidFill>
                          <a:latin typeface="Calibri Bold"/>
                        </a:rPr>
                        <a:t>Medium communication density on cr-mixer</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3</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254774">
                <a:tc>
                  <a:txBody>
                    <a:bodyPr/>
                    <a:lstStyle/>
                    <a:p>
                      <a:pPr algn="l" fontAlgn="b"/>
                      <a:r>
                        <a:rPr b="0" i="0" sz="1200" u="none">
                          <a:solidFill>
                            <a:schemeClr val="tx2"/>
                          </a:solidFill>
                          <a:latin typeface="Calibri Bold"/>
                        </a:rPr>
                        <a:t>Medium communication density on src/scala/com/twitter/simclusters_v2</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3</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001900654"/>
                  </a:ext>
                </a:extLst>
              </a:tr>
              <a:tr h="254774">
                <a:tc>
                  <a:txBody>
                    <a:bodyPr/>
                    <a:lstStyle/>
                    <a:p>
                      <a:pPr algn="l" fontAlgn="b"/>
                      <a:r>
                        <a:rPr b="0" i="0" sz="1200" u="none">
                          <a:solidFill>
                            <a:schemeClr val="tx2"/>
                          </a:solidFill>
                          <a:latin typeface="Calibri Bold"/>
                        </a:rPr>
                        <a:t>Medium communication density on product-mixer</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3</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928811833"/>
                  </a:ext>
                </a:extLst>
              </a:tr>
            </a:tbl>
          </a:graphicData>
        </a:graphic>
      </p:graphicFrame>
    </p:spTree>
    <p:extLst>
      <p:ext uri="{BB962C8B-B14F-4D97-AF65-F5344CB8AC3E}">
        <p14:creationId xmlns:p14="http://schemas.microsoft.com/office/powerpoint/2010/main" val="39476272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B2A1D-C398-FD00-A262-F1315FFA7F2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62FCDF-5E0F-1700-45E3-65B5191C49DA}"/>
              </a:ext>
            </a:extLst>
          </p:cNvPr>
          <p:cNvSpPr>
            <a:spLocks noGrp="1"/>
          </p:cNvSpPr>
          <p:nvPr>
            <p:ph type="sldNum" sz="quarter" idx="4"/>
          </p:nvPr>
        </p:nvSpPr>
        <p:spPr/>
        <p:txBody>
          <a:bodyPr/>
          <a:lstStyle/>
          <a:p>
            <a:fld id="{E242BD21-9B61-2246-BCB1-4BE5E1BEBE1C}" type="slidenum">
              <a:rPr lang="en-US" smtClean="0"/>
              <a:pPr/>
              <a:t>16</a:t>
            </a:fld>
            <a:endParaRPr lang="en-US"/>
          </a:p>
        </p:txBody>
      </p:sp>
      <p:sp>
        <p:nvSpPr>
          <p:cNvPr id="10" name="Text Placeholder 9">
            <a:extLst>
              <a:ext uri="{FF2B5EF4-FFF2-40B4-BE49-F238E27FC236}">
                <a16:creationId xmlns:a16="http://schemas.microsoft.com/office/drawing/2014/main" id="{1F418E4D-4C1B-5CF0-D4B4-9BE92D28DF1E}"/>
              </a:ext>
            </a:extLst>
          </p:cNvPr>
          <p:cNvSpPr>
            <a:spLocks noGrp="1"/>
          </p:cNvSpPr>
          <p:nvPr>
            <p:ph type="body" sz="quarter" idx="12"/>
          </p:nvPr>
        </p:nvSpPr>
        <p:spPr/>
        <p:txBody>
          <a:bodyPr/>
          <a:lstStyle/>
          <a:p>
            <a:r>
              <a:rPr lang="en-US" dirty="0"/>
              <a:t>Refactoring Candidates – COMPONENT Independence</a:t>
            </a:r>
          </a:p>
        </p:txBody>
      </p:sp>
      <p:sp>
        <p:nvSpPr>
          <p:cNvPr id="5" name="Title 4">
            <a:extLst>
              <a:ext uri="{FF2B5EF4-FFF2-40B4-BE49-F238E27FC236}">
                <a16:creationId xmlns:a16="http://schemas.microsoft.com/office/drawing/2014/main" id="{FE4658BA-0814-EB54-4871-7EA3307973A8}"/>
              </a:ext>
            </a:extLst>
          </p:cNvPr>
          <p:cNvSpPr>
            <a:spLocks noGrp="1"/>
          </p:cNvSpPr>
          <p:nvPr>
            <p:ph type="title"/>
          </p:nvPr>
        </p:nvSpPr>
        <p:spPr/>
        <p:txBody>
          <a:bodyPr/>
          <a:lstStyle/>
          <a:p>
            <a:r>
              <a:rPr lang="en-US" dirty="0"/>
              <a:t>An overview of high impact communicating files</a:t>
            </a:r>
          </a:p>
        </p:txBody>
      </p:sp>
      <p:sp>
        <p:nvSpPr>
          <p:cNvPr id="6" name="Footer Placeholder 5">
            <a:extLst>
              <a:ext uri="{FF2B5EF4-FFF2-40B4-BE49-F238E27FC236}">
                <a16:creationId xmlns:a16="http://schemas.microsoft.com/office/drawing/2014/main" id="{D5FCF33D-A478-D36E-605A-D3A5163CFE94}"/>
              </a:ext>
            </a:extLst>
          </p:cNvPr>
          <p:cNvSpPr>
            <a:spLocks noGrp="1"/>
          </p:cNvSpPr>
          <p:nvPr>
            <p:ph type="ftr" sz="quarter" idx="3"/>
          </p:nvPr>
        </p:nvSpPr>
        <p:spPr>
          <a:xfrm>
            <a:off x="2669790" y="6549140"/>
            <a:ext cx="804066" cy="236406"/>
          </a:xfrm>
          <a:prstGeom prst="rect">
            <a:avLst/>
          </a:prstGeom>
          <a:noFill/>
          <a:ln w="12700" cap="flat" cmpd="sng" algn="ctr">
            <a:noFill/>
            <a:prstDash val="solid"/>
            <a:miter lim="800000"/>
          </a:ln>
        </p:spPr>
        <p:txBody>
          <a:bodyPr wrap="none" lIns="0" tIns="36000" rIns="0" rtlCol="0" anchor="ctr">
            <a:spAutoFit/>
          </a:bodyPr>
          <a:lstStyle>
            <a:defPPr>
              <a:defRPr lang="en-US"/>
            </a:defPPr>
            <a:lvl1pPr marL="0" algn="l" defTabSz="914400" rtl="0" eaLnBrk="1" latinLnBrk="0" hangingPunct="1">
              <a:defRPr lang="en-US" sz="1000" b="1" kern="1200" cap="all" spc="10" baseline="0" dirty="0">
                <a:solidFill>
                  <a:srgbClr val="B2BECD"/>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dirty="0"/>
              <a:t>Confidential</a:t>
            </a:r>
          </a:p>
        </p:txBody>
      </p:sp>
      <p:graphicFrame>
        <p:nvGraphicFramePr>
          <p:cNvPr id="4" name="REFACTORING_CANDIDATES_TABLE_COMPONENT_INDEPENDENCE">
            <a:extLst>
              <a:ext uri="{FF2B5EF4-FFF2-40B4-BE49-F238E27FC236}">
                <a16:creationId xmlns:a16="http://schemas.microsoft.com/office/drawing/2014/main" id="{0354F911-27AA-DF84-8BBC-02F20E05B6DA}"/>
              </a:ext>
            </a:extLst>
          </p:cNvPr>
          <p:cNvGraphicFramePr>
            <a:graphicFrameLocks noGrp="1"/>
          </p:cNvGraphicFramePr>
          <p:nvPr/>
        </p:nvGraphicFramePr>
        <p:xfrm>
          <a:off x="514373" y="1366988"/>
          <a:ext cx="11231293" cy="4606800"/>
        </p:xfrm>
        <a:graphic>
          <a:graphicData uri="http://schemas.openxmlformats.org/drawingml/2006/table">
            <a:tbl>
              <a:tblPr firstRow="1" bandRow="1">
                <a:effectLst/>
                <a:tableStyleId>{F2DE63D5-997A-4646-A377-4702673A728D}</a:tableStyleId>
              </a:tblPr>
              <a:tblGrid>
                <a:gridCol w="6599411">
                  <a:extLst>
                    <a:ext uri="{9D8B030D-6E8A-4147-A177-3AD203B41FA5}">
                      <a16:colId xmlns:a16="http://schemas.microsoft.com/office/drawing/2014/main" val="20000"/>
                    </a:ext>
                  </a:extLst>
                </a:gridCol>
                <a:gridCol w="1163784">
                  <a:extLst>
                    <a:ext uri="{9D8B030D-6E8A-4147-A177-3AD203B41FA5}">
                      <a16:colId xmlns:a16="http://schemas.microsoft.com/office/drawing/2014/main" val="20001"/>
                    </a:ext>
                  </a:extLst>
                </a:gridCol>
                <a:gridCol w="1931675">
                  <a:extLst>
                    <a:ext uri="{9D8B030D-6E8A-4147-A177-3AD203B41FA5}">
                      <a16:colId xmlns:a16="http://schemas.microsoft.com/office/drawing/2014/main" val="4263492041"/>
                    </a:ext>
                  </a:extLst>
                </a:gridCol>
                <a:gridCol w="1536423">
                  <a:extLst>
                    <a:ext uri="{9D8B030D-6E8A-4147-A177-3AD203B41FA5}">
                      <a16:colId xmlns:a16="http://schemas.microsoft.com/office/drawing/2014/main" val="2509092107"/>
                    </a:ext>
                  </a:extLst>
                </a:gridCol>
              </a:tblGrid>
              <a:tr h="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b="1" sz="1400">
                          <a:solidFill>
                            <a:schemeClr val="bg1"/>
                          </a:solidFill>
                          <a:latin typeface="+mn-lt"/>
                        </a:rPr>
                        <a:t>File name</a:t>
                      </a:r>
                      <a:endParaRPr lang="en-US" sz="1400" b="1" i="0" noProof="0" dirty="0">
                        <a:solidFill>
                          <a:schemeClr val="bg1"/>
                        </a:solidFill>
                        <a:latin typeface="+mn-lt"/>
                        <a:cs typeface="TheSans B4 SemiLight"/>
                      </a:endParaRPr>
                    </a:p>
                  </a:txBody>
                  <a:tcPr marL="108000" marR="108000" marT="72000" marB="72000">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r"/>
                      <a:r>
                        <a:rPr b="1" sz="1400">
                          <a:solidFill>
                            <a:schemeClr val="bg1"/>
                          </a:solidFill>
                          <a:latin typeface="+mn-lt"/>
                        </a:rPr>
                        <a:t>LOC</a:t>
                      </a:r>
                      <a:endParaRPr lang="en-US" sz="1400" b="1" i="0" noProof="0" dirty="0">
                        <a:solidFill>
                          <a:schemeClr val="bg1"/>
                        </a:solidFill>
                        <a:latin typeface="+mn-lt"/>
                        <a:cs typeface="TheSans B4 SemiLight"/>
                      </a:endParaRPr>
                    </a:p>
                  </a:txBody>
                  <a:tcPr marL="108000" marR="108000" marT="72000" marB="72000">
                    <a:lnL>
                      <a:noFill/>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rgbClr val="1F354B"/>
                    </a:solidFill>
                  </a:tcPr>
                </a:tc>
                <a:tc>
                  <a:txBody>
                    <a:bodyPr/>
                    <a:lstStyle/>
                    <a:p>
                      <a:pPr algn="l"/>
                      <a:r>
                        <a:rPr b="1" i="0" sz="1400">
                          <a:solidFill>
                            <a:schemeClr val="bg1"/>
                          </a:solidFill>
                          <a:latin typeface="+mn-lt"/>
                        </a:rPr>
                        <a:t>Component</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a:r>
                        <a:rPr b="1" i="0" sz="1400">
                          <a:solidFill>
                            <a:schemeClr val="bg1"/>
                          </a:solidFill>
                          <a:latin typeface="+mn-lt"/>
                        </a:rPr>
                        <a:t>Technology</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EarlybirdIndexSegmentData.java</a:t>
                      </a:r>
                    </a:p>
                  </a:txBody>
                  <a:tcPr marL="108000" marR="108000" marT="72000" marB="72000" anchor="ctr">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340</a:t>
                      </a:r>
                    </a:p>
                  </a:txBody>
                  <a:tcPr marL="108000" marR="108000" marT="72000" marB="72000" anchor="ctr">
                    <a:lnL>
                      <a:noFill/>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src/java/com/twitter/search/core</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Java</a:t>
                      </a:r>
                    </a:p>
                  </a:txBody>
                  <a:tcPr marL="108000" marR="108000" marT="72000" marB="7200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0">
                <a:tc>
                  <a:txBody>
                    <a:bodyPr/>
                    <a:lstStyle/>
                    <a:p>
                      <a:pPr algn="l" fontAlgn="b"/>
                      <a:r>
                        <a:rPr b="0" i="0" sz="1200" u="none">
                          <a:solidFill>
                            <a:schemeClr val="tx2"/>
                          </a:solidFill>
                          <a:latin typeface="Calibri Bold"/>
                        </a:rPr>
                        <a:t>EarlybirdRealtimeIndexSegmentData.java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201</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indent="0" algn="l" defTabSz="4572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src/java/com/twitter/search/core</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457200" rtl="0" eaLnBrk="1" fontAlgn="b" latinLnBrk="0" hangingPunct="1">
                        <a:lnSpc>
                          <a:spcPct val="100000"/>
                        </a:lnSpc>
                        <a:spcBef>
                          <a:spcPts val="0"/>
                        </a:spcBef>
                        <a:spcAft>
                          <a:spcPts val="0"/>
                        </a:spcAft>
                        <a:buClrTx/>
                        <a:buSzTx/>
                        <a:buFontTx/>
                        <a:buNone/>
                        <a:tabLst/>
                        <a:defRPr/>
                      </a:pPr>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0">
                <a:tc>
                  <a:txBody>
                    <a:bodyPr/>
                    <a:lstStyle/>
                    <a:p>
                      <a:pPr algn="l" fontAlgn="b"/>
                      <a:r>
                        <a:rPr b="0" i="0" sz="1200" u="none">
                          <a:solidFill>
                            <a:schemeClr val="tx2"/>
                          </a:solidFill>
                          <a:latin typeface="Calibri Bold"/>
                        </a:rPr>
                        <a:t>EarlybirdLuceneIndexSegmentData.java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165</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r>
                        <a:rPr b="0" i="0" sz="1200" u="none">
                          <a:solidFill>
                            <a:schemeClr val="tx1">
                              <a:lumMod val="60000"/>
                              <a:lumOff val="40000"/>
                            </a:schemeClr>
                          </a:solidFill>
                          <a:latin typeface="Calibri Regular"/>
                        </a:rPr>
                        <a:t>src/java/com/twitter/search/core</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0">
                <a:tc>
                  <a:txBody>
                    <a:bodyPr/>
                    <a:lstStyle/>
                    <a:p>
                      <a:pPr algn="l" fontAlgn="b"/>
                      <a:r>
                        <a:rPr b="0" i="0" sz="1200" u="none">
                          <a:solidFill>
                            <a:schemeClr val="tx2"/>
                          </a:solidFill>
                          <a:latin typeface="Calibri Bold"/>
                        </a:rPr>
                        <a:t>IndexOptimizer.java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154</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r>
                        <a:rPr b="0" i="0" sz="1200" u="none">
                          <a:solidFill>
                            <a:schemeClr val="tx1">
                              <a:lumMod val="60000"/>
                              <a:lumOff val="40000"/>
                            </a:schemeClr>
                          </a:solidFill>
                          <a:latin typeface="Calibri Regular"/>
                        </a:rPr>
                        <a:t>src/java/com/twitter/search/core</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0">
                <a:tc>
                  <a:txBody>
                    <a:bodyPr/>
                    <a:lstStyle/>
                    <a:p>
                      <a:pPr algn="l" fontAlgn="b"/>
                      <a:r>
                        <a:rPr b="0" i="0" sz="1200" u="none">
                          <a:solidFill>
                            <a:schemeClr val="tx2"/>
                          </a:solidFill>
                          <a:latin typeface="Calibri Bold"/>
                        </a:rPr>
                        <a:t>AbstractFacetCountingArray.java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146</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r>
                        <a:rPr b="0" i="0" sz="1200" u="none">
                          <a:solidFill>
                            <a:schemeClr val="tx1">
                              <a:lumMod val="60000"/>
                              <a:lumOff val="40000"/>
                            </a:schemeClr>
                          </a:solidFill>
                          <a:latin typeface="Calibri Regular"/>
                        </a:rPr>
                        <a:t>src/java/com/twitter/search/core</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1900654"/>
                  </a:ext>
                </a:extLst>
              </a:tr>
              <a:tr h="0">
                <a:tc>
                  <a:txBody>
                    <a:bodyPr/>
                    <a:lstStyle/>
                    <a:p>
                      <a:pPr algn="l" fontAlgn="b"/>
                      <a:r>
                        <a:rPr b="0" i="0" sz="1200" u="none">
                          <a:solidFill>
                            <a:schemeClr val="tx2"/>
                          </a:solidFill>
                          <a:latin typeface="Calibri Bold"/>
                        </a:rPr>
                        <a:t>FacetIDMap.java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113</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r>
                        <a:rPr b="0" i="0" sz="1200" u="none">
                          <a:solidFill>
                            <a:schemeClr val="tx1">
                              <a:lumMod val="60000"/>
                              <a:lumOff val="40000"/>
                            </a:schemeClr>
                          </a:solidFill>
                          <a:latin typeface="Calibri Regular"/>
                        </a:rPr>
                        <a:t>src/java/com/twitter/search/core</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8811833"/>
                  </a:ext>
                </a:extLst>
              </a:tr>
              <a:tr h="0">
                <a:tc>
                  <a:txBody>
                    <a:bodyPr/>
                    <a:lstStyle/>
                    <a:p>
                      <a:pPr algn="l" fontAlgn="b"/>
                      <a:r>
                        <a:rPr b="0" i="0" sz="1200" u="none">
                          <a:solidFill>
                            <a:schemeClr val="tx2"/>
                          </a:solidFill>
                          <a:latin typeface="Calibri Bold"/>
                        </a:rPr>
                        <a:t>EarlybirdIndexSegmentAtomicReader.java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89</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r>
                        <a:rPr b="0" i="0" sz="1200" u="none">
                          <a:solidFill>
                            <a:schemeClr val="tx1">
                              <a:lumMod val="60000"/>
                              <a:lumOff val="40000"/>
                            </a:schemeClr>
                          </a:solidFill>
                          <a:latin typeface="Calibri Regular"/>
                        </a:rPr>
                        <a:t>src/java/com/twitter/search/core</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60795780"/>
                  </a:ext>
                </a:extLst>
              </a:tr>
              <a:tr h="0">
                <a:tc>
                  <a:txBody>
                    <a:bodyPr/>
                    <a:lstStyle/>
                    <a:p>
                      <a:pPr algn="l" fontAlgn="b"/>
                      <a:r>
                        <a:rPr b="0" i="0" sz="1200" u="none">
                          <a:solidFill>
                            <a:schemeClr val="tx2"/>
                          </a:solidFill>
                          <a:latin typeface="Calibri Bold"/>
                        </a:rPr>
                        <a:t>FacetCountState.java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64</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r>
                        <a:rPr b="0" i="0" sz="1200" u="none">
                          <a:solidFill>
                            <a:schemeClr val="tx1">
                              <a:lumMod val="60000"/>
                              <a:lumOff val="40000"/>
                            </a:schemeClr>
                          </a:solidFill>
                          <a:latin typeface="Calibri Regular"/>
                        </a:rPr>
                        <a:t>src/java/com/twitter/search/core</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33267410"/>
                  </a:ext>
                </a:extLst>
              </a:tr>
              <a:tr h="0">
                <a:tc>
                  <a:txBody>
                    <a:bodyPr/>
                    <a:lstStyle/>
                    <a:p>
                      <a:pPr algn="l" fontAlgn="b"/>
                      <a:r>
                        <a:rPr b="0" i="0" sz="1200" u="none">
                          <a:solidFill>
                            <a:schemeClr val="tx2"/>
                          </a:solidFill>
                          <a:latin typeface="Calibri Bold"/>
                        </a:rPr>
                        <a:t>QueryCostTracker.java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33</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r>
                        <a:rPr b="0" i="0" sz="1200" u="none">
                          <a:solidFill>
                            <a:schemeClr val="tx1">
                              <a:lumMod val="60000"/>
                              <a:lumOff val="40000"/>
                            </a:schemeClr>
                          </a:solidFill>
                          <a:latin typeface="Calibri Regular"/>
                        </a:rPr>
                        <a:t>src/java/com/twitter/search/core</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9910387"/>
                  </a:ext>
                </a:extLst>
              </a:tr>
              <a:tr h="0">
                <a:tc>
                  <a:txBody>
                    <a:bodyPr/>
                    <a:lstStyle/>
                    <a:p>
                      <a:pPr algn="l" fontAlgn="b"/>
                      <a:r>
                        <a:rPr b="0" i="0" sz="1200" u="none">
                          <a:solidFill>
                            <a:schemeClr val="tx2"/>
                          </a:solidFill>
                          <a:latin typeface="Calibri Bold"/>
                        </a:rPr>
                        <a:t>VisibleTokenRatioUtil.java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28</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r>
                        <a:rPr b="0" i="0" sz="1200" u="none">
                          <a:solidFill>
                            <a:schemeClr val="tx1">
                              <a:lumMod val="60000"/>
                              <a:lumOff val="40000"/>
                            </a:schemeClr>
                          </a:solidFill>
                          <a:latin typeface="Calibri Regular"/>
                        </a:rPr>
                        <a:t>src/java/com/twitter/search/ingester</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2763307"/>
                  </a:ext>
                </a:extLst>
              </a:tr>
              <a:tr h="0">
                <a:tc>
                  <a:txBody>
                    <a:bodyPr/>
                    <a:lstStyle/>
                    <a:p>
                      <a:pPr algn="l" fontAlgn="b"/>
                      <a:r>
                        <a:rPr b="0" i="0" sz="1200" u="none">
                          <a:solidFill>
                            <a:schemeClr val="tx2"/>
                          </a:solidFill>
                          <a:latin typeface="Calibri Bold"/>
                        </a:rPr>
                        <a:t>EarlybirdFieldConstants.java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897</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r>
                        <a:rPr b="0" i="0" sz="1200" u="none">
                          <a:solidFill>
                            <a:schemeClr val="tx1">
                              <a:lumMod val="60000"/>
                              <a:lumOff val="40000"/>
                            </a:schemeClr>
                          </a:solidFill>
                          <a:latin typeface="Calibri Regular"/>
                        </a:rPr>
                        <a:t>src/java/com/twitter/search/common</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22263985"/>
                  </a:ext>
                </a:extLst>
              </a:tr>
              <a:tr h="0">
                <a:tc>
                  <a:txBody>
                    <a:bodyPr/>
                    <a:lstStyle/>
                    <a:p>
                      <a:pPr algn="l" fontAlgn="b"/>
                      <a:r>
                        <a:rPr b="0" i="0" sz="1200" u="none">
                          <a:solidFill>
                            <a:schemeClr val="tx2"/>
                          </a:solidFill>
                          <a:latin typeface="Calibri Bold"/>
                        </a:rPr>
                        <a:t>TwitterMessage.java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875</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r>
                        <a:rPr b="0" i="0" sz="1200" u="none">
                          <a:solidFill>
                            <a:schemeClr val="tx1">
                              <a:lumMod val="60000"/>
                              <a:lumOff val="40000"/>
                            </a:schemeClr>
                          </a:solidFill>
                          <a:latin typeface="Calibri Regular"/>
                        </a:rPr>
                        <a:t>src/java/com/twitter/search/common</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Calibri Regular"/>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16404128"/>
                  </a:ext>
                </a:extLst>
              </a:tr>
              <a:tr h="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b="0" i="0" sz="1200" u="none">
                          <a:solidFill>
                            <a:schemeClr val="tx2"/>
                          </a:solidFill>
                          <a:latin typeface="Calibri Bold"/>
                        </a:rPr>
                        <a:t>ImmutableSchema.java</a:t>
                      </a:r>
                      <a:endParaRPr lang="en-US" sz="1200" b="0" i="0" u="none" strike="noStrike" noProof="0" dirty="0">
                        <a:solidFill>
                          <a:schemeClr val="tx2"/>
                        </a:solidFill>
                        <a:effectLst/>
                        <a:latin typeface="Calibri Regular"/>
                      </a:endParaRPr>
                    </a:p>
                  </a:txBody>
                  <a:tcPr marL="108000" marR="108000" marT="72000" marB="72000" anchor="ctr">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r" defTabSz="914400" rtl="0" eaLnBrk="1" fontAlgn="b" latinLnBrk="0" hangingPunct="1"/>
                      <a:r>
                        <a:rPr b="0" i="0" sz="1200" u="none">
                          <a:solidFill>
                            <a:schemeClr val="tx1">
                              <a:lumMod val="60000"/>
                              <a:lumOff val="40000"/>
                            </a:schemeClr>
                          </a:solidFill>
                          <a:latin typeface="Calibri Regular"/>
                        </a:rPr>
                        <a:t>692</a:t>
                      </a:r>
                      <a:endParaRPr lang="en-US" sz="1200" b="0" i="0" u="none" strike="noStrike" kern="1200" noProof="0" dirty="0">
                        <a:solidFill>
                          <a:schemeClr val="tx1">
                            <a:lumMod val="60000"/>
                            <a:lumOff val="40000"/>
                          </a:schemeClr>
                        </a:solidFill>
                        <a:effectLst/>
                        <a:latin typeface="Calibri Regular"/>
                        <a:ea typeface="+mn-ea"/>
                        <a:cs typeface="+mn-cs"/>
                      </a:endParaRPr>
                    </a:p>
                  </a:txBody>
                  <a:tcPr marL="108000" marR="108000" marT="72000" marB="72000" anchor="ctr">
                    <a:lnL>
                      <a:noFill/>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b"/>
                      <a:r>
                        <a:rPr b="0" i="0" sz="1200" u="none">
                          <a:solidFill>
                            <a:schemeClr val="tx1">
                              <a:lumMod val="60000"/>
                              <a:lumOff val="40000"/>
                            </a:schemeClr>
                          </a:solidFill>
                          <a:latin typeface="Calibri Regular"/>
                        </a:rPr>
                        <a:t>src/java/com/twitter/search/common</a:t>
                      </a:r>
                      <a:endParaRPr lang="en-US" sz="1200" b="0" i="0" u="none" strike="noStrike" noProof="0" dirty="0">
                        <a:solidFill>
                          <a:schemeClr val="tx1">
                            <a:lumMod val="60000"/>
                            <a:lumOff val="40000"/>
                          </a:schemeClr>
                        </a:solidFill>
                        <a:effectLst/>
                        <a:latin typeface="+mn-lt"/>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b="0" i="0" sz="1200" u="none">
                          <a:solidFill>
                            <a:schemeClr val="tx1">
                              <a:lumMod val="60000"/>
                              <a:lumOff val="40000"/>
                            </a:schemeClr>
                          </a:solidFill>
                          <a:latin typeface="Calibri Regular"/>
                        </a:rPr>
                        <a:t>Java</a:t>
                      </a:r>
                      <a:endParaRPr lang="en-US" sz="1200" b="0" i="0" u="none" strike="noStrike" noProof="0" dirty="0">
                        <a:solidFill>
                          <a:schemeClr val="tx1">
                            <a:lumMod val="60000"/>
                            <a:lumOff val="40000"/>
                          </a:schemeClr>
                        </a:solidFill>
                        <a:effectLst/>
                        <a:latin typeface="+mn-lt"/>
                      </a:endParaRPr>
                    </a:p>
                  </a:txBody>
                  <a:tcPr marL="108000" marR="108000" marT="72000" marB="7200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5606331"/>
                  </a:ext>
                </a:extLst>
              </a:tr>
            </a:tbl>
          </a:graphicData>
        </a:graphic>
      </p:graphicFrame>
    </p:spTree>
    <p:extLst>
      <p:ext uri="{BB962C8B-B14F-4D97-AF65-F5344CB8AC3E}">
        <p14:creationId xmlns:p14="http://schemas.microsoft.com/office/powerpoint/2010/main" val="1061720291"/>
      </p:ext>
    </p:extLst>
  </p:cSld>
  <p:clrMapOvr>
    <a:masterClrMapping/>
  </p:clrMapOvr>
</p:sld>
</file>

<file path=ppt/theme/theme1.xml><?xml version="1.0" encoding="utf-8"?>
<a:theme xmlns:a="http://schemas.openxmlformats.org/drawingml/2006/main" name="Office Theme">
  <a:themeElements>
    <a:clrScheme name="SIG 2020">
      <a:dk1>
        <a:srgbClr val="657484"/>
      </a:dk1>
      <a:lt1>
        <a:srgbClr val="FFFFFF"/>
      </a:lt1>
      <a:dk2>
        <a:srgbClr val="1F354B"/>
      </a:dk2>
      <a:lt2>
        <a:srgbClr val="EFF3F8"/>
      </a:lt2>
      <a:accent1>
        <a:srgbClr val="1F354B"/>
      </a:accent1>
      <a:accent2>
        <a:srgbClr val="DFC101"/>
      </a:accent2>
      <a:accent3>
        <a:srgbClr val="04ABC8"/>
      </a:accent3>
      <a:accent4>
        <a:srgbClr val="8269A4"/>
      </a:accent4>
      <a:accent5>
        <a:srgbClr val="C5CD58"/>
      </a:accent5>
      <a:accent6>
        <a:srgbClr val="D45200"/>
      </a:accent6>
      <a:hlink>
        <a:srgbClr val="08ACC8"/>
      </a:hlink>
      <a:folHlink>
        <a:srgbClr val="00ADC8"/>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lIns="108000" tIns="72000" rIns="108000" bIns="72000" rtlCol="0" anchor="ctr"/>
      <a:lstStyle>
        <a:defPPr algn="ctr">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rgbClr val="B3BECD"/>
          </a:solidFill>
          <a:prstDash val="sysDot"/>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90000" rtlCol="0" anchor="t">
        <a:spAutoFit/>
      </a:bodyPr>
      <a:lstStyle>
        <a:defPPr algn="l">
          <a:lnSpc>
            <a:spcPct val="113000"/>
          </a:lnSpc>
          <a:defRPr sz="1600" dirty="0" err="1" smtClean="0">
            <a:solidFill>
              <a:schemeClr val="tx2"/>
            </a:solidFill>
          </a:defRPr>
        </a:defPPr>
      </a:lstStyle>
    </a:txDef>
  </a:objectDefaults>
  <a:extraClrSchemeLst/>
  <a:extLst>
    <a:ext uri="{05A4C25C-085E-4340-85A3-A5531E510DB2}">
      <thm15:themeFamily xmlns:thm15="http://schemas.microsoft.com/office/thememl/2012/main" name="Presentation6" id="{87A88162-E9FA-E744-BFFA-BC08FDA9AD0B}" vid="{A5F00ED1-E9E7-C44B-A961-D0FA0EAA5A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98B4EB28540854BB4092730D7F67224" ma:contentTypeVersion="13" ma:contentTypeDescription="Create a new document." ma:contentTypeScope="" ma:versionID="07d6997c7358ecc3b6f0d78039f1ac55">
  <xsd:schema xmlns:xsd="http://www.w3.org/2001/XMLSchema" xmlns:xs="http://www.w3.org/2001/XMLSchema" xmlns:p="http://schemas.microsoft.com/office/2006/metadata/properties" xmlns:ns2="fa937df2-abe2-4d38-b5f4-c228acba3827" xmlns:ns3="bc8ba18a-4a58-4ad2-bfc0-6516af8e7dc2" targetNamespace="http://schemas.microsoft.com/office/2006/metadata/properties" ma:root="true" ma:fieldsID="a7d20d2c9a349b6838acf4b79389f2fd" ns2:_="" ns3:_="">
    <xsd:import namespace="fa937df2-abe2-4d38-b5f4-c228acba3827"/>
    <xsd:import namespace="bc8ba18a-4a58-4ad2-bfc0-6516af8e7dc2"/>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3:TaxCatchAll" minOccurs="0"/>
                <xsd:element ref="ns2:MediaServiceOCR"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a937df2-abe2-4d38-b5f4-c228acba382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40897a51-27a2-4a5e-b602-66a4649d25eb"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c8ba18a-4a58-4ad2-bfc0-6516af8e7dc2"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2119a7a8-86cc-43f5-a248-74259e6177ea}" ma:internalName="TaxCatchAll" ma:showField="CatchAllData" ma:web="bc8ba18a-4a58-4ad2-bfc0-6516af8e7dc2">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a937df2-abe2-4d38-b5f4-c228acba3827">
      <Terms xmlns="http://schemas.microsoft.com/office/infopath/2007/PartnerControls"/>
    </lcf76f155ced4ddcb4097134ff3c332f>
    <TaxCatchAll xmlns="bc8ba18a-4a58-4ad2-bfc0-6516af8e7dc2" xsi:nil="true"/>
  </documentManagement>
</p:properties>
</file>

<file path=customXml/itemProps1.xml><?xml version="1.0" encoding="utf-8"?>
<ds:datastoreItem xmlns:ds="http://schemas.openxmlformats.org/officeDocument/2006/customXml" ds:itemID="{06E6923A-C221-4753-B75B-BA213EEB7564}">
  <ds:schemaRefs>
    <ds:schemaRef ds:uri="bc8ba18a-4a58-4ad2-bfc0-6516af8e7dc2"/>
    <ds:schemaRef ds:uri="fa937df2-abe2-4d38-b5f4-c228acba382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70928F0-D7CA-4732-B7F3-1F945720D0AA}">
  <ds:schemaRefs>
    <ds:schemaRef ds:uri="http://schemas.microsoft.com/sharepoint/v3/contenttype/forms"/>
  </ds:schemaRefs>
</ds:datastoreItem>
</file>

<file path=customXml/itemProps3.xml><?xml version="1.0" encoding="utf-8"?>
<ds:datastoreItem xmlns:ds="http://schemas.openxmlformats.org/officeDocument/2006/customXml" ds:itemID="{4B629362-CF15-4610-8FAC-A8E699942233}">
  <ds:schemaRefs>
    <ds:schemaRef ds:uri="http://schemas.microsoft.com/office/2006/documentManagement/types"/>
    <ds:schemaRef ds:uri="http://purl.org/dc/elements/1.1/"/>
    <ds:schemaRef ds:uri="bc8ba18a-4a58-4ad2-bfc0-6516af8e7dc2"/>
    <ds:schemaRef ds:uri="http://purl.org/dc/terms/"/>
    <ds:schemaRef ds:uri="http://www.w3.org/XML/1998/namespace"/>
    <ds:schemaRef ds:uri="http://schemas.microsoft.com/office/2006/metadata/properties"/>
    <ds:schemaRef ds:uri="http://schemas.microsoft.com/office/infopath/2007/PartnerControls"/>
    <ds:schemaRef ds:uri="http://schemas.openxmlformats.org/package/2006/metadata/core-properties"/>
    <ds:schemaRef ds:uri="fa937df2-abe2-4d38-b5f4-c228acba3827"/>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Office Theme</Template>
  <TotalTime>22532</TotalTime>
  <Words>1370</Words>
  <Application>Microsoft Macintosh PowerPoint</Application>
  <PresentationFormat>Widescreen</PresentationFormat>
  <Paragraphs>347</Paragraphs>
  <Slides>16</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Arial</vt:lpstr>
      <vt:lpstr>Calibri</vt:lpstr>
      <vt:lpstr>Calibri Bold</vt:lpstr>
      <vt:lpstr>Calibri Light</vt:lpstr>
      <vt:lpstr>Calibri Regular</vt:lpstr>
      <vt:lpstr>TheSans B5 Plain</vt:lpstr>
      <vt:lpstr>TheSansMono M5</vt:lpstr>
      <vt:lpstr>Wingdings</vt:lpstr>
      <vt:lpstr>Office Theme</vt:lpstr>
      <vt:lpstr>PowerPoint Presentation</vt:lpstr>
      <vt:lpstr>SYSTEM_NAME technical quality: management summary</vt:lpstr>
      <vt:lpstr>The system is VOLUME_RELATIVE in size and is built primarily in TECH_1_NAME</vt:lpstr>
      <vt:lpstr>SYSTEM_NAME has an TEST_CODE_RELATIVE test/code ratio</vt:lpstr>
      <vt:lpstr>SYSTEM_NAME is a MAINT_SIZE system of SYSTEM_PY PY which scores MAINT_RATING for maintainability </vt:lpstr>
      <vt:lpstr>SYSTEM_NAME scores MAINT_INDICATION for maintainability</vt:lpstr>
      <vt:lpstr>SYSTEM_NAME scores ARCH_AT_BELOW average (ARCH_RATING ★) for Architecture Quality</vt:lpstr>
      <vt:lpstr>OSH_TOTAL_VULN vulnerable 3rd party open-source dependencies were identified</vt:lpstr>
      <vt:lpstr>SYSTEM_NAME rates OSH_RELATIVE in Open-Source health</vt:lpstr>
      <vt:lpstr>An overview of the longest duplicates</vt:lpstr>
      <vt:lpstr>An overview of the longest units</vt:lpstr>
      <vt:lpstr>An overview of the most complex units</vt:lpstr>
      <vt:lpstr>An overview of the units with the largest interfaces</vt:lpstr>
      <vt:lpstr>An overview of the modules with the highest coupling</vt:lpstr>
      <vt:lpstr>An overview of component entanglement related findings</vt:lpstr>
      <vt:lpstr>An overview of high impact communicating files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Daniel O'Brien</dc:creator>
  <cp:lastModifiedBy>Floris van Leeuwen</cp:lastModifiedBy>
  <cp:revision>118</cp:revision>
  <cp:lastPrinted>2020-07-02T15:41:27Z</cp:lastPrinted>
  <dcterms:created xsi:type="dcterms:W3CDTF">2024-01-03T15:04:34Z</dcterms:created>
  <dcterms:modified xsi:type="dcterms:W3CDTF">2025-07-18T16:25:18Z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0x010100398B4EB28540854BB4092730D7F67224</vt:lpwstr>
  </property>
  <property fmtid="{D5CDD505-2E9C-101B-9397-08002B2CF9AE}" pid="3" name="MediaServiceImageTags">
    <vt:lpwstr/>
  </property>
</Properties>
</file>