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238"/>
    <p:restoredTop sz="96327"/>
  </p:normalViewPr>
  <p:slideViewPr>
    <p:cSldViewPr snapToGrid="0" snapToObjects="1" showGuides="1">
      <p:cViewPr varScale="1">
        <p:scale>
          <a:sx n="80" d="100"/>
          <a:sy n="80" d="100"/>
        </p:scale>
        <p:origin x="224" y="1224"/>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0.6900479791175801</c:v>
                </c:pt>
                <c:pt idx="1">
                  <c:v>0.23657492488049928</c:v>
                </c:pt>
                <c:pt idx="2">
                  <c:v>0.030989295978946983</c:v>
                </c:pt>
                <c:pt idx="3">
                  <c:v>0.028507039524745988</c:v>
                </c:pt>
                <c:pt idx="4">
                  <c:v>0.013880760498227663</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0%" sourceLinked="1"/>
        <c:majorTickMark val="out"/>
        <c:minorTickMark val="none"/>
        <c:tickLblPos val="nextTo"/>
        <c:crossAx val="476387520"/>
        <c:crosses val="autoZero"/>
        <c:crossBetween val="between"/>
      </c:valAx>
      <c:spPr>
        <a:noFill/>
        <a:ln>
          <a:noFill/>
        </a:ln>
        <a:effectLst/>
      </c:spPr>
    </c:plotArea>
    <c:plotVisOnly val="1"/>
    <c:dispBlanksAs val="gap"/>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0.6900479791175801</c:v>
                </c:pt>
                <c:pt idx="1">
                  <c:v>0.23657492488049928</c:v>
                </c:pt>
                <c:pt idx="2">
                  <c:v>0.030989295978946983</c:v>
                </c:pt>
                <c:pt idx="3">
                  <c:v>0.028507039524745988</c:v>
                </c:pt>
                <c:pt idx="4">
                  <c:v>0.013880760498227663</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0"/>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0"/>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7/18/25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hyperlink" Target="https://wiki.sig.eu/confluence/x/JoDbC"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19.tiff"/><Relationship Id="rId5" Type="http://schemas.openxmlformats.org/officeDocument/2006/relationships/chart" Target="../charts/chart3.xml"/><Relationship Id="rId6" Type="http://schemas.openxmlformats.org/officeDocument/2006/relationships/image" Target="../media/image2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chart" Target="../charts/chart4.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endParaRPr lang="en-US" dirty="0"/>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endParaRPr lang="en-US" sz="1800" dirty="0"/>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800" dirty="0"/>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endParaRPr lang="en-US" sz="1800" dirty="0"/>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4618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292,704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115488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3570056931"/>
              </p:ext>
            </p:extLst>
          </p:nvPr>
        </p:nvGraphicFramePr>
        <p:xfrm>
          <a:off x="8124539" y="3092432"/>
          <a:ext cx="3589609" cy="23488560"/>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Code Reuse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r>
              <a:rPr lang="en-US" sz="1600" dirty="0" err="1">
                <a:solidFill>
                  <a:schemeClr val="accent1"/>
                </a:solidFill>
                <a:latin typeface="Calibri" panose="020F0502020204030204"/>
              </a:rPr>
              <a:t/>
            </a:r>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37% of dependencies (15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8</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OCT</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2025</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37% of dependencies (15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8</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2025</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OCT</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b="1" i="0" sz="140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b="1" sz="1400">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b="0" i="0" sz="120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b="0" i="0" sz="120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b="0" i="0" sz="120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b="0" i="0" sz="120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b="0" i="0" sz="120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b="0" i="0" sz="120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b="0" i="0" sz="120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b="0" i="0" sz="120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b="0" i="0" sz="120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b="0" i="0" sz="120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b="0" i="0" sz="120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i="0" sz="140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b="0" i="0" sz="120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b="0" i="0" sz="120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b="0" i="0" sz="120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b="0" i="0" sz="120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b="0" i="0" sz="120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Props1.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3.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1370</Words>
  <Application>Microsoft Macintosh PowerPoint</Application>
  <PresentationFormat>Widescreen</PresentationFormat>
  <Paragraphs>347</Paragraphs>
  <Slides>16</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Arial</vt:lpstr>
      <vt:lpstr>Calibri</vt:lpstr>
      <vt:lpstr>Calibri Bold</vt:lpstr>
      <vt:lpstr>Calibri Light</vt:lpstr>
      <vt:lpstr>Calibri Regular</vt:lpstr>
      <vt:lpstr>TheSans B5 Plain</vt:lpstr>
      <vt:lpstr>TheSansMono M5</vt:lpstr>
      <vt:lpstr>Wingdings</vt:lpstr>
      <vt:lpstr>Office Theme</vt:lpstr>
      <vt:lpstr>PowerPoint Presentation</vt:lpstr>
      <vt:lpstr>SYSTEM_NAME technical quality: management summary</vt:lpstr>
      <vt:lpstr>The system is VOLUME_RELATIVE in size and is built primarily in TECH_1_NAME</vt:lpstr>
      <vt:lpstr>SYSTEM_NAME has an TEST_CODE_RELATIVE test/code ratio</vt:lpstr>
      <vt:lpstr>SYSTEM_NAME is a MAINT_SIZE system of SYSTEM_PY PY which scores MAINT_RATING for maintainability </vt:lpstr>
      <vt:lpstr>SYSTEM_NAME scores MAINT_INDICATION for maintainability</vt:lpstr>
      <vt:lpstr>SYSTEM_NAME scores ARCH_AT_BELOW average (ARCH_RATING ★) for Architecture Quality</vt:lpstr>
      <vt:lpstr>OSH_TOTAL_VULN vulnerable 3rd party open-source dependencies were identified</vt:lpstr>
      <vt:lpstr>SYSTEM_NAME rates OSH_RELATIVE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Floris van Leeuwen</cp:lastModifiedBy>
  <cp:revision>118</cp:revision>
  <cp:lastPrinted>2020-07-02T15:41:27Z</cp:lastPrinted>
  <dcterms:created xsi:type="dcterms:W3CDTF">2024-01-03T15:04:34Z</dcterms:created>
  <dcterms:modified xsi:type="dcterms:W3CDTF">2025-07-18T16:25:18Z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