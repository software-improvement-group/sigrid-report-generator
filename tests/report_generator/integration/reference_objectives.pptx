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561" r:id="rId5"/>
    <p:sldId id="598" r:id="rId6"/>
    <p:sldId id="605" r:id="rId7"/>
    <p:sldId id="606" r:id="rId8"/>
    <p:sldId id="604" r:id="rId9"/>
    <p:sldId id="599" r:id="rId10"/>
    <p:sldId id="600" r:id="rId11"/>
    <p:sldId id="603" r:id="rId12"/>
    <p:sldId id="602" r:id="rId13"/>
    <p:sldId id="601" r:id="rId14"/>
    <p:sldId id="59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41"/>
    <a:srgbClr val="BFC4CF"/>
    <a:srgbClr val="67E77F"/>
    <a:srgbClr val="0066FF"/>
    <a:srgbClr val="F0F4F8"/>
    <a:srgbClr val="4FB0C4"/>
    <a:srgbClr val="E78E17"/>
    <a:srgbClr val="910813"/>
    <a:srgbClr val="CF4731"/>
    <a:srgbClr val="EBC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27"/>
    <p:restoredTop sz="96327"/>
  </p:normalViewPr>
  <p:slideViewPr>
    <p:cSldViewPr snapToGrid="0" snapToObjects="1" showGuides="1">
      <p:cViewPr>
        <p:scale>
          <a:sx n="83" d="100"/>
          <a:sy n="83" d="100"/>
        </p:scale>
        <p:origin x="2688" y="10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46.144721233689204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0.83036773428232502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41.992882562277579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2.7283511269276395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8.3036773428232511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26.923076923076923</c:v>
                </c:pt>
                <c:pt idx="1">
                  <c:v>47.727272727272727</c:v>
                </c:pt>
                <c:pt idx="2">
                  <c:v>39.42307692307692</c:v>
                </c:pt>
                <c:pt idx="3">
                  <c:v>0</c:v>
                </c:pt>
                <c:pt idx="4">
                  <c:v>18.181818181818183</c:v>
                </c:pt>
                <c:pt idx="5">
                  <c:v>81.818181818181813</c:v>
                </c:pt>
                <c:pt idx="6">
                  <c:v>50</c:v>
                </c:pt>
                <c:pt idx="7">
                  <c:v>75.806451612903231</c:v>
                </c:pt>
                <c:pt idx="8">
                  <c:v>54.838709677419352</c:v>
                </c:pt>
                <c:pt idx="9">
                  <c:v>40.625</c:v>
                </c:pt>
                <c:pt idx="10">
                  <c:v>51.724137931034484</c:v>
                </c:pt>
                <c:pt idx="11">
                  <c:v>0</c:v>
                </c:pt>
                <c:pt idx="12">
                  <c:v>47.368421052631582</c:v>
                </c:pt>
                <c:pt idx="13">
                  <c:v>49.541284403669728</c:v>
                </c:pt>
                <c:pt idx="14">
                  <c:v>61.29032258064516</c:v>
                </c:pt>
                <c:pt idx="15">
                  <c:v>11.111111111111111</c:v>
                </c:pt>
                <c:pt idx="16">
                  <c:v>40.090090090090094</c:v>
                </c:pt>
                <c:pt idx="17">
                  <c:v>33.333333333333336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1.1363636363636365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12.5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0.91743119266055051</c:v>
                </c:pt>
                <c:pt idx="14">
                  <c:v>3.225806451612903</c:v>
                </c:pt>
                <c:pt idx="15">
                  <c:v>0</c:v>
                </c:pt>
                <c:pt idx="16">
                  <c:v>0.90090090090090091</c:v>
                </c:pt>
                <c:pt idx="1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61.53846153846154</c:v>
                </c:pt>
                <c:pt idx="1">
                  <c:v>43.18181818181818</c:v>
                </c:pt>
                <c:pt idx="2">
                  <c:v>35.57692307692308</c:v>
                </c:pt>
                <c:pt idx="3">
                  <c:v>50</c:v>
                </c:pt>
                <c:pt idx="4">
                  <c:v>59.090909090909093</c:v>
                </c:pt>
                <c:pt idx="5">
                  <c:v>18.181818181818183</c:v>
                </c:pt>
                <c:pt idx="6">
                  <c:v>37.5</c:v>
                </c:pt>
                <c:pt idx="7">
                  <c:v>22.580645161290324</c:v>
                </c:pt>
                <c:pt idx="8">
                  <c:v>29.032258064516128</c:v>
                </c:pt>
                <c:pt idx="9">
                  <c:v>42.1875</c:v>
                </c:pt>
                <c:pt idx="10">
                  <c:v>48.275862068965516</c:v>
                </c:pt>
                <c:pt idx="11">
                  <c:v>50</c:v>
                </c:pt>
                <c:pt idx="12">
                  <c:v>52.631578947368418</c:v>
                </c:pt>
                <c:pt idx="13">
                  <c:v>34.862385321100916</c:v>
                </c:pt>
                <c:pt idx="14">
                  <c:v>25.806451612903224</c:v>
                </c:pt>
                <c:pt idx="15">
                  <c:v>88.888888888888886</c:v>
                </c:pt>
                <c:pt idx="16">
                  <c:v>51.801801801801801</c:v>
                </c:pt>
                <c:pt idx="17">
                  <c:v>59.25925925925926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2.2727272727272729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6.25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8.2568807339449535</c:v>
                </c:pt>
                <c:pt idx="14">
                  <c:v>6.4516129032258061</c:v>
                </c:pt>
                <c:pt idx="15">
                  <c:v>0</c:v>
                </c:pt>
                <c:pt idx="16">
                  <c:v>2.7027027027027026</c:v>
                </c:pt>
                <c:pt idx="1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5.6818181818181817</c:v>
                </c:pt>
                <c:pt idx="2">
                  <c:v>25</c:v>
                </c:pt>
                <c:pt idx="3">
                  <c:v>50</c:v>
                </c:pt>
                <c:pt idx="4">
                  <c:v>22.727272727272727</c:v>
                </c:pt>
                <c:pt idx="5">
                  <c:v>0</c:v>
                </c:pt>
                <c:pt idx="6">
                  <c:v>0</c:v>
                </c:pt>
                <c:pt idx="7">
                  <c:v>1.6129032258064515</c:v>
                </c:pt>
                <c:pt idx="8">
                  <c:v>16.129032258064516</c:v>
                </c:pt>
                <c:pt idx="9">
                  <c:v>10.9375</c:v>
                </c:pt>
                <c:pt idx="10">
                  <c:v>0</c:v>
                </c:pt>
                <c:pt idx="11">
                  <c:v>50</c:v>
                </c:pt>
                <c:pt idx="12">
                  <c:v>0</c:v>
                </c:pt>
                <c:pt idx="13">
                  <c:v>6.4220183486238529</c:v>
                </c:pt>
                <c:pt idx="14">
                  <c:v>3.225806451612903</c:v>
                </c:pt>
                <c:pt idx="15">
                  <c:v>0</c:v>
                </c:pt>
                <c:pt idx="16">
                  <c:v>4.5045045045045047</c:v>
                </c:pt>
                <c:pt idx="17">
                  <c:v>7.4074074074074074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53.191489361702125</c:v>
                </c:pt>
                <c:pt idx="1">
                  <c:v>34.865900383141764</c:v>
                </c:pt>
                <c:pt idx="2">
                  <c:v>48.559670781893004</c:v>
                </c:pt>
                <c:pt idx="3">
                  <c:v>32.89473684210526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2.6595744680851063</c:v>
                </c:pt>
                <c:pt idx="1">
                  <c:v>0.76628352490421459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17.553191489361701</c:v>
                </c:pt>
                <c:pt idx="1">
                  <c:v>58.620689655172413</c:v>
                </c:pt>
                <c:pt idx="2">
                  <c:v>44.032921810699591</c:v>
                </c:pt>
                <c:pt idx="3">
                  <c:v>56.578947368421055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5.8510638297872344</c:v>
                </c:pt>
                <c:pt idx="1">
                  <c:v>1.1494252873563218</c:v>
                </c:pt>
                <c:pt idx="2">
                  <c:v>1.2345679012345678</c:v>
                </c:pt>
                <c:pt idx="3">
                  <c:v>7.8947368421052628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20.74468085106383</c:v>
                </c:pt>
                <c:pt idx="1">
                  <c:v>4.5977011494252871</c:v>
                </c:pt>
                <c:pt idx="2">
                  <c:v>6.1728395061728394</c:v>
                </c:pt>
                <c:pt idx="3">
                  <c:v>2.6315789473684212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44.839857651245552</c:v>
                </c:pt>
                <c:pt idx="1">
                  <c:v>44.602609727164889</c:v>
                </c:pt>
                <c:pt idx="2">
                  <c:v>45.195729537366546</c:v>
                </c:pt>
                <c:pt idx="3">
                  <c:v>45.195729537366546</c:v>
                </c:pt>
                <c:pt idx="4">
                  <c:v>46.381969157769866</c:v>
                </c:pt>
                <c:pt idx="5">
                  <c:v>46.381969157769866</c:v>
                </c:pt>
                <c:pt idx="6">
                  <c:v>46.381969157769866</c:v>
                </c:pt>
                <c:pt idx="7">
                  <c:v>46.500593119810205</c:v>
                </c:pt>
                <c:pt idx="8">
                  <c:v>46.856465005931199</c:v>
                </c:pt>
                <c:pt idx="9">
                  <c:v>46.856465005931199</c:v>
                </c:pt>
                <c:pt idx="10">
                  <c:v>46.026097271648872</c:v>
                </c:pt>
                <c:pt idx="11">
                  <c:v>46.144721233689204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0.35587188612099646</c:v>
                </c:pt>
                <c:pt idx="1">
                  <c:v>0.47449584816132861</c:v>
                </c:pt>
                <c:pt idx="2">
                  <c:v>0.11862396204033215</c:v>
                </c:pt>
                <c:pt idx="3">
                  <c:v>1.4234875444839858</c:v>
                </c:pt>
                <c:pt idx="4">
                  <c:v>1.7793594306049823</c:v>
                </c:pt>
                <c:pt idx="5">
                  <c:v>0.83036773428232502</c:v>
                </c:pt>
                <c:pt idx="6">
                  <c:v>0.71174377224199292</c:v>
                </c:pt>
                <c:pt idx="7">
                  <c:v>2.6097271648873073</c:v>
                </c:pt>
                <c:pt idx="8">
                  <c:v>0.94899169632265723</c:v>
                </c:pt>
                <c:pt idx="9">
                  <c:v>1.0676156583629892</c:v>
                </c:pt>
                <c:pt idx="10">
                  <c:v>0.23724792408066431</c:v>
                </c:pt>
                <c:pt idx="11">
                  <c:v>0.94899169632265723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37.48517200474496</c:v>
                </c:pt>
                <c:pt idx="1">
                  <c:v>37.841043890865954</c:v>
                </c:pt>
                <c:pt idx="2">
                  <c:v>36.29893238434164</c:v>
                </c:pt>
                <c:pt idx="3">
                  <c:v>38.908659549228943</c:v>
                </c:pt>
                <c:pt idx="4">
                  <c:v>37.722419928825623</c:v>
                </c:pt>
                <c:pt idx="5">
                  <c:v>41.755634638196916</c:v>
                </c:pt>
                <c:pt idx="6">
                  <c:v>41.755634638196916</c:v>
                </c:pt>
                <c:pt idx="7">
                  <c:v>37.722419928825623</c:v>
                </c:pt>
                <c:pt idx="8">
                  <c:v>42.941874258600237</c:v>
                </c:pt>
                <c:pt idx="9">
                  <c:v>42.823250296559905</c:v>
                </c:pt>
                <c:pt idx="10">
                  <c:v>43.772241992882563</c:v>
                </c:pt>
                <c:pt idx="11">
                  <c:v>43.653618030842232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0.59311981020166071</c:v>
                </c:pt>
                <c:pt idx="1">
                  <c:v>0.35587188612099646</c:v>
                </c:pt>
                <c:pt idx="2">
                  <c:v>2.9655990510083039</c:v>
                </c:pt>
                <c:pt idx="3">
                  <c:v>1.66073546856465</c:v>
                </c:pt>
                <c:pt idx="4">
                  <c:v>3.3214709371293001</c:v>
                </c:pt>
                <c:pt idx="5">
                  <c:v>1.0676156583629892</c:v>
                </c:pt>
                <c:pt idx="6">
                  <c:v>0.94899169632265723</c:v>
                </c:pt>
                <c:pt idx="7">
                  <c:v>4.5077105575326213</c:v>
                </c:pt>
                <c:pt idx="8">
                  <c:v>0.83036773428232502</c:v>
                </c:pt>
                <c:pt idx="9">
                  <c:v>0.71174377224199292</c:v>
                </c:pt>
                <c:pt idx="10">
                  <c:v>1.66073546856465</c:v>
                </c:pt>
                <c:pt idx="11">
                  <c:v>1.4234875444839858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16.725978647686834</c:v>
                </c:pt>
                <c:pt idx="1">
                  <c:v>16.725978647686834</c:v>
                </c:pt>
                <c:pt idx="2">
                  <c:v>15.421115065243178</c:v>
                </c:pt>
                <c:pt idx="3">
                  <c:v>12.811387900355871</c:v>
                </c:pt>
                <c:pt idx="4">
                  <c:v>10.794780545670225</c:v>
                </c:pt>
                <c:pt idx="5">
                  <c:v>9.9644128113879002</c:v>
                </c:pt>
                <c:pt idx="6">
                  <c:v>10.201660735468565</c:v>
                </c:pt>
                <c:pt idx="7">
                  <c:v>8.6595492289442468</c:v>
                </c:pt>
                <c:pt idx="8">
                  <c:v>8.4223013048635824</c:v>
                </c:pt>
                <c:pt idx="9">
                  <c:v>8.5409252669039137</c:v>
                </c:pt>
                <c:pt idx="10">
                  <c:v>8.3036773428232511</c:v>
                </c:pt>
                <c:pt idx="11">
                  <c:v>7.8291814946619214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35.526315789473685</c:v>
                </c:pt>
                <c:pt idx="1">
                  <c:v>35.526315789473685</c:v>
                </c:pt>
                <c:pt idx="2">
                  <c:v>35.526315789473685</c:v>
                </c:pt>
                <c:pt idx="3">
                  <c:v>35.526315789473685</c:v>
                </c:pt>
                <c:pt idx="4">
                  <c:v>35.526315789473685</c:v>
                </c:pt>
                <c:pt idx="5">
                  <c:v>35.526315789473685</c:v>
                </c:pt>
                <c:pt idx="6">
                  <c:v>36.842105263157897</c:v>
                </c:pt>
                <c:pt idx="7">
                  <c:v>38.157894736842103</c:v>
                </c:pt>
                <c:pt idx="8">
                  <c:v>38.157894736842103</c:v>
                </c:pt>
                <c:pt idx="9">
                  <c:v>38.157894736842103</c:v>
                </c:pt>
                <c:pt idx="10">
                  <c:v>32.89473684210526</c:v>
                </c:pt>
                <c:pt idx="11">
                  <c:v>32.89473684210526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1.3157894736842106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63.157894736842103</c:v>
                </c:pt>
                <c:pt idx="1">
                  <c:v>63.157894736842103</c:v>
                </c:pt>
                <c:pt idx="2">
                  <c:v>63.157894736842103</c:v>
                </c:pt>
                <c:pt idx="3">
                  <c:v>63.157894736842103</c:v>
                </c:pt>
                <c:pt idx="4">
                  <c:v>63.157894736842103</c:v>
                </c:pt>
                <c:pt idx="5">
                  <c:v>63.157894736842103</c:v>
                </c:pt>
                <c:pt idx="6">
                  <c:v>61.842105263157897</c:v>
                </c:pt>
                <c:pt idx="7">
                  <c:v>57.89473684210526</c:v>
                </c:pt>
                <c:pt idx="8">
                  <c:v>59.210526315789473</c:v>
                </c:pt>
                <c:pt idx="9">
                  <c:v>60.526315789473685</c:v>
                </c:pt>
                <c:pt idx="10">
                  <c:v>56.578947368421055</c:v>
                </c:pt>
                <c:pt idx="11">
                  <c:v>67.10526315789474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2.6315789473684212</c:v>
                </c:pt>
                <c:pt idx="8">
                  <c:v>0</c:v>
                </c:pt>
                <c:pt idx="9">
                  <c:v>0</c:v>
                </c:pt>
                <c:pt idx="10">
                  <c:v>7.8947368421052628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1.3157894736842106</c:v>
                </c:pt>
                <c:pt idx="1">
                  <c:v>1.3157894736842106</c:v>
                </c:pt>
                <c:pt idx="2">
                  <c:v>1.3157894736842106</c:v>
                </c:pt>
                <c:pt idx="3">
                  <c:v>1.3157894736842106</c:v>
                </c:pt>
                <c:pt idx="4">
                  <c:v>1.3157894736842106</c:v>
                </c:pt>
                <c:pt idx="5">
                  <c:v>1.3157894736842106</c:v>
                </c:pt>
                <c:pt idx="6">
                  <c:v>1.3157894736842106</c:v>
                </c:pt>
                <c:pt idx="7">
                  <c:v>1.3157894736842106</c:v>
                </c:pt>
                <c:pt idx="8">
                  <c:v>1.3157894736842106</c:v>
                </c:pt>
                <c:pt idx="9">
                  <c:v>1.3157894736842106</c:v>
                </c:pt>
                <c:pt idx="10">
                  <c:v>2.6315789473684212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49.794238683127574</c:v>
                </c:pt>
                <c:pt idx="1">
                  <c:v>48.971193415637863</c:v>
                </c:pt>
                <c:pt idx="2">
                  <c:v>49.382716049382715</c:v>
                </c:pt>
                <c:pt idx="3">
                  <c:v>49.794238683127574</c:v>
                </c:pt>
                <c:pt idx="4">
                  <c:v>49.794238683127574</c:v>
                </c:pt>
                <c:pt idx="5">
                  <c:v>50.205761316872426</c:v>
                </c:pt>
                <c:pt idx="6">
                  <c:v>49.794238683127574</c:v>
                </c:pt>
                <c:pt idx="7">
                  <c:v>49.794238683127574</c:v>
                </c:pt>
                <c:pt idx="8">
                  <c:v>49.382716049382715</c:v>
                </c:pt>
                <c:pt idx="9">
                  <c:v>48.971193415637863</c:v>
                </c:pt>
                <c:pt idx="10">
                  <c:v>48.971193415637863</c:v>
                </c:pt>
                <c:pt idx="11">
                  <c:v>48.559670781893004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1.2345679012345678</c:v>
                </c:pt>
                <c:pt idx="8">
                  <c:v>0</c:v>
                </c:pt>
                <c:pt idx="9">
                  <c:v>0</c:v>
                </c:pt>
                <c:pt idx="10">
                  <c:v>0.41152263374485598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39.91769547325103</c:v>
                </c:pt>
                <c:pt idx="1">
                  <c:v>39.91769547325103</c:v>
                </c:pt>
                <c:pt idx="2">
                  <c:v>40.74074074074074</c:v>
                </c:pt>
                <c:pt idx="3">
                  <c:v>40.329218106995881</c:v>
                </c:pt>
                <c:pt idx="4">
                  <c:v>40.329218106995881</c:v>
                </c:pt>
                <c:pt idx="5">
                  <c:v>41.97530864197531</c:v>
                </c:pt>
                <c:pt idx="6">
                  <c:v>42.386831275720162</c:v>
                </c:pt>
                <c:pt idx="7">
                  <c:v>39.91769547325103</c:v>
                </c:pt>
                <c:pt idx="8">
                  <c:v>42.386831275720162</c:v>
                </c:pt>
                <c:pt idx="9">
                  <c:v>43.209876543209873</c:v>
                </c:pt>
                <c:pt idx="10">
                  <c:v>44.444444444444443</c:v>
                </c:pt>
                <c:pt idx="11">
                  <c:v>44.855967078189302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0.41152263374485598</c:v>
                </c:pt>
                <c:pt idx="1">
                  <c:v>1.2345679012345678</c:v>
                </c:pt>
                <c:pt idx="2">
                  <c:v>0</c:v>
                </c:pt>
                <c:pt idx="3">
                  <c:v>0</c:v>
                </c:pt>
                <c:pt idx="4">
                  <c:v>0.41152263374485598</c:v>
                </c:pt>
                <c:pt idx="5">
                  <c:v>0.41152263374485598</c:v>
                </c:pt>
                <c:pt idx="6">
                  <c:v>0.41152263374485598</c:v>
                </c:pt>
                <c:pt idx="7">
                  <c:v>1.6460905349794239</c:v>
                </c:pt>
                <c:pt idx="8">
                  <c:v>0.82304526748971196</c:v>
                </c:pt>
                <c:pt idx="9">
                  <c:v>0.41152263374485598</c:v>
                </c:pt>
                <c:pt idx="10">
                  <c:v>0</c:v>
                </c:pt>
                <c:pt idx="11">
                  <c:v>0.41152263374485598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9.8765432098765427</c:v>
                </c:pt>
                <c:pt idx="1">
                  <c:v>9.8765432098765427</c:v>
                </c:pt>
                <c:pt idx="2">
                  <c:v>9.8765432098765427</c:v>
                </c:pt>
                <c:pt idx="3">
                  <c:v>9.8765432098765427</c:v>
                </c:pt>
                <c:pt idx="4">
                  <c:v>9.4650205761316872</c:v>
                </c:pt>
                <c:pt idx="5">
                  <c:v>7.4074074074074074</c:v>
                </c:pt>
                <c:pt idx="6">
                  <c:v>7.4074074074074074</c:v>
                </c:pt>
                <c:pt idx="7">
                  <c:v>7.4074074074074074</c:v>
                </c:pt>
                <c:pt idx="8">
                  <c:v>7.4074074074074074</c:v>
                </c:pt>
                <c:pt idx="9">
                  <c:v>7.4074074074074074</c:v>
                </c:pt>
                <c:pt idx="10">
                  <c:v>6.1728395061728394</c:v>
                </c:pt>
                <c:pt idx="11">
                  <c:v>6.1728395061728394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33.333333333333336</c:v>
                </c:pt>
                <c:pt idx="1">
                  <c:v>33.333333333333336</c:v>
                </c:pt>
                <c:pt idx="2">
                  <c:v>33.333333333333336</c:v>
                </c:pt>
                <c:pt idx="3">
                  <c:v>33.333333333333336</c:v>
                </c:pt>
                <c:pt idx="4">
                  <c:v>34.099616858237546</c:v>
                </c:pt>
                <c:pt idx="5">
                  <c:v>33.716475095785441</c:v>
                </c:pt>
                <c:pt idx="6">
                  <c:v>33.716475095785441</c:v>
                </c:pt>
                <c:pt idx="7">
                  <c:v>34.099616858237546</c:v>
                </c:pt>
                <c:pt idx="8">
                  <c:v>34.482758620689658</c:v>
                </c:pt>
                <c:pt idx="9">
                  <c:v>34.865900383141764</c:v>
                </c:pt>
                <c:pt idx="10">
                  <c:v>34.865900383141764</c:v>
                </c:pt>
                <c:pt idx="11">
                  <c:v>34.865900383141764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0.76628352490421459</c:v>
                </c:pt>
                <c:pt idx="1">
                  <c:v>1.5325670498084292</c:v>
                </c:pt>
                <c:pt idx="2">
                  <c:v>0.38314176245210729</c:v>
                </c:pt>
                <c:pt idx="3">
                  <c:v>2.2988505747126435</c:v>
                </c:pt>
                <c:pt idx="4">
                  <c:v>4.5977011494252871</c:v>
                </c:pt>
                <c:pt idx="5">
                  <c:v>1.1494252873563218</c:v>
                </c:pt>
                <c:pt idx="6">
                  <c:v>1.1494252873563218</c:v>
                </c:pt>
                <c:pt idx="7">
                  <c:v>2.2988505747126435</c:v>
                </c:pt>
                <c:pt idx="8">
                  <c:v>0.38314176245210729</c:v>
                </c:pt>
                <c:pt idx="9">
                  <c:v>1.5325670498084292</c:v>
                </c:pt>
                <c:pt idx="10">
                  <c:v>0.38314176245210729</c:v>
                </c:pt>
                <c:pt idx="11">
                  <c:v>0.38314176245210729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54.022988505747129</c:v>
                </c:pt>
                <c:pt idx="1">
                  <c:v>54.406130268199234</c:v>
                </c:pt>
                <c:pt idx="2">
                  <c:v>54.022988505747129</c:v>
                </c:pt>
                <c:pt idx="3">
                  <c:v>52.107279693486589</c:v>
                </c:pt>
                <c:pt idx="4">
                  <c:v>45.21072796934866</c:v>
                </c:pt>
                <c:pt idx="5">
                  <c:v>56.70498084291188</c:v>
                </c:pt>
                <c:pt idx="6">
                  <c:v>56.321839080459768</c:v>
                </c:pt>
                <c:pt idx="7">
                  <c:v>52.490421455938694</c:v>
                </c:pt>
                <c:pt idx="8">
                  <c:v>59.003831417624518</c:v>
                </c:pt>
                <c:pt idx="9">
                  <c:v>57.47126436781609</c:v>
                </c:pt>
                <c:pt idx="10">
                  <c:v>58.620689655172413</c:v>
                </c:pt>
                <c:pt idx="11">
                  <c:v>59.38697318007663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1.1494252873563218</c:v>
                </c:pt>
                <c:pt idx="1">
                  <c:v>0</c:v>
                </c:pt>
                <c:pt idx="2">
                  <c:v>1.5325670498084292</c:v>
                </c:pt>
                <c:pt idx="3">
                  <c:v>1.5325670498084292</c:v>
                </c:pt>
                <c:pt idx="4">
                  <c:v>8.0459770114942533</c:v>
                </c:pt>
                <c:pt idx="5">
                  <c:v>1.1494252873563218</c:v>
                </c:pt>
                <c:pt idx="6">
                  <c:v>1.5325670498084292</c:v>
                </c:pt>
                <c:pt idx="7">
                  <c:v>4.5977011494252871</c:v>
                </c:pt>
                <c:pt idx="8">
                  <c:v>0.38314176245210729</c:v>
                </c:pt>
                <c:pt idx="9">
                  <c:v>0.76628352490421459</c:v>
                </c:pt>
                <c:pt idx="10">
                  <c:v>1.5325670498084292</c:v>
                </c:pt>
                <c:pt idx="11">
                  <c:v>0.76628352490421459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10.727969348659004</c:v>
                </c:pt>
                <c:pt idx="1">
                  <c:v>10.727969348659004</c:v>
                </c:pt>
                <c:pt idx="2">
                  <c:v>10.727969348659004</c:v>
                </c:pt>
                <c:pt idx="3">
                  <c:v>10.727969348659004</c:v>
                </c:pt>
                <c:pt idx="4">
                  <c:v>8.0459770114942533</c:v>
                </c:pt>
                <c:pt idx="5">
                  <c:v>7.2796934865900385</c:v>
                </c:pt>
                <c:pt idx="6">
                  <c:v>7.2796934865900385</c:v>
                </c:pt>
                <c:pt idx="7">
                  <c:v>6.5134099616858236</c:v>
                </c:pt>
                <c:pt idx="8">
                  <c:v>5.7471264367816088</c:v>
                </c:pt>
                <c:pt idx="9">
                  <c:v>5.3639846743295019</c:v>
                </c:pt>
                <c:pt idx="10">
                  <c:v>4.5977011494252871</c:v>
                </c:pt>
                <c:pt idx="11">
                  <c:v>4.5977011494252871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45.744680851063826</c:v>
                </c:pt>
                <c:pt idx="1">
                  <c:v>45.744680851063826</c:v>
                </c:pt>
                <c:pt idx="2">
                  <c:v>47.872340425531917</c:v>
                </c:pt>
                <c:pt idx="3">
                  <c:v>47.340425531914896</c:v>
                </c:pt>
                <c:pt idx="4">
                  <c:v>51.595744680851062</c:v>
                </c:pt>
                <c:pt idx="5">
                  <c:v>51.595744680851062</c:v>
                </c:pt>
                <c:pt idx="6">
                  <c:v>51.595744680851062</c:v>
                </c:pt>
                <c:pt idx="7">
                  <c:v>51.063829787234042</c:v>
                </c:pt>
                <c:pt idx="8">
                  <c:v>52.659574468085104</c:v>
                </c:pt>
                <c:pt idx="9">
                  <c:v>52.659574468085104</c:v>
                </c:pt>
                <c:pt idx="10">
                  <c:v>52.127659574468083</c:v>
                </c:pt>
                <c:pt idx="11">
                  <c:v>53.191489361702125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0.53191489361702127</c:v>
                </c:pt>
                <c:pt idx="1">
                  <c:v>0</c:v>
                </c:pt>
                <c:pt idx="2">
                  <c:v>0</c:v>
                </c:pt>
                <c:pt idx="3">
                  <c:v>3.1914893617021276</c:v>
                </c:pt>
                <c:pt idx="4">
                  <c:v>1.5957446808510638</c:v>
                </c:pt>
                <c:pt idx="5">
                  <c:v>2.1276595744680851</c:v>
                </c:pt>
                <c:pt idx="6">
                  <c:v>1.5957446808510638</c:v>
                </c:pt>
                <c:pt idx="7">
                  <c:v>6.9148936170212769</c:v>
                </c:pt>
                <c:pt idx="8">
                  <c:v>3.1914893617021276</c:v>
                </c:pt>
                <c:pt idx="9">
                  <c:v>2.6595744680851063</c:v>
                </c:pt>
                <c:pt idx="10">
                  <c:v>0</c:v>
                </c:pt>
                <c:pt idx="11">
                  <c:v>3.7234042553191489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6.3829787234042552</c:v>
                </c:pt>
                <c:pt idx="1">
                  <c:v>7.4468085106382977</c:v>
                </c:pt>
                <c:pt idx="2">
                  <c:v>0</c:v>
                </c:pt>
                <c:pt idx="3">
                  <c:v>14.893617021276595</c:v>
                </c:pt>
                <c:pt idx="4">
                  <c:v>19.148936170212767</c:v>
                </c:pt>
                <c:pt idx="5">
                  <c:v>19.148936170212767</c:v>
                </c:pt>
                <c:pt idx="6">
                  <c:v>19.680851063829788</c:v>
                </c:pt>
                <c:pt idx="7">
                  <c:v>12.23404255319149</c:v>
                </c:pt>
                <c:pt idx="8">
                  <c:v>22.340425531914892</c:v>
                </c:pt>
                <c:pt idx="9">
                  <c:v>22.340425531914892</c:v>
                </c:pt>
                <c:pt idx="10">
                  <c:v>25</c:v>
                </c:pt>
                <c:pt idx="11">
                  <c:v>17.553191489361701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0.53191489361702127</c:v>
                </c:pt>
                <c:pt idx="1">
                  <c:v>0</c:v>
                </c:pt>
                <c:pt idx="2">
                  <c:v>11.170212765957446</c:v>
                </c:pt>
                <c:pt idx="3">
                  <c:v>5.3191489361702127</c:v>
                </c:pt>
                <c:pt idx="4">
                  <c:v>3.1914893617021276</c:v>
                </c:pt>
                <c:pt idx="5">
                  <c:v>2.6595744680851063</c:v>
                </c:pt>
                <c:pt idx="6">
                  <c:v>1.5957446808510638</c:v>
                </c:pt>
                <c:pt idx="7">
                  <c:v>10.106382978723405</c:v>
                </c:pt>
                <c:pt idx="8">
                  <c:v>2.1276595744680851</c:v>
                </c:pt>
                <c:pt idx="9">
                  <c:v>1.5957446808510638</c:v>
                </c:pt>
                <c:pt idx="10">
                  <c:v>2.1276595744680851</c:v>
                </c:pt>
                <c:pt idx="11">
                  <c:v>4.7872340425531918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46.808510638297875</c:v>
                </c:pt>
                <c:pt idx="1">
                  <c:v>46.808510638297875</c:v>
                </c:pt>
                <c:pt idx="2">
                  <c:v>40.957446808510639</c:v>
                </c:pt>
                <c:pt idx="3">
                  <c:v>29.25531914893617</c:v>
                </c:pt>
                <c:pt idx="4">
                  <c:v>24.468085106382979</c:v>
                </c:pt>
                <c:pt idx="5">
                  <c:v>24.468085106382979</c:v>
                </c:pt>
                <c:pt idx="6">
                  <c:v>25.531914893617021</c:v>
                </c:pt>
                <c:pt idx="7">
                  <c:v>19.680851063829788</c:v>
                </c:pt>
                <c:pt idx="8">
                  <c:v>19.680851063829788</c:v>
                </c:pt>
                <c:pt idx="9">
                  <c:v>20.74468085106383</c:v>
                </c:pt>
                <c:pt idx="10">
                  <c:v>20.74468085106383</c:v>
                </c:pt>
                <c:pt idx="11">
                  <c:v>20.74468085106383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Sigrid objectives report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9187844"/>
              </p:ext>
            </p:extLst>
          </p:nvPr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2175620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5904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22857</TotalTime>
  <Words>219</Words>
  <Application>Microsoft Macintosh PowerPoint</Application>
  <PresentationFormat>Widescreen</PresentationFormat>
  <Paragraphs>56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Progress towards objectives between February 2026 and March 2026</vt:lpstr>
      <vt:lpstr>Progress towards objectives per team between February 2026 and March 2026</vt:lpstr>
      <vt:lpstr>Progress towards objectives per capability between February 2026 and March 2026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201</cp:revision>
  <cp:lastPrinted>2020-07-02T15:41:27Z</cp:lastPrinted>
  <dcterms:created xsi:type="dcterms:W3CDTF">2024-01-03T15:04:34Z</dcterms:created>
  <dcterms:modified xsi:type="dcterms:W3CDTF">2026-03-13T10:20:12Z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