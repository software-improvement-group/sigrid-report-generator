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561" r:id="rId5"/>
    <p:sldId id="598" r:id="rId6"/>
    <p:sldId id="605" r:id="rId7"/>
    <p:sldId id="606" r:id="rId8"/>
    <p:sldId id="604" r:id="rId9"/>
    <p:sldId id="599" r:id="rId10"/>
    <p:sldId id="600" r:id="rId11"/>
    <p:sldId id="603" r:id="rId12"/>
    <p:sldId id="602" r:id="rId13"/>
    <p:sldId id="601" r:id="rId14"/>
    <p:sldId id="59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41"/>
    <a:srgbClr val="BFC4CF"/>
    <a:srgbClr val="67E77F"/>
    <a:srgbClr val="0066FF"/>
    <a:srgbClr val="F0F4F8"/>
    <a:srgbClr val="4FB0C4"/>
    <a:srgbClr val="E78E17"/>
    <a:srgbClr val="910813"/>
    <a:srgbClr val="CF4731"/>
    <a:srgbClr val="EBC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95"/>
    <p:restoredTop sz="96301"/>
  </p:normalViewPr>
  <p:slideViewPr>
    <p:cSldViewPr snapToGrid="0" snapToObjects="1" showGuides="1">
      <p:cViewPr varScale="1">
        <p:scale>
          <a:sx n="118" d="100"/>
          <a:sy n="118" d="100"/>
        </p:scale>
        <p:origin x="848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46.144721233689204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0.830367734282325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41.99288256227758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2.7283511269276395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8.303677342823251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26.923076923076923</c:v>
                </c:pt>
                <c:pt idx="1">
                  <c:v>47.72727272727273</c:v>
                </c:pt>
                <c:pt idx="2">
                  <c:v>39.42307692307692</c:v>
                </c:pt>
                <c:pt idx="3">
                  <c:v>0.0</c:v>
                </c:pt>
                <c:pt idx="4">
                  <c:v>18.181818181818183</c:v>
                </c:pt>
                <c:pt idx="5">
                  <c:v>81.81818181818181</c:v>
                </c:pt>
                <c:pt idx="6">
                  <c:v>50.0</c:v>
                </c:pt>
                <c:pt idx="7">
                  <c:v>75.80645161290323</c:v>
                </c:pt>
                <c:pt idx="8">
                  <c:v>54.83870967741935</c:v>
                </c:pt>
                <c:pt idx="9">
                  <c:v>40.625</c:v>
                </c:pt>
                <c:pt idx="10">
                  <c:v>51.724137931034484</c:v>
                </c:pt>
                <c:pt idx="11">
                  <c:v>0.0</c:v>
                </c:pt>
                <c:pt idx="12">
                  <c:v>47.36842105263158</c:v>
                </c:pt>
                <c:pt idx="13">
                  <c:v>49.54128440366973</c:v>
                </c:pt>
                <c:pt idx="14">
                  <c:v>61.29032258064516</c:v>
                </c:pt>
                <c:pt idx="15">
                  <c:v>11.11111111111111</c:v>
                </c:pt>
                <c:pt idx="16">
                  <c:v>40.090090090090094</c:v>
                </c:pt>
                <c:pt idx="17">
                  <c:v>33.333333333333336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1.1363636363636365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12.5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0.9174311926605505</c:v>
                </c:pt>
                <c:pt idx="14">
                  <c:v>3.225806451612903</c:v>
                </c:pt>
                <c:pt idx="15">
                  <c:v>0.0</c:v>
                </c:pt>
                <c:pt idx="16">
                  <c:v>0.9009009009009009</c:v>
                </c:pt>
                <c:pt idx="17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61.53846153846154</c:v>
                </c:pt>
                <c:pt idx="1">
                  <c:v>43.18181818181818</c:v>
                </c:pt>
                <c:pt idx="2">
                  <c:v>35.57692307692308</c:v>
                </c:pt>
                <c:pt idx="3">
                  <c:v>50.0</c:v>
                </c:pt>
                <c:pt idx="4">
                  <c:v>59.09090909090909</c:v>
                </c:pt>
                <c:pt idx="5">
                  <c:v>18.181818181818183</c:v>
                </c:pt>
                <c:pt idx="6">
                  <c:v>37.5</c:v>
                </c:pt>
                <c:pt idx="7">
                  <c:v>22.580645161290324</c:v>
                </c:pt>
                <c:pt idx="8">
                  <c:v>29.032258064516128</c:v>
                </c:pt>
                <c:pt idx="9">
                  <c:v>42.1875</c:v>
                </c:pt>
                <c:pt idx="10">
                  <c:v>48.275862068965516</c:v>
                </c:pt>
                <c:pt idx="11">
                  <c:v>50.0</c:v>
                </c:pt>
                <c:pt idx="12">
                  <c:v>52.63157894736842</c:v>
                </c:pt>
                <c:pt idx="13">
                  <c:v>34.862385321100916</c:v>
                </c:pt>
                <c:pt idx="14">
                  <c:v>25.806451612903224</c:v>
                </c:pt>
                <c:pt idx="15">
                  <c:v>88.88888888888889</c:v>
                </c:pt>
                <c:pt idx="16">
                  <c:v>51.8018018018018</c:v>
                </c:pt>
                <c:pt idx="17">
                  <c:v>59.25925925925926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2.272727272727273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6.25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8.256880733944953</c:v>
                </c:pt>
                <c:pt idx="14">
                  <c:v>6.451612903225806</c:v>
                </c:pt>
                <c:pt idx="15">
                  <c:v>0.0</c:v>
                </c:pt>
                <c:pt idx="16">
                  <c:v>2.7027027027027026</c:v>
                </c:pt>
                <c:pt idx="17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architecture</c:v>
                </c:pt>
                <c:pt idx="1">
                  <c:v>Utility Development</c:v>
                </c:pt>
                <c:pt idx="2">
                  <c:v>Unknown</c:v>
                </c:pt>
                <c:pt idx="3">
                  <c:v>Team Blue</c:v>
                </c:pt>
                <c:pt idx="4">
                  <c:v>Server Team</c:v>
                </c:pt>
                <c:pt idx="5">
                  <c:v>Retail Operations</c:v>
                </c:pt>
                <c:pt idx="6">
                  <c:v>Research</c:v>
                </c:pt>
                <c:pt idx="7">
                  <c:v>PowerFX Team</c:v>
                </c:pt>
                <c:pt idx="8">
                  <c:v>PLC</c:v>
                </c:pt>
                <c:pt idx="9">
                  <c:v>OS team</c:v>
                </c:pt>
                <c:pt idx="10">
                  <c:v>Logic Apps Team</c:v>
                </c:pt>
                <c:pt idx="11">
                  <c:v>Java Team</c:v>
                </c:pt>
                <c:pt idx="12">
                  <c:v>IT Department</c:v>
                </c:pt>
                <c:pt idx="13">
                  <c:v>Frontend Development</c:v>
                </c:pt>
                <c:pt idx="14">
                  <c:v>Development Tooling</c:v>
                </c:pt>
                <c:pt idx="15">
                  <c:v>Customer Experience</c:v>
                </c:pt>
                <c:pt idx="16">
                  <c:v>Backend Development</c:v>
                </c:pt>
                <c:pt idx="17">
                  <c:v>Analytics Team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3.8461538461538463</c:v>
                </c:pt>
                <c:pt idx="1">
                  <c:v>5.681818181818182</c:v>
                </c:pt>
                <c:pt idx="2">
                  <c:v>25.0</c:v>
                </c:pt>
                <c:pt idx="3">
                  <c:v>50.0</c:v>
                </c:pt>
                <c:pt idx="4">
                  <c:v>22.727272727272727</c:v>
                </c:pt>
                <c:pt idx="5">
                  <c:v>0.0</c:v>
                </c:pt>
                <c:pt idx="6">
                  <c:v>0.0</c:v>
                </c:pt>
                <c:pt idx="7">
                  <c:v>1.6129032258064515</c:v>
                </c:pt>
                <c:pt idx="8">
                  <c:v>16.129032258064516</c:v>
                </c:pt>
                <c:pt idx="9">
                  <c:v>10.9375</c:v>
                </c:pt>
                <c:pt idx="10">
                  <c:v>0.0</c:v>
                </c:pt>
                <c:pt idx="11">
                  <c:v>50.0</c:v>
                </c:pt>
                <c:pt idx="12">
                  <c:v>0.0</c:v>
                </c:pt>
                <c:pt idx="13">
                  <c:v>6.422018348623853</c:v>
                </c:pt>
                <c:pt idx="14">
                  <c:v>3.225806451612903</c:v>
                </c:pt>
                <c:pt idx="15">
                  <c:v>0.0</c:v>
                </c:pt>
                <c:pt idx="16">
                  <c:v>4.504504504504505</c:v>
                </c:pt>
                <c:pt idx="17">
                  <c:v>7.407407407407407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53.191489361702125</c:v>
                </c:pt>
                <c:pt idx="1">
                  <c:v>34.86590038314176</c:v>
                </c:pt>
                <c:pt idx="2">
                  <c:v>48.559670781893004</c:v>
                </c:pt>
                <c:pt idx="3">
                  <c:v>32.89473684210526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2.6595744680851063</c:v>
                </c:pt>
                <c:pt idx="1">
                  <c:v>0.7662835249042146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17.5531914893617</c:v>
                </c:pt>
                <c:pt idx="1">
                  <c:v>58.62068965517241</c:v>
                </c:pt>
                <c:pt idx="2">
                  <c:v>44.03292181069959</c:v>
                </c:pt>
                <c:pt idx="3">
                  <c:v>56.578947368421055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5.851063829787234</c:v>
                </c:pt>
                <c:pt idx="1">
                  <c:v>1.1494252873563218</c:v>
                </c:pt>
                <c:pt idx="2">
                  <c:v>1.2345679012345678</c:v>
                </c:pt>
                <c:pt idx="3">
                  <c:v>7.894736842105263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20.74468085106383</c:v>
                </c:pt>
                <c:pt idx="1">
                  <c:v>4.597701149425287</c:v>
                </c:pt>
                <c:pt idx="2">
                  <c:v>6.172839506172839</c:v>
                </c:pt>
                <c:pt idx="3">
                  <c:v>2.6315789473684212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44.83985765124555</c:v>
                </c:pt>
                <c:pt idx="1">
                  <c:v>44.60260972716489</c:v>
                </c:pt>
                <c:pt idx="2">
                  <c:v>45.195729537366546</c:v>
                </c:pt>
                <c:pt idx="3">
                  <c:v>45.195729537366546</c:v>
                </c:pt>
                <c:pt idx="4">
                  <c:v>46.381969157769866</c:v>
                </c:pt>
                <c:pt idx="5">
                  <c:v>46.381969157769866</c:v>
                </c:pt>
                <c:pt idx="6">
                  <c:v>46.381969157769866</c:v>
                </c:pt>
                <c:pt idx="7">
                  <c:v>46.500593119810205</c:v>
                </c:pt>
                <c:pt idx="8">
                  <c:v>46.8564650059312</c:v>
                </c:pt>
                <c:pt idx="9">
                  <c:v>46.8564650059312</c:v>
                </c:pt>
                <c:pt idx="10">
                  <c:v>46.02609727164887</c:v>
                </c:pt>
                <c:pt idx="11">
                  <c:v>46.144721233689204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0.35587188612099646</c:v>
                </c:pt>
                <c:pt idx="1">
                  <c:v>0.4744958481613286</c:v>
                </c:pt>
                <c:pt idx="2">
                  <c:v>0.11862396204033215</c:v>
                </c:pt>
                <c:pt idx="3">
                  <c:v>1.4234875444839858</c:v>
                </c:pt>
                <c:pt idx="4">
                  <c:v>1.7793594306049823</c:v>
                </c:pt>
                <c:pt idx="5">
                  <c:v>0.830367734282325</c:v>
                </c:pt>
                <c:pt idx="6">
                  <c:v>0.7117437722419929</c:v>
                </c:pt>
                <c:pt idx="7">
                  <c:v>2.6097271648873073</c:v>
                </c:pt>
                <c:pt idx="8">
                  <c:v>0.9489916963226572</c:v>
                </c:pt>
                <c:pt idx="9">
                  <c:v>1.0676156583629892</c:v>
                </c:pt>
                <c:pt idx="10">
                  <c:v>0.2372479240806643</c:v>
                </c:pt>
                <c:pt idx="11">
                  <c:v>0.9489916963226572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37.48517200474496</c:v>
                </c:pt>
                <c:pt idx="1">
                  <c:v>37.841043890865954</c:v>
                </c:pt>
                <c:pt idx="2">
                  <c:v>36.29893238434164</c:v>
                </c:pt>
                <c:pt idx="3">
                  <c:v>38.90865954922894</c:v>
                </c:pt>
                <c:pt idx="4">
                  <c:v>37.72241992882562</c:v>
                </c:pt>
                <c:pt idx="5">
                  <c:v>41.755634638196916</c:v>
                </c:pt>
                <c:pt idx="6">
                  <c:v>41.755634638196916</c:v>
                </c:pt>
                <c:pt idx="7">
                  <c:v>37.72241992882562</c:v>
                </c:pt>
                <c:pt idx="8">
                  <c:v>42.94187425860024</c:v>
                </c:pt>
                <c:pt idx="9">
                  <c:v>42.823250296559905</c:v>
                </c:pt>
                <c:pt idx="10">
                  <c:v>43.77224199288256</c:v>
                </c:pt>
                <c:pt idx="11">
                  <c:v>43.65361803084223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0.5931198102016607</c:v>
                </c:pt>
                <c:pt idx="1">
                  <c:v>0.35587188612099646</c:v>
                </c:pt>
                <c:pt idx="2">
                  <c:v>2.965599051008304</c:v>
                </c:pt>
                <c:pt idx="3">
                  <c:v>1.66073546856465</c:v>
                </c:pt>
                <c:pt idx="4">
                  <c:v>3.3214709371293</c:v>
                </c:pt>
                <c:pt idx="5">
                  <c:v>1.0676156583629892</c:v>
                </c:pt>
                <c:pt idx="6">
                  <c:v>0.9489916963226572</c:v>
                </c:pt>
                <c:pt idx="7">
                  <c:v>4.507710557532621</c:v>
                </c:pt>
                <c:pt idx="8">
                  <c:v>0.830367734282325</c:v>
                </c:pt>
                <c:pt idx="9">
                  <c:v>0.7117437722419929</c:v>
                </c:pt>
                <c:pt idx="10">
                  <c:v>1.66073546856465</c:v>
                </c:pt>
                <c:pt idx="11">
                  <c:v>1.4234875444839858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16.725978647686834</c:v>
                </c:pt>
                <c:pt idx="1">
                  <c:v>16.725978647686834</c:v>
                </c:pt>
                <c:pt idx="2">
                  <c:v>15.421115065243178</c:v>
                </c:pt>
                <c:pt idx="3">
                  <c:v>12.811387900355871</c:v>
                </c:pt>
                <c:pt idx="4">
                  <c:v>10.794780545670225</c:v>
                </c:pt>
                <c:pt idx="5">
                  <c:v>9.9644128113879</c:v>
                </c:pt>
                <c:pt idx="6">
                  <c:v>10.201660735468565</c:v>
                </c:pt>
                <c:pt idx="7">
                  <c:v>8.659549228944247</c:v>
                </c:pt>
                <c:pt idx="8">
                  <c:v>8.422301304863582</c:v>
                </c:pt>
                <c:pt idx="9">
                  <c:v>8.540925266903914</c:v>
                </c:pt>
                <c:pt idx="10">
                  <c:v>8.303677342823251</c:v>
                </c:pt>
                <c:pt idx="11">
                  <c:v>7.829181494661921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35.526315789473685</c:v>
                </c:pt>
                <c:pt idx="1">
                  <c:v>35.526315789473685</c:v>
                </c:pt>
                <c:pt idx="2">
                  <c:v>35.526315789473685</c:v>
                </c:pt>
                <c:pt idx="3">
                  <c:v>35.526315789473685</c:v>
                </c:pt>
                <c:pt idx="4">
                  <c:v>35.526315789473685</c:v>
                </c:pt>
                <c:pt idx="5">
                  <c:v>35.526315789473685</c:v>
                </c:pt>
                <c:pt idx="6">
                  <c:v>36.8421052631579</c:v>
                </c:pt>
                <c:pt idx="7">
                  <c:v>38.1578947368421</c:v>
                </c:pt>
                <c:pt idx="8">
                  <c:v>38.1578947368421</c:v>
                </c:pt>
                <c:pt idx="9">
                  <c:v>38.1578947368421</c:v>
                </c:pt>
                <c:pt idx="10">
                  <c:v>32.89473684210526</c:v>
                </c:pt>
                <c:pt idx="11">
                  <c:v>32.89473684210526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1.3157894736842106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63.1578947368421</c:v>
                </c:pt>
                <c:pt idx="1">
                  <c:v>63.1578947368421</c:v>
                </c:pt>
                <c:pt idx="2">
                  <c:v>63.1578947368421</c:v>
                </c:pt>
                <c:pt idx="3">
                  <c:v>63.1578947368421</c:v>
                </c:pt>
                <c:pt idx="4">
                  <c:v>63.1578947368421</c:v>
                </c:pt>
                <c:pt idx="5">
                  <c:v>63.1578947368421</c:v>
                </c:pt>
                <c:pt idx="6">
                  <c:v>61.8421052631579</c:v>
                </c:pt>
                <c:pt idx="7">
                  <c:v>57.89473684210526</c:v>
                </c:pt>
                <c:pt idx="8">
                  <c:v>59.21052631578947</c:v>
                </c:pt>
                <c:pt idx="9">
                  <c:v>60.526315789473685</c:v>
                </c:pt>
                <c:pt idx="10">
                  <c:v>56.578947368421055</c:v>
                </c:pt>
                <c:pt idx="11">
                  <c:v>67.10526315789474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2.6315789473684212</c:v>
                </c:pt>
                <c:pt idx="8">
                  <c:v>0.0</c:v>
                </c:pt>
                <c:pt idx="9">
                  <c:v>0.0</c:v>
                </c:pt>
                <c:pt idx="10">
                  <c:v>7.894736842105263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1.3157894736842106</c:v>
                </c:pt>
                <c:pt idx="1">
                  <c:v>1.3157894736842106</c:v>
                </c:pt>
                <c:pt idx="2">
                  <c:v>1.3157894736842106</c:v>
                </c:pt>
                <c:pt idx="3">
                  <c:v>1.3157894736842106</c:v>
                </c:pt>
                <c:pt idx="4">
                  <c:v>1.3157894736842106</c:v>
                </c:pt>
                <c:pt idx="5">
                  <c:v>1.3157894736842106</c:v>
                </c:pt>
                <c:pt idx="6">
                  <c:v>1.3157894736842106</c:v>
                </c:pt>
                <c:pt idx="7">
                  <c:v>1.3157894736842106</c:v>
                </c:pt>
                <c:pt idx="8">
                  <c:v>1.3157894736842106</c:v>
                </c:pt>
                <c:pt idx="9">
                  <c:v>1.3157894736842106</c:v>
                </c:pt>
                <c:pt idx="10">
                  <c:v>2.6315789473684212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49.794238683127574</c:v>
                </c:pt>
                <c:pt idx="1">
                  <c:v>48.97119341563786</c:v>
                </c:pt>
                <c:pt idx="2">
                  <c:v>49.382716049382715</c:v>
                </c:pt>
                <c:pt idx="3">
                  <c:v>49.794238683127574</c:v>
                </c:pt>
                <c:pt idx="4">
                  <c:v>49.794238683127574</c:v>
                </c:pt>
                <c:pt idx="5">
                  <c:v>50.205761316872426</c:v>
                </c:pt>
                <c:pt idx="6">
                  <c:v>49.794238683127574</c:v>
                </c:pt>
                <c:pt idx="7">
                  <c:v>49.794238683127574</c:v>
                </c:pt>
                <c:pt idx="8">
                  <c:v>49.382716049382715</c:v>
                </c:pt>
                <c:pt idx="9">
                  <c:v>48.97119341563786</c:v>
                </c:pt>
                <c:pt idx="10">
                  <c:v>48.97119341563786</c:v>
                </c:pt>
                <c:pt idx="11">
                  <c:v>48.559670781893004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1.2345679012345678</c:v>
                </c:pt>
                <c:pt idx="8">
                  <c:v>0.0</c:v>
                </c:pt>
                <c:pt idx="9">
                  <c:v>0.0</c:v>
                </c:pt>
                <c:pt idx="10">
                  <c:v>0.411522633744856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39.91769547325103</c:v>
                </c:pt>
                <c:pt idx="1">
                  <c:v>39.91769547325103</c:v>
                </c:pt>
                <c:pt idx="2">
                  <c:v>40.74074074074074</c:v>
                </c:pt>
                <c:pt idx="3">
                  <c:v>40.32921810699588</c:v>
                </c:pt>
                <c:pt idx="4">
                  <c:v>40.32921810699588</c:v>
                </c:pt>
                <c:pt idx="5">
                  <c:v>41.97530864197531</c:v>
                </c:pt>
                <c:pt idx="6">
                  <c:v>42.38683127572016</c:v>
                </c:pt>
                <c:pt idx="7">
                  <c:v>39.91769547325103</c:v>
                </c:pt>
                <c:pt idx="8">
                  <c:v>42.38683127572016</c:v>
                </c:pt>
                <c:pt idx="9">
                  <c:v>43.20987654320987</c:v>
                </c:pt>
                <c:pt idx="10">
                  <c:v>44.44444444444444</c:v>
                </c:pt>
                <c:pt idx="11">
                  <c:v>44.8559670781893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0.411522633744856</c:v>
                </c:pt>
                <c:pt idx="1">
                  <c:v>1.2345679012345678</c:v>
                </c:pt>
                <c:pt idx="2">
                  <c:v>0.0</c:v>
                </c:pt>
                <c:pt idx="3">
                  <c:v>0.0</c:v>
                </c:pt>
                <c:pt idx="4">
                  <c:v>0.411522633744856</c:v>
                </c:pt>
                <c:pt idx="5">
                  <c:v>0.411522633744856</c:v>
                </c:pt>
                <c:pt idx="6">
                  <c:v>0.411522633744856</c:v>
                </c:pt>
                <c:pt idx="7">
                  <c:v>1.646090534979424</c:v>
                </c:pt>
                <c:pt idx="8">
                  <c:v>0.823045267489712</c:v>
                </c:pt>
                <c:pt idx="9">
                  <c:v>0.411522633744856</c:v>
                </c:pt>
                <c:pt idx="10">
                  <c:v>0.0</c:v>
                </c:pt>
                <c:pt idx="11">
                  <c:v>0.411522633744856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9.876543209876543</c:v>
                </c:pt>
                <c:pt idx="1">
                  <c:v>9.876543209876543</c:v>
                </c:pt>
                <c:pt idx="2">
                  <c:v>9.876543209876543</c:v>
                </c:pt>
                <c:pt idx="3">
                  <c:v>9.876543209876543</c:v>
                </c:pt>
                <c:pt idx="4">
                  <c:v>9.465020576131687</c:v>
                </c:pt>
                <c:pt idx="5">
                  <c:v>7.407407407407407</c:v>
                </c:pt>
                <c:pt idx="6">
                  <c:v>7.407407407407407</c:v>
                </c:pt>
                <c:pt idx="7">
                  <c:v>7.407407407407407</c:v>
                </c:pt>
                <c:pt idx="8">
                  <c:v>7.407407407407407</c:v>
                </c:pt>
                <c:pt idx="9">
                  <c:v>7.407407407407407</c:v>
                </c:pt>
                <c:pt idx="10">
                  <c:v>6.172839506172839</c:v>
                </c:pt>
                <c:pt idx="11">
                  <c:v>6.172839506172839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33.333333333333336</c:v>
                </c:pt>
                <c:pt idx="1">
                  <c:v>33.333333333333336</c:v>
                </c:pt>
                <c:pt idx="2">
                  <c:v>33.333333333333336</c:v>
                </c:pt>
                <c:pt idx="3">
                  <c:v>33.333333333333336</c:v>
                </c:pt>
                <c:pt idx="4">
                  <c:v>34.099616858237546</c:v>
                </c:pt>
                <c:pt idx="5">
                  <c:v>33.71647509578544</c:v>
                </c:pt>
                <c:pt idx="6">
                  <c:v>33.71647509578544</c:v>
                </c:pt>
                <c:pt idx="7">
                  <c:v>34.099616858237546</c:v>
                </c:pt>
                <c:pt idx="8">
                  <c:v>34.48275862068966</c:v>
                </c:pt>
                <c:pt idx="9">
                  <c:v>34.86590038314176</c:v>
                </c:pt>
                <c:pt idx="10">
                  <c:v>34.86590038314176</c:v>
                </c:pt>
                <c:pt idx="11">
                  <c:v>34.86590038314176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0.7662835249042146</c:v>
                </c:pt>
                <c:pt idx="1">
                  <c:v>1.5325670498084292</c:v>
                </c:pt>
                <c:pt idx="2">
                  <c:v>0.3831417624521073</c:v>
                </c:pt>
                <c:pt idx="3">
                  <c:v>2.2988505747126435</c:v>
                </c:pt>
                <c:pt idx="4">
                  <c:v>4.597701149425287</c:v>
                </c:pt>
                <c:pt idx="5">
                  <c:v>1.1494252873563218</c:v>
                </c:pt>
                <c:pt idx="6">
                  <c:v>1.1494252873563218</c:v>
                </c:pt>
                <c:pt idx="7">
                  <c:v>2.2988505747126435</c:v>
                </c:pt>
                <c:pt idx="8">
                  <c:v>0.3831417624521073</c:v>
                </c:pt>
                <c:pt idx="9">
                  <c:v>1.5325670498084292</c:v>
                </c:pt>
                <c:pt idx="10">
                  <c:v>0.3831417624521073</c:v>
                </c:pt>
                <c:pt idx="11">
                  <c:v>0.3831417624521073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54.02298850574713</c:v>
                </c:pt>
                <c:pt idx="1">
                  <c:v>54.406130268199234</c:v>
                </c:pt>
                <c:pt idx="2">
                  <c:v>54.02298850574713</c:v>
                </c:pt>
                <c:pt idx="3">
                  <c:v>52.10727969348659</c:v>
                </c:pt>
                <c:pt idx="4">
                  <c:v>45.21072796934866</c:v>
                </c:pt>
                <c:pt idx="5">
                  <c:v>56.70498084291188</c:v>
                </c:pt>
                <c:pt idx="6">
                  <c:v>56.32183908045977</c:v>
                </c:pt>
                <c:pt idx="7">
                  <c:v>52.490421455938694</c:v>
                </c:pt>
                <c:pt idx="8">
                  <c:v>59.00383141762452</c:v>
                </c:pt>
                <c:pt idx="9">
                  <c:v>57.47126436781609</c:v>
                </c:pt>
                <c:pt idx="10">
                  <c:v>58.62068965517241</c:v>
                </c:pt>
                <c:pt idx="11">
                  <c:v>59.38697318007663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1.1494252873563218</c:v>
                </c:pt>
                <c:pt idx="1">
                  <c:v>0.0</c:v>
                </c:pt>
                <c:pt idx="2">
                  <c:v>1.5325670498084292</c:v>
                </c:pt>
                <c:pt idx="3">
                  <c:v>1.5325670498084292</c:v>
                </c:pt>
                <c:pt idx="4">
                  <c:v>8.045977011494253</c:v>
                </c:pt>
                <c:pt idx="5">
                  <c:v>1.1494252873563218</c:v>
                </c:pt>
                <c:pt idx="6">
                  <c:v>1.5325670498084292</c:v>
                </c:pt>
                <c:pt idx="7">
                  <c:v>4.597701149425287</c:v>
                </c:pt>
                <c:pt idx="8">
                  <c:v>0.3831417624521073</c:v>
                </c:pt>
                <c:pt idx="9">
                  <c:v>0.7662835249042146</c:v>
                </c:pt>
                <c:pt idx="10">
                  <c:v>1.5325670498084292</c:v>
                </c:pt>
                <c:pt idx="11">
                  <c:v>0.7662835249042146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10.727969348659004</c:v>
                </c:pt>
                <c:pt idx="1">
                  <c:v>10.727969348659004</c:v>
                </c:pt>
                <c:pt idx="2">
                  <c:v>10.727969348659004</c:v>
                </c:pt>
                <c:pt idx="3">
                  <c:v>10.727969348659004</c:v>
                </c:pt>
                <c:pt idx="4">
                  <c:v>8.045977011494253</c:v>
                </c:pt>
                <c:pt idx="5">
                  <c:v>7.2796934865900385</c:v>
                </c:pt>
                <c:pt idx="6">
                  <c:v>7.2796934865900385</c:v>
                </c:pt>
                <c:pt idx="7">
                  <c:v>6.513409961685824</c:v>
                </c:pt>
                <c:pt idx="8">
                  <c:v>5.747126436781609</c:v>
                </c:pt>
                <c:pt idx="9">
                  <c:v>5.363984674329502</c:v>
                </c:pt>
                <c:pt idx="10">
                  <c:v>4.597701149425287</c:v>
                </c:pt>
                <c:pt idx="11">
                  <c:v>4.597701149425287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45.744680851063826</c:v>
                </c:pt>
                <c:pt idx="1">
                  <c:v>45.744680851063826</c:v>
                </c:pt>
                <c:pt idx="2">
                  <c:v>47.87234042553192</c:v>
                </c:pt>
                <c:pt idx="3">
                  <c:v>47.340425531914896</c:v>
                </c:pt>
                <c:pt idx="4">
                  <c:v>51.59574468085106</c:v>
                </c:pt>
                <c:pt idx="5">
                  <c:v>51.59574468085106</c:v>
                </c:pt>
                <c:pt idx="6">
                  <c:v>51.59574468085106</c:v>
                </c:pt>
                <c:pt idx="7">
                  <c:v>51.06382978723404</c:v>
                </c:pt>
                <c:pt idx="8">
                  <c:v>52.659574468085104</c:v>
                </c:pt>
                <c:pt idx="9">
                  <c:v>52.659574468085104</c:v>
                </c:pt>
                <c:pt idx="10">
                  <c:v>52.12765957446808</c:v>
                </c:pt>
                <c:pt idx="11">
                  <c:v>53.191489361702125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0.5319148936170213</c:v>
                </c:pt>
                <c:pt idx="1">
                  <c:v>0.0</c:v>
                </c:pt>
                <c:pt idx="2">
                  <c:v>0.0</c:v>
                </c:pt>
                <c:pt idx="3">
                  <c:v>3.1914893617021276</c:v>
                </c:pt>
                <c:pt idx="4">
                  <c:v>1.5957446808510638</c:v>
                </c:pt>
                <c:pt idx="5">
                  <c:v>2.127659574468085</c:v>
                </c:pt>
                <c:pt idx="6">
                  <c:v>1.5957446808510638</c:v>
                </c:pt>
                <c:pt idx="7">
                  <c:v>6.914893617021277</c:v>
                </c:pt>
                <c:pt idx="8">
                  <c:v>3.1914893617021276</c:v>
                </c:pt>
                <c:pt idx="9">
                  <c:v>2.6595744680851063</c:v>
                </c:pt>
                <c:pt idx="10">
                  <c:v>0.0</c:v>
                </c:pt>
                <c:pt idx="11">
                  <c:v>3.723404255319149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6.382978723404255</c:v>
                </c:pt>
                <c:pt idx="1">
                  <c:v>7.446808510638298</c:v>
                </c:pt>
                <c:pt idx="2">
                  <c:v>0.0</c:v>
                </c:pt>
                <c:pt idx="3">
                  <c:v>14.893617021276595</c:v>
                </c:pt>
                <c:pt idx="4">
                  <c:v>19.148936170212767</c:v>
                </c:pt>
                <c:pt idx="5">
                  <c:v>19.148936170212767</c:v>
                </c:pt>
                <c:pt idx="6">
                  <c:v>19.680851063829788</c:v>
                </c:pt>
                <c:pt idx="7">
                  <c:v>12.23404255319149</c:v>
                </c:pt>
                <c:pt idx="8">
                  <c:v>22.340425531914892</c:v>
                </c:pt>
                <c:pt idx="9">
                  <c:v>22.340425531914892</c:v>
                </c:pt>
                <c:pt idx="10">
                  <c:v>25.0</c:v>
                </c:pt>
                <c:pt idx="11">
                  <c:v>17.5531914893617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0.5319148936170213</c:v>
                </c:pt>
                <c:pt idx="1">
                  <c:v>0.0</c:v>
                </c:pt>
                <c:pt idx="2">
                  <c:v>11.170212765957446</c:v>
                </c:pt>
                <c:pt idx="3">
                  <c:v>5.319148936170213</c:v>
                </c:pt>
                <c:pt idx="4">
                  <c:v>3.1914893617021276</c:v>
                </c:pt>
                <c:pt idx="5">
                  <c:v>2.6595744680851063</c:v>
                </c:pt>
                <c:pt idx="6">
                  <c:v>1.5957446808510638</c:v>
                </c:pt>
                <c:pt idx="7">
                  <c:v>10.106382978723405</c:v>
                </c:pt>
                <c:pt idx="8">
                  <c:v>2.127659574468085</c:v>
                </c:pt>
                <c:pt idx="9">
                  <c:v>1.5957446808510638</c:v>
                </c:pt>
                <c:pt idx="10">
                  <c:v>2.127659574468085</c:v>
                </c:pt>
                <c:pt idx="11">
                  <c:v>4.787234042553192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46.808510638297875</c:v>
                </c:pt>
                <c:pt idx="1">
                  <c:v>46.808510638297875</c:v>
                </c:pt>
                <c:pt idx="2">
                  <c:v>40.95744680851064</c:v>
                </c:pt>
                <c:pt idx="3">
                  <c:v>29.25531914893617</c:v>
                </c:pt>
                <c:pt idx="4">
                  <c:v>24.46808510638298</c:v>
                </c:pt>
                <c:pt idx="5">
                  <c:v>24.46808510638298</c:v>
                </c:pt>
                <c:pt idx="6">
                  <c:v>25.53191489361702</c:v>
                </c:pt>
                <c:pt idx="7">
                  <c:v>19.680851063829788</c:v>
                </c:pt>
                <c:pt idx="8">
                  <c:v>19.680851063829788</c:v>
                </c:pt>
                <c:pt idx="9">
                  <c:v>20.74468085106383</c:v>
                </c:pt>
                <c:pt idx="10">
                  <c:v>20.74468085106383</c:v>
                </c:pt>
                <c:pt idx="11">
                  <c:v>20.74468085106383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Sigrid objectives report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February 2026 and March 2026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9187844"/>
              </p:ext>
            </p:extLst>
          </p:nvPr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February 2026 and March 2026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2175620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February 2026 and March 2026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65904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22857</TotalTime>
  <Words>276</Words>
  <Application>Microsoft Macintosh PowerPoint</Application>
  <PresentationFormat>Widescreen</PresentationFormat>
  <Paragraphs>64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Calibri Bold</vt:lpstr>
      <vt:lpstr>Calibri Regular</vt:lpstr>
      <vt:lpstr>TheSansMono M5</vt:lpstr>
      <vt:lpstr>Arial</vt:lpstr>
      <vt:lpstr>Calibri</vt:lpstr>
      <vt:lpstr>Calibri Light</vt:lpstr>
      <vt:lpstr>Wingdings</vt:lpstr>
      <vt:lpstr>Office Theme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200</cp:revision>
  <cp:lastPrinted>2020-07-02T15:41:27Z</cp:lastPrinted>
  <dcterms:created xsi:type="dcterms:W3CDTF">2024-01-03T15:04:34Z</dcterms:created>
  <dcterms:modified xsi:type="dcterms:W3CDTF">2025-08-08T08:19:12Z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