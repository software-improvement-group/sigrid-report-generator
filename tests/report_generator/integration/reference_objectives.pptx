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561" r:id="rId5"/>
    <p:sldId id="598" r:id="rId6"/>
    <p:sldId id="605" r:id="rId7"/>
    <p:sldId id="606" r:id="rId8"/>
    <p:sldId id="604" r:id="rId9"/>
    <p:sldId id="599" r:id="rId10"/>
    <p:sldId id="600" r:id="rId11"/>
    <p:sldId id="603" r:id="rId12"/>
    <p:sldId id="602" r:id="rId13"/>
    <p:sldId id="601" r:id="rId14"/>
    <p:sldId id="5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241"/>
    <a:srgbClr val="BFC4CF"/>
    <a:srgbClr val="67E77F"/>
    <a:srgbClr val="0066FF"/>
    <a:srgbClr val="F0F4F8"/>
    <a:srgbClr val="4FB0C4"/>
    <a:srgbClr val="E78E17"/>
    <a:srgbClr val="910813"/>
    <a:srgbClr val="CF4731"/>
    <a:srgbClr val="EBC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5"/>
    <p:restoredTop sz="96327"/>
  </p:normalViewPr>
  <p:slideViewPr>
    <p:cSldViewPr snapToGrid="0" snapToObjects="1" showGuides="1">
      <p:cViewPr varScale="1">
        <p:scale>
          <a:sx n="123" d="100"/>
          <a:sy n="123" d="100"/>
        </p:scale>
        <p:origin x="1144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46.144721233689204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0.83036773428232502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41.992882562277579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2.7283511269276395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8.3036773428232511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Sheet1!$A$2:$A$19</c:f>
              <c:strCache>
                <c:ptCount val="18"/>
                <c:pt idx="0">
                  <c:v>architecture</c:v>
                </c:pt>
                <c:pt idx="1">
                  <c:v>Utility Development</c:v>
                </c:pt>
                <c:pt idx="2">
                  <c:v>Unknown</c:v>
                </c:pt>
                <c:pt idx="3">
                  <c:v>Team Blue</c:v>
                </c:pt>
                <c:pt idx="4">
                  <c:v>Server Team</c:v>
                </c:pt>
                <c:pt idx="5">
                  <c:v>Retail Operations</c:v>
                </c:pt>
                <c:pt idx="6">
                  <c:v>Research</c:v>
                </c:pt>
                <c:pt idx="7">
                  <c:v>PowerFX Team</c:v>
                </c:pt>
                <c:pt idx="8">
                  <c:v>PLC</c:v>
                </c:pt>
                <c:pt idx="9">
                  <c:v>OS team</c:v>
                </c:pt>
                <c:pt idx="10">
                  <c:v>Logic Apps Team</c:v>
                </c:pt>
                <c:pt idx="11">
                  <c:v>Java Team</c:v>
                </c:pt>
                <c:pt idx="12">
                  <c:v>IT Department</c:v>
                </c:pt>
                <c:pt idx="13">
                  <c:v>Frontend Development</c:v>
                </c:pt>
                <c:pt idx="14">
                  <c:v>Development Tooling</c:v>
                </c:pt>
                <c:pt idx="15">
                  <c:v>Customer Experience</c:v>
                </c:pt>
                <c:pt idx="16">
                  <c:v>Backend Development</c:v>
                </c:pt>
                <c:pt idx="17">
                  <c:v>Analytics Team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26.923076923076923</c:v>
                </c:pt>
                <c:pt idx="1">
                  <c:v>47.727272727272727</c:v>
                </c:pt>
                <c:pt idx="2">
                  <c:v>39.42307692307692</c:v>
                </c:pt>
                <c:pt idx="3">
                  <c:v>0</c:v>
                </c:pt>
                <c:pt idx="4">
                  <c:v>18.181818181818183</c:v>
                </c:pt>
                <c:pt idx="5">
                  <c:v>81.818181818181813</c:v>
                </c:pt>
                <c:pt idx="6">
                  <c:v>50</c:v>
                </c:pt>
                <c:pt idx="7">
                  <c:v>75.806451612903231</c:v>
                </c:pt>
                <c:pt idx="8">
                  <c:v>54.838709677419352</c:v>
                </c:pt>
                <c:pt idx="9">
                  <c:v>40.625</c:v>
                </c:pt>
                <c:pt idx="10">
                  <c:v>51.724137931034484</c:v>
                </c:pt>
                <c:pt idx="11">
                  <c:v>0</c:v>
                </c:pt>
                <c:pt idx="12">
                  <c:v>47.368421052631582</c:v>
                </c:pt>
                <c:pt idx="13">
                  <c:v>49.541284403669728</c:v>
                </c:pt>
                <c:pt idx="14">
                  <c:v>61.29032258064516</c:v>
                </c:pt>
                <c:pt idx="15">
                  <c:v>11.111111111111111</c:v>
                </c:pt>
                <c:pt idx="16">
                  <c:v>40.090090090090094</c:v>
                </c:pt>
                <c:pt idx="17">
                  <c:v>33.333333333333336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architecture</c:v>
                </c:pt>
                <c:pt idx="1">
                  <c:v>Utility Development</c:v>
                </c:pt>
                <c:pt idx="2">
                  <c:v>Unknown</c:v>
                </c:pt>
                <c:pt idx="3">
                  <c:v>Team Blue</c:v>
                </c:pt>
                <c:pt idx="4">
                  <c:v>Server Team</c:v>
                </c:pt>
                <c:pt idx="5">
                  <c:v>Retail Operations</c:v>
                </c:pt>
                <c:pt idx="6">
                  <c:v>Research</c:v>
                </c:pt>
                <c:pt idx="7">
                  <c:v>PowerFX Team</c:v>
                </c:pt>
                <c:pt idx="8">
                  <c:v>PLC</c:v>
                </c:pt>
                <c:pt idx="9">
                  <c:v>OS team</c:v>
                </c:pt>
                <c:pt idx="10">
                  <c:v>Logic Apps Team</c:v>
                </c:pt>
                <c:pt idx="11">
                  <c:v>Java Team</c:v>
                </c:pt>
                <c:pt idx="12">
                  <c:v>IT Department</c:v>
                </c:pt>
                <c:pt idx="13">
                  <c:v>Frontend Development</c:v>
                </c:pt>
                <c:pt idx="14">
                  <c:v>Development Tooling</c:v>
                </c:pt>
                <c:pt idx="15">
                  <c:v>Customer Experience</c:v>
                </c:pt>
                <c:pt idx="16">
                  <c:v>Backend Development</c:v>
                </c:pt>
                <c:pt idx="17">
                  <c:v>Analytics Team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3.8461538461538463</c:v>
                </c:pt>
                <c:pt idx="1">
                  <c:v>1.1363636363636365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12.5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0.91743119266055051</c:v>
                </c:pt>
                <c:pt idx="14">
                  <c:v>3.225806451612903</c:v>
                </c:pt>
                <c:pt idx="15">
                  <c:v>0</c:v>
                </c:pt>
                <c:pt idx="16">
                  <c:v>0.90090090090090091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architecture</c:v>
                </c:pt>
                <c:pt idx="1">
                  <c:v>Utility Development</c:v>
                </c:pt>
                <c:pt idx="2">
                  <c:v>Unknown</c:v>
                </c:pt>
                <c:pt idx="3">
                  <c:v>Team Blue</c:v>
                </c:pt>
                <c:pt idx="4">
                  <c:v>Server Team</c:v>
                </c:pt>
                <c:pt idx="5">
                  <c:v>Retail Operations</c:v>
                </c:pt>
                <c:pt idx="6">
                  <c:v>Research</c:v>
                </c:pt>
                <c:pt idx="7">
                  <c:v>PowerFX Team</c:v>
                </c:pt>
                <c:pt idx="8">
                  <c:v>PLC</c:v>
                </c:pt>
                <c:pt idx="9">
                  <c:v>OS team</c:v>
                </c:pt>
                <c:pt idx="10">
                  <c:v>Logic Apps Team</c:v>
                </c:pt>
                <c:pt idx="11">
                  <c:v>Java Team</c:v>
                </c:pt>
                <c:pt idx="12">
                  <c:v>IT Department</c:v>
                </c:pt>
                <c:pt idx="13">
                  <c:v>Frontend Development</c:v>
                </c:pt>
                <c:pt idx="14">
                  <c:v>Development Tooling</c:v>
                </c:pt>
                <c:pt idx="15">
                  <c:v>Customer Experience</c:v>
                </c:pt>
                <c:pt idx="16">
                  <c:v>Backend Development</c:v>
                </c:pt>
                <c:pt idx="17">
                  <c:v>Analytics Team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61.53846153846154</c:v>
                </c:pt>
                <c:pt idx="1">
                  <c:v>43.18181818181818</c:v>
                </c:pt>
                <c:pt idx="2">
                  <c:v>35.57692307692308</c:v>
                </c:pt>
                <c:pt idx="3">
                  <c:v>50</c:v>
                </c:pt>
                <c:pt idx="4">
                  <c:v>59.090909090909093</c:v>
                </c:pt>
                <c:pt idx="5">
                  <c:v>18.181818181818183</c:v>
                </c:pt>
                <c:pt idx="6">
                  <c:v>37.5</c:v>
                </c:pt>
                <c:pt idx="7">
                  <c:v>22.580645161290324</c:v>
                </c:pt>
                <c:pt idx="8">
                  <c:v>29.032258064516128</c:v>
                </c:pt>
                <c:pt idx="9">
                  <c:v>42.1875</c:v>
                </c:pt>
                <c:pt idx="10">
                  <c:v>48.275862068965516</c:v>
                </c:pt>
                <c:pt idx="11">
                  <c:v>50</c:v>
                </c:pt>
                <c:pt idx="12">
                  <c:v>52.631578947368418</c:v>
                </c:pt>
                <c:pt idx="13">
                  <c:v>34.862385321100916</c:v>
                </c:pt>
                <c:pt idx="14">
                  <c:v>25.806451612903224</c:v>
                </c:pt>
                <c:pt idx="15">
                  <c:v>88.888888888888886</c:v>
                </c:pt>
                <c:pt idx="16">
                  <c:v>51.801801801801801</c:v>
                </c:pt>
                <c:pt idx="17">
                  <c:v>59.25925925925926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architecture</c:v>
                </c:pt>
                <c:pt idx="1">
                  <c:v>Utility Development</c:v>
                </c:pt>
                <c:pt idx="2">
                  <c:v>Unknown</c:v>
                </c:pt>
                <c:pt idx="3">
                  <c:v>Team Blue</c:v>
                </c:pt>
                <c:pt idx="4">
                  <c:v>Server Team</c:v>
                </c:pt>
                <c:pt idx="5">
                  <c:v>Retail Operations</c:v>
                </c:pt>
                <c:pt idx="6">
                  <c:v>Research</c:v>
                </c:pt>
                <c:pt idx="7">
                  <c:v>PowerFX Team</c:v>
                </c:pt>
                <c:pt idx="8">
                  <c:v>PLC</c:v>
                </c:pt>
                <c:pt idx="9">
                  <c:v>OS team</c:v>
                </c:pt>
                <c:pt idx="10">
                  <c:v>Logic Apps Team</c:v>
                </c:pt>
                <c:pt idx="11">
                  <c:v>Java Team</c:v>
                </c:pt>
                <c:pt idx="12">
                  <c:v>IT Department</c:v>
                </c:pt>
                <c:pt idx="13">
                  <c:v>Frontend Development</c:v>
                </c:pt>
                <c:pt idx="14">
                  <c:v>Development Tooling</c:v>
                </c:pt>
                <c:pt idx="15">
                  <c:v>Customer Experience</c:v>
                </c:pt>
                <c:pt idx="16">
                  <c:v>Backend Development</c:v>
                </c:pt>
                <c:pt idx="17">
                  <c:v>Analytics Team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3.8461538461538463</c:v>
                </c:pt>
                <c:pt idx="1">
                  <c:v>2.2727272727272729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6.25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8.2568807339449535</c:v>
                </c:pt>
                <c:pt idx="14">
                  <c:v>6.4516129032258061</c:v>
                </c:pt>
                <c:pt idx="15">
                  <c:v>0</c:v>
                </c:pt>
                <c:pt idx="16">
                  <c:v>2.7027027027027026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architecture</c:v>
                </c:pt>
                <c:pt idx="1">
                  <c:v>Utility Development</c:v>
                </c:pt>
                <c:pt idx="2">
                  <c:v>Unknown</c:v>
                </c:pt>
                <c:pt idx="3">
                  <c:v>Team Blue</c:v>
                </c:pt>
                <c:pt idx="4">
                  <c:v>Server Team</c:v>
                </c:pt>
                <c:pt idx="5">
                  <c:v>Retail Operations</c:v>
                </c:pt>
                <c:pt idx="6">
                  <c:v>Research</c:v>
                </c:pt>
                <c:pt idx="7">
                  <c:v>PowerFX Team</c:v>
                </c:pt>
                <c:pt idx="8">
                  <c:v>PLC</c:v>
                </c:pt>
                <c:pt idx="9">
                  <c:v>OS team</c:v>
                </c:pt>
                <c:pt idx="10">
                  <c:v>Logic Apps Team</c:v>
                </c:pt>
                <c:pt idx="11">
                  <c:v>Java Team</c:v>
                </c:pt>
                <c:pt idx="12">
                  <c:v>IT Department</c:v>
                </c:pt>
                <c:pt idx="13">
                  <c:v>Frontend Development</c:v>
                </c:pt>
                <c:pt idx="14">
                  <c:v>Development Tooling</c:v>
                </c:pt>
                <c:pt idx="15">
                  <c:v>Customer Experience</c:v>
                </c:pt>
                <c:pt idx="16">
                  <c:v>Backend Development</c:v>
                </c:pt>
                <c:pt idx="17">
                  <c:v>Analytics Team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3.8461538461538463</c:v>
                </c:pt>
                <c:pt idx="1">
                  <c:v>5.6818181818181817</c:v>
                </c:pt>
                <c:pt idx="2">
                  <c:v>25</c:v>
                </c:pt>
                <c:pt idx="3">
                  <c:v>50</c:v>
                </c:pt>
                <c:pt idx="4">
                  <c:v>22.727272727272727</c:v>
                </c:pt>
                <c:pt idx="5">
                  <c:v>0</c:v>
                </c:pt>
                <c:pt idx="6">
                  <c:v>0</c:v>
                </c:pt>
                <c:pt idx="7">
                  <c:v>1.6129032258064515</c:v>
                </c:pt>
                <c:pt idx="8">
                  <c:v>16.129032258064516</c:v>
                </c:pt>
                <c:pt idx="9">
                  <c:v>10.9375</c:v>
                </c:pt>
                <c:pt idx="10">
                  <c:v>0</c:v>
                </c:pt>
                <c:pt idx="11">
                  <c:v>50</c:v>
                </c:pt>
                <c:pt idx="12">
                  <c:v>0</c:v>
                </c:pt>
                <c:pt idx="13">
                  <c:v>6.4220183486238529</c:v>
                </c:pt>
                <c:pt idx="14">
                  <c:v>3.225806451612903</c:v>
                </c:pt>
                <c:pt idx="15">
                  <c:v>0</c:v>
                </c:pt>
                <c:pt idx="16">
                  <c:v>4.5045045045045047</c:v>
                </c:pt>
                <c:pt idx="17">
                  <c:v>7.4074074074074074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53.191489361702125</c:v>
                </c:pt>
                <c:pt idx="1">
                  <c:v>34.865900383141764</c:v>
                </c:pt>
                <c:pt idx="2">
                  <c:v>48.559670781893004</c:v>
                </c:pt>
                <c:pt idx="3">
                  <c:v>32.89473684210526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2.6595744680851063</c:v>
                </c:pt>
                <c:pt idx="1">
                  <c:v>0.76628352490421459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17.553191489361701</c:v>
                </c:pt>
                <c:pt idx="1">
                  <c:v>58.620689655172413</c:v>
                </c:pt>
                <c:pt idx="2">
                  <c:v>44.032921810699591</c:v>
                </c:pt>
                <c:pt idx="3">
                  <c:v>56.578947368421055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5.8510638297872344</c:v>
                </c:pt>
                <c:pt idx="1">
                  <c:v>1.1494252873563218</c:v>
                </c:pt>
                <c:pt idx="2">
                  <c:v>1.2345679012345678</c:v>
                </c:pt>
                <c:pt idx="3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Architecture Quality</c:v>
                </c:pt>
                <c:pt idx="1">
                  <c:v>Maintainability</c:v>
                </c:pt>
                <c:pt idx="2">
                  <c:v>Open Source Health</c:v>
                </c:pt>
                <c:pt idx="3">
                  <c:v>Security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20.74468085106383</c:v>
                </c:pt>
                <c:pt idx="1">
                  <c:v>4.5977011494252871</c:v>
                </c:pt>
                <c:pt idx="2">
                  <c:v>6.1728395061728394</c:v>
                </c:pt>
                <c:pt idx="3">
                  <c:v>2.6315789473684212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44.839857651245552</c:v>
                </c:pt>
                <c:pt idx="1">
                  <c:v>44.602609727164889</c:v>
                </c:pt>
                <c:pt idx="2">
                  <c:v>45.195729537366546</c:v>
                </c:pt>
                <c:pt idx="3">
                  <c:v>45.195729537366546</c:v>
                </c:pt>
                <c:pt idx="4">
                  <c:v>46.381969157769866</c:v>
                </c:pt>
                <c:pt idx="5">
                  <c:v>46.381969157769866</c:v>
                </c:pt>
                <c:pt idx="6">
                  <c:v>46.381969157769866</c:v>
                </c:pt>
                <c:pt idx="7">
                  <c:v>46.500593119810205</c:v>
                </c:pt>
                <c:pt idx="8">
                  <c:v>46.856465005931199</c:v>
                </c:pt>
                <c:pt idx="9">
                  <c:v>46.856465005931199</c:v>
                </c:pt>
                <c:pt idx="10">
                  <c:v>46.026097271648872</c:v>
                </c:pt>
                <c:pt idx="11">
                  <c:v>46.144721233689204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0.35587188612099646</c:v>
                </c:pt>
                <c:pt idx="1">
                  <c:v>0.47449584816132861</c:v>
                </c:pt>
                <c:pt idx="2">
                  <c:v>0.11862396204033215</c:v>
                </c:pt>
                <c:pt idx="3">
                  <c:v>1.4234875444839858</c:v>
                </c:pt>
                <c:pt idx="4">
                  <c:v>1.7793594306049823</c:v>
                </c:pt>
                <c:pt idx="5">
                  <c:v>0.83036773428232502</c:v>
                </c:pt>
                <c:pt idx="6">
                  <c:v>0.71174377224199292</c:v>
                </c:pt>
                <c:pt idx="7">
                  <c:v>2.6097271648873073</c:v>
                </c:pt>
                <c:pt idx="8">
                  <c:v>0.94899169632265723</c:v>
                </c:pt>
                <c:pt idx="9">
                  <c:v>1.0676156583629892</c:v>
                </c:pt>
                <c:pt idx="10">
                  <c:v>0.23724792408066431</c:v>
                </c:pt>
                <c:pt idx="11">
                  <c:v>0.94899169632265723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37.48517200474496</c:v>
                </c:pt>
                <c:pt idx="1">
                  <c:v>37.841043890865954</c:v>
                </c:pt>
                <c:pt idx="2">
                  <c:v>36.29893238434164</c:v>
                </c:pt>
                <c:pt idx="3">
                  <c:v>38.908659549228943</c:v>
                </c:pt>
                <c:pt idx="4">
                  <c:v>37.722419928825623</c:v>
                </c:pt>
                <c:pt idx="5">
                  <c:v>41.755634638196916</c:v>
                </c:pt>
                <c:pt idx="6">
                  <c:v>41.755634638196916</c:v>
                </c:pt>
                <c:pt idx="7">
                  <c:v>37.722419928825623</c:v>
                </c:pt>
                <c:pt idx="8">
                  <c:v>42.941874258600237</c:v>
                </c:pt>
                <c:pt idx="9">
                  <c:v>42.823250296559905</c:v>
                </c:pt>
                <c:pt idx="10">
                  <c:v>43.772241992882563</c:v>
                </c:pt>
                <c:pt idx="11">
                  <c:v>43.653618030842232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0.59311981020166071</c:v>
                </c:pt>
                <c:pt idx="1">
                  <c:v>0.35587188612099646</c:v>
                </c:pt>
                <c:pt idx="2">
                  <c:v>2.9655990510083039</c:v>
                </c:pt>
                <c:pt idx="3">
                  <c:v>1.66073546856465</c:v>
                </c:pt>
                <c:pt idx="4">
                  <c:v>3.3214709371293001</c:v>
                </c:pt>
                <c:pt idx="5">
                  <c:v>1.0676156583629892</c:v>
                </c:pt>
                <c:pt idx="6">
                  <c:v>0.94899169632265723</c:v>
                </c:pt>
                <c:pt idx="7">
                  <c:v>4.5077105575326213</c:v>
                </c:pt>
                <c:pt idx="8">
                  <c:v>0.83036773428232502</c:v>
                </c:pt>
                <c:pt idx="9">
                  <c:v>0.71174377224199292</c:v>
                </c:pt>
                <c:pt idx="10">
                  <c:v>1.66073546856465</c:v>
                </c:pt>
                <c:pt idx="11">
                  <c:v>1.4234875444839858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16.725978647686834</c:v>
                </c:pt>
                <c:pt idx="1">
                  <c:v>16.725978647686834</c:v>
                </c:pt>
                <c:pt idx="2">
                  <c:v>15.421115065243178</c:v>
                </c:pt>
                <c:pt idx="3">
                  <c:v>12.811387900355871</c:v>
                </c:pt>
                <c:pt idx="4">
                  <c:v>10.794780545670225</c:v>
                </c:pt>
                <c:pt idx="5">
                  <c:v>9.9644128113879002</c:v>
                </c:pt>
                <c:pt idx="6">
                  <c:v>10.201660735468565</c:v>
                </c:pt>
                <c:pt idx="7">
                  <c:v>8.6595492289442468</c:v>
                </c:pt>
                <c:pt idx="8">
                  <c:v>8.4223013048635824</c:v>
                </c:pt>
                <c:pt idx="9">
                  <c:v>8.5409252669039137</c:v>
                </c:pt>
                <c:pt idx="10">
                  <c:v>8.3036773428232511</c:v>
                </c:pt>
                <c:pt idx="11">
                  <c:v>7.8291814946619214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35.526315789473685</c:v>
                </c:pt>
                <c:pt idx="1">
                  <c:v>35.526315789473685</c:v>
                </c:pt>
                <c:pt idx="2">
                  <c:v>35.526315789473685</c:v>
                </c:pt>
                <c:pt idx="3">
                  <c:v>35.526315789473685</c:v>
                </c:pt>
                <c:pt idx="4">
                  <c:v>35.526315789473685</c:v>
                </c:pt>
                <c:pt idx="5">
                  <c:v>35.526315789473685</c:v>
                </c:pt>
                <c:pt idx="6">
                  <c:v>36.842105263157897</c:v>
                </c:pt>
                <c:pt idx="7">
                  <c:v>38.157894736842103</c:v>
                </c:pt>
                <c:pt idx="8">
                  <c:v>38.157894736842103</c:v>
                </c:pt>
                <c:pt idx="9">
                  <c:v>38.157894736842103</c:v>
                </c:pt>
                <c:pt idx="10">
                  <c:v>32.89473684210526</c:v>
                </c:pt>
                <c:pt idx="11">
                  <c:v>32.89473684210526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1.3157894736842106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63.157894736842103</c:v>
                </c:pt>
                <c:pt idx="1">
                  <c:v>63.157894736842103</c:v>
                </c:pt>
                <c:pt idx="2">
                  <c:v>63.157894736842103</c:v>
                </c:pt>
                <c:pt idx="3">
                  <c:v>63.157894736842103</c:v>
                </c:pt>
                <c:pt idx="4">
                  <c:v>63.157894736842103</c:v>
                </c:pt>
                <c:pt idx="5">
                  <c:v>63.157894736842103</c:v>
                </c:pt>
                <c:pt idx="6">
                  <c:v>61.842105263157897</c:v>
                </c:pt>
                <c:pt idx="7">
                  <c:v>57.89473684210526</c:v>
                </c:pt>
                <c:pt idx="8">
                  <c:v>59.210526315789473</c:v>
                </c:pt>
                <c:pt idx="9">
                  <c:v>60.526315789473685</c:v>
                </c:pt>
                <c:pt idx="10">
                  <c:v>56.578947368421055</c:v>
                </c:pt>
                <c:pt idx="11">
                  <c:v>67.10526315789474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2.6315789473684212</c:v>
                </c:pt>
                <c:pt idx="8">
                  <c:v>0</c:v>
                </c:pt>
                <c:pt idx="9">
                  <c:v>0</c:v>
                </c:pt>
                <c:pt idx="10">
                  <c:v>7.8947368421052628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1.3157894736842106</c:v>
                </c:pt>
                <c:pt idx="1">
                  <c:v>1.3157894736842106</c:v>
                </c:pt>
                <c:pt idx="2">
                  <c:v>1.3157894736842106</c:v>
                </c:pt>
                <c:pt idx="3">
                  <c:v>1.3157894736842106</c:v>
                </c:pt>
                <c:pt idx="4">
                  <c:v>1.3157894736842106</c:v>
                </c:pt>
                <c:pt idx="5">
                  <c:v>1.3157894736842106</c:v>
                </c:pt>
                <c:pt idx="6">
                  <c:v>1.3157894736842106</c:v>
                </c:pt>
                <c:pt idx="7">
                  <c:v>1.3157894736842106</c:v>
                </c:pt>
                <c:pt idx="8">
                  <c:v>1.3157894736842106</c:v>
                </c:pt>
                <c:pt idx="9">
                  <c:v>1.3157894736842106</c:v>
                </c:pt>
                <c:pt idx="10">
                  <c:v>2.6315789473684212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49.794238683127574</c:v>
                </c:pt>
                <c:pt idx="1">
                  <c:v>48.971193415637863</c:v>
                </c:pt>
                <c:pt idx="2">
                  <c:v>49.382716049382715</c:v>
                </c:pt>
                <c:pt idx="3">
                  <c:v>49.794238683127574</c:v>
                </c:pt>
                <c:pt idx="4">
                  <c:v>49.794238683127574</c:v>
                </c:pt>
                <c:pt idx="5">
                  <c:v>50.205761316872426</c:v>
                </c:pt>
                <c:pt idx="6">
                  <c:v>49.794238683127574</c:v>
                </c:pt>
                <c:pt idx="7">
                  <c:v>49.794238683127574</c:v>
                </c:pt>
                <c:pt idx="8">
                  <c:v>49.382716049382715</c:v>
                </c:pt>
                <c:pt idx="9">
                  <c:v>48.971193415637863</c:v>
                </c:pt>
                <c:pt idx="10">
                  <c:v>48.971193415637863</c:v>
                </c:pt>
                <c:pt idx="11">
                  <c:v>48.559670781893004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1.2345679012345678</c:v>
                </c:pt>
                <c:pt idx="8">
                  <c:v>0</c:v>
                </c:pt>
                <c:pt idx="9">
                  <c:v>0</c:v>
                </c:pt>
                <c:pt idx="10">
                  <c:v>0.41152263374485598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39.91769547325103</c:v>
                </c:pt>
                <c:pt idx="1">
                  <c:v>39.91769547325103</c:v>
                </c:pt>
                <c:pt idx="2">
                  <c:v>40.74074074074074</c:v>
                </c:pt>
                <c:pt idx="3">
                  <c:v>40.329218106995881</c:v>
                </c:pt>
                <c:pt idx="4">
                  <c:v>40.329218106995881</c:v>
                </c:pt>
                <c:pt idx="5">
                  <c:v>41.97530864197531</c:v>
                </c:pt>
                <c:pt idx="6">
                  <c:v>42.386831275720162</c:v>
                </c:pt>
                <c:pt idx="7">
                  <c:v>39.91769547325103</c:v>
                </c:pt>
                <c:pt idx="8">
                  <c:v>42.386831275720162</c:v>
                </c:pt>
                <c:pt idx="9">
                  <c:v>43.209876543209873</c:v>
                </c:pt>
                <c:pt idx="10">
                  <c:v>44.444444444444443</c:v>
                </c:pt>
                <c:pt idx="11">
                  <c:v>44.855967078189302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0.41152263374485598</c:v>
                </c:pt>
                <c:pt idx="1">
                  <c:v>1.2345679012345678</c:v>
                </c:pt>
                <c:pt idx="2">
                  <c:v>0</c:v>
                </c:pt>
                <c:pt idx="3">
                  <c:v>0</c:v>
                </c:pt>
                <c:pt idx="4">
                  <c:v>0.41152263374485598</c:v>
                </c:pt>
                <c:pt idx="5">
                  <c:v>0.41152263374485598</c:v>
                </c:pt>
                <c:pt idx="6">
                  <c:v>0.41152263374485598</c:v>
                </c:pt>
                <c:pt idx="7">
                  <c:v>1.6460905349794239</c:v>
                </c:pt>
                <c:pt idx="8">
                  <c:v>0.82304526748971196</c:v>
                </c:pt>
                <c:pt idx="9">
                  <c:v>0.41152263374485598</c:v>
                </c:pt>
                <c:pt idx="10">
                  <c:v>0</c:v>
                </c:pt>
                <c:pt idx="11">
                  <c:v>0.41152263374485598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9.8765432098765427</c:v>
                </c:pt>
                <c:pt idx="1">
                  <c:v>9.8765432098765427</c:v>
                </c:pt>
                <c:pt idx="2">
                  <c:v>9.8765432098765427</c:v>
                </c:pt>
                <c:pt idx="3">
                  <c:v>9.8765432098765427</c:v>
                </c:pt>
                <c:pt idx="4">
                  <c:v>9.4650205761316872</c:v>
                </c:pt>
                <c:pt idx="5">
                  <c:v>7.4074074074074074</c:v>
                </c:pt>
                <c:pt idx="6">
                  <c:v>7.4074074074074074</c:v>
                </c:pt>
                <c:pt idx="7">
                  <c:v>7.4074074074074074</c:v>
                </c:pt>
                <c:pt idx="8">
                  <c:v>7.4074074074074074</c:v>
                </c:pt>
                <c:pt idx="9">
                  <c:v>7.4074074074074074</c:v>
                </c:pt>
                <c:pt idx="10">
                  <c:v>6.1728395061728394</c:v>
                </c:pt>
                <c:pt idx="11">
                  <c:v>6.1728395061728394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33.333333333333336</c:v>
                </c:pt>
                <c:pt idx="1">
                  <c:v>33.333333333333336</c:v>
                </c:pt>
                <c:pt idx="2">
                  <c:v>33.333333333333336</c:v>
                </c:pt>
                <c:pt idx="3">
                  <c:v>33.333333333333336</c:v>
                </c:pt>
                <c:pt idx="4">
                  <c:v>34.099616858237546</c:v>
                </c:pt>
                <c:pt idx="5">
                  <c:v>33.716475095785441</c:v>
                </c:pt>
                <c:pt idx="6">
                  <c:v>33.716475095785441</c:v>
                </c:pt>
                <c:pt idx="7">
                  <c:v>34.099616858237546</c:v>
                </c:pt>
                <c:pt idx="8">
                  <c:v>34.482758620689658</c:v>
                </c:pt>
                <c:pt idx="9">
                  <c:v>34.865900383141764</c:v>
                </c:pt>
                <c:pt idx="10">
                  <c:v>34.865900383141764</c:v>
                </c:pt>
                <c:pt idx="11">
                  <c:v>34.865900383141764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0.76628352490421459</c:v>
                </c:pt>
                <c:pt idx="1">
                  <c:v>1.5325670498084292</c:v>
                </c:pt>
                <c:pt idx="2">
                  <c:v>0.38314176245210729</c:v>
                </c:pt>
                <c:pt idx="3">
                  <c:v>2.2988505747126435</c:v>
                </c:pt>
                <c:pt idx="4">
                  <c:v>4.5977011494252871</c:v>
                </c:pt>
                <c:pt idx="5">
                  <c:v>1.1494252873563218</c:v>
                </c:pt>
                <c:pt idx="6">
                  <c:v>1.1494252873563218</c:v>
                </c:pt>
                <c:pt idx="7">
                  <c:v>2.2988505747126435</c:v>
                </c:pt>
                <c:pt idx="8">
                  <c:v>0.38314176245210729</c:v>
                </c:pt>
                <c:pt idx="9">
                  <c:v>1.5325670498084292</c:v>
                </c:pt>
                <c:pt idx="10">
                  <c:v>0.38314176245210729</c:v>
                </c:pt>
                <c:pt idx="11">
                  <c:v>0.38314176245210729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54.022988505747129</c:v>
                </c:pt>
                <c:pt idx="1">
                  <c:v>54.406130268199234</c:v>
                </c:pt>
                <c:pt idx="2">
                  <c:v>54.022988505747129</c:v>
                </c:pt>
                <c:pt idx="3">
                  <c:v>52.107279693486589</c:v>
                </c:pt>
                <c:pt idx="4">
                  <c:v>45.21072796934866</c:v>
                </c:pt>
                <c:pt idx="5">
                  <c:v>56.70498084291188</c:v>
                </c:pt>
                <c:pt idx="6">
                  <c:v>56.321839080459768</c:v>
                </c:pt>
                <c:pt idx="7">
                  <c:v>52.490421455938694</c:v>
                </c:pt>
                <c:pt idx="8">
                  <c:v>59.003831417624518</c:v>
                </c:pt>
                <c:pt idx="9">
                  <c:v>57.47126436781609</c:v>
                </c:pt>
                <c:pt idx="10">
                  <c:v>58.620689655172413</c:v>
                </c:pt>
                <c:pt idx="11">
                  <c:v>59.38697318007663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1.1494252873563218</c:v>
                </c:pt>
                <c:pt idx="1">
                  <c:v>0</c:v>
                </c:pt>
                <c:pt idx="2">
                  <c:v>1.5325670498084292</c:v>
                </c:pt>
                <c:pt idx="3">
                  <c:v>1.5325670498084292</c:v>
                </c:pt>
                <c:pt idx="4">
                  <c:v>8.0459770114942533</c:v>
                </c:pt>
                <c:pt idx="5">
                  <c:v>1.1494252873563218</c:v>
                </c:pt>
                <c:pt idx="6">
                  <c:v>1.5325670498084292</c:v>
                </c:pt>
                <c:pt idx="7">
                  <c:v>4.5977011494252871</c:v>
                </c:pt>
                <c:pt idx="8">
                  <c:v>0.38314176245210729</c:v>
                </c:pt>
                <c:pt idx="9">
                  <c:v>0.76628352490421459</c:v>
                </c:pt>
                <c:pt idx="10">
                  <c:v>1.5325670498084292</c:v>
                </c:pt>
                <c:pt idx="11">
                  <c:v>0.76628352490421459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10.727969348659004</c:v>
                </c:pt>
                <c:pt idx="1">
                  <c:v>10.727969348659004</c:v>
                </c:pt>
                <c:pt idx="2">
                  <c:v>10.727969348659004</c:v>
                </c:pt>
                <c:pt idx="3">
                  <c:v>10.727969348659004</c:v>
                </c:pt>
                <c:pt idx="4">
                  <c:v>8.0459770114942533</c:v>
                </c:pt>
                <c:pt idx="5">
                  <c:v>7.2796934865900385</c:v>
                </c:pt>
                <c:pt idx="6">
                  <c:v>7.2796934865900385</c:v>
                </c:pt>
                <c:pt idx="7">
                  <c:v>6.5134099616858236</c:v>
                </c:pt>
                <c:pt idx="8">
                  <c:v>5.7471264367816088</c:v>
                </c:pt>
                <c:pt idx="9">
                  <c:v>5.3639846743295019</c:v>
                </c:pt>
                <c:pt idx="10">
                  <c:v>4.5977011494252871</c:v>
                </c:pt>
                <c:pt idx="11">
                  <c:v>4.5977011494252871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45.744680851063826</c:v>
                </c:pt>
                <c:pt idx="1">
                  <c:v>45.744680851063826</c:v>
                </c:pt>
                <c:pt idx="2">
                  <c:v>47.872340425531917</c:v>
                </c:pt>
                <c:pt idx="3">
                  <c:v>47.340425531914896</c:v>
                </c:pt>
                <c:pt idx="4">
                  <c:v>51.595744680851062</c:v>
                </c:pt>
                <c:pt idx="5">
                  <c:v>51.595744680851062</c:v>
                </c:pt>
                <c:pt idx="6">
                  <c:v>51.595744680851062</c:v>
                </c:pt>
                <c:pt idx="7">
                  <c:v>51.063829787234042</c:v>
                </c:pt>
                <c:pt idx="8">
                  <c:v>52.659574468085104</c:v>
                </c:pt>
                <c:pt idx="9">
                  <c:v>52.659574468085104</c:v>
                </c:pt>
                <c:pt idx="10">
                  <c:v>52.127659574468083</c:v>
                </c:pt>
                <c:pt idx="11">
                  <c:v>53.191489361702125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0.53191489361702127</c:v>
                </c:pt>
                <c:pt idx="1">
                  <c:v>0</c:v>
                </c:pt>
                <c:pt idx="2">
                  <c:v>0</c:v>
                </c:pt>
                <c:pt idx="3">
                  <c:v>3.1914893617021276</c:v>
                </c:pt>
                <c:pt idx="4">
                  <c:v>1.5957446808510638</c:v>
                </c:pt>
                <c:pt idx="5">
                  <c:v>2.1276595744680851</c:v>
                </c:pt>
                <c:pt idx="6">
                  <c:v>1.5957446808510638</c:v>
                </c:pt>
                <c:pt idx="7">
                  <c:v>6.9148936170212769</c:v>
                </c:pt>
                <c:pt idx="8">
                  <c:v>3.1914893617021276</c:v>
                </c:pt>
                <c:pt idx="9">
                  <c:v>2.6595744680851063</c:v>
                </c:pt>
                <c:pt idx="10">
                  <c:v>0</c:v>
                </c:pt>
                <c:pt idx="11">
                  <c:v>3.7234042553191489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6.3829787234042552</c:v>
                </c:pt>
                <c:pt idx="1">
                  <c:v>7.4468085106382977</c:v>
                </c:pt>
                <c:pt idx="2">
                  <c:v>0</c:v>
                </c:pt>
                <c:pt idx="3">
                  <c:v>14.893617021276595</c:v>
                </c:pt>
                <c:pt idx="4">
                  <c:v>19.148936170212767</c:v>
                </c:pt>
                <c:pt idx="5">
                  <c:v>19.148936170212767</c:v>
                </c:pt>
                <c:pt idx="6">
                  <c:v>19.680851063829788</c:v>
                </c:pt>
                <c:pt idx="7">
                  <c:v>12.23404255319149</c:v>
                </c:pt>
                <c:pt idx="8">
                  <c:v>22.340425531914892</c:v>
                </c:pt>
                <c:pt idx="9">
                  <c:v>22.340425531914892</c:v>
                </c:pt>
                <c:pt idx="10">
                  <c:v>25</c:v>
                </c:pt>
                <c:pt idx="11">
                  <c:v>17.553191489361701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0.53191489361702127</c:v>
                </c:pt>
                <c:pt idx="1">
                  <c:v>0</c:v>
                </c:pt>
                <c:pt idx="2">
                  <c:v>11.170212765957446</c:v>
                </c:pt>
                <c:pt idx="3">
                  <c:v>5.3191489361702127</c:v>
                </c:pt>
                <c:pt idx="4">
                  <c:v>3.1914893617021276</c:v>
                </c:pt>
                <c:pt idx="5">
                  <c:v>2.6595744680851063</c:v>
                </c:pt>
                <c:pt idx="6">
                  <c:v>1.5957446808510638</c:v>
                </c:pt>
                <c:pt idx="7">
                  <c:v>10.106382978723405</c:v>
                </c:pt>
                <c:pt idx="8">
                  <c:v>2.1276595744680851</c:v>
                </c:pt>
                <c:pt idx="9">
                  <c:v>1.5957446808510638</c:v>
                </c:pt>
                <c:pt idx="10">
                  <c:v>2.1276595744680851</c:v>
                </c:pt>
                <c:pt idx="11">
                  <c:v>4.7872340425531918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04/2025</c:v>
                </c:pt>
                <c:pt idx="1">
                  <c:v>05/2025</c:v>
                </c:pt>
                <c:pt idx="2">
                  <c:v>06/2025</c:v>
                </c:pt>
                <c:pt idx="3">
                  <c:v>07/2025</c:v>
                </c:pt>
                <c:pt idx="4">
                  <c:v>08/2025</c:v>
                </c:pt>
                <c:pt idx="5">
                  <c:v>09/2025</c:v>
                </c:pt>
                <c:pt idx="6">
                  <c:v>10/2025</c:v>
                </c:pt>
                <c:pt idx="7">
                  <c:v>11/2025</c:v>
                </c:pt>
                <c:pt idx="8">
                  <c:v>12/2025</c:v>
                </c:pt>
                <c:pt idx="9">
                  <c:v>01/2026</c:v>
                </c:pt>
                <c:pt idx="10">
                  <c:v>02/2026</c:v>
                </c:pt>
                <c:pt idx="11">
                  <c:v>03/2026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46.808510638297875</c:v>
                </c:pt>
                <c:pt idx="1">
                  <c:v>46.808510638297875</c:v>
                </c:pt>
                <c:pt idx="2">
                  <c:v>40.957446808510639</c:v>
                </c:pt>
                <c:pt idx="3">
                  <c:v>29.25531914893617</c:v>
                </c:pt>
                <c:pt idx="4">
                  <c:v>24.468085106382979</c:v>
                </c:pt>
                <c:pt idx="5">
                  <c:v>24.468085106382979</c:v>
                </c:pt>
                <c:pt idx="6">
                  <c:v>25.531914893617021</c:v>
                </c:pt>
                <c:pt idx="7">
                  <c:v>19.680851063829788</c:v>
                </c:pt>
                <c:pt idx="8">
                  <c:v>19.680851063829788</c:v>
                </c:pt>
                <c:pt idx="9">
                  <c:v>20.74468085106383</c:v>
                </c:pt>
                <c:pt idx="10">
                  <c:v>20.74468085106383</c:v>
                </c:pt>
                <c:pt idx="11">
                  <c:v>20.74468085106383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3206-5A0F-6590-5CC2-8128E297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35E41-5775-0107-E6CF-D4AEE682D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D9C8D-B649-9612-CD2B-DCF6CEA0A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1303-806E-A123-9657-CCEC8C32C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20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1DC2-F944-34DD-B764-85BED2F0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AABBC-4283-B289-4871-B4E7AF2C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EA979-5454-3EEC-CBC8-37F698F3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5A1BD-6926-2626-8E5D-55F3DAC16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89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A897-55A7-2447-F783-128B0CFB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104CF-C963-7F07-8CBB-81BC53752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76AC3-E364-BACE-9255-7FEDBC106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BDFFB-1DE8-A17E-1199-64339F16E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9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BE28-66CD-D44C-0C55-AC9782C0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A4409-553C-FD5A-DFB7-732380633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879E-AF06-1362-CB5F-F90FA6865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FB8AC-ED1E-0E2E-5AF2-507128B54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92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862A-F09F-91B5-B819-242958E8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E31BB-F827-E21D-B159-D85EAFD8E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7BD65-F7D4-27E5-1285-CD1B365EC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E97A5-3B47-5DA4-12BE-7F0013740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89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525A-77B9-4F45-8B5F-B3F774D8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55FC7-AD94-D9A7-D34B-DADFAE57C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22277-C214-6DF7-231D-6BEE9F1E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2DA4-1468-1278-5185-5DACC01D1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7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Sigrid objectives report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12,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69EBE-D781-BBE7-29B3-57566E620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CEA32-D081-8FDD-76C5-C241F43874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between February 2026 and March 2026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187844"/>
              </p:ext>
            </p:extLst>
          </p:nvPr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51043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57F2-BA89-4390-88ED-8FB60EF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8348F-B34F-B964-E35D-39DECE3BF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84645-C932-640A-5E4B-F4B967838F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47F5DA-4282-38F9-1499-DF601816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per team between February 2026 and March 2026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EC5A35-9538-D995-065E-528B18F85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175620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29A40A-AF83-BB5A-88A1-56A221C73FA2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F4431-111B-9E39-96DA-E7355B3BFC0A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280770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429BB-1FAC-98FE-7D71-42B7D87DA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81411-6610-CAFD-EA1C-81FD4B0238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per capability between February 2026 and March 2026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65904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0040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600E-1C52-CB46-5D36-227AF7C7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EDD46-211F-38F5-AB6D-EB1744922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77B15-64A3-766F-A6A8-B3999BFA41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9A4AB2-1C46-4914-7434-6FBDA68D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 over time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ED42228-B917-5A3E-BB6B-9871F4C489AA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32C182B-21A7-0B3F-FD20-1EAE8DC029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8F0D0-4FE8-9F07-C0C1-9B71E7D05D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9751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3A228-91DD-866A-C3BE-29D9BA0B0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D074-760A-27AF-25CE-E2511AFEA5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10002-51D8-CFBC-BD3F-963973A8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34E21-7EB0-8655-1FAF-0FBBAA9791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endParaRPr lang="en-US" sz="3200" b="1"/>
          </a:p>
          <a:p>
            <a:pPr marL="0" indent="0" algn="ctr">
              <a:buNone/>
            </a:pPr>
            <a:r>
              <a:rPr lang="en-US" sz="3200" b="1"/>
              <a:t>OBJECTIVES: TREND PER CAPABILITY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74427A-C727-A25F-00F6-6BA35F10855E}"/>
              </a:ext>
            </a:extLst>
          </p:cNvPr>
          <p:cNvSpPr/>
          <p:nvPr/>
        </p:nvSpPr>
        <p:spPr>
          <a:xfrm>
            <a:off x="1371600" y="0"/>
            <a:ext cx="10820400" cy="11862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65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7E0E-1EF7-93CB-AE93-58F5DBBB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1CC23F-34A9-CAB4-F1AC-61CD4A137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71F33-EC6D-15CB-7964-1A1BA3BB3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F13107-CDB7-AC85-5C5F-E7555AB7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Security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A804B61-8F8C-C6D5-94BB-B5CA583E7BE3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3D52BC-C3E2-2451-161B-F52A7FA9705A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DB332-5B7A-58F8-1634-D547EFC67F5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41665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F245-3442-A171-4B71-8976E674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7DFA2-EE79-84D9-93B7-40E7783C2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3577-CF80-4497-779B-F8F9B64983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3ACF5B-388E-198E-FD05-ADCFD074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Open Source Health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551057A-38E3-B1CD-A98D-FA6566BDC6A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C2DE49-7433-6CBC-CA29-7C7939288C8E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31CF1D-7DAE-FF14-4371-2186B59208F0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77415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EC71-BF20-1EC9-6B8D-E66363F2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9F4491-51CB-EEE5-D092-EF2325FC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B6BA-D3E5-6DBC-BA5D-B53502B31A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BDABA6-F829-DABD-783E-014F9238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Maintainability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309D7A3-6D2B-5238-FDCA-89277EA3E24A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44A357-894B-360C-F02D-0E805F440A5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BF43F-4B27-019F-F6AA-84146EA48A8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00949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A77C-7A9E-2604-6B02-6FB6C57A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830A8F-64E7-1C1D-24C6-C12102806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722AC-8C8A-2B3B-1671-FE6B7573FD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SIGRID OBJECTIVES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C0CB5-4975-B41B-F265-6AE5A3F2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towards objectives: Architecture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BB521E4-96ED-814A-B322-AFBA0633E84C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FE74E7-A4E7-D99A-A30E-92E30405FE49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600" dirty="0" err="1">
                <a:solidFill>
                  <a:srgbClr val="0066F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Objective met    </a:t>
            </a:r>
            <a:r>
              <a:rPr lang="en-US" sz="1600" dirty="0" err="1">
                <a:solidFill>
                  <a:srgbClr val="67E77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Improved    </a:t>
            </a:r>
            <a:r>
              <a:rPr lang="en-US" sz="1600" dirty="0" err="1">
                <a:solidFill>
                  <a:srgbClr val="BFC4CF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Unchanged    </a:t>
            </a:r>
            <a:r>
              <a:rPr lang="en-US" sz="1600" dirty="0" err="1">
                <a:solidFill>
                  <a:srgbClr val="F0624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Worsened    </a:t>
            </a:r>
            <a:r>
              <a:rPr lang="en-US" sz="1600" dirty="0" err="1">
                <a:solidFill>
                  <a:schemeClr val="bg1"/>
                </a:solidFill>
              </a:rPr>
              <a:t>⬤</a:t>
            </a:r>
            <a:r>
              <a:rPr lang="en-US" sz="1600" dirty="0" err="1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E5897-263B-F75F-BB48-770410B9BCFB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26135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22857</TotalTime>
  <Words>219</Words>
  <Application>Microsoft Macintosh PowerPoint</Application>
  <PresentationFormat>Widescreen</PresentationFormat>
  <Paragraphs>56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Progress towards objectives between February 2026 and March 2026</vt:lpstr>
      <vt:lpstr>Progress towards objectives per team between February 2026 and March 2026</vt:lpstr>
      <vt:lpstr>Progress towards objectives per capability between February 2026 and March 2026</vt:lpstr>
      <vt:lpstr>Progress towards objectives over time</vt:lpstr>
      <vt:lpstr>PowerPoint Presentation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201</cp:revision>
  <cp:lastPrinted>2020-07-02T15:41:27Z</cp:lastPrinted>
  <dcterms:created xsi:type="dcterms:W3CDTF">2024-01-03T15:04:34Z</dcterms:created>
  <dcterms:modified xsi:type="dcterms:W3CDTF">2026-03-12T17:21:05Z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