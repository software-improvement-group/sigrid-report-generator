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516" r:id="rId5"/>
    <p:sldId id="517" r:id="rId6"/>
    <p:sldId id="519" r:id="rId7"/>
    <p:sldId id="518" r:id="rId8"/>
    <p:sldId id="520" r:id="rId9"/>
    <p:sldId id="521" r:id="rId10"/>
    <p:sldId id="52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54B"/>
    <a:srgbClr val="FFFFFF"/>
    <a:srgbClr val="FEF5BA"/>
    <a:srgbClr val="DFC100"/>
    <a:srgbClr val="E78E17"/>
    <a:srgbClr val="910813"/>
    <a:srgbClr val="CF4731"/>
    <a:srgbClr val="EBC937"/>
    <a:srgbClr val="DB4A3D"/>
    <a:srgbClr val="F00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175"/>
    <p:restoredTop sz="96327"/>
  </p:normalViewPr>
  <p:slideViewPr>
    <p:cSldViewPr snapToGrid="0" snapToObjects="1" showGuides="1">
      <p:cViewPr varScale="1">
        <p:scale>
          <a:sx n="33" d="100"/>
          <a:sy n="33" d="100"/>
        </p:scale>
        <p:origin x="392" y="62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38741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13 lines occurring 31 times in CandidatePipelineResult.scala, ContentFeatures.scala, MixerPipelineResult.scala, RecommendationPipelineResult.scala, UpdateTimelinesPersistenceStoreSideEffect.scala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390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System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19 lines occurring 21 times in ContentFeatures.scala, RecommendationPipelineResult.scala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380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System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14 lines occurring 27 times in ContentFeatures.scala, RecommendationPipelineResult.scala, UpdateTimelinesPersistenceStoreSideEffect.scala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364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System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50 lines occurring 4 times in Main.scala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150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8 lines occurring 57 times in CandidatePipelineResult.scala, ContentFeatures.scala, MixerPipelineResult.scala, ProductPipelineResult.scala, RecommendationPipelineResult.scala, UpdateTimelinesPersistenceStoreSideEffect.scala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448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System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61 lines occurring 3 times in FeatureStoreGizmoduckSource.scala, FeatureStoreTimelinesAuthorSource.scala, FeatureStoreUserMetricCountsSource.scala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122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12 lines occurring 10 times in VisibilityPolicy.scala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25 lines occurring 5 times in AggregatableFavBasedProducerEmbeddings.scala, AggregatableFollowBasedProducerEmbeddings.scala, AggregatableLogFavBasedProducerEmbeddings.scala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100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20 lines occurring 5 times in VisibilityPolicy.scala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80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15 lines occurring 6 times in VisibilityPolicy.scala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75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68 lines occurring 2 times in TweetMediaFeatureExtractor.scala, TweetMediaFeaturesExtractor.scala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System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66 lines occurring 2 times in ProducerBasedUnifiedSimilarityEngine.scala, TweetBasedUnifiedSimilarityEngine.scala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66 lines occurring 2 times in Main.scala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Component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11 lines occurring 7 times in FreedomOfSpeechNotReach.scala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66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File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6643359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CandidatePipelineBuilder.build(ComponentIdentifierStack,BaseCandidatePipelineConfig)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557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product-mixer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UUABasedClusterToTweetIndexGenerationJob.convertActionTypesSeqToString(Seq)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468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argument_parser.py:get_trainer_parser()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386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twml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EarlybirdAdapter.setFeatures(Option,RichDataRecord)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303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home-mixer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get(Query)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283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nsfw_media.py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273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trust_and_safety_models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TombstoneVisibilityLibrary.apply(TombstoneVisibilityRequest)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257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15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visibilitylib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ScoringPipelineBuilder.build(ComponentIdentifierStack,ScoringPipelineConfig)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255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product-mixer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ftr_tweet_embeddings.sql.$defaultUnit1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247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-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PL/SQL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get(Query)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220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EarlybirdServerFactory.makeEarlybirdServer(EarlybirdWireModule)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212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SimClustersInterestedInCandidateGeneration.fromParams(InternalId,configapi.Params)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209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SimClustersInterestedInCandidateGeneration.get(SimClustersInterestedInCandidateGeneration.Query)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208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251483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SimClustersInterestedInCandidateGeneration.get(SimClustersInterestedInCandidateGeneration.Query)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208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44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FeatureBasedScoringFunction.updateLinearScoringData(float)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EarlybirdLuceneQueryVisitor.visit(SearchOperator)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63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FeatureBasedScoringFunction.generateExplanationForBoosts(LinearScoringData,boolean)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LinearScoringParams.LinearScoringParams(ThriftSearchQuery,ThriftRankingParams)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FeatureBasedScoringFunction.applyBoosts(LinearScoringData,double,boolean,boolean)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46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TweetEventParseHelper.getTwitterMessageFromCreationEvent(TweetCreateEvent,List&lt;PenguinVersion&gt;,DebugEvents)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131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src/java/com/twitter/search/ingester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FacetResponseMerger.fillFacetFieldResults(FacetsResultsUtils.FacetFieldInfo,Map,ThriftFacetFieldResults)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src/java/com/twitter/search/earlybird_root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Trainer.__init__(name,params,build_graph_fn,metric_fn,optimize_loss_fn,run_config,save_dir,init_from_dir,init_map,warm_start_from,profiler_steps,kwargs)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twml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Trainer.learn(train_input_fn,eval_input_fn,train_max_steps,train_steps,eval_steps,train_hooks,eval_hooks,early_stop_metric,early_stop_patience,early_stop_minimize,early_stop_tolerance,start_epoch,exporters,export_output_fn,max_duration)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15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twml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LinearScoringData.getPropertyExplanation()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0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TimelineItemContentMarshaller.apply(TimelineItem)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product-mixer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get(Query)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283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690946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UtegLikedByTweetsSource.UtegLikedByTweetsSource(UserTweetEntityGraphClient,GizmoduckClient,SearchClient,TweetyPieClient,UserMetadataClient,FollowGraphDataProvider,Store,StatsReceiver)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201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timelineranker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InNetworkTweetSource.InNetworkTweetSource(GizmoduckClient,SearchClient,SearchClient,TweetyPieClient,UserMetadataClient,FollowGraphDataProvider,Store,VisibilityEnforcer,StatsReceiver)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timelineranker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TweetVisibilityLibrary.apply(VisibilityLibrary,UserSource,UserRelationshipSource,KeywordMatcher.Matcher,InvitedToConversationRepo,Decider,StratoClient,LocalizationSource,TweetPerspectiveSource,TweetMediaMetadataSource,TombstoneGenerator,LocalizedInterstit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186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14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visibilitylib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TweetJob.generate(SimClustersTweetProfile,Producer,P#Service,P#Store,P#Store,P#Store,Option,JobId)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150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EarlybirdWireModule.provideEarlybirdStartup(PartitionManager,UserUpdatesStreamIndexer,UserScrubGeoEventStreamIndexer,AudioSpaceEventsStreamIndexer,DynamicPartitionConfig,CriticalExceptionHandler,SegmentManager,MultiSegmentTermDictionaryManager,QueryCacheM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16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UpdateKnownForApps.runUpdateKnownForGeneric(Args,TypedPipe,TypedPipe,String,TypedPipe=&gt;Execution,=&gt;TypedPipe,Boolean,DateRange,UniqueID)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TweetInfoStoreModule.providesTweetInfoStore(StatsReceiver,ServiceIdentifier,StratoClient,MemcachedClient,ManhattanKVClientMtlsParams,TweetService.MethodPerEndpoint,UserTweetGraphPlus.MethodPerEndpoint,ReadableStore,CrMixerDecider)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127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cr-mixer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PushServiceVisibilityLibrary.apply(VisibilityLibrary,UserSource,UserRelationshipSource,StratoClient,Gate,ReadableStore,ReadableStore,-,StatsReceiver)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visibilitylib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RecapAuthorSource.RecapAuthorSource(GizmoduckClient,SearchClient,TweetyPieClient,UserMetadataClient,FollowGraphDataProvider,Store,VisibilityEnforcer,StatsReceiver)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timelineranker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Trainer.__init__(name,params,build_graph_fn,metric_fn,optimize_loss_fn,run_config,save_dir,init_from_dir,init_map,warm_start_from,profiler_steps,kwargs)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97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27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twml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ClusterDetailsJob.run(TypedPipe,Int,String,TypedPipe,TypedPipe,Option,Option,Option,Double,UniqueID)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InterestedInTwiceBaseApp.getMultiEmbeddingPerUser(TypedPipe,TypedPipe,ClusteringMethod,Int,ClusterRepresentativeSelectionMethod,Int,UniqueID)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Trainer.learn(train_input_fn,eval_input_fn,train_max_steps,train_steps,eval_steps,train_hooks,eval_hooks,early_stop_metric,early_stop_patience,early_stop_minimize,early_stop_tolerance,start_epoch,exporters,export_output_fn,max_duration)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33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twml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Python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251971"/>
              </p:ext>
            </p:extLst>
          </p:nvPr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Condition.scala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2017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63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visibilitylib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TwitterMessage.java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328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Action.scala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749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170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visibilitylib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EarlybirdThriftDocumentBuilder.java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595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SchemaBuilder.java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508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110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InvertedRealtimeIndex.java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407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72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EarlybirdIndexSegmentData.java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340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133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EarlybirdProperty.java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324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SegmentInfo.java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317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272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TwitterBaseStage.java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259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168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src/java/com/twitter/search/ingester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Util.scala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254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58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src/scala/com/twitter/simclusters_v2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Scala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EarlybirdConfig.java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246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143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src/java/com/twitter/search/earlybird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EarlybirdDocumentFeatures.java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178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Regular"/>
                        </a:rPr>
                        <a:t>129</a:t>
                      </a: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59789"/>
              </p:ext>
            </p:extLst>
          </p:nvPr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Cyclic dependency between src/java/com/twitter/search/common and src/java/com/twitter/search/ingester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High communication density on src/java/com/twitter/search/common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Medium communication density on src/java/com/twitter/search/earlybird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Medium communication density on cr-mixer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Medium communication density on src/scala/com/twitter/simclusters_v2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Medium communication density on product-mixer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974292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40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EarlybirdIndexSegmentData.java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340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EarlybirdRealtimeIndexSegmentData.java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201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EarlybirdLuceneIndexSegmentData.java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165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IndexOptimizer.java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154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AbstractFacetCountingArray.java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146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FacetIDMap.java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113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EarlybirdIndexSegmentAtomicReader.java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89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FacetCountState.java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64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QueryCostTracker.java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33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src/java/com/twitter/search/core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VisibleTokenRatioUtil.java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28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src/java/com/twitter/search/ingester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EarlybirdFieldConstants.java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897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TwitterMessage.java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875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2"/>
                          </a:solidFill>
                          <a:latin typeface="Calibri Bold"/>
                        </a:rPr>
                        <a:t>ImmutableSchema.java</a:t>
                      </a: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692</a:t>
                      </a:r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src/java/com/twitter/search/common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b="0" i="0" sz="1200" u="none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latin typeface="Calibri Regular"/>
                        </a:rPr>
                        <a:t>Java</a:t>
                      </a: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22559</TotalTime>
  <Words>204</Words>
  <Application>Microsoft Macintosh PowerPoint</Application>
  <PresentationFormat>Widescreen</PresentationFormat>
  <Paragraphs>94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168</cp:revision>
  <cp:lastPrinted>2020-07-02T15:41:27Z</cp:lastPrinted>
  <dcterms:created xsi:type="dcterms:W3CDTF">2024-01-03T15:04:34Z</dcterms:created>
  <dcterms:modified xsi:type="dcterms:W3CDTF">2025-07-16T17:44:03Z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