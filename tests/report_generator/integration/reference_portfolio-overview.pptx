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colors15.xml" ContentType="application/vnd.ms-office.chartcolorstyle+xml"/>
  <Override PartName="/ppt/charts/colors16.xml" ContentType="application/vnd.ms-office.chartcolorstyle+xml"/>
  <Override PartName="/ppt/charts/colors17.xml" ContentType="application/vnd.ms-office.chartcolorstyle+xml"/>
  <Override PartName="/ppt/charts/colors18.xml" ContentType="application/vnd.ms-office.chartcolorstyle+xml"/>
  <Override PartName="/ppt/charts/colors19.xml" ContentType="application/vnd.ms-office.chartcolorstyle+xml"/>
  <Override PartName="/ppt/charts/colors2.xml" ContentType="application/vnd.ms-office.chartcolorstyle+xml"/>
  <Override PartName="/ppt/charts/colors20.xml" ContentType="application/vnd.ms-office.chartcolorstyle+xml"/>
  <Override PartName="/ppt/charts/colors21.xml" ContentType="application/vnd.ms-office.chartcolorstyle+xml"/>
  <Override PartName="/ppt/charts/colors22.xml" ContentType="application/vnd.ms-office.chartcolorstyle+xml"/>
  <Override PartName="/ppt/charts/colors23.xml" ContentType="application/vnd.ms-office.chartcolorstyle+xml"/>
  <Override PartName="/ppt/charts/colors24.xml" ContentType="application/vnd.ms-office.chartcolorstyle+xml"/>
  <Override PartName="/ppt/charts/colors25.xml" ContentType="application/vnd.ms-office.chartcolorstyle+xml"/>
  <Override PartName="/ppt/charts/colors26.xml" ContentType="application/vnd.ms-office.chartcolorstyle+xml"/>
  <Override PartName="/ppt/charts/colors27.xml" ContentType="application/vnd.ms-office.chartcolorstyle+xml"/>
  <Override PartName="/ppt/charts/colors28.xml" ContentType="application/vnd.ms-office.chartcolorstyle+xml"/>
  <Override PartName="/ppt/charts/colors29.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charts/style15.xml" ContentType="application/vnd.ms-office.chartstyle+xml"/>
  <Override PartName="/ppt/charts/style16.xml" ContentType="application/vnd.ms-office.chartstyle+xml"/>
  <Override PartName="/ppt/charts/style17.xml" ContentType="application/vnd.ms-office.chartstyle+xml"/>
  <Override PartName="/ppt/charts/style18.xml" ContentType="application/vnd.ms-office.chartstyle+xml"/>
  <Override PartName="/ppt/charts/style19.xml" ContentType="application/vnd.ms-office.chartstyle+xml"/>
  <Override PartName="/ppt/charts/style2.xml" ContentType="application/vnd.ms-office.chartstyle+xml"/>
  <Override PartName="/ppt/charts/style20.xml" ContentType="application/vnd.ms-office.chartstyle+xml"/>
  <Override PartName="/ppt/charts/style21.xml" ContentType="application/vnd.ms-office.chartstyle+xml"/>
  <Override PartName="/ppt/charts/style22.xml" ContentType="application/vnd.ms-office.chartstyle+xml"/>
  <Override PartName="/ppt/charts/style23.xml" ContentType="application/vnd.ms-office.chartstyle+xml"/>
  <Override PartName="/ppt/charts/style24.xml" ContentType="application/vnd.ms-office.chartstyle+xml"/>
  <Override PartName="/ppt/charts/style25.xml" ContentType="application/vnd.ms-office.chartstyle+xml"/>
  <Override PartName="/ppt/charts/style26.xml" ContentType="application/vnd.ms-office.chartstyle+xml"/>
  <Override PartName="/ppt/charts/style27.xml" ContentType="application/vnd.ms-office.chartstyle+xml"/>
  <Override PartName="/ppt/charts/style28.xml" ContentType="application/vnd.ms-office.chartstyle+xml"/>
  <Override PartName="/ppt/charts/style29.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handoutMasterIdLst>
    <p:handoutMasterId r:id="rId43"/>
  </p:handoutMasterIdLst>
  <p:sldIdLst>
    <p:sldId id="1973" r:id="rId5"/>
    <p:sldId id="11390" r:id="rId6"/>
    <p:sldId id="10749" r:id="rId7"/>
    <p:sldId id="10751" r:id="rId8"/>
    <p:sldId id="10753" r:id="rId9"/>
    <p:sldId id="10750" r:id="rId10"/>
    <p:sldId id="10754" r:id="rId11"/>
    <p:sldId id="10755" r:id="rId12"/>
    <p:sldId id="10756" r:id="rId13"/>
    <p:sldId id="11363" r:id="rId14"/>
    <p:sldId id="11364" r:id="rId15"/>
    <p:sldId id="11365" r:id="rId16"/>
    <p:sldId id="11366" r:id="rId17"/>
    <p:sldId id="11367" r:id="rId18"/>
    <p:sldId id="11368" r:id="rId19"/>
    <p:sldId id="11369" r:id="rId20"/>
    <p:sldId id="11370" r:id="rId21"/>
    <p:sldId id="11389" r:id="rId22"/>
    <p:sldId id="11371" r:id="rId23"/>
    <p:sldId id="10757" r:id="rId24"/>
    <p:sldId id="11409" r:id="rId25"/>
    <p:sldId id="11410" r:id="rId26"/>
    <p:sldId id="11403" r:id="rId27"/>
    <p:sldId id="11404" r:id="rId28"/>
    <p:sldId id="11387" r:id="rId29"/>
    <p:sldId id="11384" r:id="rId30"/>
    <p:sldId id="11374" r:id="rId31"/>
    <p:sldId id="11405" r:id="rId32"/>
    <p:sldId id="11406" r:id="rId33"/>
    <p:sldId id="11402" r:id="rId34"/>
    <p:sldId id="11376" r:id="rId35"/>
    <p:sldId id="11284" r:id="rId36"/>
    <p:sldId id="11377" r:id="rId37"/>
    <p:sldId id="11415" r:id="rId38"/>
    <p:sldId id="11416" r:id="rId39"/>
    <p:sldId id="11417" r:id="rId40"/>
    <p:sldId id="11418"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54"/>
    <p:restoredTop sz="96763"/>
  </p:normalViewPr>
  <p:slideViewPr>
    <p:cSldViewPr snapToGrid="0" snapToObjects="1" showGuides="1">
      <p:cViewPr varScale="1">
        <p:scale>
          <a:sx n="173" d="100"/>
          <a:sy n="173" d="100"/>
        </p:scale>
        <p:origin x="232" y="125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handoutMaster" Target="handoutMasters/handout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microsoft.com/office/2011/relationships/chartStyle" Target="style15.xml"/><Relationship Id="rId2" Type="http://schemas.microsoft.com/office/2011/relationships/chartColorStyle" Target="colors15.xml"/><Relationship Id="rId3"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microsoft.com/office/2011/relationships/chartStyle" Target="style16.xml"/><Relationship Id="rId2" Type="http://schemas.microsoft.com/office/2011/relationships/chartColorStyle" Target="colors16.xml"/><Relationship Id="rId3"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microsoft.com/office/2011/relationships/chartStyle" Target="style17.xml"/><Relationship Id="rId2" Type="http://schemas.microsoft.com/office/2011/relationships/chartColorStyle" Target="colors17.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8.xml"/><Relationship Id="rId2" Type="http://schemas.microsoft.com/office/2011/relationships/chartColorStyle" Target="colors18.xml"/><Relationship Id="rId3"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9.xml"/><Relationship Id="rId2" Type="http://schemas.microsoft.com/office/2011/relationships/chartColorStyle" Target="colors19.xml"/><Relationship Id="rId3"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microsoft.com/office/2011/relationships/chartStyle" Target="style20.xml"/><Relationship Id="rId2" Type="http://schemas.microsoft.com/office/2011/relationships/chartColorStyle" Target="colors20.xml"/><Relationship Id="rId3"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microsoft.com/office/2011/relationships/chartStyle" Target="style21.xml"/><Relationship Id="rId2" Type="http://schemas.microsoft.com/office/2011/relationships/chartColorStyle" Target="colors21.xml"/><Relationship Id="rId3"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microsoft.com/office/2011/relationships/chartStyle" Target="style22.xml"/><Relationship Id="rId2" Type="http://schemas.microsoft.com/office/2011/relationships/chartColorStyle" Target="colors22.xml"/><Relationship Id="rId3"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microsoft.com/office/2011/relationships/chartStyle" Target="style23.xml"/><Relationship Id="rId2" Type="http://schemas.microsoft.com/office/2011/relationships/chartColorStyle" Target="colors23.xml"/><Relationship Id="rId3"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microsoft.com/office/2011/relationships/chartStyle" Target="style24.xml"/><Relationship Id="rId2" Type="http://schemas.microsoft.com/office/2011/relationships/chartColorStyle" Target="colors24.xml"/><Relationship Id="rId3"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microsoft.com/office/2011/relationships/chartStyle" Target="style25.xml"/><Relationship Id="rId2" Type="http://schemas.microsoft.com/office/2011/relationships/chartColorStyle" Target="colors25.xml"/><Relationship Id="rId3"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microsoft.com/office/2011/relationships/chartStyle" Target="style26.xml"/><Relationship Id="rId2" Type="http://schemas.microsoft.com/office/2011/relationships/chartColorStyle" Target="colors26.xml"/><Relationship Id="rId3"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microsoft.com/office/2011/relationships/chartStyle" Target="style27.xml"/><Relationship Id="rId2" Type="http://schemas.microsoft.com/office/2011/relationships/chartColorStyle" Target="colors27.xml"/><Relationship Id="rId3"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microsoft.com/office/2011/relationships/chartStyle" Target="style28.xml"/><Relationship Id="rId2" Type="http://schemas.microsoft.com/office/2011/relationships/chartColorStyle" Target="colors28.xml"/><Relationship Id="rId3"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microsoft.com/office/2011/relationships/chartStyle" Target="style29.xml"/><Relationship Id="rId2" Type="http://schemas.microsoft.com/office/2011/relationships/chartColorStyle" Target="colors29.xml"/><Relationship Id="rId3"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41.0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9.0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49.99094437257438</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54.0</c:v>
                </c:pt>
                <c:pt idx="1">
                  <c:v>53.0</c:v>
                </c:pt>
                <c:pt idx="2">
                  <c:v>53.0</c:v>
                </c:pt>
                <c:pt idx="3">
                  <c:v>52.0</c:v>
                </c:pt>
                <c:pt idx="4">
                  <c:v>52.0</c:v>
                </c:pt>
                <c:pt idx="5">
                  <c:v>52.0</c:v>
                </c:pt>
                <c:pt idx="6">
                  <c:v>52.0</c:v>
                </c:pt>
                <c:pt idx="7">
                  <c:v>51.0</c:v>
                </c:pt>
                <c:pt idx="8">
                  <c:v>51.0</c:v>
                </c:pt>
                <c:pt idx="9">
                  <c:v>51.0</c:v>
                </c:pt>
                <c:pt idx="10">
                  <c:v>50.0</c:v>
                </c:pt>
                <c:pt idx="11">
                  <c:v>50.0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34.0</c:v>
                </c:pt>
                <c:pt idx="1">
                  <c:v>52.0</c:v>
                </c:pt>
                <c:pt idx="2">
                  <c:v>20.0</c:v>
                </c:pt>
                <c:pt idx="3">
                  <c:v>36.0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47.0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3.0</c:v>
                </c:pt>
                <c:pt idx="1">
                  <c:v>1.0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63.216216216216225</c:v>
                </c:pt>
                <c:pt idx="1">
                  <c:v>47.24561403508772</c:v>
                </c:pt>
                <c:pt idx="2">
                  <c:v>32.86577181208054</c:v>
                </c:pt>
                <c:pt idx="3">
                  <c:v>63.855421686746986</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37.0</c:v>
                </c:pt>
                <c:pt idx="1">
                  <c:v>37.0</c:v>
                </c:pt>
                <c:pt idx="2">
                  <c:v>37.0</c:v>
                </c:pt>
                <c:pt idx="3">
                  <c:v>37.0</c:v>
                </c:pt>
                <c:pt idx="4">
                  <c:v>37.0</c:v>
                </c:pt>
                <c:pt idx="5">
                  <c:v>36.0</c:v>
                </c:pt>
                <c:pt idx="6">
                  <c:v>36.0</c:v>
                </c:pt>
                <c:pt idx="7">
                  <c:v>36.0</c:v>
                </c:pt>
                <c:pt idx="8">
                  <c:v>36.0</c:v>
                </c:pt>
                <c:pt idx="9">
                  <c:v>36.0</c:v>
                </c:pt>
                <c:pt idx="10">
                  <c:v>37.0</c:v>
                </c:pt>
                <c:pt idx="11">
                  <c:v>37.0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86.0</c:v>
                </c:pt>
                <c:pt idx="1">
                  <c:v>86.0</c:v>
                </c:pt>
                <c:pt idx="2">
                  <c:v>81.0</c:v>
                </c:pt>
                <c:pt idx="3">
                  <c:v>67.0</c:v>
                </c:pt>
                <c:pt idx="4">
                  <c:v>69.0</c:v>
                </c:pt>
                <c:pt idx="5">
                  <c:v>68.0</c:v>
                </c:pt>
                <c:pt idx="6">
                  <c:v>69.0</c:v>
                </c:pt>
                <c:pt idx="7">
                  <c:v>63.0</c:v>
                </c:pt>
                <c:pt idx="8">
                  <c:v>66.0</c:v>
                </c:pt>
                <c:pt idx="9">
                  <c:v>66.0</c:v>
                </c:pt>
                <c:pt idx="10">
                  <c:v>65.0</c:v>
                </c:pt>
                <c:pt idx="11">
                  <c:v>67.0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55.0</c:v>
                </c:pt>
                <c:pt idx="1">
                  <c:v>54.0</c:v>
                </c:pt>
                <c:pt idx="2">
                  <c:v>54.0</c:v>
                </c:pt>
                <c:pt idx="3">
                  <c:v>55.0</c:v>
                </c:pt>
                <c:pt idx="4">
                  <c:v>55.0</c:v>
                </c:pt>
                <c:pt idx="5">
                  <c:v>54.0</c:v>
                </c:pt>
                <c:pt idx="6">
                  <c:v>54.0</c:v>
                </c:pt>
                <c:pt idx="7">
                  <c:v>54.0</c:v>
                </c:pt>
                <c:pt idx="8">
                  <c:v>53.0</c:v>
                </c:pt>
                <c:pt idx="9">
                  <c:v>53.0</c:v>
                </c:pt>
                <c:pt idx="10">
                  <c:v>52.0</c:v>
                </c:pt>
                <c:pt idx="11">
                  <c:v>52.0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36.0</c:v>
                </c:pt>
                <c:pt idx="1">
                  <c:v>36.0</c:v>
                </c:pt>
                <c:pt idx="2">
                  <c:v>36.0</c:v>
                </c:pt>
                <c:pt idx="3">
                  <c:v>36.0</c:v>
                </c:pt>
                <c:pt idx="4">
                  <c:v>36.0</c:v>
                </c:pt>
                <c:pt idx="5">
                  <c:v>36.0</c:v>
                </c:pt>
                <c:pt idx="6">
                  <c:v>38.0</c:v>
                </c:pt>
                <c:pt idx="7">
                  <c:v>38.0</c:v>
                </c:pt>
                <c:pt idx="8">
                  <c:v>39.0</c:v>
                </c:pt>
                <c:pt idx="9">
                  <c:v>39.0</c:v>
                </c:pt>
                <c:pt idx="10">
                  <c:v>34.0</c:v>
                </c:pt>
                <c:pt idx="11">
                  <c:v>33.0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75D5-D342-BCFC-56747FBB812F}"/>
              </c:ext>
            </c:extLst>
          </c:dPt>
          <c:cat>
            <c:strRef>
              <c:f>Sheet1!$A$2:$A$2</c:f>
              <c:strCache>
                <c:ptCount val="1"/>
                <c:pt idx="0">
                  <c:v>Overall</c:v>
                </c:pt>
              </c:strCache>
            </c:strRef>
          </c:cat>
          <c:val>
            <c:numRef>
              <c:f>Sheet1!$B$2:$B$2</c:f>
              <c:numCache>
                <c:formatCode>General</c:formatCode>
                <c:ptCount val="1"/>
                <c:pt idx="0">
                  <c:v>46.144721233689204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75D5-D342-BCFC-56747FBB812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Sheet1!$A$2:$A$2</c:f>
              <c:strCache>
                <c:ptCount val="1"/>
                <c:pt idx="0">
                  <c:v>Overall</c:v>
                </c:pt>
              </c:strCache>
            </c:strRef>
          </c:cat>
          <c:val>
            <c:numRef>
              <c:f>Sheet1!$C$2:$C$2</c:f>
              <c:numCache>
                <c:formatCode>General</c:formatCode>
                <c:ptCount val="1"/>
                <c:pt idx="0">
                  <c:v>0.830367734282325</c:v>
                </c:pt>
              </c:numCache>
            </c:numRef>
          </c:val>
          <c:extLst>
            <c:ext xmlns:c16="http://schemas.microsoft.com/office/drawing/2014/chart" uri="{C3380CC4-5D6E-409C-BE32-E72D297353CC}">
              <c16:uniqueId val="{00000003-75D5-D342-BCFC-56747FBB812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Sheet1!$A$2:$A$2</c:f>
              <c:strCache>
                <c:ptCount val="1"/>
                <c:pt idx="0">
                  <c:v>Overall</c:v>
                </c:pt>
              </c:strCache>
            </c:strRef>
          </c:cat>
          <c:val>
            <c:numRef>
              <c:f>Sheet1!$D$2:$D$2</c:f>
              <c:numCache>
                <c:formatCode>General</c:formatCode>
                <c:ptCount val="1"/>
                <c:pt idx="0">
                  <c:v>41.99288256227758</c:v>
                </c:pt>
              </c:numCache>
            </c:numRef>
          </c:val>
          <c:extLst>
            <c:ext xmlns:c16="http://schemas.microsoft.com/office/drawing/2014/chart" uri="{C3380CC4-5D6E-409C-BE32-E72D297353CC}">
              <c16:uniqueId val="{00000004-75D5-D342-BCFC-56747FBB812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Sheet1!$A$2:$A$2</c:f>
              <c:strCache>
                <c:ptCount val="1"/>
                <c:pt idx="0">
                  <c:v>Overall</c:v>
                </c:pt>
              </c:strCache>
            </c:strRef>
          </c:cat>
          <c:val>
            <c:numRef>
              <c:f>Sheet1!$E$2:$E$2</c:f>
              <c:numCache>
                <c:formatCode>General</c:formatCode>
                <c:ptCount val="1"/>
                <c:pt idx="0">
                  <c:v>2.7283511269276395</c:v>
                </c:pt>
              </c:numCache>
            </c:numRef>
          </c:val>
          <c:extLst>
            <c:ext xmlns:c16="http://schemas.microsoft.com/office/drawing/2014/chart" uri="{C3380CC4-5D6E-409C-BE32-E72D297353CC}">
              <c16:uniqueId val="{00000005-75D5-D342-BCFC-56747FBB812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Sheet1!$A$2:$A$2</c:f>
              <c:strCache>
                <c:ptCount val="1"/>
                <c:pt idx="0">
                  <c:v>Overall</c:v>
                </c:pt>
              </c:strCache>
            </c:strRef>
          </c:cat>
          <c:val>
            <c:numRef>
              <c:f>Sheet1!$F$2:$F$2</c:f>
              <c:numCache>
                <c:formatCode>General</c:formatCode>
                <c:ptCount val="1"/>
                <c:pt idx="0">
                  <c:v>8.303677342823251</c:v>
                </c:pt>
              </c:numCache>
            </c:numRef>
          </c:val>
          <c:extLst>
            <c:ext xmlns:c16="http://schemas.microsoft.com/office/drawing/2014/chart" uri="{C3380CC4-5D6E-409C-BE32-E72D297353CC}">
              <c16:uniqueId val="{00000006-75D5-D342-BCFC-56747FBB812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189D-224A-BCD3-20CC2B33F5C5}"/>
              </c:ext>
            </c:extLst>
          </c:dPt>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Sheet1!$B$2:$B$19</c:f>
              <c:numCache>
                <c:formatCode>General</c:formatCode>
                <c:ptCount val="18"/>
                <c:pt idx="0">
                  <c:v>26.923076923076923</c:v>
                </c:pt>
                <c:pt idx="1">
                  <c:v>47.72727272727273</c:v>
                </c:pt>
                <c:pt idx="2">
                  <c:v>39.42307692307692</c:v>
                </c:pt>
                <c:pt idx="3">
                  <c:v>0.0</c:v>
                </c:pt>
                <c:pt idx="4">
                  <c:v>18.181818181818183</c:v>
                </c:pt>
                <c:pt idx="5">
                  <c:v>81.81818181818181</c:v>
                </c:pt>
                <c:pt idx="6">
                  <c:v>50.0</c:v>
                </c:pt>
                <c:pt idx="7">
                  <c:v>75.80645161290323</c:v>
                </c:pt>
                <c:pt idx="8">
                  <c:v>54.83870967741935</c:v>
                </c:pt>
                <c:pt idx="9">
                  <c:v>40.625</c:v>
                </c:pt>
                <c:pt idx="10">
                  <c:v>51.724137931034484</c:v>
                </c:pt>
                <c:pt idx="11">
                  <c:v>0.0</c:v>
                </c:pt>
                <c:pt idx="12">
                  <c:v>47.36842105263158</c:v>
                </c:pt>
                <c:pt idx="13">
                  <c:v>49.54128440366973</c:v>
                </c:pt>
                <c:pt idx="14">
                  <c:v>61.29032258064516</c:v>
                </c:pt>
                <c:pt idx="15">
                  <c:v>11.11111111111111</c:v>
                </c:pt>
                <c:pt idx="16">
                  <c:v>40.090090090090094</c:v>
                </c:pt>
                <c:pt idx="17">
                  <c:v>33.333333333333336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189D-224A-BCD3-20CC2B33F5C5}"/>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Sheet1!$C$2:$C$19</c:f>
              <c:numCache>
                <c:formatCode>General</c:formatCode>
                <c:ptCount val="18"/>
                <c:pt idx="0">
                  <c:v>3.8461538461538463</c:v>
                </c:pt>
                <c:pt idx="1">
                  <c:v>1.1363636363636365</c:v>
                </c:pt>
                <c:pt idx="2">
                  <c:v>0.0</c:v>
                </c:pt>
                <c:pt idx="3">
                  <c:v>0.0</c:v>
                </c:pt>
                <c:pt idx="4">
                  <c:v>0.0</c:v>
                </c:pt>
                <c:pt idx="5">
                  <c:v>0.0</c:v>
                </c:pt>
                <c:pt idx="6">
                  <c:v>12.5</c:v>
                </c:pt>
                <c:pt idx="7">
                  <c:v>0.0</c:v>
                </c:pt>
                <c:pt idx="8">
                  <c:v>0.0</c:v>
                </c:pt>
                <c:pt idx="9">
                  <c:v>0.0</c:v>
                </c:pt>
                <c:pt idx="10">
                  <c:v>0.0</c:v>
                </c:pt>
                <c:pt idx="11">
                  <c:v>0.0</c:v>
                </c:pt>
                <c:pt idx="12">
                  <c:v>0.0</c:v>
                </c:pt>
                <c:pt idx="13">
                  <c:v>0.9174311926605505</c:v>
                </c:pt>
                <c:pt idx="14">
                  <c:v>3.225806451612903</c:v>
                </c:pt>
                <c:pt idx="15">
                  <c:v>0.0</c:v>
                </c:pt>
                <c:pt idx="16">
                  <c:v>0.9009009009009009</c:v>
                </c:pt>
                <c:pt idx="17">
                  <c:v>0.0</c:v>
                </c:pt>
              </c:numCache>
            </c:numRef>
          </c:val>
          <c:extLst>
            <c:ext xmlns:c16="http://schemas.microsoft.com/office/drawing/2014/chart" uri="{C3380CC4-5D6E-409C-BE32-E72D297353CC}">
              <c16:uniqueId val="{00000003-189D-224A-BCD3-20CC2B33F5C5}"/>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Sheet1!$D$2:$D$19</c:f>
              <c:numCache>
                <c:formatCode>General</c:formatCode>
                <c:ptCount val="18"/>
                <c:pt idx="0">
                  <c:v>61.53846153846154</c:v>
                </c:pt>
                <c:pt idx="1">
                  <c:v>43.18181818181818</c:v>
                </c:pt>
                <c:pt idx="2">
                  <c:v>35.57692307692308</c:v>
                </c:pt>
                <c:pt idx="3">
                  <c:v>50.0</c:v>
                </c:pt>
                <c:pt idx="4">
                  <c:v>59.09090909090909</c:v>
                </c:pt>
                <c:pt idx="5">
                  <c:v>18.181818181818183</c:v>
                </c:pt>
                <c:pt idx="6">
                  <c:v>37.5</c:v>
                </c:pt>
                <c:pt idx="7">
                  <c:v>22.580645161290324</c:v>
                </c:pt>
                <c:pt idx="8">
                  <c:v>29.032258064516128</c:v>
                </c:pt>
                <c:pt idx="9">
                  <c:v>42.1875</c:v>
                </c:pt>
                <c:pt idx="10">
                  <c:v>48.275862068965516</c:v>
                </c:pt>
                <c:pt idx="11">
                  <c:v>50.0</c:v>
                </c:pt>
                <c:pt idx="12">
                  <c:v>52.63157894736842</c:v>
                </c:pt>
                <c:pt idx="13">
                  <c:v>34.862385321100916</c:v>
                </c:pt>
                <c:pt idx="14">
                  <c:v>25.806451612903224</c:v>
                </c:pt>
                <c:pt idx="15">
                  <c:v>88.88888888888889</c:v>
                </c:pt>
                <c:pt idx="16">
                  <c:v>51.8018018018018</c:v>
                </c:pt>
                <c:pt idx="17">
                  <c:v>59.25925925925926</c:v>
                </c:pt>
              </c:numCache>
            </c:numRef>
          </c:val>
          <c:extLst>
            <c:ext xmlns:c16="http://schemas.microsoft.com/office/drawing/2014/chart" uri="{C3380CC4-5D6E-409C-BE32-E72D297353CC}">
              <c16:uniqueId val="{00000004-189D-224A-BCD3-20CC2B33F5C5}"/>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Sheet1!$E$2:$E$19</c:f>
              <c:numCache>
                <c:formatCode>General</c:formatCode>
                <c:ptCount val="18"/>
                <c:pt idx="0">
                  <c:v>3.8461538461538463</c:v>
                </c:pt>
                <c:pt idx="1">
                  <c:v>2.272727272727273</c:v>
                </c:pt>
                <c:pt idx="2">
                  <c:v>0.0</c:v>
                </c:pt>
                <c:pt idx="3">
                  <c:v>0.0</c:v>
                </c:pt>
                <c:pt idx="4">
                  <c:v>0.0</c:v>
                </c:pt>
                <c:pt idx="5">
                  <c:v>0.0</c:v>
                </c:pt>
                <c:pt idx="6">
                  <c:v>0.0</c:v>
                </c:pt>
                <c:pt idx="7">
                  <c:v>0.0</c:v>
                </c:pt>
                <c:pt idx="8">
                  <c:v>0.0</c:v>
                </c:pt>
                <c:pt idx="9">
                  <c:v>6.25</c:v>
                </c:pt>
                <c:pt idx="10">
                  <c:v>0.0</c:v>
                </c:pt>
                <c:pt idx="11">
                  <c:v>0.0</c:v>
                </c:pt>
                <c:pt idx="12">
                  <c:v>0.0</c:v>
                </c:pt>
                <c:pt idx="13">
                  <c:v>8.256880733944953</c:v>
                </c:pt>
                <c:pt idx="14">
                  <c:v>6.451612903225806</c:v>
                </c:pt>
                <c:pt idx="15">
                  <c:v>0.0</c:v>
                </c:pt>
                <c:pt idx="16">
                  <c:v>2.7027027027027026</c:v>
                </c:pt>
                <c:pt idx="17">
                  <c:v>0.0</c:v>
                </c:pt>
              </c:numCache>
            </c:numRef>
          </c:val>
          <c:extLst>
            <c:ext xmlns:c16="http://schemas.microsoft.com/office/drawing/2014/chart" uri="{C3380CC4-5D6E-409C-BE32-E72D297353CC}">
              <c16:uniqueId val="{00000005-189D-224A-BCD3-20CC2B33F5C5}"/>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Sheet1!$F$2:$F$19</c:f>
              <c:numCache>
                <c:formatCode>General</c:formatCode>
                <c:ptCount val="18"/>
                <c:pt idx="0">
                  <c:v>3.8461538461538463</c:v>
                </c:pt>
                <c:pt idx="1">
                  <c:v>5.681818181818182</c:v>
                </c:pt>
                <c:pt idx="2">
                  <c:v>25.0</c:v>
                </c:pt>
                <c:pt idx="3">
                  <c:v>50.0</c:v>
                </c:pt>
                <c:pt idx="4">
                  <c:v>22.727272727272727</c:v>
                </c:pt>
                <c:pt idx="5">
                  <c:v>0.0</c:v>
                </c:pt>
                <c:pt idx="6">
                  <c:v>0.0</c:v>
                </c:pt>
                <c:pt idx="7">
                  <c:v>1.6129032258064515</c:v>
                </c:pt>
                <c:pt idx="8">
                  <c:v>16.129032258064516</c:v>
                </c:pt>
                <c:pt idx="9">
                  <c:v>10.9375</c:v>
                </c:pt>
                <c:pt idx="10">
                  <c:v>0.0</c:v>
                </c:pt>
                <c:pt idx="11">
                  <c:v>50.0</c:v>
                </c:pt>
                <c:pt idx="12">
                  <c:v>0.0</c:v>
                </c:pt>
                <c:pt idx="13">
                  <c:v>6.422018348623853</c:v>
                </c:pt>
                <c:pt idx="14">
                  <c:v>3.225806451612903</c:v>
                </c:pt>
                <c:pt idx="15">
                  <c:v>0.0</c:v>
                </c:pt>
                <c:pt idx="16">
                  <c:v>4.504504504504505</c:v>
                </c:pt>
                <c:pt idx="17">
                  <c:v>7.407407407407407</c:v>
                </c:pt>
              </c:numCache>
            </c:numRef>
          </c:val>
          <c:extLst>
            <c:ext xmlns:c16="http://schemas.microsoft.com/office/drawing/2014/chart" uri="{C3380CC4-5D6E-409C-BE32-E72D297353CC}">
              <c16:uniqueId val="{00000006-189D-224A-BCD3-20CC2B33F5C5}"/>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E98D-4640-8B14-A67FDFDE3FF3}"/>
              </c:ext>
            </c:extLst>
          </c:dPt>
          <c:cat>
            <c:strRef>
              <c:f>Sheet1!$A$2:$A$5</c:f>
              <c:strCache>
                <c:ptCount val="4"/>
                <c:pt idx="0">
                  <c:v>Architecture Quality</c:v>
                </c:pt>
                <c:pt idx="1">
                  <c:v>Maintainability</c:v>
                </c:pt>
                <c:pt idx="2">
                  <c:v>Open Source Health</c:v>
                </c:pt>
                <c:pt idx="3">
                  <c:v>Security</c:v>
                </c:pt>
              </c:strCache>
            </c:strRef>
          </c:cat>
          <c:val>
            <c:numRef>
              <c:f>Sheet1!$B$2:$B$5</c:f>
              <c:numCache>
                <c:formatCode>General</c:formatCode>
                <c:ptCount val="4"/>
                <c:pt idx="0">
                  <c:v>53.191489361702125</c:v>
                </c:pt>
                <c:pt idx="1">
                  <c:v>34.86590038314176</c:v>
                </c:pt>
                <c:pt idx="2">
                  <c:v>48.559670781893004</c:v>
                </c:pt>
                <c:pt idx="3">
                  <c:v>32.89473684210526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E98D-4640-8B14-A67FDFDE3FF3}"/>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Sheet1!$C$2:$C$5</c:f>
              <c:numCache>
                <c:formatCode>General</c:formatCode>
                <c:ptCount val="4"/>
                <c:pt idx="0">
                  <c:v>2.6595744680851063</c:v>
                </c:pt>
                <c:pt idx="1">
                  <c:v>0.7662835249042146</c:v>
                </c:pt>
                <c:pt idx="2">
                  <c:v>0.0</c:v>
                </c:pt>
                <c:pt idx="3">
                  <c:v>0.0</c:v>
                </c:pt>
              </c:numCache>
            </c:numRef>
          </c:val>
          <c:extLst>
            <c:ext xmlns:c16="http://schemas.microsoft.com/office/drawing/2014/chart" uri="{C3380CC4-5D6E-409C-BE32-E72D297353CC}">
              <c16:uniqueId val="{00000003-E98D-4640-8B14-A67FDFDE3FF3}"/>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Sheet1!$D$2:$D$5</c:f>
              <c:numCache>
                <c:formatCode>General</c:formatCode>
                <c:ptCount val="4"/>
                <c:pt idx="0">
                  <c:v>17.5531914893617</c:v>
                </c:pt>
                <c:pt idx="1">
                  <c:v>58.62068965517241</c:v>
                </c:pt>
                <c:pt idx="2">
                  <c:v>44.03292181069959</c:v>
                </c:pt>
                <c:pt idx="3">
                  <c:v>56.578947368421055</c:v>
                </c:pt>
              </c:numCache>
            </c:numRef>
          </c:val>
          <c:extLst>
            <c:ext xmlns:c16="http://schemas.microsoft.com/office/drawing/2014/chart" uri="{C3380CC4-5D6E-409C-BE32-E72D297353CC}">
              <c16:uniqueId val="{00000004-E98D-4640-8B14-A67FDFDE3FF3}"/>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Sheet1!$E$2:$E$5</c:f>
              <c:numCache>
                <c:formatCode>General</c:formatCode>
                <c:ptCount val="4"/>
                <c:pt idx="0">
                  <c:v>5.851063829787234</c:v>
                </c:pt>
                <c:pt idx="1">
                  <c:v>1.1494252873563218</c:v>
                </c:pt>
                <c:pt idx="2">
                  <c:v>1.2345679012345678</c:v>
                </c:pt>
                <c:pt idx="3">
                  <c:v>7.894736842105263</c:v>
                </c:pt>
              </c:numCache>
            </c:numRef>
          </c:val>
          <c:extLst>
            <c:ext xmlns:c16="http://schemas.microsoft.com/office/drawing/2014/chart" uri="{C3380CC4-5D6E-409C-BE32-E72D297353CC}">
              <c16:uniqueId val="{00000005-E98D-4640-8B14-A67FDFDE3FF3}"/>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Sheet1!$A$2:$A$5</c:f>
              <c:strCache>
                <c:ptCount val="4"/>
                <c:pt idx="0">
                  <c:v>Architecture Quality</c:v>
                </c:pt>
                <c:pt idx="1">
                  <c:v>Maintainability</c:v>
                </c:pt>
                <c:pt idx="2">
                  <c:v>Open Source Health</c:v>
                </c:pt>
                <c:pt idx="3">
                  <c:v>Security</c:v>
                </c:pt>
              </c:strCache>
            </c:strRef>
          </c:cat>
          <c:val>
            <c:numRef>
              <c:f>Sheet1!$F$2:$F$5</c:f>
              <c:numCache>
                <c:formatCode>General</c:formatCode>
                <c:ptCount val="4"/>
                <c:pt idx="0">
                  <c:v>20.74468085106383</c:v>
                </c:pt>
                <c:pt idx="1">
                  <c:v>4.597701149425287</c:v>
                </c:pt>
                <c:pt idx="2">
                  <c:v>6.172839506172839</c:v>
                </c:pt>
                <c:pt idx="3">
                  <c:v>2.6315789473684212</c:v>
                </c:pt>
              </c:numCache>
            </c:numRef>
          </c:val>
          <c:extLst>
            <c:ext xmlns:c16="http://schemas.microsoft.com/office/drawing/2014/chart" uri="{C3380CC4-5D6E-409C-BE32-E72D297353CC}">
              <c16:uniqueId val="{00000006-E98D-4640-8B14-A67FDFDE3FF3}"/>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343-2840-AF35-77DE56009DF9}"/>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44.83985765124555</c:v>
                </c:pt>
                <c:pt idx="1">
                  <c:v>44.60260972716489</c:v>
                </c:pt>
                <c:pt idx="2">
                  <c:v>45.195729537366546</c:v>
                </c:pt>
                <c:pt idx="3">
                  <c:v>45.195729537366546</c:v>
                </c:pt>
                <c:pt idx="4">
                  <c:v>46.381969157769866</c:v>
                </c:pt>
                <c:pt idx="5">
                  <c:v>46.381969157769866</c:v>
                </c:pt>
                <c:pt idx="6">
                  <c:v>46.381969157769866</c:v>
                </c:pt>
                <c:pt idx="7">
                  <c:v>46.500593119810205</c:v>
                </c:pt>
                <c:pt idx="8">
                  <c:v>46.8564650059312</c:v>
                </c:pt>
                <c:pt idx="9">
                  <c:v>46.8564650059312</c:v>
                </c:pt>
                <c:pt idx="10">
                  <c:v>46.02609727164887</c:v>
                </c:pt>
                <c:pt idx="11">
                  <c:v>46.144721233689204</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343-2840-AF35-77DE56009DF9}"/>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0.35587188612099646</c:v>
                </c:pt>
                <c:pt idx="1">
                  <c:v>0.4744958481613286</c:v>
                </c:pt>
                <c:pt idx="2">
                  <c:v>0.11862396204033215</c:v>
                </c:pt>
                <c:pt idx="3">
                  <c:v>1.4234875444839858</c:v>
                </c:pt>
                <c:pt idx="4">
                  <c:v>1.7793594306049823</c:v>
                </c:pt>
                <c:pt idx="5">
                  <c:v>0.830367734282325</c:v>
                </c:pt>
                <c:pt idx="6">
                  <c:v>0.7117437722419929</c:v>
                </c:pt>
                <c:pt idx="7">
                  <c:v>2.6097271648873073</c:v>
                </c:pt>
                <c:pt idx="8">
                  <c:v>0.9489916963226572</c:v>
                </c:pt>
                <c:pt idx="9">
                  <c:v>1.0676156583629892</c:v>
                </c:pt>
                <c:pt idx="10">
                  <c:v>0.2372479240806643</c:v>
                </c:pt>
                <c:pt idx="11">
                  <c:v>0.9489916963226572</c:v>
                </c:pt>
              </c:numCache>
            </c:numRef>
          </c:val>
          <c:extLst>
            <c:ext xmlns:c16="http://schemas.microsoft.com/office/drawing/2014/chart" uri="{C3380CC4-5D6E-409C-BE32-E72D297353CC}">
              <c16:uniqueId val="{00000003-5343-2840-AF35-77DE56009DF9}"/>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37.48517200474496</c:v>
                </c:pt>
                <c:pt idx="1">
                  <c:v>37.841043890865954</c:v>
                </c:pt>
                <c:pt idx="2">
                  <c:v>36.29893238434164</c:v>
                </c:pt>
                <c:pt idx="3">
                  <c:v>38.90865954922894</c:v>
                </c:pt>
                <c:pt idx="4">
                  <c:v>37.72241992882562</c:v>
                </c:pt>
                <c:pt idx="5">
                  <c:v>41.755634638196916</c:v>
                </c:pt>
                <c:pt idx="6">
                  <c:v>41.755634638196916</c:v>
                </c:pt>
                <c:pt idx="7">
                  <c:v>37.72241992882562</c:v>
                </c:pt>
                <c:pt idx="8">
                  <c:v>42.94187425860024</c:v>
                </c:pt>
                <c:pt idx="9">
                  <c:v>42.823250296559905</c:v>
                </c:pt>
                <c:pt idx="10">
                  <c:v>43.77224199288256</c:v>
                </c:pt>
                <c:pt idx="11">
                  <c:v>43.65361803084223</c:v>
                </c:pt>
              </c:numCache>
            </c:numRef>
          </c:val>
          <c:extLst>
            <c:ext xmlns:c16="http://schemas.microsoft.com/office/drawing/2014/chart" uri="{C3380CC4-5D6E-409C-BE32-E72D297353CC}">
              <c16:uniqueId val="{00000004-5343-2840-AF35-77DE56009DF9}"/>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0.5931198102016607</c:v>
                </c:pt>
                <c:pt idx="1">
                  <c:v>0.35587188612099646</c:v>
                </c:pt>
                <c:pt idx="2">
                  <c:v>2.965599051008304</c:v>
                </c:pt>
                <c:pt idx="3">
                  <c:v>1.66073546856465</c:v>
                </c:pt>
                <c:pt idx="4">
                  <c:v>3.3214709371293</c:v>
                </c:pt>
                <c:pt idx="5">
                  <c:v>1.0676156583629892</c:v>
                </c:pt>
                <c:pt idx="6">
                  <c:v>0.9489916963226572</c:v>
                </c:pt>
                <c:pt idx="7">
                  <c:v>4.507710557532621</c:v>
                </c:pt>
                <c:pt idx="8">
                  <c:v>0.830367734282325</c:v>
                </c:pt>
                <c:pt idx="9">
                  <c:v>0.7117437722419929</c:v>
                </c:pt>
                <c:pt idx="10">
                  <c:v>1.66073546856465</c:v>
                </c:pt>
                <c:pt idx="11">
                  <c:v>1.4234875444839858</c:v>
                </c:pt>
              </c:numCache>
            </c:numRef>
          </c:val>
          <c:extLst>
            <c:ext xmlns:c16="http://schemas.microsoft.com/office/drawing/2014/chart" uri="{C3380CC4-5D6E-409C-BE32-E72D297353CC}">
              <c16:uniqueId val="{00000005-5343-2840-AF35-77DE56009DF9}"/>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16.725978647686834</c:v>
                </c:pt>
                <c:pt idx="1">
                  <c:v>16.725978647686834</c:v>
                </c:pt>
                <c:pt idx="2">
                  <c:v>15.421115065243178</c:v>
                </c:pt>
                <c:pt idx="3">
                  <c:v>12.811387900355871</c:v>
                </c:pt>
                <c:pt idx="4">
                  <c:v>10.794780545670225</c:v>
                </c:pt>
                <c:pt idx="5">
                  <c:v>9.9644128113879</c:v>
                </c:pt>
                <c:pt idx="6">
                  <c:v>10.201660735468565</c:v>
                </c:pt>
                <c:pt idx="7">
                  <c:v>8.659549228944247</c:v>
                </c:pt>
                <c:pt idx="8">
                  <c:v>8.422301304863582</c:v>
                </c:pt>
                <c:pt idx="9">
                  <c:v>8.540925266903914</c:v>
                </c:pt>
                <c:pt idx="10">
                  <c:v>8.303677342823251</c:v>
                </c:pt>
                <c:pt idx="11">
                  <c:v>7.829181494661921</c:v>
                </c:pt>
              </c:numCache>
            </c:numRef>
          </c:val>
          <c:extLst>
            <c:ext xmlns:c16="http://schemas.microsoft.com/office/drawing/2014/chart" uri="{C3380CC4-5D6E-409C-BE32-E72D297353CC}">
              <c16:uniqueId val="{00000006-5343-2840-AF35-77DE56009DF9}"/>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A7D-2A41-8E40-3CF6BA9EF6C8}"/>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35.526315789473685</c:v>
                </c:pt>
                <c:pt idx="1">
                  <c:v>35.526315789473685</c:v>
                </c:pt>
                <c:pt idx="2">
                  <c:v>35.526315789473685</c:v>
                </c:pt>
                <c:pt idx="3">
                  <c:v>35.526315789473685</c:v>
                </c:pt>
                <c:pt idx="4">
                  <c:v>35.526315789473685</c:v>
                </c:pt>
                <c:pt idx="5">
                  <c:v>35.526315789473685</c:v>
                </c:pt>
                <c:pt idx="6">
                  <c:v>36.8421052631579</c:v>
                </c:pt>
                <c:pt idx="7">
                  <c:v>38.1578947368421</c:v>
                </c:pt>
                <c:pt idx="8">
                  <c:v>38.1578947368421</c:v>
                </c:pt>
                <c:pt idx="9">
                  <c:v>38.1578947368421</c:v>
                </c:pt>
                <c:pt idx="10">
                  <c:v>32.89473684210526</c:v>
                </c:pt>
                <c:pt idx="11">
                  <c:v>32.89473684210526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A7D-2A41-8E40-3CF6BA9EF6C8}"/>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0.0</c:v>
                </c:pt>
                <c:pt idx="1">
                  <c:v>0.0</c:v>
                </c:pt>
                <c:pt idx="2">
                  <c:v>0.0</c:v>
                </c:pt>
                <c:pt idx="3">
                  <c:v>0.0</c:v>
                </c:pt>
                <c:pt idx="4">
                  <c:v>0.0</c:v>
                </c:pt>
                <c:pt idx="5">
                  <c:v>0.0</c:v>
                </c:pt>
                <c:pt idx="6">
                  <c:v>0.0</c:v>
                </c:pt>
                <c:pt idx="7">
                  <c:v>0.0</c:v>
                </c:pt>
                <c:pt idx="8">
                  <c:v>1.3157894736842106</c:v>
                </c:pt>
                <c:pt idx="9">
                  <c:v>0.0</c:v>
                </c:pt>
                <c:pt idx="10">
                  <c:v>0.0</c:v>
                </c:pt>
                <c:pt idx="11">
                  <c:v>0.0</c:v>
                </c:pt>
              </c:numCache>
            </c:numRef>
          </c:val>
          <c:extLst>
            <c:ext xmlns:c16="http://schemas.microsoft.com/office/drawing/2014/chart" uri="{C3380CC4-5D6E-409C-BE32-E72D297353CC}">
              <c16:uniqueId val="{00000003-5A7D-2A41-8E40-3CF6BA9EF6C8}"/>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63.1578947368421</c:v>
                </c:pt>
                <c:pt idx="1">
                  <c:v>63.1578947368421</c:v>
                </c:pt>
                <c:pt idx="2">
                  <c:v>63.1578947368421</c:v>
                </c:pt>
                <c:pt idx="3">
                  <c:v>63.1578947368421</c:v>
                </c:pt>
                <c:pt idx="4">
                  <c:v>63.1578947368421</c:v>
                </c:pt>
                <c:pt idx="5">
                  <c:v>63.1578947368421</c:v>
                </c:pt>
                <c:pt idx="6">
                  <c:v>61.8421052631579</c:v>
                </c:pt>
                <c:pt idx="7">
                  <c:v>57.89473684210526</c:v>
                </c:pt>
                <c:pt idx="8">
                  <c:v>59.21052631578947</c:v>
                </c:pt>
                <c:pt idx="9">
                  <c:v>60.526315789473685</c:v>
                </c:pt>
                <c:pt idx="10">
                  <c:v>56.578947368421055</c:v>
                </c:pt>
                <c:pt idx="11">
                  <c:v>67.10526315789474</c:v>
                </c:pt>
              </c:numCache>
            </c:numRef>
          </c:val>
          <c:extLst>
            <c:ext xmlns:c16="http://schemas.microsoft.com/office/drawing/2014/chart" uri="{C3380CC4-5D6E-409C-BE32-E72D297353CC}">
              <c16:uniqueId val="{00000004-5A7D-2A41-8E40-3CF6BA9EF6C8}"/>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0.0</c:v>
                </c:pt>
                <c:pt idx="1">
                  <c:v>0.0</c:v>
                </c:pt>
                <c:pt idx="2">
                  <c:v>0.0</c:v>
                </c:pt>
                <c:pt idx="3">
                  <c:v>0.0</c:v>
                </c:pt>
                <c:pt idx="4">
                  <c:v>0.0</c:v>
                </c:pt>
                <c:pt idx="5">
                  <c:v>0.0</c:v>
                </c:pt>
                <c:pt idx="6">
                  <c:v>0.0</c:v>
                </c:pt>
                <c:pt idx="7">
                  <c:v>2.6315789473684212</c:v>
                </c:pt>
                <c:pt idx="8">
                  <c:v>0.0</c:v>
                </c:pt>
                <c:pt idx="9">
                  <c:v>0.0</c:v>
                </c:pt>
                <c:pt idx="10">
                  <c:v>7.894736842105263</c:v>
                </c:pt>
                <c:pt idx="11">
                  <c:v>0.0</c:v>
                </c:pt>
              </c:numCache>
            </c:numRef>
          </c:val>
          <c:extLst>
            <c:ext xmlns:c16="http://schemas.microsoft.com/office/drawing/2014/chart" uri="{C3380CC4-5D6E-409C-BE32-E72D297353CC}">
              <c16:uniqueId val="{00000005-5A7D-2A41-8E40-3CF6BA9EF6C8}"/>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1.3157894736842106</c:v>
                </c:pt>
                <c:pt idx="1">
                  <c:v>1.3157894736842106</c:v>
                </c:pt>
                <c:pt idx="2">
                  <c:v>1.3157894736842106</c:v>
                </c:pt>
                <c:pt idx="3">
                  <c:v>1.3157894736842106</c:v>
                </c:pt>
                <c:pt idx="4">
                  <c:v>1.3157894736842106</c:v>
                </c:pt>
                <c:pt idx="5">
                  <c:v>1.3157894736842106</c:v>
                </c:pt>
                <c:pt idx="6">
                  <c:v>1.3157894736842106</c:v>
                </c:pt>
                <c:pt idx="7">
                  <c:v>1.3157894736842106</c:v>
                </c:pt>
                <c:pt idx="8">
                  <c:v>1.3157894736842106</c:v>
                </c:pt>
                <c:pt idx="9">
                  <c:v>1.3157894736842106</c:v>
                </c:pt>
                <c:pt idx="10">
                  <c:v>2.6315789473684212</c:v>
                </c:pt>
                <c:pt idx="11">
                  <c:v>0.0</c:v>
                </c:pt>
              </c:numCache>
            </c:numRef>
          </c:val>
          <c:extLst>
            <c:ext xmlns:c16="http://schemas.microsoft.com/office/drawing/2014/chart" uri="{C3380CC4-5D6E-409C-BE32-E72D297353CC}">
              <c16:uniqueId val="{00000006-5A7D-2A41-8E40-3CF6BA9EF6C8}"/>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2F9E-3B4D-B259-782ED914E23F}"/>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49.794238683127574</c:v>
                </c:pt>
                <c:pt idx="1">
                  <c:v>48.97119341563786</c:v>
                </c:pt>
                <c:pt idx="2">
                  <c:v>49.382716049382715</c:v>
                </c:pt>
                <c:pt idx="3">
                  <c:v>49.794238683127574</c:v>
                </c:pt>
                <c:pt idx="4">
                  <c:v>49.794238683127574</c:v>
                </c:pt>
                <c:pt idx="5">
                  <c:v>50.205761316872426</c:v>
                </c:pt>
                <c:pt idx="6">
                  <c:v>49.794238683127574</c:v>
                </c:pt>
                <c:pt idx="7">
                  <c:v>49.794238683127574</c:v>
                </c:pt>
                <c:pt idx="8">
                  <c:v>49.382716049382715</c:v>
                </c:pt>
                <c:pt idx="9">
                  <c:v>48.97119341563786</c:v>
                </c:pt>
                <c:pt idx="10">
                  <c:v>48.97119341563786</c:v>
                </c:pt>
                <c:pt idx="11">
                  <c:v>48.559670781893004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2F9E-3B4D-B259-782ED914E23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0.0</c:v>
                </c:pt>
                <c:pt idx="1">
                  <c:v>0.0</c:v>
                </c:pt>
                <c:pt idx="2">
                  <c:v>0.0</c:v>
                </c:pt>
                <c:pt idx="3">
                  <c:v>0.0</c:v>
                </c:pt>
                <c:pt idx="4">
                  <c:v>0.0</c:v>
                </c:pt>
                <c:pt idx="5">
                  <c:v>0.0</c:v>
                </c:pt>
                <c:pt idx="6">
                  <c:v>0.0</c:v>
                </c:pt>
                <c:pt idx="7">
                  <c:v>1.2345679012345678</c:v>
                </c:pt>
                <c:pt idx="8">
                  <c:v>0.0</c:v>
                </c:pt>
                <c:pt idx="9">
                  <c:v>0.0</c:v>
                </c:pt>
                <c:pt idx="10">
                  <c:v>0.411522633744856</c:v>
                </c:pt>
                <c:pt idx="11">
                  <c:v>0.0</c:v>
                </c:pt>
              </c:numCache>
            </c:numRef>
          </c:val>
          <c:extLst>
            <c:ext xmlns:c16="http://schemas.microsoft.com/office/drawing/2014/chart" uri="{C3380CC4-5D6E-409C-BE32-E72D297353CC}">
              <c16:uniqueId val="{00000003-2F9E-3B4D-B259-782ED914E23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39.91769547325103</c:v>
                </c:pt>
                <c:pt idx="1">
                  <c:v>39.91769547325103</c:v>
                </c:pt>
                <c:pt idx="2">
                  <c:v>40.74074074074074</c:v>
                </c:pt>
                <c:pt idx="3">
                  <c:v>40.32921810699588</c:v>
                </c:pt>
                <c:pt idx="4">
                  <c:v>40.32921810699588</c:v>
                </c:pt>
                <c:pt idx="5">
                  <c:v>41.97530864197531</c:v>
                </c:pt>
                <c:pt idx="6">
                  <c:v>42.38683127572016</c:v>
                </c:pt>
                <c:pt idx="7">
                  <c:v>39.91769547325103</c:v>
                </c:pt>
                <c:pt idx="8">
                  <c:v>42.38683127572016</c:v>
                </c:pt>
                <c:pt idx="9">
                  <c:v>43.20987654320987</c:v>
                </c:pt>
                <c:pt idx="10">
                  <c:v>44.44444444444444</c:v>
                </c:pt>
                <c:pt idx="11">
                  <c:v>44.8559670781893</c:v>
                </c:pt>
              </c:numCache>
            </c:numRef>
          </c:val>
          <c:extLst>
            <c:ext xmlns:c16="http://schemas.microsoft.com/office/drawing/2014/chart" uri="{C3380CC4-5D6E-409C-BE32-E72D297353CC}">
              <c16:uniqueId val="{00000004-2F9E-3B4D-B259-782ED914E23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0.411522633744856</c:v>
                </c:pt>
                <c:pt idx="1">
                  <c:v>1.2345679012345678</c:v>
                </c:pt>
                <c:pt idx="2">
                  <c:v>0.0</c:v>
                </c:pt>
                <c:pt idx="3">
                  <c:v>0.0</c:v>
                </c:pt>
                <c:pt idx="4">
                  <c:v>0.411522633744856</c:v>
                </c:pt>
                <c:pt idx="5">
                  <c:v>0.411522633744856</c:v>
                </c:pt>
                <c:pt idx="6">
                  <c:v>0.411522633744856</c:v>
                </c:pt>
                <c:pt idx="7">
                  <c:v>1.646090534979424</c:v>
                </c:pt>
                <c:pt idx="8">
                  <c:v>0.823045267489712</c:v>
                </c:pt>
                <c:pt idx="9">
                  <c:v>0.411522633744856</c:v>
                </c:pt>
                <c:pt idx="10">
                  <c:v>0.0</c:v>
                </c:pt>
                <c:pt idx="11">
                  <c:v>0.411522633744856</c:v>
                </c:pt>
              </c:numCache>
            </c:numRef>
          </c:val>
          <c:extLst>
            <c:ext xmlns:c16="http://schemas.microsoft.com/office/drawing/2014/chart" uri="{C3380CC4-5D6E-409C-BE32-E72D297353CC}">
              <c16:uniqueId val="{00000005-2F9E-3B4D-B259-782ED914E23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9.876543209876543</c:v>
                </c:pt>
                <c:pt idx="1">
                  <c:v>9.876543209876543</c:v>
                </c:pt>
                <c:pt idx="2">
                  <c:v>9.876543209876543</c:v>
                </c:pt>
                <c:pt idx="3">
                  <c:v>9.876543209876543</c:v>
                </c:pt>
                <c:pt idx="4">
                  <c:v>9.465020576131687</c:v>
                </c:pt>
                <c:pt idx="5">
                  <c:v>7.407407407407407</c:v>
                </c:pt>
                <c:pt idx="6">
                  <c:v>7.407407407407407</c:v>
                </c:pt>
                <c:pt idx="7">
                  <c:v>7.407407407407407</c:v>
                </c:pt>
                <c:pt idx="8">
                  <c:v>7.407407407407407</c:v>
                </c:pt>
                <c:pt idx="9">
                  <c:v>7.407407407407407</c:v>
                </c:pt>
                <c:pt idx="10">
                  <c:v>6.172839506172839</c:v>
                </c:pt>
                <c:pt idx="11">
                  <c:v>6.172839506172839</c:v>
                </c:pt>
              </c:numCache>
            </c:numRef>
          </c:val>
          <c:extLst>
            <c:ext xmlns:c16="http://schemas.microsoft.com/office/drawing/2014/chart" uri="{C3380CC4-5D6E-409C-BE32-E72D297353CC}">
              <c16:uniqueId val="{00000006-2F9E-3B4D-B259-782ED914E23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BA9D-A148-A366-632DBB31698B}"/>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33.333333333333336</c:v>
                </c:pt>
                <c:pt idx="1">
                  <c:v>33.333333333333336</c:v>
                </c:pt>
                <c:pt idx="2">
                  <c:v>33.333333333333336</c:v>
                </c:pt>
                <c:pt idx="3">
                  <c:v>33.333333333333336</c:v>
                </c:pt>
                <c:pt idx="4">
                  <c:v>34.099616858237546</c:v>
                </c:pt>
                <c:pt idx="5">
                  <c:v>33.71647509578544</c:v>
                </c:pt>
                <c:pt idx="6">
                  <c:v>33.71647509578544</c:v>
                </c:pt>
                <c:pt idx="7">
                  <c:v>34.099616858237546</c:v>
                </c:pt>
                <c:pt idx="8">
                  <c:v>34.48275862068966</c:v>
                </c:pt>
                <c:pt idx="9">
                  <c:v>34.86590038314176</c:v>
                </c:pt>
                <c:pt idx="10">
                  <c:v>34.86590038314176</c:v>
                </c:pt>
                <c:pt idx="11">
                  <c:v>34.86590038314176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BA9D-A148-A366-632DBB31698B}"/>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0.7662835249042146</c:v>
                </c:pt>
                <c:pt idx="1">
                  <c:v>1.5325670498084292</c:v>
                </c:pt>
                <c:pt idx="2">
                  <c:v>0.3831417624521073</c:v>
                </c:pt>
                <c:pt idx="3">
                  <c:v>2.2988505747126435</c:v>
                </c:pt>
                <c:pt idx="4">
                  <c:v>4.597701149425287</c:v>
                </c:pt>
                <c:pt idx="5">
                  <c:v>1.1494252873563218</c:v>
                </c:pt>
                <c:pt idx="6">
                  <c:v>1.1494252873563218</c:v>
                </c:pt>
                <c:pt idx="7">
                  <c:v>2.2988505747126435</c:v>
                </c:pt>
                <c:pt idx="8">
                  <c:v>0.3831417624521073</c:v>
                </c:pt>
                <c:pt idx="9">
                  <c:v>1.5325670498084292</c:v>
                </c:pt>
                <c:pt idx="10">
                  <c:v>0.3831417624521073</c:v>
                </c:pt>
                <c:pt idx="11">
                  <c:v>0.3831417624521073</c:v>
                </c:pt>
              </c:numCache>
            </c:numRef>
          </c:val>
          <c:extLst>
            <c:ext xmlns:c16="http://schemas.microsoft.com/office/drawing/2014/chart" uri="{C3380CC4-5D6E-409C-BE32-E72D297353CC}">
              <c16:uniqueId val="{00000003-BA9D-A148-A366-632DBB31698B}"/>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54.02298850574713</c:v>
                </c:pt>
                <c:pt idx="1">
                  <c:v>54.406130268199234</c:v>
                </c:pt>
                <c:pt idx="2">
                  <c:v>54.02298850574713</c:v>
                </c:pt>
                <c:pt idx="3">
                  <c:v>52.10727969348659</c:v>
                </c:pt>
                <c:pt idx="4">
                  <c:v>45.21072796934866</c:v>
                </c:pt>
                <c:pt idx="5">
                  <c:v>56.70498084291188</c:v>
                </c:pt>
                <c:pt idx="6">
                  <c:v>56.32183908045977</c:v>
                </c:pt>
                <c:pt idx="7">
                  <c:v>52.490421455938694</c:v>
                </c:pt>
                <c:pt idx="8">
                  <c:v>59.00383141762452</c:v>
                </c:pt>
                <c:pt idx="9">
                  <c:v>57.47126436781609</c:v>
                </c:pt>
                <c:pt idx="10">
                  <c:v>58.62068965517241</c:v>
                </c:pt>
                <c:pt idx="11">
                  <c:v>59.38697318007663</c:v>
                </c:pt>
              </c:numCache>
            </c:numRef>
          </c:val>
          <c:extLst>
            <c:ext xmlns:c16="http://schemas.microsoft.com/office/drawing/2014/chart" uri="{C3380CC4-5D6E-409C-BE32-E72D297353CC}">
              <c16:uniqueId val="{00000004-BA9D-A148-A366-632DBB31698B}"/>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1.1494252873563218</c:v>
                </c:pt>
                <c:pt idx="1">
                  <c:v>0.0</c:v>
                </c:pt>
                <c:pt idx="2">
                  <c:v>1.5325670498084292</c:v>
                </c:pt>
                <c:pt idx="3">
                  <c:v>1.5325670498084292</c:v>
                </c:pt>
                <c:pt idx="4">
                  <c:v>8.045977011494253</c:v>
                </c:pt>
                <c:pt idx="5">
                  <c:v>1.1494252873563218</c:v>
                </c:pt>
                <c:pt idx="6">
                  <c:v>1.5325670498084292</c:v>
                </c:pt>
                <c:pt idx="7">
                  <c:v>4.597701149425287</c:v>
                </c:pt>
                <c:pt idx="8">
                  <c:v>0.3831417624521073</c:v>
                </c:pt>
                <c:pt idx="9">
                  <c:v>0.7662835249042146</c:v>
                </c:pt>
                <c:pt idx="10">
                  <c:v>1.5325670498084292</c:v>
                </c:pt>
                <c:pt idx="11">
                  <c:v>0.7662835249042146</c:v>
                </c:pt>
              </c:numCache>
            </c:numRef>
          </c:val>
          <c:extLst>
            <c:ext xmlns:c16="http://schemas.microsoft.com/office/drawing/2014/chart" uri="{C3380CC4-5D6E-409C-BE32-E72D297353CC}">
              <c16:uniqueId val="{00000005-BA9D-A148-A366-632DBB31698B}"/>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10.727969348659004</c:v>
                </c:pt>
                <c:pt idx="1">
                  <c:v>10.727969348659004</c:v>
                </c:pt>
                <c:pt idx="2">
                  <c:v>10.727969348659004</c:v>
                </c:pt>
                <c:pt idx="3">
                  <c:v>10.727969348659004</c:v>
                </c:pt>
                <c:pt idx="4">
                  <c:v>8.045977011494253</c:v>
                </c:pt>
                <c:pt idx="5">
                  <c:v>7.2796934865900385</c:v>
                </c:pt>
                <c:pt idx="6">
                  <c:v>7.2796934865900385</c:v>
                </c:pt>
                <c:pt idx="7">
                  <c:v>6.513409961685824</c:v>
                </c:pt>
                <c:pt idx="8">
                  <c:v>5.747126436781609</c:v>
                </c:pt>
                <c:pt idx="9">
                  <c:v>5.363984674329502</c:v>
                </c:pt>
                <c:pt idx="10">
                  <c:v>4.597701149425287</c:v>
                </c:pt>
                <c:pt idx="11">
                  <c:v>4.597701149425287</c:v>
                </c:pt>
              </c:numCache>
            </c:numRef>
          </c:val>
          <c:extLst>
            <c:ext xmlns:c16="http://schemas.microsoft.com/office/drawing/2014/chart" uri="{C3380CC4-5D6E-409C-BE32-E72D297353CC}">
              <c16:uniqueId val="{00000006-BA9D-A148-A366-632DBB31698B}"/>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9CDF-4B43-A58B-3C03F478D7BE}"/>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45.744680851063826</c:v>
                </c:pt>
                <c:pt idx="1">
                  <c:v>45.744680851063826</c:v>
                </c:pt>
                <c:pt idx="2">
                  <c:v>47.87234042553192</c:v>
                </c:pt>
                <c:pt idx="3">
                  <c:v>47.340425531914896</c:v>
                </c:pt>
                <c:pt idx="4">
                  <c:v>51.59574468085106</c:v>
                </c:pt>
                <c:pt idx="5">
                  <c:v>51.59574468085106</c:v>
                </c:pt>
                <c:pt idx="6">
                  <c:v>51.59574468085106</c:v>
                </c:pt>
                <c:pt idx="7">
                  <c:v>51.06382978723404</c:v>
                </c:pt>
                <c:pt idx="8">
                  <c:v>52.659574468085104</c:v>
                </c:pt>
                <c:pt idx="9">
                  <c:v>52.659574468085104</c:v>
                </c:pt>
                <c:pt idx="10">
                  <c:v>52.12765957446808</c:v>
                </c:pt>
                <c:pt idx="11">
                  <c:v>53.191489361702125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9CDF-4B43-A58B-3C03F478D7BE}"/>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0.5319148936170213</c:v>
                </c:pt>
                <c:pt idx="1">
                  <c:v>0.0</c:v>
                </c:pt>
                <c:pt idx="2">
                  <c:v>0.0</c:v>
                </c:pt>
                <c:pt idx="3">
                  <c:v>3.1914893617021276</c:v>
                </c:pt>
                <c:pt idx="4">
                  <c:v>1.5957446808510638</c:v>
                </c:pt>
                <c:pt idx="5">
                  <c:v>2.127659574468085</c:v>
                </c:pt>
                <c:pt idx="6">
                  <c:v>1.5957446808510638</c:v>
                </c:pt>
                <c:pt idx="7">
                  <c:v>6.914893617021277</c:v>
                </c:pt>
                <c:pt idx="8">
                  <c:v>3.1914893617021276</c:v>
                </c:pt>
                <c:pt idx="9">
                  <c:v>2.6595744680851063</c:v>
                </c:pt>
                <c:pt idx="10">
                  <c:v>0.0</c:v>
                </c:pt>
                <c:pt idx="11">
                  <c:v>3.723404255319149</c:v>
                </c:pt>
              </c:numCache>
            </c:numRef>
          </c:val>
          <c:extLst>
            <c:ext xmlns:c16="http://schemas.microsoft.com/office/drawing/2014/chart" uri="{C3380CC4-5D6E-409C-BE32-E72D297353CC}">
              <c16:uniqueId val="{00000003-9CDF-4B43-A58B-3C03F478D7BE}"/>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6.382978723404255</c:v>
                </c:pt>
                <c:pt idx="1">
                  <c:v>7.446808510638298</c:v>
                </c:pt>
                <c:pt idx="2">
                  <c:v>0.0</c:v>
                </c:pt>
                <c:pt idx="3">
                  <c:v>14.893617021276595</c:v>
                </c:pt>
                <c:pt idx="4">
                  <c:v>19.148936170212767</c:v>
                </c:pt>
                <c:pt idx="5">
                  <c:v>19.148936170212767</c:v>
                </c:pt>
                <c:pt idx="6">
                  <c:v>19.680851063829788</c:v>
                </c:pt>
                <c:pt idx="7">
                  <c:v>12.23404255319149</c:v>
                </c:pt>
                <c:pt idx="8">
                  <c:v>22.340425531914892</c:v>
                </c:pt>
                <c:pt idx="9">
                  <c:v>22.340425531914892</c:v>
                </c:pt>
                <c:pt idx="10">
                  <c:v>25.0</c:v>
                </c:pt>
                <c:pt idx="11">
                  <c:v>17.5531914893617</c:v>
                </c:pt>
              </c:numCache>
            </c:numRef>
          </c:val>
          <c:extLst>
            <c:ext xmlns:c16="http://schemas.microsoft.com/office/drawing/2014/chart" uri="{C3380CC4-5D6E-409C-BE32-E72D297353CC}">
              <c16:uniqueId val="{00000004-9CDF-4B43-A58B-3C03F478D7BE}"/>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0.5319148936170213</c:v>
                </c:pt>
                <c:pt idx="1">
                  <c:v>0.0</c:v>
                </c:pt>
                <c:pt idx="2">
                  <c:v>11.170212765957446</c:v>
                </c:pt>
                <c:pt idx="3">
                  <c:v>5.319148936170213</c:v>
                </c:pt>
                <c:pt idx="4">
                  <c:v>3.1914893617021276</c:v>
                </c:pt>
                <c:pt idx="5">
                  <c:v>2.6595744680851063</c:v>
                </c:pt>
                <c:pt idx="6">
                  <c:v>1.5957446808510638</c:v>
                </c:pt>
                <c:pt idx="7">
                  <c:v>10.106382978723405</c:v>
                </c:pt>
                <c:pt idx="8">
                  <c:v>2.127659574468085</c:v>
                </c:pt>
                <c:pt idx="9">
                  <c:v>1.5957446808510638</c:v>
                </c:pt>
                <c:pt idx="10">
                  <c:v>2.127659574468085</c:v>
                </c:pt>
                <c:pt idx="11">
                  <c:v>4.787234042553192</c:v>
                </c:pt>
              </c:numCache>
            </c:numRef>
          </c:val>
          <c:extLst>
            <c:ext xmlns:c16="http://schemas.microsoft.com/office/drawing/2014/chart" uri="{C3380CC4-5D6E-409C-BE32-E72D297353CC}">
              <c16:uniqueId val="{00000005-9CDF-4B43-A58B-3C03F478D7BE}"/>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46.808510638297875</c:v>
                </c:pt>
                <c:pt idx="1">
                  <c:v>46.808510638297875</c:v>
                </c:pt>
                <c:pt idx="2">
                  <c:v>40.95744680851064</c:v>
                </c:pt>
                <c:pt idx="3">
                  <c:v>29.25531914893617</c:v>
                </c:pt>
                <c:pt idx="4">
                  <c:v>24.46808510638298</c:v>
                </c:pt>
                <c:pt idx="5">
                  <c:v>24.46808510638298</c:v>
                </c:pt>
                <c:pt idx="6">
                  <c:v>25.53191489361702</c:v>
                </c:pt>
                <c:pt idx="7">
                  <c:v>19.680851063829788</c:v>
                </c:pt>
                <c:pt idx="8">
                  <c:v>19.680851063829788</c:v>
                </c:pt>
                <c:pt idx="9">
                  <c:v>20.74468085106383</c:v>
                </c:pt>
                <c:pt idx="10">
                  <c:v>20.74468085106383</c:v>
                </c:pt>
                <c:pt idx="11">
                  <c:v>20.74468085106383</c:v>
                </c:pt>
              </c:numCache>
            </c:numRef>
          </c:val>
          <c:extLst>
            <c:ext xmlns:c16="http://schemas.microsoft.com/office/drawing/2014/chart" uri="{C3380CC4-5D6E-409C-BE32-E72D297353CC}">
              <c16:uniqueId val="{00000006-9CDF-4B43-A58B-3C03F478D7B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1280</c:v>
                </c:pt>
                <c:pt idx="1">
                  <c:v>0</c:v>
                </c:pt>
                <c:pt idx="2">
                  <c:v>0</c:v>
                </c:pt>
                <c:pt idx="3">
                  <c:v>518</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522</c:v>
                </c:pt>
                <c:pt idx="1">
                  <c:v>0</c:v>
                </c:pt>
                <c:pt idx="2">
                  <c:v>0</c:v>
                </c:pt>
                <c:pt idx="3">
                  <c:v>198</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706</c:v>
                </c:pt>
                <c:pt idx="1">
                  <c:v>411</c:v>
                </c:pt>
                <c:pt idx="2">
                  <c:v>736</c:v>
                </c:pt>
                <c:pt idx="3">
                  <c:v>478</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667</c:v>
                </c:pt>
                <c:pt idx="1">
                  <c:v>0</c:v>
                </c:pt>
                <c:pt idx="2">
                  <c:v>0</c:v>
                </c:pt>
                <c:pt idx="3">
                  <c:v>583</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109</c:v>
                </c:pt>
                <c:pt idx="1">
                  <c:v>1</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171</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196</c:v>
                </c:pt>
                <c:pt idx="1">
                  <c:v>39</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13</c:v>
                </c:pt>
                <c:pt idx="1">
                  <c:v>159</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171D-B549-A7DE-EF4D33711D1D}"/>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171D-B549-A7DE-EF4D33711D1D}"/>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171D-B549-A7DE-EF4D33711D1D}"/>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1D-B549-A7DE-EF4D33711D1D}"/>
                </c:ext>
              </c:extLst>
            </c:dLbl>
            <c:dLbl>
              <c:idx val="2"/>
              <c:delete val="1"/>
              <c:extLst>
                <c:ext xmlns:c15="http://schemas.microsoft.com/office/drawing/2012/chart" uri="{CE6537A1-D6FC-4f65-9D91-7224C49458BB}"/>
                <c:ext xmlns:c16="http://schemas.microsoft.com/office/drawing/2014/chart" uri="{C3380CC4-5D6E-409C-BE32-E72D297353CC}">
                  <c16:uniqueId val="{00000004-171D-B549-A7DE-EF4D33711D1D}"/>
                </c:ext>
              </c:extLst>
            </c:dLbl>
            <c:dLbl>
              <c:idx val="5"/>
              <c:delete val="1"/>
              <c:extLst>
                <c:ext xmlns:c15="http://schemas.microsoft.com/office/drawing/2012/chart" uri="{CE6537A1-D6FC-4f65-9D91-7224C49458BB}"/>
                <c:ext xmlns:c16="http://schemas.microsoft.com/office/drawing/2014/chart" uri="{C3380CC4-5D6E-409C-BE32-E72D297353CC}">
                  <c16:uniqueId val="{00000005-171D-B549-A7DE-EF4D33711D1D}"/>
                </c:ext>
              </c:extLst>
            </c:dLbl>
            <c:dLbl>
              <c:idx val="8"/>
              <c:delete val="1"/>
              <c:extLst>
                <c:ext xmlns:c15="http://schemas.microsoft.com/office/drawing/2012/chart" uri="{CE6537A1-D6FC-4f65-9D91-7224C49458BB}"/>
                <c:ext xmlns:c16="http://schemas.microsoft.com/office/drawing/2014/chart" uri="{C3380CC4-5D6E-409C-BE32-E72D297353CC}">
                  <c16:uniqueId val="{00000006-171D-B549-A7DE-EF4D33711D1D}"/>
                </c:ext>
              </c:extLst>
            </c:dLbl>
            <c:dLbl>
              <c:idx val="11"/>
              <c:delete val="1"/>
              <c:extLst>
                <c:ext xmlns:c15="http://schemas.microsoft.com/office/drawing/2012/chart" uri="{CE6537A1-D6FC-4f65-9D91-7224C49458BB}"/>
                <c:ext xmlns:c16="http://schemas.microsoft.com/office/drawing/2014/chart" uri="{C3380CC4-5D6E-409C-BE32-E72D297353CC}">
                  <c16:uniqueId val="{00000007-171D-B549-A7DE-EF4D33711D1D}"/>
                </c:ext>
              </c:extLst>
            </c:dLbl>
            <c:dLbl>
              <c:idx val="14"/>
              <c:delete val="1"/>
              <c:extLst>
                <c:ext xmlns:c15="http://schemas.microsoft.com/office/drawing/2012/chart" uri="{CE6537A1-D6FC-4f65-9D91-7224C49458BB}"/>
                <c:ext xmlns:c16="http://schemas.microsoft.com/office/drawing/2014/chart" uri="{C3380CC4-5D6E-409C-BE32-E72D297353CC}">
                  <c16:uniqueId val="{00000008-171D-B549-A7DE-EF4D33711D1D}"/>
                </c:ext>
              </c:extLst>
            </c:dLbl>
            <c:dLbl>
              <c:idx val="17"/>
              <c:delete val="1"/>
              <c:extLst>
                <c:ext xmlns:c15="http://schemas.microsoft.com/office/drawing/2012/chart" uri="{CE6537A1-D6FC-4f65-9D91-7224C49458BB}"/>
                <c:ext xmlns:c16="http://schemas.microsoft.com/office/drawing/2014/chart" uri="{C3380CC4-5D6E-409C-BE32-E72D297353CC}">
                  <c16:uniqueId val="{00000009-171D-B549-A7DE-EF4D33711D1D}"/>
                </c:ext>
              </c:extLst>
            </c:dLbl>
            <c:dLbl>
              <c:idx val="20"/>
              <c:delete val="1"/>
              <c:extLst>
                <c:ext xmlns:c15="http://schemas.microsoft.com/office/drawing/2012/chart" uri="{CE6537A1-D6FC-4f65-9D91-7224C49458BB}"/>
                <c:ext xmlns:c16="http://schemas.microsoft.com/office/drawing/2014/chart" uri="{C3380CC4-5D6E-409C-BE32-E72D297353CC}">
                  <c16:uniqueId val="{0000000A-171D-B549-A7DE-EF4D33711D1D}"/>
                </c:ext>
              </c:extLst>
            </c:dLbl>
            <c:dLbl>
              <c:idx val="23"/>
              <c:delete val="1"/>
              <c:extLst>
                <c:ext xmlns:c15="http://schemas.microsoft.com/office/drawing/2012/chart" uri="{CE6537A1-D6FC-4f65-9D91-7224C49458BB}"/>
                <c:ext xmlns:c16="http://schemas.microsoft.com/office/drawing/2014/chart" uri="{C3380CC4-5D6E-409C-BE32-E72D297353CC}">
                  <c16:uniqueId val="{0000000B-171D-B549-A7DE-EF4D33711D1D}"/>
                </c:ext>
              </c:extLst>
            </c:dLbl>
            <c:dLbl>
              <c:idx val="26"/>
              <c:delete val="1"/>
              <c:extLst>
                <c:ext xmlns:c15="http://schemas.microsoft.com/office/drawing/2012/chart" uri="{CE6537A1-D6FC-4f65-9D91-7224C49458BB}"/>
                <c:ext xmlns:c16="http://schemas.microsoft.com/office/drawing/2014/chart" uri="{C3380CC4-5D6E-409C-BE32-E72D297353CC}">
                  <c16:uniqueId val="{0000000C-171D-B549-A7DE-EF4D33711D1D}"/>
                </c:ext>
              </c:extLst>
            </c:dLbl>
            <c:dLbl>
              <c:idx val="29"/>
              <c:delete val="1"/>
              <c:extLst>
                <c:ext xmlns:c15="http://schemas.microsoft.com/office/drawing/2012/chart" uri="{CE6537A1-D6FC-4f65-9D91-7224C49458BB}"/>
                <c:ext xmlns:c16="http://schemas.microsoft.com/office/drawing/2014/chart" uri="{C3380CC4-5D6E-409C-BE32-E72D297353CC}">
                  <c16:uniqueId val="{0000000D-171D-B549-A7DE-EF4D33711D1D}"/>
                </c:ext>
              </c:extLst>
            </c:dLbl>
            <c:dLbl>
              <c:idx val="32"/>
              <c:delete val="1"/>
              <c:extLst>
                <c:ext xmlns:c15="http://schemas.microsoft.com/office/drawing/2012/chart" uri="{CE6537A1-D6FC-4f65-9D91-7224C49458BB}"/>
                <c:ext xmlns:c16="http://schemas.microsoft.com/office/drawing/2014/chart" uri="{C3380CC4-5D6E-409C-BE32-E72D297353CC}">
                  <c16:uniqueId val="{0000000E-171D-B549-A7DE-EF4D33711D1D}"/>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171D-B549-A7DE-EF4D33711D1D}"/>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980E-0B4B-A8CF-968C5F8B2D40}"/>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980E-0B4B-A8CF-968C5F8B2D40}"/>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980E-0B4B-A8CF-968C5F8B2D40}"/>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980E-0B4B-A8CF-968C5F8B2D40}"/>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980E-0B4B-A8CF-968C5F8B2D40}"/>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4516723674428567"/>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0E27-A747-9927-F7F0E1E987CA}"/>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0E27-A747-9927-F7F0E1E987CA}"/>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0E27-A747-9927-F7F0E1E987CA}"/>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0E27-A747-9927-F7F0E1E987CA}"/>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0E27-A747-9927-F7F0E1E987C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2878023052360095"/>
          <c:w val="0.99589338467782274"/>
          <c:h val="0.1381688580606488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6F4-9648-A147-F9769DAF760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6F4-9648-A147-F9769DAF760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6F4-9648-A147-F9769DAF760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6F4-9648-A147-F9769DAF7605}"/>
                </c:ext>
              </c:extLst>
            </c:dLbl>
            <c:dLbl>
              <c:idx val="2"/>
              <c:delete val="1"/>
              <c:extLst>
                <c:ext xmlns:c15="http://schemas.microsoft.com/office/drawing/2012/chart" uri="{CE6537A1-D6FC-4f65-9D91-7224C49458BB}"/>
                <c:ext xmlns:c16="http://schemas.microsoft.com/office/drawing/2014/chart" uri="{C3380CC4-5D6E-409C-BE32-E72D297353CC}">
                  <c16:uniqueId val="{00000004-96F4-9648-A147-F9769DAF7605}"/>
                </c:ext>
              </c:extLst>
            </c:dLbl>
            <c:dLbl>
              <c:idx val="5"/>
              <c:delete val="1"/>
              <c:extLst>
                <c:ext xmlns:c15="http://schemas.microsoft.com/office/drawing/2012/chart" uri="{CE6537A1-D6FC-4f65-9D91-7224C49458BB}"/>
                <c:ext xmlns:c16="http://schemas.microsoft.com/office/drawing/2014/chart" uri="{C3380CC4-5D6E-409C-BE32-E72D297353CC}">
                  <c16:uniqueId val="{00000005-96F4-9648-A147-F9769DAF7605}"/>
                </c:ext>
              </c:extLst>
            </c:dLbl>
            <c:dLbl>
              <c:idx val="8"/>
              <c:delete val="1"/>
              <c:extLst>
                <c:ext xmlns:c15="http://schemas.microsoft.com/office/drawing/2012/chart" uri="{CE6537A1-D6FC-4f65-9D91-7224C49458BB}"/>
                <c:ext xmlns:c16="http://schemas.microsoft.com/office/drawing/2014/chart" uri="{C3380CC4-5D6E-409C-BE32-E72D297353CC}">
                  <c16:uniqueId val="{00000006-96F4-9648-A147-F9769DAF7605}"/>
                </c:ext>
              </c:extLst>
            </c:dLbl>
            <c:dLbl>
              <c:idx val="11"/>
              <c:delete val="1"/>
              <c:extLst>
                <c:ext xmlns:c15="http://schemas.microsoft.com/office/drawing/2012/chart" uri="{CE6537A1-D6FC-4f65-9D91-7224C49458BB}"/>
                <c:ext xmlns:c16="http://schemas.microsoft.com/office/drawing/2014/chart" uri="{C3380CC4-5D6E-409C-BE32-E72D297353CC}">
                  <c16:uniqueId val="{00000007-96F4-9648-A147-F9769DAF7605}"/>
                </c:ext>
              </c:extLst>
            </c:dLbl>
            <c:dLbl>
              <c:idx val="14"/>
              <c:delete val="1"/>
              <c:extLst>
                <c:ext xmlns:c15="http://schemas.microsoft.com/office/drawing/2012/chart" uri="{CE6537A1-D6FC-4f65-9D91-7224C49458BB}"/>
                <c:ext xmlns:c16="http://schemas.microsoft.com/office/drawing/2014/chart" uri="{C3380CC4-5D6E-409C-BE32-E72D297353CC}">
                  <c16:uniqueId val="{00000008-96F4-9648-A147-F9769DAF7605}"/>
                </c:ext>
              </c:extLst>
            </c:dLbl>
            <c:dLbl>
              <c:idx val="17"/>
              <c:delete val="1"/>
              <c:extLst>
                <c:ext xmlns:c15="http://schemas.microsoft.com/office/drawing/2012/chart" uri="{CE6537A1-D6FC-4f65-9D91-7224C49458BB}"/>
                <c:ext xmlns:c16="http://schemas.microsoft.com/office/drawing/2014/chart" uri="{C3380CC4-5D6E-409C-BE32-E72D297353CC}">
                  <c16:uniqueId val="{00000009-96F4-9648-A147-F9769DAF7605}"/>
                </c:ext>
              </c:extLst>
            </c:dLbl>
            <c:dLbl>
              <c:idx val="20"/>
              <c:delete val="1"/>
              <c:extLst>
                <c:ext xmlns:c15="http://schemas.microsoft.com/office/drawing/2012/chart" uri="{CE6537A1-D6FC-4f65-9D91-7224C49458BB}"/>
                <c:ext xmlns:c16="http://schemas.microsoft.com/office/drawing/2014/chart" uri="{C3380CC4-5D6E-409C-BE32-E72D297353CC}">
                  <c16:uniqueId val="{0000000A-96F4-9648-A147-F9769DAF7605}"/>
                </c:ext>
              </c:extLst>
            </c:dLbl>
            <c:dLbl>
              <c:idx val="23"/>
              <c:delete val="1"/>
              <c:extLst>
                <c:ext xmlns:c15="http://schemas.microsoft.com/office/drawing/2012/chart" uri="{CE6537A1-D6FC-4f65-9D91-7224C49458BB}"/>
                <c:ext xmlns:c16="http://schemas.microsoft.com/office/drawing/2014/chart" uri="{C3380CC4-5D6E-409C-BE32-E72D297353CC}">
                  <c16:uniqueId val="{0000000B-96F4-9648-A147-F9769DAF7605}"/>
                </c:ext>
              </c:extLst>
            </c:dLbl>
            <c:dLbl>
              <c:idx val="26"/>
              <c:delete val="1"/>
              <c:extLst>
                <c:ext xmlns:c15="http://schemas.microsoft.com/office/drawing/2012/chart" uri="{CE6537A1-D6FC-4f65-9D91-7224C49458BB}"/>
                <c:ext xmlns:c16="http://schemas.microsoft.com/office/drawing/2014/chart" uri="{C3380CC4-5D6E-409C-BE32-E72D297353CC}">
                  <c16:uniqueId val="{0000000C-96F4-9648-A147-F9769DAF7605}"/>
                </c:ext>
              </c:extLst>
            </c:dLbl>
            <c:dLbl>
              <c:idx val="29"/>
              <c:delete val="1"/>
              <c:extLst>
                <c:ext xmlns:c15="http://schemas.microsoft.com/office/drawing/2012/chart" uri="{CE6537A1-D6FC-4f65-9D91-7224C49458BB}"/>
                <c:ext xmlns:c16="http://schemas.microsoft.com/office/drawing/2014/chart" uri="{C3380CC4-5D6E-409C-BE32-E72D297353CC}">
                  <c16:uniqueId val="{0000000D-96F4-9648-A147-F9769DAF7605}"/>
                </c:ext>
              </c:extLst>
            </c:dLbl>
            <c:dLbl>
              <c:idx val="32"/>
              <c:delete val="1"/>
              <c:extLst>
                <c:ext xmlns:c15="http://schemas.microsoft.com/office/drawing/2012/chart" uri="{CE6537A1-D6FC-4f65-9D91-7224C49458BB}"/>
                <c:ext xmlns:c16="http://schemas.microsoft.com/office/drawing/2014/chart" uri="{C3380CC4-5D6E-409C-BE32-E72D297353CC}">
                  <c16:uniqueId val="{0000000E-96F4-9648-A147-F9769DAF760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6F4-9648-A147-F9769DAF760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561842072162023"/>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1F71-2347-B18D-6B630A307332}"/>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1F71-2347-B18D-6B630A307332}"/>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1F71-2347-B18D-6B630A307332}"/>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1F71-2347-B18D-6B630A307332}"/>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1F71-2347-B18D-6B630A30733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3428871575955932"/>
          <c:w val="0.99589338467782274"/>
          <c:h val="0.1326603728246904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3E51-4E42-8C00-A948DC2E75DF}"/>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3E51-4E42-8C00-A948DC2E75DF}"/>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3E51-4E42-8C00-A948DC2E75DF}"/>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E51-4E42-8C00-A948DC2E75DF}"/>
                </c:ext>
              </c:extLst>
            </c:dLbl>
            <c:dLbl>
              <c:idx val="2"/>
              <c:delete val="1"/>
              <c:extLst>
                <c:ext xmlns:c15="http://schemas.microsoft.com/office/drawing/2012/chart" uri="{CE6537A1-D6FC-4f65-9D91-7224C49458BB}"/>
                <c:ext xmlns:c16="http://schemas.microsoft.com/office/drawing/2014/chart" uri="{C3380CC4-5D6E-409C-BE32-E72D297353CC}">
                  <c16:uniqueId val="{00000004-3E51-4E42-8C00-A948DC2E75DF}"/>
                </c:ext>
              </c:extLst>
            </c:dLbl>
            <c:dLbl>
              <c:idx val="5"/>
              <c:delete val="1"/>
              <c:extLst>
                <c:ext xmlns:c15="http://schemas.microsoft.com/office/drawing/2012/chart" uri="{CE6537A1-D6FC-4f65-9D91-7224C49458BB}"/>
                <c:ext xmlns:c16="http://schemas.microsoft.com/office/drawing/2014/chart" uri="{C3380CC4-5D6E-409C-BE32-E72D297353CC}">
                  <c16:uniqueId val="{00000005-3E51-4E42-8C00-A948DC2E75DF}"/>
                </c:ext>
              </c:extLst>
            </c:dLbl>
            <c:dLbl>
              <c:idx val="8"/>
              <c:delete val="1"/>
              <c:extLst>
                <c:ext xmlns:c15="http://schemas.microsoft.com/office/drawing/2012/chart" uri="{CE6537A1-D6FC-4f65-9D91-7224C49458BB}"/>
                <c:ext xmlns:c16="http://schemas.microsoft.com/office/drawing/2014/chart" uri="{C3380CC4-5D6E-409C-BE32-E72D297353CC}">
                  <c16:uniqueId val="{00000006-3E51-4E42-8C00-A948DC2E75DF}"/>
                </c:ext>
              </c:extLst>
            </c:dLbl>
            <c:dLbl>
              <c:idx val="11"/>
              <c:delete val="1"/>
              <c:extLst>
                <c:ext xmlns:c15="http://schemas.microsoft.com/office/drawing/2012/chart" uri="{CE6537A1-D6FC-4f65-9D91-7224C49458BB}"/>
                <c:ext xmlns:c16="http://schemas.microsoft.com/office/drawing/2014/chart" uri="{C3380CC4-5D6E-409C-BE32-E72D297353CC}">
                  <c16:uniqueId val="{00000007-3E51-4E42-8C00-A948DC2E75DF}"/>
                </c:ext>
              </c:extLst>
            </c:dLbl>
            <c:dLbl>
              <c:idx val="14"/>
              <c:delete val="1"/>
              <c:extLst>
                <c:ext xmlns:c15="http://schemas.microsoft.com/office/drawing/2012/chart" uri="{CE6537A1-D6FC-4f65-9D91-7224C49458BB}"/>
                <c:ext xmlns:c16="http://schemas.microsoft.com/office/drawing/2014/chart" uri="{C3380CC4-5D6E-409C-BE32-E72D297353CC}">
                  <c16:uniqueId val="{00000008-3E51-4E42-8C00-A948DC2E75DF}"/>
                </c:ext>
              </c:extLst>
            </c:dLbl>
            <c:dLbl>
              <c:idx val="17"/>
              <c:delete val="1"/>
              <c:extLst>
                <c:ext xmlns:c15="http://schemas.microsoft.com/office/drawing/2012/chart" uri="{CE6537A1-D6FC-4f65-9D91-7224C49458BB}"/>
                <c:ext xmlns:c16="http://schemas.microsoft.com/office/drawing/2014/chart" uri="{C3380CC4-5D6E-409C-BE32-E72D297353CC}">
                  <c16:uniqueId val="{00000009-3E51-4E42-8C00-A948DC2E75DF}"/>
                </c:ext>
              </c:extLst>
            </c:dLbl>
            <c:dLbl>
              <c:idx val="20"/>
              <c:delete val="1"/>
              <c:extLst>
                <c:ext xmlns:c15="http://schemas.microsoft.com/office/drawing/2012/chart" uri="{CE6537A1-D6FC-4f65-9D91-7224C49458BB}"/>
                <c:ext xmlns:c16="http://schemas.microsoft.com/office/drawing/2014/chart" uri="{C3380CC4-5D6E-409C-BE32-E72D297353CC}">
                  <c16:uniqueId val="{0000000A-3E51-4E42-8C00-A948DC2E75DF}"/>
                </c:ext>
              </c:extLst>
            </c:dLbl>
            <c:dLbl>
              <c:idx val="23"/>
              <c:delete val="1"/>
              <c:extLst>
                <c:ext xmlns:c15="http://schemas.microsoft.com/office/drawing/2012/chart" uri="{CE6537A1-D6FC-4f65-9D91-7224C49458BB}"/>
                <c:ext xmlns:c16="http://schemas.microsoft.com/office/drawing/2014/chart" uri="{C3380CC4-5D6E-409C-BE32-E72D297353CC}">
                  <c16:uniqueId val="{0000000B-3E51-4E42-8C00-A948DC2E75DF}"/>
                </c:ext>
              </c:extLst>
            </c:dLbl>
            <c:dLbl>
              <c:idx val="26"/>
              <c:delete val="1"/>
              <c:extLst>
                <c:ext xmlns:c15="http://schemas.microsoft.com/office/drawing/2012/chart" uri="{CE6537A1-D6FC-4f65-9D91-7224C49458BB}"/>
                <c:ext xmlns:c16="http://schemas.microsoft.com/office/drawing/2014/chart" uri="{C3380CC4-5D6E-409C-BE32-E72D297353CC}">
                  <c16:uniqueId val="{0000000C-3E51-4E42-8C00-A948DC2E75DF}"/>
                </c:ext>
              </c:extLst>
            </c:dLbl>
            <c:dLbl>
              <c:idx val="29"/>
              <c:delete val="1"/>
              <c:extLst>
                <c:ext xmlns:c15="http://schemas.microsoft.com/office/drawing/2012/chart" uri="{CE6537A1-D6FC-4f65-9D91-7224C49458BB}"/>
                <c:ext xmlns:c16="http://schemas.microsoft.com/office/drawing/2014/chart" uri="{C3380CC4-5D6E-409C-BE32-E72D297353CC}">
                  <c16:uniqueId val="{0000000D-3E51-4E42-8C00-A948DC2E75DF}"/>
                </c:ext>
              </c:extLst>
            </c:dLbl>
            <c:dLbl>
              <c:idx val="32"/>
              <c:delete val="1"/>
              <c:extLst>
                <c:ext xmlns:c15="http://schemas.microsoft.com/office/drawing/2012/chart" uri="{CE6537A1-D6FC-4f65-9D91-7224C49458BB}"/>
                <c:ext xmlns:c16="http://schemas.microsoft.com/office/drawing/2014/chart" uri="{C3380CC4-5D6E-409C-BE32-E72D297353CC}">
                  <c16:uniqueId val="{0000000E-3E51-4E42-8C00-A948DC2E75DF}"/>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3E51-4E42-8C00-A948DC2E75DF}"/>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B586-A04E-8798-76AFBDCDFE8A}"/>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B586-A04E-8798-76AFBDCDFE8A}"/>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B586-A04E-8798-76AFBDCDFE8A}"/>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586-A04E-8798-76AFBDCDFE8A}"/>
                </c:ext>
              </c:extLst>
            </c:dLbl>
            <c:dLbl>
              <c:idx val="2"/>
              <c:delete val="1"/>
              <c:extLst>
                <c:ext xmlns:c15="http://schemas.microsoft.com/office/drawing/2012/chart" uri="{CE6537A1-D6FC-4f65-9D91-7224C49458BB}"/>
                <c:ext xmlns:c16="http://schemas.microsoft.com/office/drawing/2014/chart" uri="{C3380CC4-5D6E-409C-BE32-E72D297353CC}">
                  <c16:uniqueId val="{00000004-B586-A04E-8798-76AFBDCDFE8A}"/>
                </c:ext>
              </c:extLst>
            </c:dLbl>
            <c:dLbl>
              <c:idx val="5"/>
              <c:delete val="1"/>
              <c:extLst>
                <c:ext xmlns:c15="http://schemas.microsoft.com/office/drawing/2012/chart" uri="{CE6537A1-D6FC-4f65-9D91-7224C49458BB}"/>
                <c:ext xmlns:c16="http://schemas.microsoft.com/office/drawing/2014/chart" uri="{C3380CC4-5D6E-409C-BE32-E72D297353CC}">
                  <c16:uniqueId val="{00000005-B586-A04E-8798-76AFBDCDFE8A}"/>
                </c:ext>
              </c:extLst>
            </c:dLbl>
            <c:dLbl>
              <c:idx val="8"/>
              <c:delete val="1"/>
              <c:extLst>
                <c:ext xmlns:c15="http://schemas.microsoft.com/office/drawing/2012/chart" uri="{CE6537A1-D6FC-4f65-9D91-7224C49458BB}"/>
                <c:ext xmlns:c16="http://schemas.microsoft.com/office/drawing/2014/chart" uri="{C3380CC4-5D6E-409C-BE32-E72D297353CC}">
                  <c16:uniqueId val="{00000006-B586-A04E-8798-76AFBDCDFE8A}"/>
                </c:ext>
              </c:extLst>
            </c:dLbl>
            <c:dLbl>
              <c:idx val="11"/>
              <c:delete val="1"/>
              <c:extLst>
                <c:ext xmlns:c15="http://schemas.microsoft.com/office/drawing/2012/chart" uri="{CE6537A1-D6FC-4f65-9D91-7224C49458BB}"/>
                <c:ext xmlns:c16="http://schemas.microsoft.com/office/drawing/2014/chart" uri="{C3380CC4-5D6E-409C-BE32-E72D297353CC}">
                  <c16:uniqueId val="{00000007-B586-A04E-8798-76AFBDCDFE8A}"/>
                </c:ext>
              </c:extLst>
            </c:dLbl>
            <c:dLbl>
              <c:idx val="14"/>
              <c:delete val="1"/>
              <c:extLst>
                <c:ext xmlns:c15="http://schemas.microsoft.com/office/drawing/2012/chart" uri="{CE6537A1-D6FC-4f65-9D91-7224C49458BB}"/>
                <c:ext xmlns:c16="http://schemas.microsoft.com/office/drawing/2014/chart" uri="{C3380CC4-5D6E-409C-BE32-E72D297353CC}">
                  <c16:uniqueId val="{00000008-B586-A04E-8798-76AFBDCDFE8A}"/>
                </c:ext>
              </c:extLst>
            </c:dLbl>
            <c:dLbl>
              <c:idx val="17"/>
              <c:delete val="1"/>
              <c:extLst>
                <c:ext xmlns:c15="http://schemas.microsoft.com/office/drawing/2012/chart" uri="{CE6537A1-D6FC-4f65-9D91-7224C49458BB}"/>
                <c:ext xmlns:c16="http://schemas.microsoft.com/office/drawing/2014/chart" uri="{C3380CC4-5D6E-409C-BE32-E72D297353CC}">
                  <c16:uniqueId val="{00000009-B586-A04E-8798-76AFBDCDFE8A}"/>
                </c:ext>
              </c:extLst>
            </c:dLbl>
            <c:dLbl>
              <c:idx val="20"/>
              <c:delete val="1"/>
              <c:extLst>
                <c:ext xmlns:c15="http://schemas.microsoft.com/office/drawing/2012/chart" uri="{CE6537A1-D6FC-4f65-9D91-7224C49458BB}"/>
                <c:ext xmlns:c16="http://schemas.microsoft.com/office/drawing/2014/chart" uri="{C3380CC4-5D6E-409C-BE32-E72D297353CC}">
                  <c16:uniqueId val="{0000000A-B586-A04E-8798-76AFBDCDFE8A}"/>
                </c:ext>
              </c:extLst>
            </c:dLbl>
            <c:dLbl>
              <c:idx val="23"/>
              <c:delete val="1"/>
              <c:extLst>
                <c:ext xmlns:c15="http://schemas.microsoft.com/office/drawing/2012/chart" uri="{CE6537A1-D6FC-4f65-9D91-7224C49458BB}"/>
                <c:ext xmlns:c16="http://schemas.microsoft.com/office/drawing/2014/chart" uri="{C3380CC4-5D6E-409C-BE32-E72D297353CC}">
                  <c16:uniqueId val="{0000000B-B586-A04E-8798-76AFBDCDFE8A}"/>
                </c:ext>
              </c:extLst>
            </c:dLbl>
            <c:dLbl>
              <c:idx val="26"/>
              <c:delete val="1"/>
              <c:extLst>
                <c:ext xmlns:c15="http://schemas.microsoft.com/office/drawing/2012/chart" uri="{CE6537A1-D6FC-4f65-9D91-7224C49458BB}"/>
                <c:ext xmlns:c16="http://schemas.microsoft.com/office/drawing/2014/chart" uri="{C3380CC4-5D6E-409C-BE32-E72D297353CC}">
                  <c16:uniqueId val="{0000000C-B586-A04E-8798-76AFBDCDFE8A}"/>
                </c:ext>
              </c:extLst>
            </c:dLbl>
            <c:dLbl>
              <c:idx val="29"/>
              <c:delete val="1"/>
              <c:extLst>
                <c:ext xmlns:c15="http://schemas.microsoft.com/office/drawing/2012/chart" uri="{CE6537A1-D6FC-4f65-9D91-7224C49458BB}"/>
                <c:ext xmlns:c16="http://schemas.microsoft.com/office/drawing/2014/chart" uri="{C3380CC4-5D6E-409C-BE32-E72D297353CC}">
                  <c16:uniqueId val="{0000000D-B586-A04E-8798-76AFBDCDFE8A}"/>
                </c:ext>
              </c:extLst>
            </c:dLbl>
            <c:dLbl>
              <c:idx val="32"/>
              <c:delete val="1"/>
              <c:extLst>
                <c:ext xmlns:c15="http://schemas.microsoft.com/office/drawing/2012/chart" uri="{CE6537A1-D6FC-4f65-9D91-7224C49458BB}"/>
                <c:ext xmlns:c16="http://schemas.microsoft.com/office/drawing/2014/chart" uri="{C3380CC4-5D6E-409C-BE32-E72D297353CC}">
                  <c16:uniqueId val="{0000000E-B586-A04E-8798-76AFBDCDFE8A}"/>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B586-A04E-8798-76AFBDCDFE8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C7F-D847-A4AD-44605D3AD5C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C7F-D847-A4AD-44605D3AD5C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C7F-D847-A4AD-44605D3AD5C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C7F-D847-A4AD-44605D3AD5C5}"/>
                </c:ext>
              </c:extLst>
            </c:dLbl>
            <c:dLbl>
              <c:idx val="2"/>
              <c:delete val="1"/>
              <c:extLst>
                <c:ext xmlns:c15="http://schemas.microsoft.com/office/drawing/2012/chart" uri="{CE6537A1-D6FC-4f65-9D91-7224C49458BB}"/>
                <c:ext xmlns:c16="http://schemas.microsoft.com/office/drawing/2014/chart" uri="{C3380CC4-5D6E-409C-BE32-E72D297353CC}">
                  <c16:uniqueId val="{00000004-9C7F-D847-A4AD-44605D3AD5C5}"/>
                </c:ext>
              </c:extLst>
            </c:dLbl>
            <c:dLbl>
              <c:idx val="5"/>
              <c:delete val="1"/>
              <c:extLst>
                <c:ext xmlns:c15="http://schemas.microsoft.com/office/drawing/2012/chart" uri="{CE6537A1-D6FC-4f65-9D91-7224C49458BB}"/>
                <c:ext xmlns:c16="http://schemas.microsoft.com/office/drawing/2014/chart" uri="{C3380CC4-5D6E-409C-BE32-E72D297353CC}">
                  <c16:uniqueId val="{00000005-9C7F-D847-A4AD-44605D3AD5C5}"/>
                </c:ext>
              </c:extLst>
            </c:dLbl>
            <c:dLbl>
              <c:idx val="8"/>
              <c:delete val="1"/>
              <c:extLst>
                <c:ext xmlns:c15="http://schemas.microsoft.com/office/drawing/2012/chart" uri="{CE6537A1-D6FC-4f65-9D91-7224C49458BB}"/>
                <c:ext xmlns:c16="http://schemas.microsoft.com/office/drawing/2014/chart" uri="{C3380CC4-5D6E-409C-BE32-E72D297353CC}">
                  <c16:uniqueId val="{00000006-9C7F-D847-A4AD-44605D3AD5C5}"/>
                </c:ext>
              </c:extLst>
            </c:dLbl>
            <c:dLbl>
              <c:idx val="11"/>
              <c:delete val="1"/>
              <c:extLst>
                <c:ext xmlns:c15="http://schemas.microsoft.com/office/drawing/2012/chart" uri="{CE6537A1-D6FC-4f65-9D91-7224C49458BB}"/>
                <c:ext xmlns:c16="http://schemas.microsoft.com/office/drawing/2014/chart" uri="{C3380CC4-5D6E-409C-BE32-E72D297353CC}">
                  <c16:uniqueId val="{00000007-9C7F-D847-A4AD-44605D3AD5C5}"/>
                </c:ext>
              </c:extLst>
            </c:dLbl>
            <c:dLbl>
              <c:idx val="14"/>
              <c:delete val="1"/>
              <c:extLst>
                <c:ext xmlns:c15="http://schemas.microsoft.com/office/drawing/2012/chart" uri="{CE6537A1-D6FC-4f65-9D91-7224C49458BB}"/>
                <c:ext xmlns:c16="http://schemas.microsoft.com/office/drawing/2014/chart" uri="{C3380CC4-5D6E-409C-BE32-E72D297353CC}">
                  <c16:uniqueId val="{00000008-9C7F-D847-A4AD-44605D3AD5C5}"/>
                </c:ext>
              </c:extLst>
            </c:dLbl>
            <c:dLbl>
              <c:idx val="17"/>
              <c:delete val="1"/>
              <c:extLst>
                <c:ext xmlns:c15="http://schemas.microsoft.com/office/drawing/2012/chart" uri="{CE6537A1-D6FC-4f65-9D91-7224C49458BB}"/>
                <c:ext xmlns:c16="http://schemas.microsoft.com/office/drawing/2014/chart" uri="{C3380CC4-5D6E-409C-BE32-E72D297353CC}">
                  <c16:uniqueId val="{00000009-9C7F-D847-A4AD-44605D3AD5C5}"/>
                </c:ext>
              </c:extLst>
            </c:dLbl>
            <c:dLbl>
              <c:idx val="20"/>
              <c:delete val="1"/>
              <c:extLst>
                <c:ext xmlns:c15="http://schemas.microsoft.com/office/drawing/2012/chart" uri="{CE6537A1-D6FC-4f65-9D91-7224C49458BB}"/>
                <c:ext xmlns:c16="http://schemas.microsoft.com/office/drawing/2014/chart" uri="{C3380CC4-5D6E-409C-BE32-E72D297353CC}">
                  <c16:uniqueId val="{0000000A-9C7F-D847-A4AD-44605D3AD5C5}"/>
                </c:ext>
              </c:extLst>
            </c:dLbl>
            <c:dLbl>
              <c:idx val="23"/>
              <c:delete val="1"/>
              <c:extLst>
                <c:ext xmlns:c15="http://schemas.microsoft.com/office/drawing/2012/chart" uri="{CE6537A1-D6FC-4f65-9D91-7224C49458BB}"/>
                <c:ext xmlns:c16="http://schemas.microsoft.com/office/drawing/2014/chart" uri="{C3380CC4-5D6E-409C-BE32-E72D297353CC}">
                  <c16:uniqueId val="{0000000B-9C7F-D847-A4AD-44605D3AD5C5}"/>
                </c:ext>
              </c:extLst>
            </c:dLbl>
            <c:dLbl>
              <c:idx val="26"/>
              <c:delete val="1"/>
              <c:extLst>
                <c:ext xmlns:c15="http://schemas.microsoft.com/office/drawing/2012/chart" uri="{CE6537A1-D6FC-4f65-9D91-7224C49458BB}"/>
                <c:ext xmlns:c16="http://schemas.microsoft.com/office/drawing/2014/chart" uri="{C3380CC4-5D6E-409C-BE32-E72D297353CC}">
                  <c16:uniqueId val="{0000000C-9C7F-D847-A4AD-44605D3AD5C5}"/>
                </c:ext>
              </c:extLst>
            </c:dLbl>
            <c:dLbl>
              <c:idx val="29"/>
              <c:delete val="1"/>
              <c:extLst>
                <c:ext xmlns:c15="http://schemas.microsoft.com/office/drawing/2012/chart" uri="{CE6537A1-D6FC-4f65-9D91-7224C49458BB}"/>
                <c:ext xmlns:c16="http://schemas.microsoft.com/office/drawing/2014/chart" uri="{C3380CC4-5D6E-409C-BE32-E72D297353CC}">
                  <c16:uniqueId val="{0000000D-9C7F-D847-A4AD-44605D3AD5C5}"/>
                </c:ext>
              </c:extLst>
            </c:dLbl>
            <c:dLbl>
              <c:idx val="32"/>
              <c:delete val="1"/>
              <c:extLst>
                <c:ext xmlns:c15="http://schemas.microsoft.com/office/drawing/2012/chart" uri="{CE6537A1-D6FC-4f65-9D91-7224C49458BB}"/>
                <c:ext xmlns:c16="http://schemas.microsoft.com/office/drawing/2014/chart" uri="{C3380CC4-5D6E-409C-BE32-E72D297353CC}">
                  <c16:uniqueId val="{0000000E-9C7F-D847-A4AD-44605D3AD5C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C7F-D847-A4AD-44605D3AD5C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8F19-F14D-B63F-8C5F7A032322}"/>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8F19-F14D-B63F-8C5F7A032322}"/>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8F19-F14D-B63F-8C5F7A032322}"/>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F19-F14D-B63F-8C5F7A032322}"/>
                </c:ext>
              </c:extLst>
            </c:dLbl>
            <c:dLbl>
              <c:idx val="2"/>
              <c:delete val="1"/>
              <c:extLst>
                <c:ext xmlns:c15="http://schemas.microsoft.com/office/drawing/2012/chart" uri="{CE6537A1-D6FC-4f65-9D91-7224C49458BB}"/>
                <c:ext xmlns:c16="http://schemas.microsoft.com/office/drawing/2014/chart" uri="{C3380CC4-5D6E-409C-BE32-E72D297353CC}">
                  <c16:uniqueId val="{00000004-8F19-F14D-B63F-8C5F7A032322}"/>
                </c:ext>
              </c:extLst>
            </c:dLbl>
            <c:dLbl>
              <c:idx val="5"/>
              <c:delete val="1"/>
              <c:extLst>
                <c:ext xmlns:c15="http://schemas.microsoft.com/office/drawing/2012/chart" uri="{CE6537A1-D6FC-4f65-9D91-7224C49458BB}"/>
                <c:ext xmlns:c16="http://schemas.microsoft.com/office/drawing/2014/chart" uri="{C3380CC4-5D6E-409C-BE32-E72D297353CC}">
                  <c16:uniqueId val="{00000005-8F19-F14D-B63F-8C5F7A032322}"/>
                </c:ext>
              </c:extLst>
            </c:dLbl>
            <c:dLbl>
              <c:idx val="8"/>
              <c:delete val="1"/>
              <c:extLst>
                <c:ext xmlns:c15="http://schemas.microsoft.com/office/drawing/2012/chart" uri="{CE6537A1-D6FC-4f65-9D91-7224C49458BB}"/>
                <c:ext xmlns:c16="http://schemas.microsoft.com/office/drawing/2014/chart" uri="{C3380CC4-5D6E-409C-BE32-E72D297353CC}">
                  <c16:uniqueId val="{00000006-8F19-F14D-B63F-8C5F7A032322}"/>
                </c:ext>
              </c:extLst>
            </c:dLbl>
            <c:dLbl>
              <c:idx val="11"/>
              <c:delete val="1"/>
              <c:extLst>
                <c:ext xmlns:c15="http://schemas.microsoft.com/office/drawing/2012/chart" uri="{CE6537A1-D6FC-4f65-9D91-7224C49458BB}"/>
                <c:ext xmlns:c16="http://schemas.microsoft.com/office/drawing/2014/chart" uri="{C3380CC4-5D6E-409C-BE32-E72D297353CC}">
                  <c16:uniqueId val="{00000007-8F19-F14D-B63F-8C5F7A032322}"/>
                </c:ext>
              </c:extLst>
            </c:dLbl>
            <c:dLbl>
              <c:idx val="14"/>
              <c:delete val="1"/>
              <c:extLst>
                <c:ext xmlns:c15="http://schemas.microsoft.com/office/drawing/2012/chart" uri="{CE6537A1-D6FC-4f65-9D91-7224C49458BB}"/>
                <c:ext xmlns:c16="http://schemas.microsoft.com/office/drawing/2014/chart" uri="{C3380CC4-5D6E-409C-BE32-E72D297353CC}">
                  <c16:uniqueId val="{00000008-8F19-F14D-B63F-8C5F7A032322}"/>
                </c:ext>
              </c:extLst>
            </c:dLbl>
            <c:dLbl>
              <c:idx val="17"/>
              <c:delete val="1"/>
              <c:extLst>
                <c:ext xmlns:c15="http://schemas.microsoft.com/office/drawing/2012/chart" uri="{CE6537A1-D6FC-4f65-9D91-7224C49458BB}"/>
                <c:ext xmlns:c16="http://schemas.microsoft.com/office/drawing/2014/chart" uri="{C3380CC4-5D6E-409C-BE32-E72D297353CC}">
                  <c16:uniqueId val="{00000009-8F19-F14D-B63F-8C5F7A032322}"/>
                </c:ext>
              </c:extLst>
            </c:dLbl>
            <c:dLbl>
              <c:idx val="20"/>
              <c:delete val="1"/>
              <c:extLst>
                <c:ext xmlns:c15="http://schemas.microsoft.com/office/drawing/2012/chart" uri="{CE6537A1-D6FC-4f65-9D91-7224C49458BB}"/>
                <c:ext xmlns:c16="http://schemas.microsoft.com/office/drawing/2014/chart" uri="{C3380CC4-5D6E-409C-BE32-E72D297353CC}">
                  <c16:uniqueId val="{0000000A-8F19-F14D-B63F-8C5F7A032322}"/>
                </c:ext>
              </c:extLst>
            </c:dLbl>
            <c:dLbl>
              <c:idx val="23"/>
              <c:delete val="1"/>
              <c:extLst>
                <c:ext xmlns:c15="http://schemas.microsoft.com/office/drawing/2012/chart" uri="{CE6537A1-D6FC-4f65-9D91-7224C49458BB}"/>
                <c:ext xmlns:c16="http://schemas.microsoft.com/office/drawing/2014/chart" uri="{C3380CC4-5D6E-409C-BE32-E72D297353CC}">
                  <c16:uniqueId val="{0000000B-8F19-F14D-B63F-8C5F7A032322}"/>
                </c:ext>
              </c:extLst>
            </c:dLbl>
            <c:dLbl>
              <c:idx val="26"/>
              <c:delete val="1"/>
              <c:extLst>
                <c:ext xmlns:c15="http://schemas.microsoft.com/office/drawing/2012/chart" uri="{CE6537A1-D6FC-4f65-9D91-7224C49458BB}"/>
                <c:ext xmlns:c16="http://schemas.microsoft.com/office/drawing/2014/chart" uri="{C3380CC4-5D6E-409C-BE32-E72D297353CC}">
                  <c16:uniqueId val="{0000000C-8F19-F14D-B63F-8C5F7A032322}"/>
                </c:ext>
              </c:extLst>
            </c:dLbl>
            <c:dLbl>
              <c:idx val="29"/>
              <c:delete val="1"/>
              <c:extLst>
                <c:ext xmlns:c15="http://schemas.microsoft.com/office/drawing/2012/chart" uri="{CE6537A1-D6FC-4f65-9D91-7224C49458BB}"/>
                <c:ext xmlns:c16="http://schemas.microsoft.com/office/drawing/2014/chart" uri="{C3380CC4-5D6E-409C-BE32-E72D297353CC}">
                  <c16:uniqueId val="{0000000D-8F19-F14D-B63F-8C5F7A032322}"/>
                </c:ext>
              </c:extLst>
            </c:dLbl>
            <c:dLbl>
              <c:idx val="32"/>
              <c:delete val="1"/>
              <c:extLst>
                <c:ext xmlns:c15="http://schemas.microsoft.com/office/drawing/2012/chart" uri="{CE6537A1-D6FC-4f65-9D91-7224C49458BB}"/>
                <c:ext xmlns:c16="http://schemas.microsoft.com/office/drawing/2014/chart" uri="{C3380CC4-5D6E-409C-BE32-E72D297353CC}">
                  <c16:uniqueId val="{0000000E-8F19-F14D-B63F-8C5F7A032322}"/>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8F19-F14D-B63F-8C5F7A03232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613A-144D-9198-B504C851AC66}"/>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613A-144D-9198-B504C851AC66}"/>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613A-144D-9198-B504C851AC66}"/>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613A-144D-9198-B504C851AC66}"/>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613A-144D-9198-B504C851AC66}"/>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withinLinear" id="15">
  <a:schemeClr val="accent2"/>
</cs:colorStyle>
</file>

<file path=ppt/charts/colors10.xml><?xml version="1.0" encoding="utf-8"?>
<cs:colorStyle xmlns:cs="http://schemas.microsoft.com/office/drawing/2012/chartStyle" xmlns:a="http://schemas.openxmlformats.org/drawingml/2006/main" meth="withinLinear" id="15">
  <a:schemeClr val="accent2"/>
</cs:colorStyle>
</file>

<file path=ppt/charts/colors11.xml><?xml version="1.0" encoding="utf-8"?>
<cs:colorStyle xmlns:cs="http://schemas.microsoft.com/office/drawing/2012/chartStyle" xmlns:a="http://schemas.openxmlformats.org/drawingml/2006/main" meth="withinLinear" id="15">
  <a:schemeClr val="accent2"/>
</cs:colorStyle>
</file>

<file path=ppt/charts/colors12.xml><?xml version="1.0" encoding="utf-8"?>
<cs:colorStyle xmlns:cs="http://schemas.microsoft.com/office/drawing/2012/chartStyle" xmlns:a="http://schemas.openxmlformats.org/drawingml/2006/main" meth="withinLinear" id="15">
  <a:schemeClr val="accent2"/>
</cs:colorStyle>
</file>

<file path=ppt/charts/colors13.xml><?xml version="1.0" encoding="utf-8"?>
<cs:colorStyle xmlns:cs="http://schemas.microsoft.com/office/drawing/2012/chartStyle" xmlns:a="http://schemas.openxmlformats.org/drawingml/2006/main" meth="withinLinear" id="15">
  <a:schemeClr val="accent2"/>
</cs:colorStyle>
</file>

<file path=ppt/charts/colors14.xml><?xml version="1.0" encoding="utf-8"?>
<cs:colorStyle xmlns:cs="http://schemas.microsoft.com/office/drawing/2012/chartStyle" xmlns:a="http://schemas.openxmlformats.org/drawingml/2006/main" meth="withinLinear" id="15">
  <a:schemeClr val="accent2"/>
</cs:colorStyle>
</file>

<file path=ppt/charts/colors15.xml><?xml version="1.0" encoding="utf-8"?>
<cs:colorStyle xmlns:cs="http://schemas.microsoft.com/office/drawing/2012/chartStyle" xmlns:a="http://schemas.openxmlformats.org/drawingml/2006/main" meth="withinLinear" id="15">
  <a:schemeClr val="accent2"/>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3/12/26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E62B7-BF97-0973-EDF4-48908FBE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3CEDA-8AB3-6AF0-70C6-E15C6FC8C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69262-B5A4-2FCE-7E08-7EAAD1DB39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B9485A-62C7-3089-C70F-6405456B244F}"/>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2483554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77F13-6185-DA3A-E4BF-93AB08710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AA878-4BCC-C37E-C60B-5C73D7AB7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1676A-8DB0-EB68-AFE3-4B5980881A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71DA36-1389-3F55-2F71-57DFDF61FB82}"/>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1577838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86E9-8DBC-7315-34FD-58C7242D7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AD624-4D2F-82F2-F904-1C760725E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4E577-5C9F-05A6-2A63-85479AB3CA4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F9DF337-03B5-BF71-3308-EB7914FE237B}"/>
              </a:ext>
            </a:extLst>
          </p:cNvPr>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3076330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D0F5-8BBF-7EE5-13F5-9F0CF5DC7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9B9BD-FD8B-6877-05B7-E76761534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D1F4E-1948-87BC-0DC9-1B2643E769D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F1974D-1303-6585-E51A-9BB4C093391B}"/>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2635330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2AC41-72C5-457E-68E0-ABA79431E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75686-AB67-CADF-5E29-F5A5E8D97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87485-085D-0D90-7A80-DA34DCDD1B7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BB4E9A-7183-4A81-0FF4-A45C762933E3}"/>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671371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19</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9E683-C9EC-1D45-88B8-5E84B5854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B5CBF-3012-045D-BF54-6FE84596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33B5E4-7175-81ED-5825-D28FF4AD053C}"/>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A17745D3-74FD-0ADA-5B6C-DC6DBDDF1CBA}"/>
              </a:ext>
            </a:extLst>
          </p:cNvPr>
          <p:cNvSpPr>
            <a:spLocks noGrp="1"/>
          </p:cNvSpPr>
          <p:nvPr>
            <p:ph type="sldNum" sz="quarter" idx="5"/>
          </p:nvPr>
        </p:nvSpPr>
        <p:spPr/>
        <p:txBody>
          <a:bodyPr/>
          <a:lstStyle/>
          <a:p>
            <a:fld id="{87C65466-C581-7E43-9AE7-259D040BA751}" type="slidenum">
              <a:rPr lang="nl-NL" smtClean="0"/>
              <a:t>20</a:t>
            </a:fld>
            <a:endParaRPr lang="nl-NL"/>
          </a:p>
        </p:txBody>
      </p:sp>
    </p:spTree>
    <p:extLst>
      <p:ext uri="{BB962C8B-B14F-4D97-AF65-F5344CB8AC3E}">
        <p14:creationId xmlns:p14="http://schemas.microsoft.com/office/powerpoint/2010/main" val="1031868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A74F8-E8A1-04EC-B454-288A2CC88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F02B9-A2E5-ED61-3237-42E0AC4BBB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B8B389-453E-3433-6FA3-9E9724AFA981}"/>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23E964E3-FBDC-C133-4E72-F1AAC73304DF}"/>
              </a:ext>
            </a:extLst>
          </p:cNvPr>
          <p:cNvSpPr>
            <a:spLocks noGrp="1"/>
          </p:cNvSpPr>
          <p:nvPr>
            <p:ph type="sldNum" sz="quarter" idx="5"/>
          </p:nvPr>
        </p:nvSpPr>
        <p:spPr/>
        <p:txBody>
          <a:bodyPr/>
          <a:lstStyle/>
          <a:p>
            <a:fld id="{87C65466-C581-7E43-9AE7-259D040BA751}" type="slidenum">
              <a:rPr lang="nl-NL" smtClean="0"/>
              <a:t>21</a:t>
            </a:fld>
            <a:endParaRPr lang="nl-NL"/>
          </a:p>
        </p:txBody>
      </p:sp>
    </p:spTree>
    <p:extLst>
      <p:ext uri="{BB962C8B-B14F-4D97-AF65-F5344CB8AC3E}">
        <p14:creationId xmlns:p14="http://schemas.microsoft.com/office/powerpoint/2010/main" val="3275603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440C3-8B77-A987-276E-F1D31C851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65009-84BF-8836-E818-4EE4D95DBD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97E46-BEF0-F40D-55DD-BD10F77479EA}"/>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D166F44B-8DFA-7FEC-E0BE-04E5455D626F}"/>
              </a:ext>
            </a:extLst>
          </p:cNvPr>
          <p:cNvSpPr>
            <a:spLocks noGrp="1"/>
          </p:cNvSpPr>
          <p:nvPr>
            <p:ph type="sldNum" sz="quarter" idx="5"/>
          </p:nvPr>
        </p:nvSpPr>
        <p:spPr/>
        <p:txBody>
          <a:bodyPr/>
          <a:lstStyle/>
          <a:p>
            <a:fld id="{87C65466-C581-7E43-9AE7-259D040BA751}" type="slidenum">
              <a:rPr lang="nl-NL" smtClean="0"/>
              <a:t>22</a:t>
            </a:fld>
            <a:endParaRPr lang="nl-NL"/>
          </a:p>
        </p:txBody>
      </p:sp>
    </p:spTree>
    <p:extLst>
      <p:ext uri="{BB962C8B-B14F-4D97-AF65-F5344CB8AC3E}">
        <p14:creationId xmlns:p14="http://schemas.microsoft.com/office/powerpoint/2010/main" val="40239279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31</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9.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9.sv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9.sv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9.sv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9.sv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6.xml"/><Relationship Id="rId3" Type="http://schemas.openxmlformats.org/officeDocument/2006/relationships/chart" Target="../charts/chart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svg"/><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8.xml"/><Relationship Id="rId3" Type="http://schemas.openxmlformats.org/officeDocument/2006/relationships/chart" Target="../charts/chart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chart" Target="../charts/chart20.xml"/><Relationship Id="rId4" Type="http://schemas.openxmlformats.org/officeDocument/2006/relationships/chart" Target="../charts/chart21.xml"/><Relationship Id="rId5" Type="http://schemas.openxmlformats.org/officeDocument/2006/relationships/chart" Target="../charts/chart22.xml"/><Relationship Id="rId6" Type="http://schemas.openxmlformats.org/officeDocument/2006/relationships/chart" Target="../charts/chart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chart" Target="../charts/chart27.xml"/><Relationship Id="rId4" Type="http://schemas.openxmlformats.org/officeDocument/2006/relationships/chart" Target="../charts/chart28.xml"/><Relationship Id="rId5" Type="http://schemas.openxmlformats.org/officeDocument/2006/relationships/chart" Target="../charts/char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Opendemo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Overview</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GB" dirty="0"/>
              <a:t>Confidential</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754749"/>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6C2F1336-0E3A-77B1-7FED-5097E0B73E27}"/>
              </a:ext>
            </a:extLst>
          </p:cNvPr>
          <p:cNvSpPr>
            <a:spLocks noGrp="1"/>
          </p:cNvSpPr>
          <p:nvPr>
            <p:ph type="ftr" sz="quarter" idx="14"/>
          </p:nvPr>
        </p:nvSpPr>
        <p:spPr/>
        <p:txBody>
          <a:bodyPr/>
          <a:lstStyle/>
          <a:p>
            <a:r>
              <a:rPr lang="en-GB" dirty="0"/>
              <a:t>Confidential</a:t>
            </a: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2073007"/>
          </a:xfrm>
        </p:spPr>
        <p:txBody>
          <a:bodyPr/>
          <a:lstStyle/>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1563345"/>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Objectives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Objective trends per capability</a:t>
              </a:r>
            </a:p>
          </p:txBody>
        </p:sp>
      </p:gr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3</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Progress towards objectives between February 2026 and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CD0E6B1-41C3-CBAF-81A1-5291864E7E21}"/>
              </a:ext>
            </a:extLst>
          </p:cNvPr>
          <p:cNvSpPr txBox="1"/>
          <p:nvPr/>
        </p:nvSpPr>
        <p:spPr>
          <a:xfrm>
            <a:off x="3343684" y="392400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780981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FA7D2-16D5-A283-E5D3-02028E6C07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002B0A-CA08-2984-487D-E204E8438520}"/>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036A146-29BF-7CA2-2908-F2C86F33F1C2}"/>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le 3">
            <a:extLst>
              <a:ext uri="{FF2B5EF4-FFF2-40B4-BE49-F238E27FC236}">
                <a16:creationId xmlns:a16="http://schemas.microsoft.com/office/drawing/2014/main" id="{A8EFB01E-7199-3087-1F83-52C1190C7663}"/>
              </a:ext>
            </a:extLst>
          </p:cNvPr>
          <p:cNvSpPr>
            <a:spLocks noGrp="1"/>
          </p:cNvSpPr>
          <p:nvPr>
            <p:ph type="title"/>
          </p:nvPr>
        </p:nvSpPr>
        <p:spPr/>
        <p:txBody>
          <a:bodyPr>
            <a:normAutofit/>
          </a:bodyPr>
          <a:lstStyle/>
          <a:p>
            <a:r>
              <a:rPr lang="en-GB" dirty="0"/>
              <a:t>Progress towards objectives over time</a:t>
            </a:r>
          </a:p>
        </p:txBody>
      </p:sp>
      <p:graphicFrame>
        <p:nvGraphicFramePr>
          <p:cNvPr id="6" name="PROGRESS_TIME_CHART">
            <a:extLst>
              <a:ext uri="{FF2B5EF4-FFF2-40B4-BE49-F238E27FC236}">
                <a16:creationId xmlns:a16="http://schemas.microsoft.com/office/drawing/2014/main" id="{52C16B72-396C-FACA-8BB0-F4504E8F3C3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FA1C5AF-9085-C111-CACA-05BD3DAB557A}"/>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917F3C6A-7DFB-53D1-2356-25E4D5CBC43A}"/>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733539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Progress towards objectives per capability between February 2026 and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E64208DC-0422-1C0A-F36A-3E68057F3E5B}"/>
              </a:ext>
            </a:extLst>
          </p:cNvPr>
          <p:cNvSpPr txBox="1"/>
          <p:nvPr/>
        </p:nvSpPr>
        <p:spPr>
          <a:xfrm>
            <a:off x="3352012" y="594107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709089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99A0F-B83A-EBEB-A808-30AD19FF04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6DF103-9A84-4CFA-15FA-0BD904F9B389}"/>
              </a:ext>
            </a:extLst>
          </p:cNvPr>
          <p:cNvSpPr>
            <a:spLocks noGrp="1"/>
          </p:cNvSpPr>
          <p:nvPr>
            <p:ph type="body" sz="quarter" idx="12"/>
          </p:nvPr>
        </p:nvSpPr>
        <p:spPr>
          <a:xfrm>
            <a:off x="381600" y="129600"/>
            <a:ext cx="2506309" cy="228145"/>
          </a:xfrm>
        </p:spPr>
        <p:txBody>
          <a:bodyPr/>
          <a:lstStyle/>
          <a:p>
            <a:r>
              <a:rPr lang="en-GB" dirty="0"/>
              <a:t>Objectives – Maintainability</a:t>
            </a:r>
          </a:p>
        </p:txBody>
      </p:sp>
      <p:sp>
        <p:nvSpPr>
          <p:cNvPr id="11" name="Slide Number Placeholder 4">
            <a:extLst>
              <a:ext uri="{FF2B5EF4-FFF2-40B4-BE49-F238E27FC236}">
                <a16:creationId xmlns:a16="http://schemas.microsoft.com/office/drawing/2014/main" id="{47307F2D-FDB8-AC4C-ACFA-CDBAE3CD8F8E}"/>
              </a:ext>
            </a:extLst>
          </p:cNvPr>
          <p:cNvSpPr>
            <a:spLocks noGrp="1"/>
          </p:cNvSpPr>
          <p:nvPr>
            <p:ph type="sldNum" sz="quarter" idx="15"/>
          </p:nvPr>
        </p:nvSpPr>
        <p:spPr/>
        <p:txBody>
          <a:bodyPr/>
          <a:lstStyle/>
          <a:p>
            <a:fld id="{E242BD21-9B61-2246-BCB1-4BE5E1BEBE1C}" type="slidenum">
              <a:rPr lang="en-GB" smtClean="0"/>
              <a:pPr/>
              <a:t>6</a:t>
            </a:fld>
            <a:endParaRPr lang="en-GB" dirty="0"/>
          </a:p>
        </p:txBody>
      </p:sp>
      <p:sp>
        <p:nvSpPr>
          <p:cNvPr id="4" name="Title 3">
            <a:extLst>
              <a:ext uri="{FF2B5EF4-FFF2-40B4-BE49-F238E27FC236}">
                <a16:creationId xmlns:a16="http://schemas.microsoft.com/office/drawing/2014/main" id="{C1346EF3-CD28-FFA0-169F-DB5D8A0CD48C}"/>
              </a:ext>
            </a:extLst>
          </p:cNvPr>
          <p:cNvSpPr>
            <a:spLocks noGrp="1"/>
          </p:cNvSpPr>
          <p:nvPr>
            <p:ph type="title"/>
          </p:nvPr>
        </p:nvSpPr>
        <p:spPr/>
        <p:txBody>
          <a:bodyPr>
            <a:normAutofit/>
          </a:bodyPr>
          <a:lstStyle/>
          <a:p>
            <a:r>
              <a:rPr lang="en-GB" dirty="0"/>
              <a:t>Progress towards objectives: Maintainability</a:t>
            </a:r>
          </a:p>
        </p:txBody>
      </p:sp>
      <p:graphicFrame>
        <p:nvGraphicFramePr>
          <p:cNvPr id="6" name="PROGRESS_MAINTAINABILITY_TIME_CHART">
            <a:extLst>
              <a:ext uri="{FF2B5EF4-FFF2-40B4-BE49-F238E27FC236}">
                <a16:creationId xmlns:a16="http://schemas.microsoft.com/office/drawing/2014/main" id="{6A5764CB-E5B1-083A-A3BC-4B4C31D364C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3CC9FF0-AB79-ABC8-F329-16AC81263C86}"/>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DEC2580F-B6CD-77C6-14B9-30EB83366C2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2406191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3548-AF8A-DB5D-1B63-77CE67683F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42CA01-A950-E39F-CC0E-94DE74A9CADB}"/>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11" name="Slide Number Placeholder 4">
            <a:extLst>
              <a:ext uri="{FF2B5EF4-FFF2-40B4-BE49-F238E27FC236}">
                <a16:creationId xmlns:a16="http://schemas.microsoft.com/office/drawing/2014/main" id="{77A2343E-4E3B-DE64-59CA-4672A92430FA}"/>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le 3">
            <a:extLst>
              <a:ext uri="{FF2B5EF4-FFF2-40B4-BE49-F238E27FC236}">
                <a16:creationId xmlns:a16="http://schemas.microsoft.com/office/drawing/2014/main" id="{6BF2716D-9FE8-0CD3-81E1-C55968C5B364}"/>
              </a:ext>
            </a:extLst>
          </p:cNvPr>
          <p:cNvSpPr>
            <a:spLocks noGrp="1"/>
          </p:cNvSpPr>
          <p:nvPr>
            <p:ph type="title"/>
          </p:nvPr>
        </p:nvSpPr>
        <p:spPr/>
        <p:txBody>
          <a:bodyPr>
            <a:normAutofit/>
          </a:bodyPr>
          <a:lstStyle/>
          <a:p>
            <a:r>
              <a:rPr lang="en-GB" dirty="0"/>
              <a:t>Progress towards objectives: Architecture</a:t>
            </a:r>
          </a:p>
        </p:txBody>
      </p:sp>
      <p:graphicFrame>
        <p:nvGraphicFramePr>
          <p:cNvPr id="6" name="PROGRESS_ARCHITECTURE_TIME_CHART">
            <a:extLst>
              <a:ext uri="{FF2B5EF4-FFF2-40B4-BE49-F238E27FC236}">
                <a16:creationId xmlns:a16="http://schemas.microsoft.com/office/drawing/2014/main" id="{7507C9AC-02D8-080E-E0DF-076B8886E4D4}"/>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0271B99D-BF0F-6325-0317-FAF16C1BFC8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B9EC1496-868F-E561-71C3-7A9DC6833873}"/>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93954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DB560-0589-B274-3129-E2437CFA134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9B3573-6428-0E36-04D1-823E45CA0824}"/>
              </a:ext>
            </a:extLst>
          </p:cNvPr>
          <p:cNvSpPr>
            <a:spLocks noGrp="1"/>
          </p:cNvSpPr>
          <p:nvPr>
            <p:ph type="body" sz="quarter" idx="12"/>
          </p:nvPr>
        </p:nvSpPr>
        <p:spPr>
          <a:xfrm>
            <a:off x="381600" y="129600"/>
            <a:ext cx="2759263" cy="228145"/>
          </a:xfrm>
        </p:spPr>
        <p:txBody>
          <a:bodyPr/>
          <a:lstStyle/>
          <a:p>
            <a:r>
              <a:rPr lang="en-GB" dirty="0"/>
              <a:t>Objectives – Open Source Health</a:t>
            </a:r>
          </a:p>
        </p:txBody>
      </p:sp>
      <p:sp>
        <p:nvSpPr>
          <p:cNvPr id="11" name="Slide Number Placeholder 4">
            <a:extLst>
              <a:ext uri="{FF2B5EF4-FFF2-40B4-BE49-F238E27FC236}">
                <a16:creationId xmlns:a16="http://schemas.microsoft.com/office/drawing/2014/main" id="{07EFD069-A5E8-28E5-C656-D9092244E05B}"/>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BE90226-C387-AD0E-CB48-3AC0D6BA8C16}"/>
              </a:ext>
            </a:extLst>
          </p:cNvPr>
          <p:cNvSpPr>
            <a:spLocks noGrp="1"/>
          </p:cNvSpPr>
          <p:nvPr>
            <p:ph type="title"/>
          </p:nvPr>
        </p:nvSpPr>
        <p:spPr/>
        <p:txBody>
          <a:bodyPr>
            <a:normAutofit/>
          </a:bodyPr>
          <a:lstStyle/>
          <a:p>
            <a:r>
              <a:rPr lang="en-GB" dirty="0"/>
              <a:t>Progress towards objectives: Open Source Health</a:t>
            </a:r>
          </a:p>
        </p:txBody>
      </p:sp>
      <p:graphicFrame>
        <p:nvGraphicFramePr>
          <p:cNvPr id="6" name="PROGRESS_OSH_TIME_CHART">
            <a:extLst>
              <a:ext uri="{FF2B5EF4-FFF2-40B4-BE49-F238E27FC236}">
                <a16:creationId xmlns:a16="http://schemas.microsoft.com/office/drawing/2014/main" id="{CEFBE414-6C0F-D888-D92A-8F4B1578B1E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55F32ED1-229A-B9CF-7034-34B50F9DA34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020B8231-088E-AD7D-64C5-DE763E94554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67510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53B19-00F5-BFA0-C36C-ACEB0F91680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033F2A3-DC2A-0CBF-4932-AEA088FF9D34}"/>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11" name="Slide Number Placeholder 4">
            <a:extLst>
              <a:ext uri="{FF2B5EF4-FFF2-40B4-BE49-F238E27FC236}">
                <a16:creationId xmlns:a16="http://schemas.microsoft.com/office/drawing/2014/main" id="{7D7CB3C8-5FC1-63F4-9226-2151F8280294}"/>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5505556D-9CC2-9B0A-DDA8-9AF0AA5A67C5}"/>
              </a:ext>
            </a:extLst>
          </p:cNvPr>
          <p:cNvSpPr>
            <a:spLocks noGrp="1"/>
          </p:cNvSpPr>
          <p:nvPr>
            <p:ph type="title"/>
          </p:nvPr>
        </p:nvSpPr>
        <p:spPr/>
        <p:txBody>
          <a:bodyPr>
            <a:normAutofit/>
          </a:bodyPr>
          <a:lstStyle/>
          <a:p>
            <a:r>
              <a:rPr lang="en-GB" dirty="0"/>
              <a:t>Progress towards objectives: Security</a:t>
            </a:r>
          </a:p>
        </p:txBody>
      </p:sp>
      <p:graphicFrame>
        <p:nvGraphicFramePr>
          <p:cNvPr id="6" name="PROGRESS_SECURITY_TIME_CHART">
            <a:extLst>
              <a:ext uri="{FF2B5EF4-FFF2-40B4-BE49-F238E27FC236}">
                <a16:creationId xmlns:a16="http://schemas.microsoft.com/office/drawing/2014/main" id="{C6FA88CE-DDBE-C10D-7439-48AFDF8BC931}"/>
              </a:ext>
            </a:extLst>
          </p:cNvPr>
          <p:cNvGraphicFramePr/>
          <p:nvPr>
            <p:extLst>
              <p:ext uri="{D42A27DB-BD31-4B8C-83A1-F6EECF244321}">
                <p14:modId xmlns:p14="http://schemas.microsoft.com/office/powerpoint/2010/main" val="2501605918"/>
              </p:ext>
            </p:extLst>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B6152522-5061-5A0D-7288-66E187FB7C31}"/>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82C72B87-2D1E-D2F1-65AB-69BA6680A392}"/>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1343365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888B32-26A7-257B-DDDE-599EEC4CEC1C}"/>
              </a:ext>
            </a:extLst>
          </p:cNvPr>
          <p:cNvSpPr>
            <a:spLocks noGrp="1"/>
          </p:cNvSpPr>
          <p:nvPr>
            <p:ph type="body" sz="quarter" idx="12"/>
          </p:nvPr>
        </p:nvSpPr>
        <p:spPr>
          <a:xfrm>
            <a:off x="381600" y="129600"/>
            <a:ext cx="1747448" cy="228145"/>
          </a:xfrm>
        </p:spPr>
        <p:txBody>
          <a:bodyPr/>
          <a:lstStyle/>
          <a:p>
            <a:r>
              <a:rPr lang="en-GB" dirty="0"/>
              <a:t>Objectives – Status</a:t>
            </a:r>
          </a:p>
        </p:txBody>
      </p:sp>
      <p:sp>
        <p:nvSpPr>
          <p:cNvPr id="4" name="Footer Placeholder 3">
            <a:extLst>
              <a:ext uri="{FF2B5EF4-FFF2-40B4-BE49-F238E27FC236}">
                <a16:creationId xmlns:a16="http://schemas.microsoft.com/office/drawing/2014/main" id="{71FCD154-723A-2909-18F9-136A88A427F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4773B6-825A-4167-35E1-B39EF2B94361}"/>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6" name="Title 5">
            <a:extLst>
              <a:ext uri="{FF2B5EF4-FFF2-40B4-BE49-F238E27FC236}">
                <a16:creationId xmlns:a16="http://schemas.microsoft.com/office/drawing/2014/main" id="{E216A0FA-E540-B347-F0E6-078404ED9D26}"/>
              </a:ext>
            </a:extLst>
          </p:cNvPr>
          <p:cNvSpPr>
            <a:spLocks noGrp="1"/>
          </p:cNvSpPr>
          <p:nvPr>
            <p:ph type="title"/>
          </p:nvPr>
        </p:nvSpPr>
        <p:spPr/>
        <p:txBody>
          <a:bodyPr/>
          <a:lstStyle/>
          <a:p>
            <a:r>
              <a:rPr lang="en-GB" dirty="0"/>
              <a:t>Progress towards objectives between February 2026 and March 2026</a:t>
            </a:r>
          </a:p>
        </p:txBody>
      </p:sp>
      <p:graphicFrame>
        <p:nvGraphicFramePr>
          <p:cNvPr id="7" name="OBJECTIVES_STATUS_CHART">
            <a:extLst>
              <a:ext uri="{FF2B5EF4-FFF2-40B4-BE49-F238E27FC236}">
                <a16:creationId xmlns:a16="http://schemas.microsoft.com/office/drawing/2014/main" id="{2EDB28D6-D893-2834-1452-760EA34FA080}"/>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37CF6F7A-28F4-82F4-BD9F-05E947064F24}"/>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9" name="TextBox 8">
            <a:extLst>
              <a:ext uri="{FF2B5EF4-FFF2-40B4-BE49-F238E27FC236}">
                <a16:creationId xmlns:a16="http://schemas.microsoft.com/office/drawing/2014/main" id="{DCA64C5C-AD9F-1F4B-55E5-F3377812A35C}"/>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624414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576D7E-6A52-4C14-1626-F436107D18CC}"/>
              </a:ext>
            </a:extLst>
          </p:cNvPr>
          <p:cNvSpPr>
            <a:spLocks noGrp="1"/>
          </p:cNvSpPr>
          <p:nvPr>
            <p:ph type="body" sz="quarter" idx="12"/>
          </p:nvPr>
        </p:nvSpPr>
        <p:spPr>
          <a:xfrm>
            <a:off x="381600" y="129600"/>
            <a:ext cx="1578812" cy="228145"/>
          </a:xfrm>
        </p:spPr>
        <p:txBody>
          <a:bodyPr/>
          <a:lstStyle/>
          <a:p>
            <a:r>
              <a:rPr lang="en-GB" dirty="0"/>
              <a:t>Objectives – Team</a:t>
            </a:r>
          </a:p>
        </p:txBody>
      </p:sp>
      <p:sp>
        <p:nvSpPr>
          <p:cNvPr id="4" name="Footer Placeholder 3">
            <a:extLst>
              <a:ext uri="{FF2B5EF4-FFF2-40B4-BE49-F238E27FC236}">
                <a16:creationId xmlns:a16="http://schemas.microsoft.com/office/drawing/2014/main" id="{861C7CD8-F0E2-3AA8-5650-3D8DA4191EF7}"/>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6CDA563-94D2-2769-14DD-8932B8AF8DC4}"/>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11CF856C-82D4-2AD8-52DB-B4AC6587376E}"/>
              </a:ext>
            </a:extLst>
          </p:cNvPr>
          <p:cNvSpPr>
            <a:spLocks noGrp="1"/>
          </p:cNvSpPr>
          <p:nvPr>
            <p:ph type="title"/>
          </p:nvPr>
        </p:nvSpPr>
        <p:spPr/>
        <p:txBody>
          <a:bodyPr/>
          <a:lstStyle/>
          <a:p>
            <a:r>
              <a:rPr lang="en-GB" dirty="0"/>
              <a:t>Progress towards objectives per team between February 2026 and March 2026</a:t>
            </a:r>
          </a:p>
        </p:txBody>
      </p:sp>
      <p:graphicFrame>
        <p:nvGraphicFramePr>
          <p:cNvPr id="11" name="OBJECTIVES_TEAM_CHART">
            <a:extLst>
              <a:ext uri="{FF2B5EF4-FFF2-40B4-BE49-F238E27FC236}">
                <a16:creationId xmlns:a16="http://schemas.microsoft.com/office/drawing/2014/main" id="{90D37655-7D68-97A1-42BD-3EA9E53215F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a:extLst>
              <a:ext uri="{FF2B5EF4-FFF2-40B4-BE49-F238E27FC236}">
                <a16:creationId xmlns:a16="http://schemas.microsoft.com/office/drawing/2014/main" id="{8D842B39-F206-50DB-DCE4-FBFE6B59063D}"/>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4" name="TextBox 13">
            <a:extLst>
              <a:ext uri="{FF2B5EF4-FFF2-40B4-BE49-F238E27FC236}">
                <a16:creationId xmlns:a16="http://schemas.microsoft.com/office/drawing/2014/main" id="{AECFE085-67E8-695F-F564-B8C48BE4ECD4}"/>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team’s systems</a:t>
            </a:r>
          </a:p>
        </p:txBody>
      </p:sp>
    </p:spTree>
    <p:extLst>
      <p:ext uri="{BB962C8B-B14F-4D97-AF65-F5344CB8AC3E}">
        <p14:creationId xmlns:p14="http://schemas.microsoft.com/office/powerpoint/2010/main" val="1250334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2E287AD-36A0-DD07-3A6C-318F5D2B12FE}"/>
              </a:ext>
            </a:extLst>
          </p:cNvPr>
          <p:cNvSpPr>
            <a:spLocks noGrp="1"/>
          </p:cNvSpPr>
          <p:nvPr>
            <p:ph type="body" sz="quarter" idx="12"/>
          </p:nvPr>
        </p:nvSpPr>
        <p:spPr>
          <a:xfrm>
            <a:off x="381600" y="129600"/>
            <a:ext cx="2084720" cy="228145"/>
          </a:xfrm>
        </p:spPr>
        <p:txBody>
          <a:bodyPr/>
          <a:lstStyle/>
          <a:p>
            <a:r>
              <a:rPr lang="en-GB" dirty="0"/>
              <a:t>Objectives – Capability</a:t>
            </a:r>
          </a:p>
        </p:txBody>
      </p:sp>
      <p:sp>
        <p:nvSpPr>
          <p:cNvPr id="4" name="Footer Placeholder 3">
            <a:extLst>
              <a:ext uri="{FF2B5EF4-FFF2-40B4-BE49-F238E27FC236}">
                <a16:creationId xmlns:a16="http://schemas.microsoft.com/office/drawing/2014/main" id="{5B819CDB-F8BA-4683-92D5-E4255AE0D10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9CB7156-CCFF-605D-4D31-9506947FE0B5}"/>
              </a:ext>
            </a:extLst>
          </p:cNvPr>
          <p:cNvSpPr>
            <a:spLocks noGrp="1"/>
          </p:cNvSpPr>
          <p:nvPr>
            <p:ph type="sldNum" sz="quarter" idx="15"/>
          </p:nvPr>
        </p:nvSpPr>
        <p:spPr/>
        <p:txBody>
          <a:bodyPr/>
          <a:lstStyle/>
          <a:p>
            <a:fld id="{E242BD21-9B61-2246-BCB1-4BE5E1BEBE1C}" type="slidenum">
              <a:rPr lang="en-GB" smtClean="0"/>
              <a:pPr/>
              <a:t>12</a:t>
            </a:fld>
            <a:endParaRPr lang="en-GB" dirty="0"/>
          </a:p>
        </p:txBody>
      </p:sp>
      <p:sp>
        <p:nvSpPr>
          <p:cNvPr id="6" name="Title 5">
            <a:extLst>
              <a:ext uri="{FF2B5EF4-FFF2-40B4-BE49-F238E27FC236}">
                <a16:creationId xmlns:a16="http://schemas.microsoft.com/office/drawing/2014/main" id="{D97C09E9-29E6-1EC3-4D1D-7D72EF930B52}"/>
              </a:ext>
            </a:extLst>
          </p:cNvPr>
          <p:cNvSpPr>
            <a:spLocks noGrp="1"/>
          </p:cNvSpPr>
          <p:nvPr>
            <p:ph type="title"/>
          </p:nvPr>
        </p:nvSpPr>
        <p:spPr/>
        <p:txBody>
          <a:bodyPr/>
          <a:lstStyle/>
          <a:p>
            <a:r>
              <a:rPr lang="en-GB" dirty="0"/>
              <a:t>Progress towards objectives per capability between February 2026 and March 2026</a:t>
            </a:r>
          </a:p>
        </p:txBody>
      </p:sp>
      <p:graphicFrame>
        <p:nvGraphicFramePr>
          <p:cNvPr id="7" name="OBJECTIVES_CAPABILITY_CHART">
            <a:extLst>
              <a:ext uri="{FF2B5EF4-FFF2-40B4-BE49-F238E27FC236}">
                <a16:creationId xmlns:a16="http://schemas.microsoft.com/office/drawing/2014/main" id="{F7EC7942-12DF-47CD-7568-513CF44E5D19}"/>
              </a:ext>
            </a:extLst>
          </p:cNvPr>
          <p:cNvGraphicFramePr/>
          <p:nvPr>
            <p:extLst>
              <p:ext uri="{D42A27DB-BD31-4B8C-83A1-F6EECF244321}">
                <p14:modId xmlns:p14="http://schemas.microsoft.com/office/powerpoint/2010/main" val="408671865"/>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E90E694A-649F-7E3D-3A63-6F6D6F81E40E}"/>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4BFE8EC1-BCA9-D803-2F62-A8F5EF7DDCDA}"/>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96346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481FAE-4A75-47A8-A91D-55F888E11908}"/>
              </a:ext>
            </a:extLst>
          </p:cNvPr>
          <p:cNvSpPr>
            <a:spLocks noGrp="1"/>
          </p:cNvSpPr>
          <p:nvPr>
            <p:ph type="body" sz="quarter" idx="12"/>
          </p:nvPr>
        </p:nvSpPr>
        <p:spPr>
          <a:xfrm>
            <a:off x="381600" y="129600"/>
            <a:ext cx="1831765" cy="228145"/>
          </a:xfrm>
        </p:spPr>
        <p:txBody>
          <a:bodyPr/>
          <a:lstStyle/>
          <a:p>
            <a:r>
              <a:rPr lang="en-GB" dirty="0"/>
              <a:t>Objectives – Overall</a:t>
            </a:r>
          </a:p>
        </p:txBody>
      </p:sp>
      <p:sp>
        <p:nvSpPr>
          <p:cNvPr id="4" name="Footer Placeholder 3">
            <a:extLst>
              <a:ext uri="{FF2B5EF4-FFF2-40B4-BE49-F238E27FC236}">
                <a16:creationId xmlns:a16="http://schemas.microsoft.com/office/drawing/2014/main" id="{4D6FB6BB-5502-6059-F44F-990FF73C435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5CF516E-D9DE-46A4-39EC-49C4A7E4D718}"/>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A068BC10-5510-3D83-FFE3-706AA2FBC62B}"/>
              </a:ext>
            </a:extLst>
          </p:cNvPr>
          <p:cNvSpPr>
            <a:spLocks noGrp="1"/>
          </p:cNvSpPr>
          <p:nvPr>
            <p:ph type="title"/>
          </p:nvPr>
        </p:nvSpPr>
        <p:spPr/>
        <p:txBody>
          <a:bodyPr/>
          <a:lstStyle/>
          <a:p>
            <a:r>
              <a:rPr lang="en-GB" dirty="0"/>
              <a:t>Progress towards objectives over time</a:t>
            </a:r>
          </a:p>
        </p:txBody>
      </p:sp>
      <p:graphicFrame>
        <p:nvGraphicFramePr>
          <p:cNvPr id="7" name="OBJECTIVES_OVERALL_CHART">
            <a:extLst>
              <a:ext uri="{FF2B5EF4-FFF2-40B4-BE49-F238E27FC236}">
                <a16:creationId xmlns:a16="http://schemas.microsoft.com/office/drawing/2014/main" id="{717088A6-F703-E509-DF51-C3923B3A075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3330F4B4-9201-428C-E53A-F1AEFD8E5616}"/>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F3D3893-DC86-A976-1AB5-AE31EF208FC8}"/>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388232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451F31D-6F2E-DFE6-587E-A78BD8E88161}"/>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4" name="Footer Placeholder 3">
            <a:extLst>
              <a:ext uri="{FF2B5EF4-FFF2-40B4-BE49-F238E27FC236}">
                <a16:creationId xmlns:a16="http://schemas.microsoft.com/office/drawing/2014/main" id="{34C895C3-ED96-7EAA-081E-E246ABA2BFE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AFE7E0D-EF19-08C9-4FF3-D41903669091}"/>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D8977723-C726-4DFE-2330-B77DBE26A32B}"/>
              </a:ext>
            </a:extLst>
          </p:cNvPr>
          <p:cNvSpPr>
            <a:spLocks noGrp="1"/>
          </p:cNvSpPr>
          <p:nvPr>
            <p:ph type="title"/>
          </p:nvPr>
        </p:nvSpPr>
        <p:spPr/>
        <p:txBody>
          <a:bodyPr/>
          <a:lstStyle/>
          <a:p>
            <a:r>
              <a:rPr lang="en-GB" dirty="0"/>
              <a:t>Progress towards objectives: Security</a:t>
            </a:r>
          </a:p>
        </p:txBody>
      </p:sp>
      <p:graphicFrame>
        <p:nvGraphicFramePr>
          <p:cNvPr id="7" name="OBJECTIVES_SECURITY_CHART">
            <a:extLst>
              <a:ext uri="{FF2B5EF4-FFF2-40B4-BE49-F238E27FC236}">
                <a16:creationId xmlns:a16="http://schemas.microsoft.com/office/drawing/2014/main" id="{FE1E4419-38A2-FC5F-E723-8277D7239FCE}"/>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5E2DC61A-F9F3-987F-31AE-C332F7F54B2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AC7B2F6-4CBE-9108-1F8E-D799C529DCCF}"/>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006469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A2875A-8544-1533-7916-43BBF6E82974}"/>
              </a:ext>
            </a:extLst>
          </p:cNvPr>
          <p:cNvSpPr>
            <a:spLocks noGrp="1"/>
          </p:cNvSpPr>
          <p:nvPr>
            <p:ph type="body" sz="quarter" idx="12"/>
          </p:nvPr>
        </p:nvSpPr>
        <p:spPr>
          <a:xfrm>
            <a:off x="381600" y="129600"/>
            <a:ext cx="2843581" cy="228145"/>
          </a:xfrm>
        </p:spPr>
        <p:txBody>
          <a:bodyPr/>
          <a:lstStyle/>
          <a:p>
            <a:r>
              <a:rPr lang="en-GB" dirty="0"/>
              <a:t>Objectives – Open-Source Health</a:t>
            </a:r>
          </a:p>
        </p:txBody>
      </p:sp>
      <p:sp>
        <p:nvSpPr>
          <p:cNvPr id="4" name="Footer Placeholder 3">
            <a:extLst>
              <a:ext uri="{FF2B5EF4-FFF2-40B4-BE49-F238E27FC236}">
                <a16:creationId xmlns:a16="http://schemas.microsoft.com/office/drawing/2014/main" id="{215FEB5E-6597-18A4-BEEB-888581F9565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B29A5E5-D48A-3B03-A54D-B02E30DC0301}"/>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70495C68-B12D-B774-99A2-0D8AD051F46F}"/>
              </a:ext>
            </a:extLst>
          </p:cNvPr>
          <p:cNvSpPr>
            <a:spLocks noGrp="1"/>
          </p:cNvSpPr>
          <p:nvPr>
            <p:ph type="title"/>
          </p:nvPr>
        </p:nvSpPr>
        <p:spPr/>
        <p:txBody>
          <a:bodyPr/>
          <a:lstStyle/>
          <a:p>
            <a:r>
              <a:rPr lang="en-GB" dirty="0"/>
              <a:t>Progress towards objectives: Open Source Health</a:t>
            </a:r>
          </a:p>
        </p:txBody>
      </p:sp>
      <p:graphicFrame>
        <p:nvGraphicFramePr>
          <p:cNvPr id="7" name="OBJECTIVES_OSH_CHART">
            <a:extLst>
              <a:ext uri="{FF2B5EF4-FFF2-40B4-BE49-F238E27FC236}">
                <a16:creationId xmlns:a16="http://schemas.microsoft.com/office/drawing/2014/main" id="{0EBCAFE5-E641-00DD-A9BA-54DDF716F8A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7D2A8387-99CF-53E7-C02C-0F47937D058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C69B4172-3DFC-6A98-8387-0A5860FF68EC}"/>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617045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3FBCFC-165E-6074-D295-7213C886B065}"/>
              </a:ext>
            </a:extLst>
          </p:cNvPr>
          <p:cNvSpPr>
            <a:spLocks noGrp="1"/>
          </p:cNvSpPr>
          <p:nvPr>
            <p:ph type="body" sz="quarter" idx="12"/>
          </p:nvPr>
        </p:nvSpPr>
        <p:spPr>
          <a:xfrm>
            <a:off x="381600" y="129600"/>
            <a:ext cx="2590627" cy="228145"/>
          </a:xfrm>
        </p:spPr>
        <p:txBody>
          <a:bodyPr/>
          <a:lstStyle/>
          <a:p>
            <a:r>
              <a:rPr lang="en-GB" dirty="0"/>
              <a:t>Objectives – Maintainability</a:t>
            </a:r>
          </a:p>
        </p:txBody>
      </p:sp>
      <p:sp>
        <p:nvSpPr>
          <p:cNvPr id="4" name="Footer Placeholder 3">
            <a:extLst>
              <a:ext uri="{FF2B5EF4-FFF2-40B4-BE49-F238E27FC236}">
                <a16:creationId xmlns:a16="http://schemas.microsoft.com/office/drawing/2014/main" id="{09DB2143-4E69-C9AB-EF61-72293A1BC14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622AA93-DDC2-222A-347A-F3D1A30F094F}"/>
              </a:ext>
            </a:extLst>
          </p:cNvPr>
          <p:cNvSpPr>
            <a:spLocks noGrp="1"/>
          </p:cNvSpPr>
          <p:nvPr>
            <p:ph type="sldNum" sz="quarter" idx="15"/>
          </p:nvPr>
        </p:nvSpPr>
        <p:spPr/>
        <p:txBody>
          <a:bodyPr/>
          <a:lstStyle/>
          <a:p>
            <a:fld id="{E242BD21-9B61-2246-BCB1-4BE5E1BEBE1C}" type="slidenum">
              <a:rPr lang="en-GB" smtClean="0"/>
              <a:pPr/>
              <a:t>16</a:t>
            </a:fld>
            <a:endParaRPr lang="en-GB" dirty="0"/>
          </a:p>
        </p:txBody>
      </p:sp>
      <p:sp>
        <p:nvSpPr>
          <p:cNvPr id="6" name="Title 5">
            <a:extLst>
              <a:ext uri="{FF2B5EF4-FFF2-40B4-BE49-F238E27FC236}">
                <a16:creationId xmlns:a16="http://schemas.microsoft.com/office/drawing/2014/main" id="{B21FF725-8BE2-FFE6-09CA-89427E9C309D}"/>
              </a:ext>
            </a:extLst>
          </p:cNvPr>
          <p:cNvSpPr>
            <a:spLocks noGrp="1"/>
          </p:cNvSpPr>
          <p:nvPr>
            <p:ph type="title"/>
          </p:nvPr>
        </p:nvSpPr>
        <p:spPr/>
        <p:txBody>
          <a:bodyPr/>
          <a:lstStyle/>
          <a:p>
            <a:r>
              <a:rPr lang="en-GB" dirty="0"/>
              <a:t>Progress towards objectives: Maintainability</a:t>
            </a:r>
          </a:p>
        </p:txBody>
      </p:sp>
      <p:graphicFrame>
        <p:nvGraphicFramePr>
          <p:cNvPr id="7" name="OBJECTIVES_MAINTAINABILITY_CHART">
            <a:extLst>
              <a:ext uri="{FF2B5EF4-FFF2-40B4-BE49-F238E27FC236}">
                <a16:creationId xmlns:a16="http://schemas.microsoft.com/office/drawing/2014/main" id="{B1D17370-4289-2EDA-3CF4-CDE176E45E7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5D94812-AFF9-6320-FC55-9DFAD9E49F5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1F85A181-CE4E-BF8F-1749-76DA5E7EB5F5}"/>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386941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7335B8-EE82-608B-22C4-A627436D3621}"/>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4" name="Footer Placeholder 3">
            <a:extLst>
              <a:ext uri="{FF2B5EF4-FFF2-40B4-BE49-F238E27FC236}">
                <a16:creationId xmlns:a16="http://schemas.microsoft.com/office/drawing/2014/main" id="{F19E40D1-0E68-7E25-1B05-ACD30948CCE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71A783F-27CE-A200-297F-D46B148F6537}"/>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D6D9A223-DF60-A573-9531-80EE0F5E6DEA}"/>
              </a:ext>
            </a:extLst>
          </p:cNvPr>
          <p:cNvSpPr>
            <a:spLocks noGrp="1"/>
          </p:cNvSpPr>
          <p:nvPr>
            <p:ph type="title"/>
          </p:nvPr>
        </p:nvSpPr>
        <p:spPr/>
        <p:txBody>
          <a:bodyPr/>
          <a:lstStyle/>
          <a:p>
            <a:r>
              <a:rPr lang="en-GB" dirty="0"/>
              <a:t>Progress towards objectives: Architecture</a:t>
            </a:r>
          </a:p>
        </p:txBody>
      </p:sp>
      <p:graphicFrame>
        <p:nvGraphicFramePr>
          <p:cNvPr id="7" name="OBJECTIVES_ARCHITECTURE_CHART">
            <a:extLst>
              <a:ext uri="{FF2B5EF4-FFF2-40B4-BE49-F238E27FC236}">
                <a16:creationId xmlns:a16="http://schemas.microsoft.com/office/drawing/2014/main" id="{160E225E-2E69-5802-F5E6-34A8D5119A3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CE47C19-C293-E59B-609F-8B720AE9857C}"/>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0EF4C6F2-6589-ECFC-76DC-423AFBC2B3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543429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1406584"/>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B159244B-2E65-D403-B5EA-9ABB5CA8CB92}"/>
              </a:ext>
            </a:extLst>
          </p:cNvPr>
          <p:cNvSpPr>
            <a:spLocks noGrp="1"/>
          </p:cNvSpPr>
          <p:nvPr>
            <p:ph type="ftr" sz="quarter" idx="14"/>
          </p:nvPr>
        </p:nvSpPr>
        <p:spPr>
          <a:xfrm>
            <a:off x="849600" y="6462000"/>
            <a:ext cx="1085851" cy="231923"/>
          </a:xfrm>
        </p:spPr>
        <p:txBody>
          <a:bodyPr/>
          <a:lstStyle/>
          <a:p>
            <a:r>
              <a:rPr lang="en-GB" dirty="0"/>
              <a:t>Confidential</a:t>
            </a: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18</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2734727"/>
          </a:xfrm>
        </p:spPr>
        <p:txBody>
          <a:bodyPr/>
          <a:lstStyle/>
          <a:p>
            <a:r>
              <a:rPr lang="en-GB" dirty="0"/>
              <a:t>Objectives</a:t>
            </a:r>
          </a:p>
          <a:p>
            <a:r>
              <a:rPr lang="en-GB" dirty="0"/>
              <a:t>Portfolio trends</a:t>
            </a:r>
          </a:p>
          <a:p>
            <a:endParaRPr lang="en-GB" dirty="0"/>
          </a:p>
          <a:p>
            <a:endParaRPr lang="en-GB" dirty="0"/>
          </a:p>
        </p:txBody>
      </p:sp>
      <p:grpSp>
        <p:nvGrpSpPr>
          <p:cNvPr id="13" name="Group 12">
            <a:extLst>
              <a:ext uri="{FF2B5EF4-FFF2-40B4-BE49-F238E27FC236}">
                <a16:creationId xmlns:a16="http://schemas.microsoft.com/office/drawing/2014/main" id="{B564DC9F-CC1F-F90B-BAEE-7FE68259B0A0}"/>
              </a:ext>
            </a:extLst>
          </p:cNvPr>
          <p:cNvGrpSpPr/>
          <p:nvPr/>
        </p:nvGrpSpPr>
        <p:grpSpPr>
          <a:xfrm>
            <a:off x="5678270" y="2777977"/>
            <a:ext cx="2396827" cy="332897"/>
            <a:chOff x="5682921" y="2898500"/>
            <a:chExt cx="2396827" cy="332897"/>
          </a:xfrm>
        </p:grpSpPr>
        <p:sp>
          <p:nvSpPr>
            <p:cNvPr id="14" name="Rectangle 5">
              <a:extLst>
                <a:ext uri="{FF2B5EF4-FFF2-40B4-BE49-F238E27FC236}">
                  <a16:creationId xmlns:a16="http://schemas.microsoft.com/office/drawing/2014/main" id="{164776AD-70C4-808F-74DD-3C14795FF549}"/>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6" name="TextBox 6">
              <a:extLst>
                <a:ext uri="{FF2B5EF4-FFF2-40B4-BE49-F238E27FC236}">
                  <a16:creationId xmlns:a16="http://schemas.microsoft.com/office/drawing/2014/main" id="{26E313BE-4539-951D-39B6-8270E8E286F4}"/>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grpSp>
        <p:nvGrpSpPr>
          <p:cNvPr id="32" name="Group 31">
            <a:extLst>
              <a:ext uri="{FF2B5EF4-FFF2-40B4-BE49-F238E27FC236}">
                <a16:creationId xmlns:a16="http://schemas.microsoft.com/office/drawing/2014/main" id="{63AEFF71-AFAA-2A9B-1B52-69C00DF203AA}"/>
              </a:ext>
            </a:extLst>
          </p:cNvPr>
          <p:cNvGrpSpPr/>
          <p:nvPr/>
        </p:nvGrpSpPr>
        <p:grpSpPr>
          <a:xfrm>
            <a:off x="5682921" y="2128093"/>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grpSp>
    </p:spTree>
    <p:extLst>
      <p:ext uri="{BB962C8B-B14F-4D97-AF65-F5344CB8AC3E}">
        <p14:creationId xmlns:p14="http://schemas.microsoft.com/office/powerpoint/2010/main" val="1413604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4" name="Footer Placeholder 3">
            <a:extLst>
              <a:ext uri="{FF2B5EF4-FFF2-40B4-BE49-F238E27FC236}">
                <a16:creationId xmlns:a16="http://schemas.microsoft.com/office/drawing/2014/main" id="{616C63DE-00A7-4FC0-4AEC-0B46C34CBF3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19</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45 (48%)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32</a:t>
            </a:r>
            <a:r>
              <a:rPr lang="en-GB" sz="1550" noProof="0" dirty="0"/>
              <a:t>% of systems score above market average (≥3.5</a:t>
            </a:r>
            <a:r>
              <a:rPr lang="en-US" sz="1400" dirty="0"/>
              <a:t>★</a:t>
            </a:r>
            <a:r>
              <a:rPr lang="en-GB" sz="1550" noProof="0" dirty="0"/>
              <a:t>).</a:t>
            </a:r>
          </a:p>
          <a:p>
            <a:pPr indent="-283845"/>
            <a:r>
              <a:rPr lang="en-US" dirty="0"/>
              <a:t>48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19</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00F3-3D18-CF63-16D4-96CA783932A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8B14AA8-0AD7-EDFF-9986-B230DB557AA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DF1BFF63-C4B5-7AB9-E5D9-E74391AFD97B}"/>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F9D9EB6A-8DF6-69EE-B118-CBF9A8558A5E}"/>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EAFF12C5-E73A-8501-2BCE-9BD95E2EC90B}"/>
              </a:ext>
            </a:extLst>
          </p:cNvPr>
          <p:cNvSpPr>
            <a:spLocks noGrp="1"/>
          </p:cNvSpPr>
          <p:nvPr>
            <p:ph type="title"/>
          </p:nvPr>
        </p:nvSpPr>
        <p:spPr/>
        <p:txBody>
          <a:bodyPr>
            <a:noAutofit/>
          </a:bodyPr>
          <a:lstStyle/>
          <a:p>
            <a:r>
              <a:rPr lang="en-US" sz="2400" dirty="0"/>
              <a:t>Maintainability Grouped by Lifecycle</a:t>
            </a:r>
          </a:p>
        </p:txBody>
      </p:sp>
      <p:sp>
        <p:nvSpPr>
          <p:cNvPr id="7" name="Rectangle 6">
            <a:extLst>
              <a:ext uri="{FF2B5EF4-FFF2-40B4-BE49-F238E27FC236}">
                <a16:creationId xmlns:a16="http://schemas.microsoft.com/office/drawing/2014/main" id="{4D956AE0-666A-B966-0B15-61A5E6C88F7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DB9C8604-49B1-C79B-52E3-E11913D097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044EBA72-3AF3-C450-92C3-70B42255A7A7}"/>
              </a:ext>
            </a:extLst>
          </p:cNvPr>
          <p:cNvSpPr txBox="1"/>
          <p:nvPr/>
        </p:nvSpPr>
        <p:spPr>
          <a:xfrm>
            <a:off x="2643466" y="6054740"/>
            <a:ext cx="1520116" cy="225126"/>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Lifecycle</a:t>
            </a:r>
          </a:p>
        </p:txBody>
      </p:sp>
      <p:grpSp>
        <p:nvGrpSpPr>
          <p:cNvPr id="59" name="Group 58">
            <a:extLst>
              <a:ext uri="{FF2B5EF4-FFF2-40B4-BE49-F238E27FC236}">
                <a16:creationId xmlns:a16="http://schemas.microsoft.com/office/drawing/2014/main" id="{6849045C-A3DB-D503-5F61-D4753A6B2ED2}"/>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5624AC01-AE32-E25C-2E9D-D62F1A546D5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E528D542-C236-FC7F-A86B-58E301E03F2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6C8A81E2-505A-2686-805D-D50F2ED4D58F}"/>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B6DC148D-262C-83BE-A7DB-4CEECDA9841D}"/>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73216D68-D9B6-5F6A-FBB5-3659B7899EE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5C52AC4-11B0-1D06-863D-8E95DF4FAEE5}"/>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3FCAE05B-9910-83DD-05A3-9ED3538CAB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B02E6CFD-57D4-174C-07D0-383B813F6801}"/>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F26E1917-406F-73B3-C93D-1D8325F31D6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67C8CEE-6BFB-AD76-8318-6426CA6A5C12}"/>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8290A5E7-04EA-1335-3D95-D2A8C4CF3F1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9C1BB1CA-50D6-5754-E886-56DDDB6B630E}"/>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2AAE7018-A3D7-FF0D-2550-A7320B145E2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DBAC6E5-512A-CB63-DCC5-44139D7EAC6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CC7BD4EC-E668-DDBB-C898-CDC11794C48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23234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9E1A0-F677-7ABE-9F7B-0B74434D5A6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AFE9586-B72E-67FD-21F0-E86559BC657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678337E4-C7B3-967F-A5FA-450CDEAD96F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7FC5351A-A8A1-C0E9-116D-C791E57414DE}"/>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A2DB2541-F26E-1A45-8C1C-10C5827792D5}"/>
              </a:ext>
            </a:extLst>
          </p:cNvPr>
          <p:cNvSpPr>
            <a:spLocks noGrp="1"/>
          </p:cNvSpPr>
          <p:nvPr>
            <p:ph type="title"/>
          </p:nvPr>
        </p:nvSpPr>
        <p:spPr/>
        <p:txBody>
          <a:bodyPr>
            <a:noAutofit/>
          </a:bodyPr>
          <a:lstStyle/>
          <a:p>
            <a:r>
              <a:rPr lang="en-US" sz="2400" dirty="0"/>
              <a:t>Maintainability Grouped by Deployment Type</a:t>
            </a:r>
          </a:p>
        </p:txBody>
      </p:sp>
      <p:sp>
        <p:nvSpPr>
          <p:cNvPr id="7" name="Rectangle 6">
            <a:extLst>
              <a:ext uri="{FF2B5EF4-FFF2-40B4-BE49-F238E27FC236}">
                <a16:creationId xmlns:a16="http://schemas.microsoft.com/office/drawing/2014/main" id="{BCDBC813-1EFC-AA71-9CF7-12E30412E01E}"/>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2C797B5-3356-1576-4F18-BFFC41D8A57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358172D-32D9-F7C1-D993-4B31C910BDC4}"/>
              </a:ext>
            </a:extLst>
          </p:cNvPr>
          <p:cNvSpPr txBox="1"/>
          <p:nvPr/>
        </p:nvSpPr>
        <p:spPr>
          <a:xfrm>
            <a:off x="2643466" y="6054740"/>
            <a:ext cx="179423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Deployment Type</a:t>
            </a:r>
          </a:p>
        </p:txBody>
      </p:sp>
      <p:grpSp>
        <p:nvGrpSpPr>
          <p:cNvPr id="59" name="Group 58">
            <a:extLst>
              <a:ext uri="{FF2B5EF4-FFF2-40B4-BE49-F238E27FC236}">
                <a16:creationId xmlns:a16="http://schemas.microsoft.com/office/drawing/2014/main" id="{594076F7-E0CB-4844-36A0-D8ADEDF46A51}"/>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06BDAFEE-BD87-364A-427B-1ADAFE9D2FD2}"/>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A5818A4-3349-D5D3-42AF-155A2D3964A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4CC7B01C-4916-26E1-BEC3-B97CA46AC676}"/>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3715FDF0-0DD1-688E-2C19-BE57D0DA2F90}"/>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AF55BD8D-BD79-0350-2FF6-1D572839C33D}"/>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2A0D7B8-8D00-392D-59FD-31D01E88F3E8}"/>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F2AE4D71-1C4A-A29C-0135-FB7FC88EE56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E8395B98-85FF-EEBA-96FB-A7FD105389A4}"/>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AE17E4DA-2C3C-2AE2-3363-D2D775759D3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21EF211C-C030-38AE-15E4-BA37EEBA212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4618CD8B-F77F-7B94-7099-D2A6E0871574}"/>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C887D693-398F-725A-9E0E-7CE3C9CEBF7F}"/>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3A213B5F-642D-ACFE-8DAA-017FB6B32DF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5212BCE3-BB24-D5A2-9072-32AB9DC11634}"/>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16E56A5C-934D-E3B5-596C-448BF20A39E1}"/>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590901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F90F2-097E-682B-E154-B7F5F68A6D9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7A01EA-8BF6-6C6E-C2EA-026E3BA52EAB}"/>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E1A6A741-490B-4D85-EDEC-A2D787FD2B6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3851532D-92C0-31A1-1473-96C62B00C1E6}"/>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6D82FDEF-4FFE-5D1A-E5F7-E673D396CA06}"/>
              </a:ext>
            </a:extLst>
          </p:cNvPr>
          <p:cNvSpPr>
            <a:spLocks noGrp="1"/>
          </p:cNvSpPr>
          <p:nvPr>
            <p:ph type="title"/>
          </p:nvPr>
        </p:nvSpPr>
        <p:spPr/>
        <p:txBody>
          <a:bodyPr>
            <a:noAutofit/>
          </a:bodyPr>
          <a:lstStyle/>
          <a:p>
            <a:r>
              <a:rPr lang="en-US" sz="2400" dirty="0"/>
              <a:t>Maintainability Grouped by Business Criticality</a:t>
            </a:r>
          </a:p>
        </p:txBody>
      </p:sp>
      <p:sp>
        <p:nvSpPr>
          <p:cNvPr id="7" name="Rectangle 6">
            <a:extLst>
              <a:ext uri="{FF2B5EF4-FFF2-40B4-BE49-F238E27FC236}">
                <a16:creationId xmlns:a16="http://schemas.microsoft.com/office/drawing/2014/main" id="{858214E2-3C43-8276-BC3B-196FE252F2B4}"/>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FA6D6577-B13F-B6A8-C50E-B9243404787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ACC91BC5-C6A3-5E77-246D-36FE2F685E7F}"/>
              </a:ext>
            </a:extLst>
          </p:cNvPr>
          <p:cNvSpPr txBox="1"/>
          <p:nvPr/>
        </p:nvSpPr>
        <p:spPr>
          <a:xfrm>
            <a:off x="2643466" y="6054740"/>
            <a:ext cx="1864762"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Business Criticality</a:t>
            </a:r>
          </a:p>
        </p:txBody>
      </p:sp>
      <p:grpSp>
        <p:nvGrpSpPr>
          <p:cNvPr id="59" name="Group 58">
            <a:extLst>
              <a:ext uri="{FF2B5EF4-FFF2-40B4-BE49-F238E27FC236}">
                <a16:creationId xmlns:a16="http://schemas.microsoft.com/office/drawing/2014/main" id="{5C38E846-65C7-5F8A-02D3-5E9652F1F70D}"/>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2446B051-EB92-D2E7-6D04-74636614C2A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99D95B88-8CC0-573A-6535-1AF23E138BB5}"/>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CBCBF650-7B39-402A-827B-0981957A785C}"/>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00EB7BA-5DEA-3F0D-197E-72B2F548A843}"/>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99B21F0D-B748-B211-AE94-D684974C743B}"/>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4F94FE93-43F4-84F8-E7F2-D0A5E5B08F99}"/>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B36C1F78-BC5D-CEC8-ED18-7E9E38E2B3F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A4081921-0E01-5FE7-D962-38E98F27E69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3DD3B032-3BEE-87E0-6573-8C81BBB66BA1}"/>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4B3E38A-DFD6-B7C0-F31B-4A4BF82291B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CE0EE23E-F45B-7E9B-0DB6-9538874186C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B729FE5C-29C5-D102-FDA1-A0608E280B55}"/>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C0EF10E4-21F6-AF24-DEE6-649B26F77B1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DE93FE0A-13E1-4209-1411-4A41EBD2C8FB}"/>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4AB8FE69-CB4F-3856-7D00-A94F1E209BB2}"/>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656557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A67B8CA-FA62-44B4-D64F-7AE66F54E44D}"/>
              </a:ext>
            </a:extLst>
          </p:cNvPr>
          <p:cNvSpPr>
            <a:spLocks noGrp="1"/>
          </p:cNvSpPr>
          <p:nvPr>
            <p:ph type="body" sz="quarter" idx="12"/>
          </p:nvPr>
        </p:nvSpPr>
        <p:spPr>
          <a:xfrm>
            <a:off x="381600" y="129568"/>
            <a:ext cx="3771079" cy="228209"/>
          </a:xfrm>
        </p:spPr>
        <p:txBody>
          <a:bodyPr/>
          <a:lstStyle/>
          <a:p>
            <a:r>
              <a:rPr lang="en-GB" dirty="0"/>
              <a:t>Portfolio trends – Maintainability – Change</a:t>
            </a:r>
          </a:p>
        </p:txBody>
      </p:sp>
      <p:sp>
        <p:nvSpPr>
          <p:cNvPr id="4" name="Footer Placeholder 3">
            <a:extLst>
              <a:ext uri="{FF2B5EF4-FFF2-40B4-BE49-F238E27FC236}">
                <a16:creationId xmlns:a16="http://schemas.microsoft.com/office/drawing/2014/main" id="{B389DC56-8462-CF33-E81E-8455477D97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51869EA-9362-72EE-ED3C-8D75DBC0EA58}"/>
              </a:ext>
            </a:extLst>
          </p:cNvPr>
          <p:cNvSpPr>
            <a:spLocks noGrp="1"/>
          </p:cNvSpPr>
          <p:nvPr>
            <p:ph type="sldNum" sz="quarter" idx="15"/>
          </p:nvPr>
        </p:nvSpPr>
        <p:spPr/>
        <p:txBody>
          <a:bodyPr/>
          <a:lstStyle/>
          <a:p>
            <a:fld id="{E242BD21-9B61-2246-BCB1-4BE5E1BEBE1C}" type="slidenum">
              <a:rPr lang="en-GB" smtClean="0"/>
              <a:pPr/>
              <a:t>23</a:t>
            </a:fld>
            <a:endParaRPr lang="en-GB" dirty="0"/>
          </a:p>
        </p:txBody>
      </p:sp>
      <p:sp>
        <p:nvSpPr>
          <p:cNvPr id="6" name="Title 5">
            <a:extLst>
              <a:ext uri="{FF2B5EF4-FFF2-40B4-BE49-F238E27FC236}">
                <a16:creationId xmlns:a16="http://schemas.microsoft.com/office/drawing/2014/main" id="{5142A00E-00AC-EFDD-9879-48F076592CF9}"/>
              </a:ext>
            </a:extLst>
          </p:cNvPr>
          <p:cNvSpPr>
            <a:spLocks noGrp="1"/>
          </p:cNvSpPr>
          <p:nvPr>
            <p:ph type="title"/>
          </p:nvPr>
        </p:nvSpPr>
        <p:spPr/>
        <p:txBody>
          <a:bodyPr/>
          <a:lstStyle/>
          <a:p>
            <a:r>
              <a:rPr lang="en-GB" dirty="0"/>
              <a:t>The portfolio remained stable (2.5) during the measured period</a:t>
            </a:r>
          </a:p>
        </p:txBody>
      </p:sp>
      <p:pic>
        <p:nvPicPr>
          <p:cNvPr id="8" name="Graphic 7">
            <a:extLst>
              <a:ext uri="{FF2B5EF4-FFF2-40B4-BE49-F238E27FC236}">
                <a16:creationId xmlns:a16="http://schemas.microsoft.com/office/drawing/2014/main" id="{05957715-193B-2979-0E14-2837D7FD46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9255" y="5889905"/>
            <a:ext cx="371130" cy="206558"/>
          </a:xfrm>
          <a:prstGeom prst="rect">
            <a:avLst/>
          </a:prstGeom>
        </p:spPr>
      </p:pic>
      <p:sp>
        <p:nvSpPr>
          <p:cNvPr id="10" name="TextBox 9">
            <a:extLst>
              <a:ext uri="{FF2B5EF4-FFF2-40B4-BE49-F238E27FC236}">
                <a16:creationId xmlns:a16="http://schemas.microsoft.com/office/drawing/2014/main" id="{21A1486B-1FC8-8061-2EAD-D6029AC875CA}"/>
              </a:ext>
            </a:extLst>
          </p:cNvPr>
          <p:cNvSpPr txBox="1"/>
          <p:nvPr/>
        </p:nvSpPr>
        <p:spPr>
          <a:xfrm>
            <a:off x="2078631" y="58261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254B19E9-6032-3569-1EA3-AD547B485538}"/>
              </a:ext>
            </a:extLst>
          </p:cNvPr>
          <p:cNvSpPr>
            <a:spLocks noChangeAspect="1"/>
          </p:cNvSpPr>
          <p:nvPr/>
        </p:nvSpPr>
        <p:spPr>
          <a:xfrm>
            <a:off x="961418" y="58899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DC89DDEB-866F-F9CB-F41F-492551803AA3}"/>
              </a:ext>
            </a:extLst>
          </p:cNvPr>
          <p:cNvSpPr>
            <a:spLocks noChangeAspect="1"/>
          </p:cNvSpPr>
          <p:nvPr/>
        </p:nvSpPr>
        <p:spPr>
          <a:xfrm>
            <a:off x="1121288" y="58899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17413425-5C90-1783-D3A3-3D305C306676}"/>
              </a:ext>
            </a:extLst>
          </p:cNvPr>
          <p:cNvSpPr>
            <a:spLocks noChangeAspect="1"/>
          </p:cNvSpPr>
          <p:nvPr/>
        </p:nvSpPr>
        <p:spPr>
          <a:xfrm>
            <a:off x="1281158" y="58899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C37CD411-A534-DB90-F70A-80399BB52D7B}"/>
              </a:ext>
            </a:extLst>
          </p:cNvPr>
          <p:cNvSpPr>
            <a:spLocks noChangeAspect="1"/>
          </p:cNvSpPr>
          <p:nvPr/>
        </p:nvSpPr>
        <p:spPr>
          <a:xfrm>
            <a:off x="1441028" y="58899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0AA03C95-0F32-285C-472B-DA0501614D58}"/>
              </a:ext>
            </a:extLst>
          </p:cNvPr>
          <p:cNvSpPr>
            <a:spLocks noChangeAspect="1"/>
          </p:cNvSpPr>
          <p:nvPr/>
        </p:nvSpPr>
        <p:spPr>
          <a:xfrm>
            <a:off x="1600898" y="58899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EB0A4FE0-6970-0254-9F24-4B7D592FD93A}"/>
              </a:ext>
            </a:extLst>
          </p:cNvPr>
          <p:cNvSpPr txBox="1"/>
          <p:nvPr/>
        </p:nvSpPr>
        <p:spPr>
          <a:xfrm>
            <a:off x="1760767" y="5826140"/>
            <a:ext cx="319468"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7" name="TextBox 16">
            <a:extLst>
              <a:ext uri="{FF2B5EF4-FFF2-40B4-BE49-F238E27FC236}">
                <a16:creationId xmlns:a16="http://schemas.microsoft.com/office/drawing/2014/main" id="{CB04045B-77E5-3803-3EEF-A0F4A38EE046}"/>
              </a:ext>
            </a:extLst>
          </p:cNvPr>
          <p:cNvSpPr txBox="1"/>
          <p:nvPr/>
        </p:nvSpPr>
        <p:spPr>
          <a:xfrm>
            <a:off x="594360" y="5826140"/>
            <a:ext cx="300232"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8" name="Content Placeholder 2">
            <a:extLst>
              <a:ext uri="{FF2B5EF4-FFF2-40B4-BE49-F238E27FC236}">
                <a16:creationId xmlns:a16="http://schemas.microsoft.com/office/drawing/2014/main" id="{3792AFD3-A811-53EC-B9FF-ACF5582A6ED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ea typeface="Calibri"/>
                <a:cs typeface="Calibri"/>
              </a:rPr>
              <a:t>17% of systems has seen an increase in maintainability. 59% of systems has remained stable. 24% of systems has seen a decrease in maintainability.</a:t>
            </a:r>
          </a:p>
          <a:p>
            <a:pPr indent="-283845"/>
            <a:r>
              <a:rPr lang="en-GB" sz="1550" dirty="0">
                <a:ea typeface="Calibri"/>
                <a:cs typeface="Calibri"/>
              </a:rPr>
              <a:t>The largest increase in maintainability rating was experienced by zuul (0.0 stars). The largest decrease in maintainability rating was experienced by vscode (0.0 stars).</a:t>
            </a:r>
          </a:p>
        </p:txBody>
      </p:sp>
      <p:pic>
        <p:nvPicPr>
          <p:cNvPr id="20" name="Picture 1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5005115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7F5E6F9-F646-2621-3ECC-B2A693B5329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F4B11F98-52B8-0076-76CB-238BEE6E6864}"/>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4774F2BF-4CA6-50AA-B99F-E948E9B811C1}"/>
              </a:ext>
            </a:extLst>
          </p:cNvPr>
          <p:cNvSpPr>
            <a:spLocks noGrp="1"/>
          </p:cNvSpPr>
          <p:nvPr>
            <p:ph type="sldNum" sz="quarter" idx="15"/>
          </p:nvPr>
        </p:nvSpPr>
        <p:spPr/>
        <p:txBody>
          <a:bodyPr/>
          <a:lstStyle/>
          <a:p>
            <a:fld id="{E242BD21-9B61-2246-BCB1-4BE5E1BEBE1C}" type="slidenum">
              <a:rPr lang="en-GB" smtClean="0"/>
              <a:pPr/>
              <a:t>24</a:t>
            </a:fld>
            <a:endParaRPr lang="en-GB" dirty="0"/>
          </a:p>
        </p:txBody>
      </p:sp>
      <p:sp>
        <p:nvSpPr>
          <p:cNvPr id="6" name="Title 5">
            <a:extLst>
              <a:ext uri="{FF2B5EF4-FFF2-40B4-BE49-F238E27FC236}">
                <a16:creationId xmlns:a16="http://schemas.microsoft.com/office/drawing/2014/main" id="{512D033D-4CA9-CECD-FC25-4F30961BD447}"/>
              </a:ext>
            </a:extLst>
          </p:cNvPr>
          <p:cNvSpPr>
            <a:spLocks noGrp="1"/>
          </p:cNvSpPr>
          <p:nvPr>
            <p:ph type="title"/>
          </p:nvPr>
        </p:nvSpPr>
        <p:spPr>
          <a:xfrm>
            <a:off x="154800" y="440112"/>
            <a:ext cx="11880000" cy="710067"/>
          </a:xfrm>
        </p:spPr>
        <p:txBody>
          <a:bodyPr/>
          <a:lstStyle/>
          <a:p>
            <a:r>
              <a:rPr lang="en-GB" dirty="0"/>
              <a:t>Maintainability ratings of newly written code between 2026-02-12 and 2026-03-12</a:t>
            </a:r>
          </a:p>
        </p:txBody>
      </p:sp>
      <p:pic>
        <p:nvPicPr>
          <p:cNvPr id="3" name="Graphic 2">
            <a:extLst>
              <a:ext uri="{FF2B5EF4-FFF2-40B4-BE49-F238E27FC236}">
                <a16:creationId xmlns:a16="http://schemas.microsoft.com/office/drawing/2014/main" id="{4E135570-D80B-D1B1-054A-C690D81954A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AA80C054-C74A-85C9-4528-6DC22A256A65}"/>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3570F5E-51BF-3962-84E2-45A92F1C8BFA}"/>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9136F1B5-B6B1-B883-8B3C-00693DA070F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41CD5492-40E3-E786-F583-1EE2149D229C}"/>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9778BD3-6B52-E7DA-5105-B5B0FFC5CA61}"/>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504AA2C9-D341-5635-F3CA-78A97D525D4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F602512-EB0F-1D20-C16F-9F6E8C2D80A0}"/>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63AADD56-4D4C-8447-3FD7-F1E94288BBE8}"/>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50AFED2B-5565-64C7-6B99-35E8CCBE475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37D1A56F-2AFD-E4E9-0F6B-599384DFF8A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3D6DDFCC-FDD6-8B50-CC33-F43116CE5873}"/>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7716EAB9-CCB1-9D30-142C-E67002C7E9A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063CD8A-141A-63AF-6CBE-D3879FAC87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25343AE2-DC60-4FB8-90CB-328B3B292E39}"/>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61256AFF-19A8-F941-A8C9-00EB6EF20D5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2F57D1EE-A07F-BAE6-42C8-B3AC6089588E}"/>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F5EA2AF5-0C7B-6DB1-46A7-9076322F3A73}"/>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The highest maintainability rating for new code was achieved by zuul (5.5 stars). The lowest maintainability rating for new code was in postman-runtime (1.9 stars).</a:t>
            </a:r>
          </a:p>
        </p:txBody>
      </p:sp>
      <p:pic>
        <p:nvPicPr>
          <p:cNvPr id="50" name="Picture 4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43704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B5EC3-2A89-EF88-5A56-3D554D8CC7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36B5548-3455-9844-5004-E49CD11C6D01}"/>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1174C2F-D188-5116-64A1-84C15F30C53C}"/>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E0A32CF-7CBE-2C0C-5381-28EFF19753C0}"/>
              </a:ext>
            </a:extLst>
          </p:cNvPr>
          <p:cNvSpPr>
            <a:spLocks noGrp="1"/>
          </p:cNvSpPr>
          <p:nvPr>
            <p:ph type="sldNum" sz="quarter" idx="15"/>
          </p:nvPr>
        </p:nvSpPr>
        <p:spPr/>
        <p:txBody>
          <a:bodyPr/>
          <a:lstStyle/>
          <a:p>
            <a:fld id="{E242BD21-9B61-2246-BCB1-4BE5E1BEBE1C}" type="slidenum">
              <a:rPr lang="en-GB" smtClean="0"/>
              <a:pPr/>
              <a:t>25</a:t>
            </a:fld>
            <a:endParaRPr lang="en-GB" dirty="0"/>
          </a:p>
        </p:txBody>
      </p:sp>
      <p:sp>
        <p:nvSpPr>
          <p:cNvPr id="6" name="Title 5">
            <a:extLst>
              <a:ext uri="{FF2B5EF4-FFF2-40B4-BE49-F238E27FC236}">
                <a16:creationId xmlns:a16="http://schemas.microsoft.com/office/drawing/2014/main" id="{917371D7-A678-7A32-E175-0E7DF8D9E145}"/>
              </a:ext>
            </a:extLst>
          </p:cNvPr>
          <p:cNvSpPr>
            <a:spLocks noGrp="1"/>
          </p:cNvSpPr>
          <p:nvPr>
            <p:ph type="title"/>
          </p:nvPr>
        </p:nvSpPr>
        <p:spPr>
          <a:xfrm>
            <a:off x="154800" y="440112"/>
            <a:ext cx="11880000" cy="710067"/>
          </a:xfrm>
        </p:spPr>
        <p:txBody>
          <a:bodyPr/>
          <a:lstStyle/>
          <a:p>
            <a:r>
              <a:rPr lang="en-GB" dirty="0"/>
              <a:t>Maintainability ratings of changed code between 2026-02-12 and 2026-03-12</a:t>
            </a:r>
          </a:p>
        </p:txBody>
      </p:sp>
      <p:pic>
        <p:nvPicPr>
          <p:cNvPr id="3" name="Graphic 2">
            <a:extLst>
              <a:ext uri="{FF2B5EF4-FFF2-40B4-BE49-F238E27FC236}">
                <a16:creationId xmlns:a16="http://schemas.microsoft.com/office/drawing/2014/main" id="{2263B0AA-5D87-F385-AF46-88B1DD533AC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8C61E12F-4F73-0E02-AFAE-4D08CA48A0C3}"/>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DFC7257-2BE2-5CE3-C10B-BE3AC2B18C72}"/>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DD1508AC-9EBA-994D-5A5A-FA52E9A69E9C}"/>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371DCEDD-7FD1-7BDF-F5C1-F91EA2E8DD1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1DD34B76-0227-F645-0A0C-1697CB7E19CB}"/>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20C2DA85-206F-DB2E-5C73-7B08646DBA8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E7C13A2-9231-F9A5-DAE6-B9C2B934C9C2}"/>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D557F437-2819-329B-EDCB-5E85A7422083}"/>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0017E262-89FB-1571-225F-028F46BE08C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9C4B866F-F8B8-9878-A0F7-B0591D0116C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E0982081-C926-E0A8-28C5-FE9E62F4125A}"/>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B04B11B7-6316-2B2B-1EB6-00E55E6915B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EA03BAA-5800-AFD6-84A6-38D9A87D6EA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A77DC13E-BA93-909A-5BA6-1FFE85D9E34C}"/>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3901BBD6-0742-680E-25F0-D19CEBB0E33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CEA51C4B-192C-AF95-F9B9-3B24E46BF67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1D880514-4785-0D93-6BDA-1F2E0E83B5B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a:t>
            </a:r>
            <a:endParaRPr lang="en-GB" sz="1550" dirty="0">
              <a:ea typeface="Calibri"/>
              <a:cs typeface="Calibri"/>
            </a:endParaRPr>
          </a:p>
        </p:txBody>
      </p:sp>
      <p:pic>
        <p:nvPicPr>
          <p:cNvPr id="49" name="Picture 48"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205466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446F1-4C2E-3E8E-B8CF-472DCCEA8DE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F309309-A96C-94CD-FD90-AEC66468BD3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4F77DDD-2A9C-A11A-BCC8-78FB2B6B006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7AC8139-63F5-DD9B-84D1-A0E0FE13734E}"/>
              </a:ext>
            </a:extLst>
          </p:cNvPr>
          <p:cNvSpPr>
            <a:spLocks noGrp="1"/>
          </p:cNvSpPr>
          <p:nvPr>
            <p:ph type="sldNum" sz="quarter" idx="15"/>
          </p:nvPr>
        </p:nvSpPr>
        <p:spPr/>
        <p:txBody>
          <a:bodyPr/>
          <a:lstStyle/>
          <a:p>
            <a:fld id="{E242BD21-9B61-2246-BCB1-4BE5E1BEBE1C}" type="slidenum">
              <a:rPr lang="en-GB" smtClean="0"/>
              <a:pPr/>
              <a:t>26</a:t>
            </a:fld>
            <a:endParaRPr lang="en-GB" dirty="0"/>
          </a:p>
        </p:txBody>
      </p:sp>
      <p:sp>
        <p:nvSpPr>
          <p:cNvPr id="6" name="Title 5">
            <a:extLst>
              <a:ext uri="{FF2B5EF4-FFF2-40B4-BE49-F238E27FC236}">
                <a16:creationId xmlns:a16="http://schemas.microsoft.com/office/drawing/2014/main" id="{CDACB4F8-DCF6-6037-2620-E3F7A90BD91F}"/>
              </a:ext>
            </a:extLst>
          </p:cNvPr>
          <p:cNvSpPr>
            <a:spLocks noGrp="1"/>
          </p:cNvSpPr>
          <p:nvPr>
            <p:ph type="title"/>
          </p:nvPr>
        </p:nvSpPr>
        <p:spPr>
          <a:xfrm>
            <a:off x="154800" y="440112"/>
            <a:ext cx="11880000" cy="710067"/>
          </a:xfrm>
        </p:spPr>
        <p:txBody>
          <a:bodyPr/>
          <a:lstStyle/>
          <a:p>
            <a:r>
              <a:rPr lang="en-GB" dirty="0"/>
              <a:t>Maintainability delta quality ratings of the portfolio between 2026-02-12 and 2026-03-12</a:t>
            </a:r>
          </a:p>
        </p:txBody>
      </p:sp>
      <p:pic>
        <p:nvPicPr>
          <p:cNvPr id="8" name="Graphic 7">
            <a:extLst>
              <a:ext uri="{FF2B5EF4-FFF2-40B4-BE49-F238E27FC236}">
                <a16:creationId xmlns:a16="http://schemas.microsoft.com/office/drawing/2014/main" id="{C59FE4D2-6709-94D1-92D9-433748541C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4536" y="6071736"/>
            <a:ext cx="371130" cy="206558"/>
          </a:xfrm>
          <a:prstGeom prst="rect">
            <a:avLst/>
          </a:prstGeom>
        </p:spPr>
      </p:pic>
      <p:sp>
        <p:nvSpPr>
          <p:cNvPr id="9" name="TextBox 8">
            <a:extLst>
              <a:ext uri="{FF2B5EF4-FFF2-40B4-BE49-F238E27FC236}">
                <a16:creationId xmlns:a16="http://schemas.microsoft.com/office/drawing/2014/main" id="{3E673761-5FC2-9029-6267-B19DD2C2F08B}"/>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0" name="Group 9">
            <a:extLst>
              <a:ext uri="{FF2B5EF4-FFF2-40B4-BE49-F238E27FC236}">
                <a16:creationId xmlns:a16="http://schemas.microsoft.com/office/drawing/2014/main" id="{D242F203-49FD-78B9-B03E-4B9D44080378}"/>
              </a:ext>
            </a:extLst>
          </p:cNvPr>
          <p:cNvGrpSpPr/>
          <p:nvPr/>
        </p:nvGrpSpPr>
        <p:grpSpPr>
          <a:xfrm>
            <a:off x="516802" y="6117354"/>
            <a:ext cx="300732" cy="98617"/>
            <a:chOff x="586253" y="6116391"/>
            <a:chExt cx="300732" cy="98617"/>
          </a:xfrm>
        </p:grpSpPr>
        <p:sp>
          <p:nvSpPr>
            <p:cNvPr id="11" name="TextBox 10">
              <a:extLst>
                <a:ext uri="{FF2B5EF4-FFF2-40B4-BE49-F238E27FC236}">
                  <a16:creationId xmlns:a16="http://schemas.microsoft.com/office/drawing/2014/main" id="{0F7BC1B3-A2C3-BB29-2484-DB2065CFD8C1}"/>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12" name="Rounded Rectangle 11">
              <a:extLst>
                <a:ext uri="{FF2B5EF4-FFF2-40B4-BE49-F238E27FC236}">
                  <a16:creationId xmlns:a16="http://schemas.microsoft.com/office/drawing/2014/main" id="{FA531F56-1E0E-6966-F40D-82C11CD93C39}"/>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3" name="Group 12">
            <a:extLst>
              <a:ext uri="{FF2B5EF4-FFF2-40B4-BE49-F238E27FC236}">
                <a16:creationId xmlns:a16="http://schemas.microsoft.com/office/drawing/2014/main" id="{DD695109-2321-E534-0496-0ADC19043553}"/>
              </a:ext>
            </a:extLst>
          </p:cNvPr>
          <p:cNvGrpSpPr/>
          <p:nvPr/>
        </p:nvGrpSpPr>
        <p:grpSpPr>
          <a:xfrm>
            <a:off x="934179" y="6117354"/>
            <a:ext cx="331190" cy="98617"/>
            <a:chOff x="961765" y="6117353"/>
            <a:chExt cx="331190" cy="98617"/>
          </a:xfrm>
        </p:grpSpPr>
        <p:sp>
          <p:nvSpPr>
            <p:cNvPr id="14" name="TextBox 13">
              <a:extLst>
                <a:ext uri="{FF2B5EF4-FFF2-40B4-BE49-F238E27FC236}">
                  <a16:creationId xmlns:a16="http://schemas.microsoft.com/office/drawing/2014/main" id="{E4620934-284F-2137-983F-DA633CD4E2E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15" name="Rounded Rectangle 14">
              <a:extLst>
                <a:ext uri="{FF2B5EF4-FFF2-40B4-BE49-F238E27FC236}">
                  <a16:creationId xmlns:a16="http://schemas.microsoft.com/office/drawing/2014/main" id="{2435BBC8-9793-F0F4-6F77-AC9C450E215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6" name="Group 15">
            <a:extLst>
              <a:ext uri="{FF2B5EF4-FFF2-40B4-BE49-F238E27FC236}">
                <a16:creationId xmlns:a16="http://schemas.microsoft.com/office/drawing/2014/main" id="{9319A2AF-EE85-F130-2282-3114CACC0253}"/>
              </a:ext>
            </a:extLst>
          </p:cNvPr>
          <p:cNvGrpSpPr/>
          <p:nvPr/>
        </p:nvGrpSpPr>
        <p:grpSpPr>
          <a:xfrm>
            <a:off x="1382015" y="6117354"/>
            <a:ext cx="331190" cy="98617"/>
            <a:chOff x="1114165" y="6269753"/>
            <a:chExt cx="331190" cy="98617"/>
          </a:xfrm>
        </p:grpSpPr>
        <p:sp>
          <p:nvSpPr>
            <p:cNvPr id="17" name="TextBox 16">
              <a:extLst>
                <a:ext uri="{FF2B5EF4-FFF2-40B4-BE49-F238E27FC236}">
                  <a16:creationId xmlns:a16="http://schemas.microsoft.com/office/drawing/2014/main" id="{E5B8074A-2CFD-EC0C-FB62-DDD31D98A528}"/>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18" name="Rounded Rectangle 17">
              <a:extLst>
                <a:ext uri="{FF2B5EF4-FFF2-40B4-BE49-F238E27FC236}">
                  <a16:creationId xmlns:a16="http://schemas.microsoft.com/office/drawing/2014/main" id="{39DA4B9E-871A-CA27-7E89-0340C130DDA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9" name="Group 18">
            <a:extLst>
              <a:ext uri="{FF2B5EF4-FFF2-40B4-BE49-F238E27FC236}">
                <a16:creationId xmlns:a16="http://schemas.microsoft.com/office/drawing/2014/main" id="{11B07BA2-B357-2D15-D5DF-CA3BD8F33EB2}"/>
              </a:ext>
            </a:extLst>
          </p:cNvPr>
          <p:cNvGrpSpPr/>
          <p:nvPr/>
        </p:nvGrpSpPr>
        <p:grpSpPr>
          <a:xfrm>
            <a:off x="1829851" y="6117354"/>
            <a:ext cx="331190" cy="98617"/>
            <a:chOff x="1114165" y="6269753"/>
            <a:chExt cx="331190" cy="98617"/>
          </a:xfrm>
        </p:grpSpPr>
        <p:sp>
          <p:nvSpPr>
            <p:cNvPr id="20" name="TextBox 19">
              <a:extLst>
                <a:ext uri="{FF2B5EF4-FFF2-40B4-BE49-F238E27FC236}">
                  <a16:creationId xmlns:a16="http://schemas.microsoft.com/office/drawing/2014/main" id="{53C6C928-3648-4252-D644-F64A97E52B4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21" name="Rounded Rectangle 20">
              <a:extLst>
                <a:ext uri="{FF2B5EF4-FFF2-40B4-BE49-F238E27FC236}">
                  <a16:creationId xmlns:a16="http://schemas.microsoft.com/office/drawing/2014/main" id="{CD3E39B9-2702-25B6-A505-D5656EBFEB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2" name="Group 21">
            <a:extLst>
              <a:ext uri="{FF2B5EF4-FFF2-40B4-BE49-F238E27FC236}">
                <a16:creationId xmlns:a16="http://schemas.microsoft.com/office/drawing/2014/main" id="{2ADE2C6F-AEEE-26B4-005C-17E9581A5312}"/>
              </a:ext>
            </a:extLst>
          </p:cNvPr>
          <p:cNvGrpSpPr/>
          <p:nvPr/>
        </p:nvGrpSpPr>
        <p:grpSpPr>
          <a:xfrm>
            <a:off x="2277686" y="6117354"/>
            <a:ext cx="331190" cy="98617"/>
            <a:chOff x="1114165" y="6269753"/>
            <a:chExt cx="331190" cy="98617"/>
          </a:xfrm>
        </p:grpSpPr>
        <p:sp>
          <p:nvSpPr>
            <p:cNvPr id="23" name="TextBox 22">
              <a:extLst>
                <a:ext uri="{FF2B5EF4-FFF2-40B4-BE49-F238E27FC236}">
                  <a16:creationId xmlns:a16="http://schemas.microsoft.com/office/drawing/2014/main" id="{301A3FAA-9759-8285-2BDD-A70A6DD18FC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24" name="Rounded Rectangle 23">
              <a:extLst>
                <a:ext uri="{FF2B5EF4-FFF2-40B4-BE49-F238E27FC236}">
                  <a16:creationId xmlns:a16="http://schemas.microsoft.com/office/drawing/2014/main" id="{FA12D9BB-7561-E3D0-BCAD-DE466F39D20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28" name="TextBox 27">
            <a:extLst>
              <a:ext uri="{FF2B5EF4-FFF2-40B4-BE49-F238E27FC236}">
                <a16:creationId xmlns:a16="http://schemas.microsoft.com/office/drawing/2014/main" id="{5CC2EDDF-C97F-C25E-F440-BBC1D7D1DC85}"/>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code</a:t>
            </a:r>
          </a:p>
        </p:txBody>
      </p:sp>
      <p:sp>
        <p:nvSpPr>
          <p:cNvPr id="29" name="TextBox 28">
            <a:extLst>
              <a:ext uri="{FF2B5EF4-FFF2-40B4-BE49-F238E27FC236}">
                <a16:creationId xmlns:a16="http://schemas.microsoft.com/office/drawing/2014/main" id="{0073620C-AE1D-DD22-A4B2-1F42A19EE0DC}"/>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GB" sz="1600" b="1" dirty="0"/>
              <a:t>Changed</a:t>
            </a:r>
            <a:r>
              <a:rPr lang="en-GB" sz="1600" b="1" dirty="0">
                <a:solidFill>
                  <a:schemeClr val="tx1"/>
                </a:solidFill>
              </a:rPr>
              <a:t> code</a:t>
            </a:r>
          </a:p>
        </p:txBody>
      </p:sp>
      <p:sp>
        <p:nvSpPr>
          <p:cNvPr id="30" name="TextBox 29">
            <a:extLst>
              <a:ext uri="{FF2B5EF4-FFF2-40B4-BE49-F238E27FC236}">
                <a16:creationId xmlns:a16="http://schemas.microsoft.com/office/drawing/2014/main" id="{239C04E7-0175-768A-89BA-8351440D4908}"/>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and changed code</a:t>
            </a:r>
          </a:p>
        </p:txBody>
      </p:sp>
      <p:pic>
        <p:nvPicPr>
          <p:cNvPr id="31" name="Picture 30" descr="image.png"/>
          <p:cNvPicPr>
            <a:picLocks noChangeAspect="1"/>
          </p:cNvPicPr>
          <p:nvPr/>
        </p:nvPicPr>
        <p:blipFill>
          <a:blip r:embed="rId3"/>
          <a:stretch>
            <a:fillRect/>
          </a:stretch>
        </p:blipFill>
        <p:spPr>
          <a:xfrm>
            <a:off x="8188499" y="1838036"/>
            <a:ext cx="3847501" cy="4145376"/>
          </a:xfrm>
          <a:prstGeom prst="rect">
            <a:avLst/>
          </a:prstGeom>
        </p:spPr>
      </p:pic>
      <p:pic>
        <p:nvPicPr>
          <p:cNvPr id="32" name="Picture 31" descr="image.png"/>
          <p:cNvPicPr>
            <a:picLocks noChangeAspect="1"/>
          </p:cNvPicPr>
          <p:nvPr/>
        </p:nvPicPr>
        <p:blipFill>
          <a:blip r:embed="rId4"/>
          <a:stretch>
            <a:fillRect/>
          </a:stretch>
        </p:blipFill>
        <p:spPr>
          <a:xfrm>
            <a:off x="4172248" y="1838036"/>
            <a:ext cx="3847501" cy="4145376"/>
          </a:xfrm>
          <a:prstGeom prst="rect">
            <a:avLst/>
          </a:prstGeom>
        </p:spPr>
      </p:pic>
      <p:pic>
        <p:nvPicPr>
          <p:cNvPr id="33" name="Picture 32" descr="image.png"/>
          <p:cNvPicPr>
            <a:picLocks noChangeAspect="1"/>
          </p:cNvPicPr>
          <p:nvPr/>
        </p:nvPicPr>
        <p:blipFill>
          <a:blip r:embed="rId5"/>
          <a:stretch>
            <a:fillRect/>
          </a:stretch>
        </p:blipFill>
        <p:spPr>
          <a:xfrm>
            <a:off x="156000" y="1838036"/>
            <a:ext cx="3847501" cy="4145376"/>
          </a:xfrm>
          <a:prstGeom prst="rect">
            <a:avLst/>
          </a:prstGeom>
        </p:spPr>
      </p:pic>
    </p:spTree>
    <p:extLst>
      <p:ext uri="{BB962C8B-B14F-4D97-AF65-F5344CB8AC3E}">
        <p14:creationId xmlns:p14="http://schemas.microsoft.com/office/powerpoint/2010/main" val="2534802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446C1F-5778-E596-B40D-BC39A3029059}"/>
              </a:ext>
            </a:extLst>
          </p:cNvPr>
          <p:cNvSpPr>
            <a:spLocks noGrp="1"/>
          </p:cNvSpPr>
          <p:nvPr>
            <p:ph type="body" sz="quarter" idx="12"/>
          </p:nvPr>
        </p:nvSpPr>
        <p:spPr>
          <a:xfrm>
            <a:off x="381600" y="129568"/>
            <a:ext cx="2843581" cy="228209"/>
          </a:xfrm>
        </p:spPr>
        <p:txBody>
          <a:bodyPr/>
          <a:lstStyle/>
          <a:p>
            <a:r>
              <a:rPr lang="en-GB" dirty="0"/>
              <a:t>Portfolio trends – Volume Change</a:t>
            </a:r>
          </a:p>
        </p:txBody>
      </p:sp>
      <p:sp>
        <p:nvSpPr>
          <p:cNvPr id="4" name="Footer Placeholder 3">
            <a:extLst>
              <a:ext uri="{FF2B5EF4-FFF2-40B4-BE49-F238E27FC236}">
                <a16:creationId xmlns:a16="http://schemas.microsoft.com/office/drawing/2014/main" id="{62F366C7-3114-4B4C-4D7B-B7C04086F13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1B6CC33-85BB-6686-87C3-6E2C1EC480A0}"/>
              </a:ext>
            </a:extLst>
          </p:cNvPr>
          <p:cNvSpPr>
            <a:spLocks noGrp="1"/>
          </p:cNvSpPr>
          <p:nvPr>
            <p:ph type="sldNum" sz="quarter" idx="15"/>
          </p:nvPr>
        </p:nvSpPr>
        <p:spPr/>
        <p:txBody>
          <a:bodyPr/>
          <a:lstStyle/>
          <a:p>
            <a:fld id="{E242BD21-9B61-2246-BCB1-4BE5E1BEBE1C}" type="slidenum">
              <a:rPr lang="en-GB" smtClean="0"/>
              <a:pPr/>
              <a:t>27</a:t>
            </a:fld>
            <a:endParaRPr lang="en-GB" dirty="0"/>
          </a:p>
        </p:txBody>
      </p:sp>
      <p:sp>
        <p:nvSpPr>
          <p:cNvPr id="6" name="Title 5">
            <a:extLst>
              <a:ext uri="{FF2B5EF4-FFF2-40B4-BE49-F238E27FC236}">
                <a16:creationId xmlns:a16="http://schemas.microsoft.com/office/drawing/2014/main" id="{8D237797-15BA-3A3C-A5DB-CEBB6BFCAD90}"/>
              </a:ext>
            </a:extLst>
          </p:cNvPr>
          <p:cNvSpPr>
            <a:spLocks noGrp="1"/>
          </p:cNvSpPr>
          <p:nvPr>
            <p:ph type="title"/>
          </p:nvPr>
        </p:nvSpPr>
        <p:spPr>
          <a:xfrm>
            <a:off x="154800" y="440112"/>
            <a:ext cx="11880000" cy="710067"/>
          </a:xfrm>
        </p:spPr>
        <p:txBody>
          <a:bodyPr/>
          <a:lstStyle/>
          <a:p>
            <a:r>
              <a:rPr lang="en-GB" dirty="0"/>
              <a:t>Change in volume (effort) of the portfolio between 2026-02-12 and 2026-03-12</a:t>
            </a:r>
          </a:p>
        </p:txBody>
      </p:sp>
      <p:grpSp>
        <p:nvGrpSpPr>
          <p:cNvPr id="61" name="Group 60">
            <a:extLst>
              <a:ext uri="{FF2B5EF4-FFF2-40B4-BE49-F238E27FC236}">
                <a16:creationId xmlns:a16="http://schemas.microsoft.com/office/drawing/2014/main" id="{E591A62A-783F-7AF6-89B3-FD236EF5EA4F}"/>
              </a:ext>
            </a:extLst>
          </p:cNvPr>
          <p:cNvGrpSpPr/>
          <p:nvPr/>
        </p:nvGrpSpPr>
        <p:grpSpPr>
          <a:xfrm>
            <a:off x="626780" y="5849109"/>
            <a:ext cx="2760731" cy="223844"/>
            <a:chOff x="512064" y="6054740"/>
            <a:chExt cx="2760731" cy="223844"/>
          </a:xfrm>
        </p:grpSpPr>
        <p:sp>
          <p:nvSpPr>
            <p:cNvPr id="10" name="TextBox 9">
              <a:extLst>
                <a:ext uri="{FF2B5EF4-FFF2-40B4-BE49-F238E27FC236}">
                  <a16:creationId xmlns:a16="http://schemas.microsoft.com/office/drawing/2014/main" id="{4EF34C57-170D-5311-7541-AFD3500F5E86}"/>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89EF8ADA-DE01-AA30-2028-ED49BE436A88}"/>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E10D5863-7369-49C4-1B54-EEA04955FF15}"/>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D52AC297-2CB7-56A7-5F80-FC2404D96FC3}"/>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E88086E6-082A-B2A9-7D0B-B77386A1B56F}"/>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6A065D0B-30E5-B7B4-A9AE-146C6FBBB398}"/>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72295768-BD04-4C08-1C9F-E6A857D50707}"/>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sp>
          <p:nvSpPr>
            <p:cNvPr id="17" name="TextBox 16">
              <a:extLst>
                <a:ext uri="{FF2B5EF4-FFF2-40B4-BE49-F238E27FC236}">
                  <a16:creationId xmlns:a16="http://schemas.microsoft.com/office/drawing/2014/main" id="{3C6564EB-114B-305E-F2F4-C36CA3CBD1C9}"/>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grpSp>
      <p:pic>
        <p:nvPicPr>
          <p:cNvPr id="55" name="Graphic 54">
            <a:extLst>
              <a:ext uri="{FF2B5EF4-FFF2-40B4-BE49-F238E27FC236}">
                <a16:creationId xmlns:a16="http://schemas.microsoft.com/office/drawing/2014/main" id="{29A432BB-A903-CCB9-4E0F-E5A85232BA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57" name="Content Placeholder 2">
            <a:extLst>
              <a:ext uri="{FF2B5EF4-FFF2-40B4-BE49-F238E27FC236}">
                <a16:creationId xmlns:a16="http://schemas.microsoft.com/office/drawing/2014/main" id="{F494787E-2446-5685-907F-157921FE4F1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noProof="0" dirty="0"/>
              <a:t>The portfolio has seen an overall increase in volume of 19.1 person years.</a:t>
            </a:r>
          </a:p>
          <a:p>
            <a:pPr indent="-283845"/>
            <a:r>
              <a:rPr lang="en-GB" dirty="0">
                <a:ea typeface="Calibri"/>
                <a:cs typeface="Calibri"/>
              </a:rPr>
              <a:t>The system elasticsearch has seen the biggest change with an increase of 6.3 person years.</a:t>
            </a:r>
          </a:p>
        </p:txBody>
      </p:sp>
      <p:pic>
        <p:nvPicPr>
          <p:cNvPr id="63" name="Picture 62"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2497864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4192668" cy="228209"/>
          </a:xfrm>
        </p:spPr>
        <p:txBody>
          <a:bodyPr/>
          <a:lstStyle/>
          <a:p>
            <a:r>
              <a:rPr lang="en-GB" dirty="0"/>
              <a:t>Portfolio trends – Test-to-production code ratio</a:t>
            </a:r>
          </a:p>
        </p:txBody>
      </p:sp>
      <p:sp>
        <p:nvSpPr>
          <p:cNvPr id="4" name="Footer Placeholder 3">
            <a:extLst>
              <a:ext uri="{FF2B5EF4-FFF2-40B4-BE49-F238E27FC236}">
                <a16:creationId xmlns:a16="http://schemas.microsoft.com/office/drawing/2014/main" id="{8E2F0B54-B832-6085-49CA-E85C45796DA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28</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440112"/>
            <a:ext cx="11880000" cy="710067"/>
          </a:xfrm>
        </p:spPr>
        <p:txBody>
          <a:bodyPr/>
          <a:lstStyle/>
          <a:p>
            <a:r>
              <a:rPr lang="en-GB" dirty="0"/>
              <a:t>Test-to-production code ratios of the portfolio between 2026-02-12 and 2026-03-12</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65% systems have a test code ratio of &lt; 50%.</a:t>
            </a:r>
          </a:p>
          <a:p>
            <a:pPr indent="-283845"/>
            <a:r>
              <a:rPr lang="en-GB" sz="1550" dirty="0"/>
              <a:t>17% of systems have a test code ratio between 50% and 100%.</a:t>
            </a:r>
          </a:p>
          <a:p>
            <a:pPr indent="-283845"/>
            <a:r>
              <a:rPr lang="en-GB" sz="1550" dirty="0"/>
              <a:t>17% of systems have a test code ratio ≥ 100%</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FD6A-9E05-3D46-E60D-058AD3DFFD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5E93391-04C7-7757-5D2A-13EDA0DE25E8}"/>
              </a:ext>
            </a:extLst>
          </p:cNvPr>
          <p:cNvSpPr>
            <a:spLocks noGrp="1"/>
          </p:cNvSpPr>
          <p:nvPr>
            <p:ph type="body" sz="quarter" idx="12"/>
          </p:nvPr>
        </p:nvSpPr>
        <p:spPr>
          <a:xfrm>
            <a:off x="381600" y="129568"/>
            <a:ext cx="4951530" cy="228209"/>
          </a:xfrm>
        </p:spPr>
        <p:txBody>
          <a:bodyPr/>
          <a:lstStyle/>
          <a:p>
            <a:r>
              <a:rPr lang="en-GB" dirty="0"/>
              <a:t>Portfolio trends – Test-to-production code ratio – Change</a:t>
            </a:r>
          </a:p>
        </p:txBody>
      </p:sp>
      <p:sp>
        <p:nvSpPr>
          <p:cNvPr id="4" name="Footer Placeholder 3">
            <a:extLst>
              <a:ext uri="{FF2B5EF4-FFF2-40B4-BE49-F238E27FC236}">
                <a16:creationId xmlns:a16="http://schemas.microsoft.com/office/drawing/2014/main" id="{1FB51581-856E-3020-C018-13E27E63586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695CB48E-331C-26C2-9486-41470DE99B09}"/>
              </a:ext>
            </a:extLst>
          </p:cNvPr>
          <p:cNvSpPr>
            <a:spLocks noGrp="1"/>
          </p:cNvSpPr>
          <p:nvPr>
            <p:ph type="sldNum" sz="quarter" idx="15"/>
          </p:nvPr>
        </p:nvSpPr>
        <p:spPr/>
        <p:txBody>
          <a:bodyPr/>
          <a:lstStyle/>
          <a:p>
            <a:fld id="{E242BD21-9B61-2246-BCB1-4BE5E1BEBE1C}" type="slidenum">
              <a:rPr lang="en-GB" smtClean="0"/>
              <a:pPr/>
              <a:t>29</a:t>
            </a:fld>
            <a:endParaRPr lang="en-GB" dirty="0"/>
          </a:p>
        </p:txBody>
      </p:sp>
      <p:sp>
        <p:nvSpPr>
          <p:cNvPr id="6" name="Title 5">
            <a:extLst>
              <a:ext uri="{FF2B5EF4-FFF2-40B4-BE49-F238E27FC236}">
                <a16:creationId xmlns:a16="http://schemas.microsoft.com/office/drawing/2014/main" id="{A1192D23-A084-1C07-108E-A039F527FDA5}"/>
              </a:ext>
            </a:extLst>
          </p:cNvPr>
          <p:cNvSpPr>
            <a:spLocks noGrp="1"/>
          </p:cNvSpPr>
          <p:nvPr>
            <p:ph type="title"/>
          </p:nvPr>
        </p:nvSpPr>
        <p:spPr>
          <a:xfrm>
            <a:off x="154800" y="440112"/>
            <a:ext cx="11880000" cy="710067"/>
          </a:xfrm>
        </p:spPr>
        <p:txBody>
          <a:bodyPr/>
          <a:lstStyle/>
          <a:p>
            <a:r>
              <a:rPr lang="en-GB" dirty="0"/>
              <a:t>Change in test-to-production code ratios of the portfolio between 2026-02-12 and 2026-03-12</a:t>
            </a:r>
          </a:p>
        </p:txBody>
      </p:sp>
      <p:sp>
        <p:nvSpPr>
          <p:cNvPr id="10" name="TextBox 9">
            <a:extLst>
              <a:ext uri="{FF2B5EF4-FFF2-40B4-BE49-F238E27FC236}">
                <a16:creationId xmlns:a16="http://schemas.microsoft.com/office/drawing/2014/main" id="{BD9C737C-0323-E724-2600-C1FD0C48F918}"/>
              </a:ext>
            </a:extLst>
          </p:cNvPr>
          <p:cNvSpPr txBox="1"/>
          <p:nvPr/>
        </p:nvSpPr>
        <p:spPr>
          <a:xfrm>
            <a:off x="2083423" y="5828312"/>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TextBox 10">
            <a:extLst>
              <a:ext uri="{FF2B5EF4-FFF2-40B4-BE49-F238E27FC236}">
                <a16:creationId xmlns:a16="http://schemas.microsoft.com/office/drawing/2014/main" id="{BE55CC23-7FB2-3819-DF45-F461573B4C64}"/>
              </a:ext>
            </a:extLst>
          </p:cNvPr>
          <p:cNvSpPr txBox="1"/>
          <p:nvPr/>
        </p:nvSpPr>
        <p:spPr>
          <a:xfrm>
            <a:off x="1765559" y="5828312"/>
            <a:ext cx="309850"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2" name="TextBox 11">
            <a:extLst>
              <a:ext uri="{FF2B5EF4-FFF2-40B4-BE49-F238E27FC236}">
                <a16:creationId xmlns:a16="http://schemas.microsoft.com/office/drawing/2014/main" id="{DAAFA911-0B10-AF2D-A9C0-DD22BC1BBD4E}"/>
              </a:ext>
            </a:extLst>
          </p:cNvPr>
          <p:cNvSpPr txBox="1"/>
          <p:nvPr/>
        </p:nvSpPr>
        <p:spPr>
          <a:xfrm>
            <a:off x="599152" y="5828312"/>
            <a:ext cx="290614"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3" name="Rounded Rectangle 12">
            <a:extLst>
              <a:ext uri="{FF2B5EF4-FFF2-40B4-BE49-F238E27FC236}">
                <a16:creationId xmlns:a16="http://schemas.microsoft.com/office/drawing/2014/main" id="{E25916BB-0B42-8048-110F-7C3BB681E20B}"/>
              </a:ext>
            </a:extLst>
          </p:cNvPr>
          <p:cNvSpPr>
            <a:spLocks noChangeAspect="1"/>
          </p:cNvSpPr>
          <p:nvPr/>
        </p:nvSpPr>
        <p:spPr>
          <a:xfrm>
            <a:off x="966210" y="5892077"/>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017EB203-3DE5-97DD-075C-0B587EC23CA8}"/>
              </a:ext>
            </a:extLst>
          </p:cNvPr>
          <p:cNvSpPr>
            <a:spLocks noChangeAspect="1"/>
          </p:cNvSpPr>
          <p:nvPr/>
        </p:nvSpPr>
        <p:spPr>
          <a:xfrm>
            <a:off x="1126080" y="5892077"/>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CDC54916-F833-9417-0E3F-376D5F92F098}"/>
              </a:ext>
            </a:extLst>
          </p:cNvPr>
          <p:cNvSpPr>
            <a:spLocks noChangeAspect="1"/>
          </p:cNvSpPr>
          <p:nvPr/>
        </p:nvSpPr>
        <p:spPr>
          <a:xfrm>
            <a:off x="1285950" y="5892077"/>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Rounded Rectangle 15">
            <a:extLst>
              <a:ext uri="{FF2B5EF4-FFF2-40B4-BE49-F238E27FC236}">
                <a16:creationId xmlns:a16="http://schemas.microsoft.com/office/drawing/2014/main" id="{5B2403CD-7F96-B10B-C967-0067917FCE2C}"/>
              </a:ext>
            </a:extLst>
          </p:cNvPr>
          <p:cNvSpPr>
            <a:spLocks noChangeAspect="1"/>
          </p:cNvSpPr>
          <p:nvPr/>
        </p:nvSpPr>
        <p:spPr>
          <a:xfrm>
            <a:off x="1445820" y="5892077"/>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7" name="Rounded Rectangle 16">
            <a:extLst>
              <a:ext uri="{FF2B5EF4-FFF2-40B4-BE49-F238E27FC236}">
                <a16:creationId xmlns:a16="http://schemas.microsoft.com/office/drawing/2014/main" id="{1AC43A55-E9EE-0CF2-1BEE-A73AE19E5A7B}"/>
              </a:ext>
            </a:extLst>
          </p:cNvPr>
          <p:cNvSpPr>
            <a:spLocks noChangeAspect="1"/>
          </p:cNvSpPr>
          <p:nvPr/>
        </p:nvSpPr>
        <p:spPr>
          <a:xfrm>
            <a:off x="1605690" y="5892077"/>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pic>
        <p:nvPicPr>
          <p:cNvPr id="3" name="Graphic 2">
            <a:extLst>
              <a:ext uri="{FF2B5EF4-FFF2-40B4-BE49-F238E27FC236}">
                <a16:creationId xmlns:a16="http://schemas.microsoft.com/office/drawing/2014/main" id="{612D1771-D0CC-C082-F03C-E4AF23AD0F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5" name="Content Placeholder 2">
            <a:extLst>
              <a:ext uri="{FF2B5EF4-FFF2-40B4-BE49-F238E27FC236}">
                <a16:creationId xmlns:a16="http://schemas.microsoft.com/office/drawing/2014/main" id="{4E2A0B08-A1F1-2331-6663-DCAE2EB4D3E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Overall, there has been a decrease in test code ratio for the portfolio (-0.9%).</a:t>
            </a:r>
            <a:endParaRPr lang="en-GB" sz="1550" noProof="0" dirty="0"/>
          </a:p>
          <a:p>
            <a:pPr indent="-283845"/>
            <a:r>
              <a:rPr lang="en-GB" sz="1550" dirty="0"/>
              <a:t>8% of systems have seen an increase in test code ratio while 12% of systems have seen a decrease. </a:t>
            </a:r>
          </a:p>
          <a:p>
            <a:pPr indent="-283845"/>
            <a:r>
              <a:rPr lang="en-GB" sz="1550" dirty="0"/>
              <a:t>The largest increase in test code ratio was experienced by zuul (+1.8%). The largest decrease in test code ratio was experienced by jruby (-23.4%).</a:t>
            </a:r>
            <a:endParaRPr lang="en-GB" sz="1550" dirty="0">
              <a:ea typeface="Calibri"/>
              <a:cs typeface="Calibri"/>
            </a:endParaRPr>
          </a:p>
        </p:txBody>
      </p:sp>
      <p:pic>
        <p:nvPicPr>
          <p:cNvPr id="40" name="Picture 3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07851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4" name="Footer Placeholder 3">
            <a:extLst>
              <a:ext uri="{FF2B5EF4-FFF2-40B4-BE49-F238E27FC236}">
                <a16:creationId xmlns:a16="http://schemas.microsoft.com/office/drawing/2014/main" id="{30EA4971-6A99-29AF-1BC3-87E1EAC3B1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30</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440112"/>
            <a:ext cx="11880000" cy="710067"/>
          </a:xfrm>
        </p:spPr>
        <p:txBody>
          <a:bodyPr/>
          <a:lstStyle/>
          <a:p>
            <a:r>
              <a:rPr lang="en-GB" dirty="0"/>
              <a:t>Architecture ratings of the portfolio between 2026-02-12 and 2026-03-12</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2.9</a:t>
            </a:r>
            <a:r>
              <a:rPr lang="en-US" sz="100" dirty="0"/>
              <a:t> </a:t>
            </a:r>
            <a:r>
              <a:rPr lang="en-US" dirty="0"/>
              <a:t>★.</a:t>
            </a:r>
          </a:p>
          <a:p>
            <a:pPr indent="-283845"/>
            <a:r>
              <a:rPr lang="en-US" dirty="0"/>
              <a:t>55% of systems score above market average for Architecture Quality (≥3.5★).</a:t>
            </a:r>
          </a:p>
          <a:p>
            <a:pPr indent="-283845"/>
            <a:r>
              <a:rPr lang="en-US" dirty="0"/>
              <a:t>26% of systems score market average for Architecture Quality (3★).</a:t>
            </a:r>
          </a:p>
          <a:p>
            <a:pPr indent="-283845"/>
            <a:r>
              <a:rPr lang="en-US" dirty="0"/>
              <a:t>19% of systems score below market average for Architecture Quality (≤2.5★).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4" name="Footer Placeholder 3">
            <a:extLst>
              <a:ext uri="{FF2B5EF4-FFF2-40B4-BE49-F238E27FC236}">
                <a16:creationId xmlns:a16="http://schemas.microsoft.com/office/drawing/2014/main" id="{6C7F3D46-14AA-5186-5BE6-A857453EEA4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31</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440112"/>
            <a:ext cx="11880000" cy="710067"/>
          </a:xfrm>
        </p:spPr>
        <p:txBody>
          <a:bodyPr/>
          <a:lstStyle/>
          <a:p>
            <a:r>
              <a:rPr lang="en-GB" dirty="0"/>
              <a:t>Open-source health ratings of the portfolio between 2026-02-12 and 2026-03-12</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2.8</a:t>
            </a:r>
            <a:r>
              <a:rPr lang="en-US" sz="100" dirty="0"/>
              <a:t> </a:t>
            </a:r>
            <a:r>
              <a:rPr lang="en-US" dirty="0"/>
              <a:t>★.</a:t>
            </a:r>
          </a:p>
          <a:p>
            <a:pPr indent="-283845"/>
            <a:r>
              <a:rPr lang="en-GB" dirty="0"/>
              <a:t>40% of systems score above market average for Open Source Health (≥3.5★).</a:t>
            </a:r>
          </a:p>
          <a:p>
            <a:pPr indent="-283845"/>
            <a:r>
              <a:rPr lang="en-US" dirty="0"/>
              <a:t>35% of systems score market average for Open Source Health (3★).</a:t>
            </a:r>
          </a:p>
          <a:p>
            <a:pPr indent="-283845"/>
            <a:r>
              <a:rPr lang="en-US" dirty="0"/>
              <a:t>25% of systems score below market average for Open Source Health (≤2.5★).</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7% of dependencies (489 in total) used in the system contain one or more known vulnerabilities.</a:t>
            </a:r>
          </a:p>
          <a:p>
            <a:r>
              <a:rPr lang="en-US" dirty="0"/>
              <a:t>1% of dependencies (41 in total) uses a potentially restrictive open-source license (e.g. GPL/AGPL).</a:t>
            </a:r>
          </a:p>
          <a:p>
            <a:r>
              <a:rPr lang="en-US" dirty="0"/>
              <a:t>35% of dependencies (2508 in total) used in the system have not been updated for over 2 years.</a:t>
            </a:r>
          </a:p>
          <a:p>
            <a:r>
              <a:rPr lang="en-US" dirty="0"/>
              <a:t>10% of dependencies (736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7083</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645</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1692</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735</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1918</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1449</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a:xfrm>
            <a:off x="849600" y="6462000"/>
            <a:ext cx="1085851" cy="231923"/>
          </a:xfrm>
        </p:spPr>
        <p:txBody>
          <a:bodyPr/>
          <a:lstStyle/>
          <a:p>
            <a:r>
              <a:rPr lang="nl-NL"/>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32</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GB" dirty="0"/>
              <a:t>Key findings – Open Source and IP</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4" name="Footer Placeholder 3">
            <a:extLst>
              <a:ext uri="{FF2B5EF4-FFF2-40B4-BE49-F238E27FC236}">
                <a16:creationId xmlns:a16="http://schemas.microsoft.com/office/drawing/2014/main" id="{1814A6CB-9C92-0C40-9DFC-ECCD40B4D270}"/>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33</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440112"/>
            <a:ext cx="11880000" cy="710067"/>
          </a:xfrm>
        </p:spPr>
        <p:txBody>
          <a:bodyPr/>
          <a:lstStyle/>
          <a:p>
            <a:r>
              <a:rPr lang="en-GB" dirty="0"/>
              <a:t>Security ratings of the portfolio between 2026-02-12 and 2026-03-12</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2.3</a:t>
            </a:r>
            <a:r>
              <a:rPr lang="en-US" sz="100" dirty="0"/>
              <a:t> </a:t>
            </a:r>
            <a:r>
              <a:rPr lang="en-US" dirty="0"/>
              <a:t>★.</a:t>
            </a:r>
          </a:p>
          <a:p>
            <a:pPr indent="-283845"/>
            <a:r>
              <a:rPr lang="en-GB" dirty="0"/>
              <a:t>46% of systems score above market average for Security (≥3.5★).</a:t>
            </a:r>
          </a:p>
          <a:p>
            <a:pPr indent="-283845"/>
            <a:r>
              <a:rPr lang="en-US" dirty="0"/>
              <a:t>15% of systems score market average for Security (3★).</a:t>
            </a:r>
          </a:p>
          <a:p>
            <a:pPr indent="-283845"/>
            <a:r>
              <a:rPr lang="en-US" dirty="0"/>
              <a:t>40% of systems score below market average for Security(≤2.5★).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A976C-A43A-62DF-8A14-555177D425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888C01D-33FF-CD9A-A477-2806EB6B1CA4}"/>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7301C0D-0321-1290-3EFE-1E641277D76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FD9CBBF-57FB-ABB3-9835-20A2F9691DC9}"/>
              </a:ext>
            </a:extLst>
          </p:cNvPr>
          <p:cNvSpPr>
            <a:spLocks noGrp="1"/>
          </p:cNvSpPr>
          <p:nvPr>
            <p:ph type="sldNum" sz="quarter" idx="15"/>
          </p:nvPr>
        </p:nvSpPr>
        <p:spPr/>
        <p:txBody>
          <a:bodyPr/>
          <a:lstStyle/>
          <a:p>
            <a:fld id="{E242BD21-9B61-2246-BCB1-4BE5E1BEBE1C}" type="slidenum">
              <a:rPr lang="en-GB" smtClean="0"/>
              <a:pPr/>
              <a:t>34</a:t>
            </a:fld>
            <a:endParaRPr lang="en-GB" dirty="0"/>
          </a:p>
        </p:txBody>
      </p:sp>
      <p:sp>
        <p:nvSpPr>
          <p:cNvPr id="6" name="Title 5">
            <a:extLst>
              <a:ext uri="{FF2B5EF4-FFF2-40B4-BE49-F238E27FC236}">
                <a16:creationId xmlns:a16="http://schemas.microsoft.com/office/drawing/2014/main" id="{0BE6FAE6-87BA-B605-5E5B-FC841A95C515}"/>
              </a:ext>
            </a:extLst>
          </p:cNvPr>
          <p:cNvSpPr>
            <a:spLocks noGrp="1"/>
          </p:cNvSpPr>
          <p:nvPr>
            <p:ph type="title"/>
          </p:nvPr>
        </p:nvSpPr>
        <p:spPr/>
        <p:txBody>
          <a:bodyPr/>
          <a:lstStyle/>
          <a:p>
            <a:r>
              <a:rPr lang="en-GB" dirty="0"/>
              <a:t>Critical findings trends of the last 12 months (ending at 2025-12-31)</a:t>
            </a:r>
          </a:p>
        </p:txBody>
      </p:sp>
      <p:sp>
        <p:nvSpPr>
          <p:cNvPr id="9" name="Rounded Rectangle 8">
            <a:extLst>
              <a:ext uri="{FF2B5EF4-FFF2-40B4-BE49-F238E27FC236}">
                <a16:creationId xmlns:a16="http://schemas.microsoft.com/office/drawing/2014/main" id="{9132F2E1-B218-4956-6E9E-F625515C8382}"/>
              </a:ext>
            </a:extLst>
          </p:cNvPr>
          <p:cNvSpPr/>
          <p:nvPr/>
        </p:nvSpPr>
        <p:spPr>
          <a:xfrm flipH="1">
            <a:off x="861633" y="3390745"/>
            <a:ext cx="10468734" cy="27201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6" name="Content Placeholder 2">
            <a:extLst>
              <a:ext uri="{FF2B5EF4-FFF2-40B4-BE49-F238E27FC236}">
                <a16:creationId xmlns:a16="http://schemas.microsoft.com/office/drawing/2014/main" id="{E04CBEEE-0C86-D6F2-5A66-0F130C4B2075}"/>
              </a:ext>
            </a:extLst>
          </p:cNvPr>
          <p:cNvSpPr txBox="1">
            <a:spLocks/>
          </p:cNvSpPr>
          <p:nvPr/>
        </p:nvSpPr>
        <p:spPr>
          <a:xfrm>
            <a:off x="223094" y="1411288"/>
            <a:ext cx="11515250" cy="20177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Since 2025-01-01, 675 critical security findings have been resolved while 731 new critical findings were discovered. Overall, there has been an increase in critical security findings of 56.</a:t>
            </a:r>
          </a:p>
          <a:p>
            <a:pPr indent="-283845"/>
            <a:r>
              <a:rPr lang="en-GB" sz="1550" dirty="0"/>
              <a:t>Of the resolved critical findings, most were resolved in at least 30 days (518 findings). 37 findings were resolved within the recommended 7 days while 518 were resolved after 30 days or more. </a:t>
            </a:r>
          </a:p>
          <a:p>
            <a:pPr indent="-283845"/>
            <a:endParaRPr lang="en-GB" sz="1550" dirty="0">
              <a:ea typeface="Calibri"/>
              <a:cs typeface="Calibri"/>
            </a:endParaRPr>
          </a:p>
        </p:txBody>
      </p:sp>
      <p:graphicFrame>
        <p:nvGraphicFramePr>
          <p:cNvPr id="10" name="PORTFOLIO_SECURITY_FINDINGS_CRITICAL">
            <a:extLst>
              <a:ext uri="{FF2B5EF4-FFF2-40B4-BE49-F238E27FC236}">
                <a16:creationId xmlns:a16="http://schemas.microsoft.com/office/drawing/2014/main" id="{910F2E1C-D877-D2BA-B431-F9C4BA5850D7}"/>
              </a:ext>
            </a:extLst>
          </p:cNvPr>
          <p:cNvGraphicFramePr>
            <a:graphicFrameLocks/>
          </p:cNvGraphicFramePr>
          <p:nvPr>
            <p:extLst>
              <p:ext uri="{D42A27DB-BD31-4B8C-83A1-F6EECF244321}">
                <p14:modId xmlns:p14="http://schemas.microsoft.com/office/powerpoint/2010/main" val="1415211144"/>
              </p:ext>
            </p:extLst>
          </p:nvPr>
        </p:nvGraphicFramePr>
        <p:xfrm>
          <a:off x="1124437" y="3851133"/>
          <a:ext cx="5010978" cy="21773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PORTFOLIO_SECURITY_RESOLUTION_CRITICAL">
            <a:extLst>
              <a:ext uri="{FF2B5EF4-FFF2-40B4-BE49-F238E27FC236}">
                <a16:creationId xmlns:a16="http://schemas.microsoft.com/office/drawing/2014/main" id="{F4BA35FA-BE44-852A-B55F-63FF6EA3EB0D}"/>
              </a:ext>
            </a:extLst>
          </p:cNvPr>
          <p:cNvGraphicFramePr>
            <a:graphicFrameLocks/>
          </p:cNvGraphicFramePr>
          <p:nvPr>
            <p:extLst>
              <p:ext uri="{D42A27DB-BD31-4B8C-83A1-F6EECF244321}">
                <p14:modId xmlns:p14="http://schemas.microsoft.com/office/powerpoint/2010/main" val="2572392254"/>
              </p:ext>
            </p:extLst>
          </p:nvPr>
        </p:nvGraphicFramePr>
        <p:xfrm>
          <a:off x="6235286" y="3713005"/>
          <a:ext cx="4832277" cy="231980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91578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4EF1-FCA0-2EC9-964E-45F3A94A27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8824E7-4E29-8181-B01C-EA895DB82F1E}"/>
              </a:ext>
            </a:extLst>
          </p:cNvPr>
          <p:cNvSpPr>
            <a:spLocks noGrp="1"/>
          </p:cNvSpPr>
          <p:nvPr>
            <p:ph type="body" sz="quarter" idx="12"/>
          </p:nvPr>
        </p:nvSpPr>
        <p:spPr>
          <a:xfrm>
            <a:off x="381600" y="129600"/>
            <a:ext cx="4024032" cy="228145"/>
          </a:xfrm>
        </p:spPr>
        <p:txBody>
          <a:bodyPr/>
          <a:lstStyle/>
          <a:p>
            <a:r>
              <a:rPr lang="en-GB" dirty="0"/>
              <a:t>Portfolio trends – Security – Resolution times</a:t>
            </a:r>
          </a:p>
        </p:txBody>
      </p:sp>
      <p:sp>
        <p:nvSpPr>
          <p:cNvPr id="4" name="Footer Placeholder 3">
            <a:extLst>
              <a:ext uri="{FF2B5EF4-FFF2-40B4-BE49-F238E27FC236}">
                <a16:creationId xmlns:a16="http://schemas.microsoft.com/office/drawing/2014/main" id="{0787DF3F-5BD8-9A33-2F26-1FFB63BA6D4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F118AAA8-B191-8D33-A251-5BBAA5775EE7}"/>
              </a:ext>
            </a:extLst>
          </p:cNvPr>
          <p:cNvSpPr>
            <a:spLocks noGrp="1"/>
          </p:cNvSpPr>
          <p:nvPr>
            <p:ph type="sldNum" sz="quarter" idx="15"/>
          </p:nvPr>
        </p:nvSpPr>
        <p:spPr/>
        <p:txBody>
          <a:bodyPr/>
          <a:lstStyle/>
          <a:p>
            <a:fld id="{E242BD21-9B61-2246-BCB1-4BE5E1BEBE1C}" type="slidenum">
              <a:rPr lang="en-GB" smtClean="0"/>
              <a:pPr/>
              <a:t>35</a:t>
            </a:fld>
            <a:endParaRPr lang="en-GB" dirty="0"/>
          </a:p>
        </p:txBody>
      </p:sp>
      <p:sp>
        <p:nvSpPr>
          <p:cNvPr id="6" name="Title 5">
            <a:extLst>
              <a:ext uri="{FF2B5EF4-FFF2-40B4-BE49-F238E27FC236}">
                <a16:creationId xmlns:a16="http://schemas.microsoft.com/office/drawing/2014/main" id="{A9BDEC54-B88C-60B4-98B9-CFF0E70B460F}"/>
              </a:ext>
            </a:extLst>
          </p:cNvPr>
          <p:cNvSpPr>
            <a:spLocks noGrp="1"/>
          </p:cNvSpPr>
          <p:nvPr>
            <p:ph type="title"/>
          </p:nvPr>
        </p:nvSpPr>
        <p:spPr/>
        <p:txBody>
          <a:bodyPr/>
          <a:lstStyle/>
          <a:p>
            <a:r>
              <a:rPr lang="en-GB" dirty="0"/>
              <a:t>Security resolution times of the portfolio of the last 12 months (ending at 2026-03-12)</a:t>
            </a:r>
          </a:p>
        </p:txBody>
      </p:sp>
      <p:pic>
        <p:nvPicPr>
          <p:cNvPr id="8" name="Graphic 7">
            <a:extLst>
              <a:ext uri="{FF2B5EF4-FFF2-40B4-BE49-F238E27FC236}">
                <a16:creationId xmlns:a16="http://schemas.microsoft.com/office/drawing/2014/main" id="{E0BDBC96-6A0F-7FB2-73A9-7CD5A1E31F1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11" name="Rounded Rectangle 10">
            <a:extLst>
              <a:ext uri="{FF2B5EF4-FFF2-40B4-BE49-F238E27FC236}">
                <a16:creationId xmlns:a16="http://schemas.microsoft.com/office/drawing/2014/main" id="{76DD134A-FB98-733E-70B7-BE217A938451}"/>
              </a:ext>
            </a:extLst>
          </p:cNvPr>
          <p:cNvSpPr/>
          <p:nvPr/>
        </p:nvSpPr>
        <p:spPr>
          <a:xfrm flipH="1">
            <a:off x="5291526" y="1291984"/>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6" name="Content Placeholder 2">
            <a:extLst>
              <a:ext uri="{FF2B5EF4-FFF2-40B4-BE49-F238E27FC236}">
                <a16:creationId xmlns:a16="http://schemas.microsoft.com/office/drawing/2014/main" id="{BB23C483-13CD-B3D6-B6B2-3C5716E15A2A}"/>
              </a:ext>
            </a:extLst>
          </p:cNvPr>
          <p:cNvSpPr txBox="1">
            <a:spLocks/>
          </p:cNvSpPr>
          <p:nvPr/>
        </p:nvSpPr>
        <p:spPr>
          <a:xfrm>
            <a:off x="223094" y="1411287"/>
            <a:ext cx="4881341" cy="4762713"/>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Since 2025-04-01, 979 high security findings have been resolved while 1530 new high findings were discovered. Overall, there has been an increase in high security findings of 551.</a:t>
            </a:r>
          </a:p>
          <a:p>
            <a:pPr indent="-283845"/>
            <a:r>
              <a:rPr lang="en-GB" sz="1550" dirty="0"/>
              <a:t>Of the resolved high findings, most were resolved in at least 180 days (944 findings). 6 findings were resolved within the recommended 14 days while 944 were resolved after 180 days or more. </a:t>
            </a:r>
          </a:p>
          <a:p>
            <a:pPr indent="-283845"/>
            <a:r>
              <a:rPr lang="en-GB" sz="1550" dirty="0"/>
              <a:t>370 medium security findings have been resolved while 1571 new medium findings were discovered. Overall, there has been an increase in medium security findings of 1201.</a:t>
            </a:r>
          </a:p>
          <a:p>
            <a:pPr indent="-283845"/>
            <a:r>
              <a:rPr lang="en-GB" sz="1550" dirty="0"/>
              <a:t>Of the resolved medium findings, most were resolved in at least 270 days (189 findings). 110 findings were resolved within the recommended 30 days while 189 were resolved after 270 days or more. </a:t>
            </a:r>
          </a:p>
          <a:p>
            <a:pPr indent="-283845"/>
            <a:endParaRPr lang="en-GB" sz="1550" dirty="0"/>
          </a:p>
          <a:p>
            <a:pPr indent="-283845"/>
            <a:endParaRPr lang="en-GB" sz="1550" dirty="0">
              <a:ea typeface="Calibri"/>
              <a:cs typeface="Calibri"/>
            </a:endParaRPr>
          </a:p>
        </p:txBody>
      </p:sp>
      <p:graphicFrame>
        <p:nvGraphicFramePr>
          <p:cNvPr id="18" name="PORTFOLIO_SECURITY_RESOLUTION_HIGH">
            <a:extLst>
              <a:ext uri="{FF2B5EF4-FFF2-40B4-BE49-F238E27FC236}">
                <a16:creationId xmlns:a16="http://schemas.microsoft.com/office/drawing/2014/main" id="{16E3CE9D-20C9-0E77-38B2-53E2D8CA626A}"/>
              </a:ext>
            </a:extLst>
          </p:cNvPr>
          <p:cNvGraphicFramePr>
            <a:graphicFrameLocks/>
          </p:cNvGraphicFramePr>
          <p:nvPr>
            <p:extLst>
              <p:ext uri="{D42A27DB-BD31-4B8C-83A1-F6EECF244321}">
                <p14:modId xmlns:p14="http://schemas.microsoft.com/office/powerpoint/2010/main" val="1608503948"/>
              </p:ext>
            </p:extLst>
          </p:nvPr>
        </p:nvGraphicFramePr>
        <p:xfrm>
          <a:off x="8730926" y="1514933"/>
          <a:ext cx="3178530" cy="23055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PORTFOLIO_SECURITY_FINDINGS_HIGH">
            <a:extLst>
              <a:ext uri="{FF2B5EF4-FFF2-40B4-BE49-F238E27FC236}">
                <a16:creationId xmlns:a16="http://schemas.microsoft.com/office/drawing/2014/main" id="{75CB1C00-2C16-0486-C27D-31887DD0692A}"/>
              </a:ext>
            </a:extLst>
          </p:cNvPr>
          <p:cNvGraphicFramePr>
            <a:graphicFrameLocks/>
          </p:cNvGraphicFramePr>
          <p:nvPr>
            <p:extLst>
              <p:ext uri="{D42A27DB-BD31-4B8C-83A1-F6EECF244321}">
                <p14:modId xmlns:p14="http://schemas.microsoft.com/office/powerpoint/2010/main" val="2632665920"/>
              </p:ext>
            </p:extLst>
          </p:nvPr>
        </p:nvGraphicFramePr>
        <p:xfrm>
          <a:off x="5416871" y="1514933"/>
          <a:ext cx="3409356" cy="2305534"/>
        </p:xfrm>
        <a:graphic>
          <a:graphicData uri="http://schemas.openxmlformats.org/drawingml/2006/chart">
            <c:chart xmlns:c="http://schemas.openxmlformats.org/drawingml/2006/chart" xmlns:r="http://schemas.openxmlformats.org/officeDocument/2006/relationships" r:id="rId4"/>
          </a:graphicData>
        </a:graphic>
      </p:graphicFrame>
      <p:sp>
        <p:nvSpPr>
          <p:cNvPr id="21" name="Rounded Rectangle 20">
            <a:extLst>
              <a:ext uri="{FF2B5EF4-FFF2-40B4-BE49-F238E27FC236}">
                <a16:creationId xmlns:a16="http://schemas.microsoft.com/office/drawing/2014/main" id="{CA02A27D-5A11-E727-9003-68497845F5AF}"/>
              </a:ext>
            </a:extLst>
          </p:cNvPr>
          <p:cNvSpPr/>
          <p:nvPr/>
        </p:nvSpPr>
        <p:spPr>
          <a:xfrm flipH="1">
            <a:off x="5291526" y="3893212"/>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E98C36"/>
                </a:solidFill>
              </a:rPr>
              <a:t>Medium</a:t>
            </a:r>
          </a:p>
        </p:txBody>
      </p:sp>
      <p:graphicFrame>
        <p:nvGraphicFramePr>
          <p:cNvPr id="22" name="PORTFOLIO_SECURITY_RESOLUTION_MEDIUM">
            <a:extLst>
              <a:ext uri="{FF2B5EF4-FFF2-40B4-BE49-F238E27FC236}">
                <a16:creationId xmlns:a16="http://schemas.microsoft.com/office/drawing/2014/main" id="{70983DB0-0BC7-2620-9F3E-685D6CFA6871}"/>
              </a:ext>
            </a:extLst>
          </p:cNvPr>
          <p:cNvGraphicFramePr>
            <a:graphicFrameLocks/>
          </p:cNvGraphicFramePr>
          <p:nvPr>
            <p:extLst>
              <p:ext uri="{D42A27DB-BD31-4B8C-83A1-F6EECF244321}">
                <p14:modId xmlns:p14="http://schemas.microsoft.com/office/powerpoint/2010/main" val="1462010762"/>
              </p:ext>
            </p:extLst>
          </p:nvPr>
        </p:nvGraphicFramePr>
        <p:xfrm>
          <a:off x="8730926" y="4116161"/>
          <a:ext cx="3178530" cy="2305534"/>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3" name="PORTFOLIO_SECURITY_FINDINGS_MEDIUM">
            <a:extLst>
              <a:ext uri="{FF2B5EF4-FFF2-40B4-BE49-F238E27FC236}">
                <a16:creationId xmlns:a16="http://schemas.microsoft.com/office/drawing/2014/main" id="{72CCB03F-448F-67B3-48DD-4998FE51B724}"/>
              </a:ext>
            </a:extLst>
          </p:cNvPr>
          <p:cNvGraphicFramePr>
            <a:graphicFrameLocks/>
          </p:cNvGraphicFramePr>
          <p:nvPr>
            <p:extLst>
              <p:ext uri="{D42A27DB-BD31-4B8C-83A1-F6EECF244321}">
                <p14:modId xmlns:p14="http://schemas.microsoft.com/office/powerpoint/2010/main" val="2597204567"/>
              </p:ext>
            </p:extLst>
          </p:nvPr>
        </p:nvGraphicFramePr>
        <p:xfrm>
          <a:off x="5416871" y="4116161"/>
          <a:ext cx="3409356" cy="2305534"/>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6247588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A1FF513-F7F0-C719-C954-DBA335D2C6BB}"/>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DB9D4E15-C7EC-A545-5EBC-69B4EAE348B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4B43BB2-F642-BE45-7836-AFCD6CBFD857}"/>
              </a:ext>
            </a:extLst>
          </p:cNvPr>
          <p:cNvSpPr>
            <a:spLocks noGrp="1"/>
          </p:cNvSpPr>
          <p:nvPr>
            <p:ph type="sldNum" sz="quarter" idx="15"/>
          </p:nvPr>
        </p:nvSpPr>
        <p:spPr/>
        <p:txBody>
          <a:bodyPr/>
          <a:lstStyle/>
          <a:p>
            <a:fld id="{E242BD21-9B61-2246-BCB1-4BE5E1BEBE1C}" type="slidenum">
              <a:rPr lang="en-GB" smtClean="0"/>
              <a:pPr/>
              <a:t>36</a:t>
            </a:fld>
            <a:endParaRPr lang="en-GB" dirty="0"/>
          </a:p>
        </p:txBody>
      </p:sp>
      <p:sp>
        <p:nvSpPr>
          <p:cNvPr id="6" name="Title 5">
            <a:extLst>
              <a:ext uri="{FF2B5EF4-FFF2-40B4-BE49-F238E27FC236}">
                <a16:creationId xmlns:a16="http://schemas.microsoft.com/office/drawing/2014/main" id="{9047D14B-355C-A109-46FB-79FB23C874FA}"/>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C5783ADB-6F9E-D057-991B-C0B52FAE9247}"/>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9B9215FE-C7C0-BC81-3B0D-CEF368F87C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0136E7B9-811C-003C-7BFC-A5493486F19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70198D90-BE8E-901C-9DF1-3C45821DE1B7}"/>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D6393784-89ED-CB65-097F-CF64C9DE33A9}"/>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7" name="PORTFOLIO_SECURITY_FINDINGS_CRITICAL">
            <a:extLst>
              <a:ext uri="{FF2B5EF4-FFF2-40B4-BE49-F238E27FC236}">
                <a16:creationId xmlns:a16="http://schemas.microsoft.com/office/drawing/2014/main" id="{3605FEE4-47C1-3A75-7A83-281F7BE41F7F}"/>
              </a:ext>
            </a:extLst>
          </p:cNvPr>
          <p:cNvGraphicFramePr>
            <a:graphicFrameLocks/>
          </p:cNvGraphicFramePr>
          <p:nvPr>
            <p:extLst>
              <p:ext uri="{D42A27DB-BD31-4B8C-83A1-F6EECF244321}">
                <p14:modId xmlns:p14="http://schemas.microsoft.com/office/powerpoint/2010/main" val="1783918974"/>
              </p:ext>
            </p:extLst>
          </p:nvPr>
        </p:nvGraphicFramePr>
        <p:xfrm>
          <a:off x="955163" y="1714666"/>
          <a:ext cx="5070948" cy="219580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PORTFOLIO_SECURITY_FINDINGS_HIGH">
            <a:extLst>
              <a:ext uri="{FF2B5EF4-FFF2-40B4-BE49-F238E27FC236}">
                <a16:creationId xmlns:a16="http://schemas.microsoft.com/office/drawing/2014/main" id="{E6284084-0D17-0C79-BA25-E3E29D606E8F}"/>
              </a:ext>
            </a:extLst>
          </p:cNvPr>
          <p:cNvGraphicFramePr>
            <a:graphicFrameLocks/>
          </p:cNvGraphicFramePr>
          <p:nvPr>
            <p:extLst>
              <p:ext uri="{D42A27DB-BD31-4B8C-83A1-F6EECF244321}">
                <p14:modId xmlns:p14="http://schemas.microsoft.com/office/powerpoint/2010/main" val="1563042344"/>
              </p:ext>
            </p:extLst>
          </p:nvPr>
        </p:nvGraphicFramePr>
        <p:xfrm>
          <a:off x="6284745" y="1714666"/>
          <a:ext cx="4813628" cy="221869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PORTFOLIO_SECURITY_FINDINGS_MEDIUM">
            <a:extLst>
              <a:ext uri="{FF2B5EF4-FFF2-40B4-BE49-F238E27FC236}">
                <a16:creationId xmlns:a16="http://schemas.microsoft.com/office/drawing/2014/main" id="{1D0C3BE9-A664-5700-38B0-74CDE05BE042}"/>
              </a:ext>
            </a:extLst>
          </p:cNvPr>
          <p:cNvGraphicFramePr>
            <a:graphicFrameLocks/>
          </p:cNvGraphicFramePr>
          <p:nvPr>
            <p:extLst>
              <p:ext uri="{D42A27DB-BD31-4B8C-83A1-F6EECF244321}">
                <p14:modId xmlns:p14="http://schemas.microsoft.com/office/powerpoint/2010/main" val="1694025760"/>
              </p:ext>
            </p:extLst>
          </p:nvPr>
        </p:nvGraphicFramePr>
        <p:xfrm>
          <a:off x="3679861" y="4116161"/>
          <a:ext cx="4813628" cy="221869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8171689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AC38F-AE8D-FF4B-AE4F-040316CA188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4E57D2-7FE4-C0AA-BDE9-A362D613ED09}"/>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6282B89-53C7-6B9A-712B-0DEEC0C14AB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31FF027-54A5-051F-5710-B5994A182136}"/>
              </a:ext>
            </a:extLst>
          </p:cNvPr>
          <p:cNvSpPr>
            <a:spLocks noGrp="1"/>
          </p:cNvSpPr>
          <p:nvPr>
            <p:ph type="sldNum" sz="quarter" idx="15"/>
          </p:nvPr>
        </p:nvSpPr>
        <p:spPr/>
        <p:txBody>
          <a:bodyPr/>
          <a:lstStyle/>
          <a:p>
            <a:fld id="{E242BD21-9B61-2246-BCB1-4BE5E1BEBE1C}" type="slidenum">
              <a:rPr lang="en-GB" smtClean="0"/>
              <a:pPr/>
              <a:t>37</a:t>
            </a:fld>
            <a:endParaRPr lang="en-GB" dirty="0"/>
          </a:p>
        </p:txBody>
      </p:sp>
      <p:sp>
        <p:nvSpPr>
          <p:cNvPr id="6" name="Title 5">
            <a:extLst>
              <a:ext uri="{FF2B5EF4-FFF2-40B4-BE49-F238E27FC236}">
                <a16:creationId xmlns:a16="http://schemas.microsoft.com/office/drawing/2014/main" id="{CE1A16AE-C003-C50A-E6D6-3D6AA501D5B7}"/>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9F2A71AF-4489-77E3-367D-617DFCB60DE0}"/>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161AD5F6-18F9-8A40-2477-E9242D99AA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75490A03-971E-D057-E453-8848427D9F4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D9911086-3056-B85A-B493-E969F1E03B2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7C2F09A1-6725-C876-B697-24D0E14922AC}"/>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0" name="PORTFOLIO_SECURITY_RESOLUTION_CRITICAL">
            <a:extLst>
              <a:ext uri="{FF2B5EF4-FFF2-40B4-BE49-F238E27FC236}">
                <a16:creationId xmlns:a16="http://schemas.microsoft.com/office/drawing/2014/main" id="{043ADC1B-1288-61F5-6E17-604566843D3C}"/>
              </a:ext>
            </a:extLst>
          </p:cNvPr>
          <p:cNvGraphicFramePr>
            <a:graphicFrameLocks/>
          </p:cNvGraphicFramePr>
          <p:nvPr>
            <p:extLst>
              <p:ext uri="{D42A27DB-BD31-4B8C-83A1-F6EECF244321}">
                <p14:modId xmlns:p14="http://schemas.microsoft.com/office/powerpoint/2010/main" val="3701850097"/>
              </p:ext>
            </p:extLst>
          </p:nvPr>
        </p:nvGraphicFramePr>
        <p:xfrm>
          <a:off x="952145" y="1714665"/>
          <a:ext cx="4832277" cy="215380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PORTFOLIO_SECURITY_RESOLUTION_HIGH">
            <a:extLst>
              <a:ext uri="{FF2B5EF4-FFF2-40B4-BE49-F238E27FC236}">
                <a16:creationId xmlns:a16="http://schemas.microsoft.com/office/drawing/2014/main" id="{FD9AE359-1D59-B204-F3B2-ED88BE1F3B3C}"/>
              </a:ext>
            </a:extLst>
          </p:cNvPr>
          <p:cNvGraphicFramePr>
            <a:graphicFrameLocks/>
          </p:cNvGraphicFramePr>
          <p:nvPr>
            <p:extLst>
              <p:ext uri="{D42A27DB-BD31-4B8C-83A1-F6EECF244321}">
                <p14:modId xmlns:p14="http://schemas.microsoft.com/office/powerpoint/2010/main" val="2889913887"/>
              </p:ext>
            </p:extLst>
          </p:nvPr>
        </p:nvGraphicFramePr>
        <p:xfrm>
          <a:off x="6340739" y="1714665"/>
          <a:ext cx="4832277" cy="21538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PORTFOLIO_SECURITY_RESOLUTION_MEDIUM">
            <a:extLst>
              <a:ext uri="{FF2B5EF4-FFF2-40B4-BE49-F238E27FC236}">
                <a16:creationId xmlns:a16="http://schemas.microsoft.com/office/drawing/2014/main" id="{6568A628-8BDB-F462-AB74-A5B810893EC5}"/>
              </a:ext>
            </a:extLst>
          </p:cNvPr>
          <p:cNvGraphicFramePr>
            <a:graphicFrameLocks/>
          </p:cNvGraphicFramePr>
          <p:nvPr>
            <p:extLst>
              <p:ext uri="{D42A27DB-BD31-4B8C-83A1-F6EECF244321}">
                <p14:modId xmlns:p14="http://schemas.microsoft.com/office/powerpoint/2010/main" val="3203908121"/>
              </p:ext>
            </p:extLst>
          </p:nvPr>
        </p:nvGraphicFramePr>
        <p:xfrm>
          <a:off x="3678661" y="4091051"/>
          <a:ext cx="4832277" cy="215380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76436889"/>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11131</TotalTime>
  <Words>2311</Words>
  <Application>Microsoft Macintosh PowerPoint</Application>
  <PresentationFormat>Widescreen</PresentationFormat>
  <Paragraphs>353</Paragraphs>
  <Slides>37</Slides>
  <Notes>12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37</vt:i4>
      </vt:variant>
    </vt:vector>
  </HeadingPairs>
  <TitlesOfParts>
    <vt:vector size="49" baseType="lpstr">
      <vt:lpstr>☞NOIR PRO MEDIUM</vt:lpstr>
      <vt:lpstr>Arial</vt:lpstr>
      <vt:lpstr>Azeret Mono</vt:lpstr>
      <vt:lpstr>Azeret Mono Medium</vt:lpstr>
      <vt:lpstr>Calibri</vt:lpstr>
      <vt:lpstr>Helvetica Neue Bold</vt:lpstr>
      <vt:lpstr>Noir Pro</vt:lpstr>
      <vt:lpstr>Noir Pro Medium</vt:lpstr>
      <vt:lpstr>Noir Pro Semi Bold</vt:lpstr>
      <vt:lpstr>Sigsterren</vt:lpstr>
      <vt:lpstr>TheSansMono M5</vt:lpstr>
      <vt:lpstr>Light theme (default)</vt:lpstr>
      <vt:lpstr>PowerPoint Presentation</vt:lpstr>
      <vt:lpstr>Outline of topics</vt:lpstr>
      <vt:lpstr>Progress towards objectives between OBJECTIVES_PERIOD_START and OBJECTIVES_PERIOD_END</vt:lpstr>
      <vt:lpstr>Progress towards objectives over time</vt:lpstr>
      <vt:lpstr>Progress towards objectives per capability between OBJECTIVES_PERIOD_START and OBJECTIVES_PERIOD_END</vt:lpstr>
      <vt:lpstr>Progress towards objectives: Maintainability</vt:lpstr>
      <vt:lpstr>Progress towards objectives: Architecture</vt:lpstr>
      <vt:lpstr>Progress towards objectives: Open Source Health</vt:lpstr>
      <vt:lpstr>Progress towards objectives: Security</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Progress towards objectives: Security</vt:lpstr>
      <vt:lpstr>Progress towards objectives: Open Source Health</vt:lpstr>
      <vt:lpstr>Progress towards objectives: Maintainability</vt:lpstr>
      <vt:lpstr>Progress towards objectives: Architecture</vt:lpstr>
      <vt:lpstr>Index</vt:lpstr>
      <vt:lpstr>PORTFOLIO_PERIOD_MAINT_SHORT_SUMMARY</vt:lpstr>
      <vt:lpstr>Maintainability Grouped by Lifecycle</vt:lpstr>
      <vt:lpstr>Maintainability Grouped by Deployment Type</vt:lpstr>
      <vt:lpstr>Maintainability Grouped by Business Criticality</vt:lpstr>
      <vt:lpstr>PORTFOLIO_PERIOD_MAINT_CHANGE_SHORT_SUMMARY</vt:lpstr>
      <vt:lpstr>Maintainability ratings of newly written code between PORTFOLIO_PERIOD_START_DATE and PORTFOLIO_PERIOD_END_DATE</vt:lpstr>
      <vt:lpstr>Maintainability ratings of changed code between PORTFOLIO_PERIOD_START_DATE and PORTFOLIO_PERIOD_END_DATE</vt:lpstr>
      <vt:lpstr>Maintainability delta quality ratings of the portfolio between PORTFOLIO_PERIOD_START_DATE and PORTFOLIO_PERIOD_END_DATE</vt:lpstr>
      <vt:lpstr>Change in volume (effort) of the portfolio between PORTFOLIO_PERIOD_START_DATE and PORTFOLIO_PERIOD_END_DATE</vt:lpstr>
      <vt:lpstr>Test-to-production code ratios of the portfolio between PORTFOLIO_PERIOD_START_DATE and PORTFOLIO_PERIOD_END_DATE</vt:lpstr>
      <vt:lpstr>Change in test-to-production code ratios of the portfolio between PORTFOLIO_PERIOD_START_DATE and PORTFOLIO_PERIOD_END_DATE</vt:lpstr>
      <vt:lpstr>Architecture ratings of the portfolio between PORTFOLIO_PERIOD_START_DATE and PORTFOLIO_PERIOD_END_DATE</vt:lpstr>
      <vt:lpstr>Open-source health ratings of the portfolio between PORTFOLIO_PERIOD_START_DATE and PORTFOLIO_PERIOD_END_DATE</vt:lpstr>
      <vt:lpstr>Overall Open Source Health Library Risks Overview</vt:lpstr>
      <vt:lpstr>Security ratings of the portfolio between PORTFOLIO_PERIOD_START_DATE and PORTFOLIO_PERIOD_END_DATE</vt:lpstr>
      <vt:lpstr>Critical findings trends of the last 12 months (ending at 2025-12-31)</vt:lpstr>
      <vt:lpstr>Security resolution times of the portfolio of the last 12 months (ending at PORTFOLIO_PERIOD_END_DATE)</vt:lpstr>
      <vt:lpstr>Security findings of the portfolio of the last 12 months (ending at PORTFOLIO_PERIOD_END_DATE)</vt:lpstr>
      <vt:lpstr>Security findings of the portfolio of the last 12 months (ending at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168</cp:revision>
  <cp:lastPrinted>2020-04-20T09:37:43Z</cp:lastPrinted>
  <dcterms:created xsi:type="dcterms:W3CDTF">2025-10-22T11:22:13Z</dcterms:created>
  <dcterms:modified xsi:type="dcterms:W3CDTF">2026-03-12T16:00:57Z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