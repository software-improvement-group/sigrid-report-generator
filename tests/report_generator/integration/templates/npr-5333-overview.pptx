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94" r:id="rId5"/>
  </p:sldMasterIdLst>
  <p:notesMasterIdLst>
    <p:notesMasterId r:id="rId14"/>
  </p:notesMasterIdLst>
  <p:handoutMasterIdLst>
    <p:handoutMasterId r:id="rId15"/>
  </p:handoutMasterIdLst>
  <p:sldIdLst>
    <p:sldId id="1973" r:id="rId6"/>
    <p:sldId id="11371" r:id="rId7"/>
    <p:sldId id="1824" r:id="rId8"/>
    <p:sldId id="11373" r:id="rId9"/>
    <p:sldId id="11374" r:id="rId10"/>
    <p:sldId id="11375" r:id="rId11"/>
    <p:sldId id="11376" r:id="rId12"/>
    <p:sldId id="1137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54E7"/>
    <a:srgbClr val="E15735"/>
    <a:srgbClr val="E98C36"/>
    <a:srgbClr val="BFC855"/>
    <a:srgbClr val="BDC855"/>
    <a:srgbClr val="F8C716"/>
    <a:srgbClr val="F9C816"/>
    <a:srgbClr val="083595"/>
    <a:srgbClr val="093AA0"/>
    <a:srgbClr val="0836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77"/>
    <p:restoredTop sz="96763"/>
  </p:normalViewPr>
  <p:slideViewPr>
    <p:cSldViewPr snapToGrid="0" snapToObjects="1" showGuides="1">
      <p:cViewPr varScale="1">
        <p:scale>
          <a:sx n="118" d="100"/>
          <a:sy n="118" d="100"/>
        </p:scale>
        <p:origin x="232" y="4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Maintainability rating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B57CB368-3EBB-BD40-AF74-7CEE7C4EDEC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B86A-D14B-85E9-B8DEC18B60F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632D66C-ECC1-594F-92F8-663C8B8A12A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E2E4-0547-BD87-A6B50BFB06E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4DB80BA-A4E3-BB43-99D0-B7A70B67D3F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E2E4-0547-BD87-A6B50BFB06ED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B86A-D14B-85E9-B8DEC18B60F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E2E4-0547-BD87-A6B50BFB06E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E2E4-0547-BD87-A6B50BFB06ED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E2E4-0547-BD87-A6B50BFB06ED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E2E4-0547-BD87-A6B50BFB06ED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E2E4-0547-BD87-A6B50BFB06ED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E2E4-0547-BD87-A6B50BFB06ED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Sheet1!$A$2:$A$11</c:f>
              <c:numCache>
                <c:formatCode>General</c:formatCode>
                <c:ptCount val="10"/>
                <c:pt idx="0">
                  <c:v>35</c:v>
                </c:pt>
                <c:pt idx="1">
                  <c:v>12</c:v>
                </c:pt>
                <c:pt idx="2">
                  <c:v>15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2.5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Sheet1!$C$2:$C$11</c15:f>
                <c15:dlblRangeCache>
                  <c:ptCount val="10"/>
                  <c:pt idx="0">
                    <c:v>System 1</c:v>
                  </c:pt>
                  <c:pt idx="1">
                    <c:v>System 2</c:v>
                  </c:pt>
                  <c:pt idx="2">
                    <c:v>System 3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B86A-D14B-85E9-B8DEC18B60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System name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35</c:v>
                </c:pt>
                <c:pt idx="1">
                  <c:v>12</c:v>
                </c:pt>
                <c:pt idx="2">
                  <c:v>15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86A-D14B-85E9-B8DEC18B60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logBase val="10"/>
          <c:orientation val="minMax"/>
          <c:max val="100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System 1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33E4-2C4E-BF34-F4F568F22E8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System 2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1-33E4-2C4E-BF34-F4F568F22E8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System 3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33E4-2C4E-BF34-F4F568F22E82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PostgreSQL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3-33E4-2C4E-BF34-F4F568F22E8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Postman-runtime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4-33E4-2C4E-BF34-F4F568F22E8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Puppet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5-33E4-2C4E-BF34-F4F568F22E82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Roslyn analyzers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6-33E4-2C4E-BF34-F4F568F22E82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Mainframe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7-33E4-2C4E-BF34-F4F568F22E82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/>
                      <a:t>Swift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8-33E4-2C4E-BF34-F4F568F22E82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/>
                      <a:t>Spring-boot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9-33E4-2C4E-BF34-F4F568F22E82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/>
                      <a:t>HR App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33E4-2C4E-BF34-F4F568F22E82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/>
                      <a:t>Platform cloud 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33E4-2C4E-BF34-F4F568F22E82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/>
                      <a:t>Angular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33E4-2C4E-BF34-F4F568F22E82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/>
                      <a:t>OkHttp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33E4-2C4E-BF34-F4F568F22E82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/>
                      <a:t>Electron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33E4-2C4E-BF34-F4F568F22E82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/>
                      <a:t>Oracle GraalVM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33E4-2C4E-BF34-F4F568F22E82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/>
                      <a:t>Dubbo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33E4-2C4E-BF34-F4F568F22E82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/>
                      <a:t>Druid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33E4-2C4E-BF34-F4F568F22E82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r>
                      <a:rPr lang="en-US"/>
                      <a:t>Webpack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33E4-2C4E-BF34-F4F568F22E82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/>
                      <a:t>Vuejs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33E4-2C4E-BF34-F4F568F22E82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r>
                      <a:rPr lang="en-US"/>
                      <a:t>Systemd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33E4-2C4E-BF34-F4F568F22E82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r>
                      <a:rPr lang="en-US"/>
                      <a:t>Zuul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33E4-2C4E-BF34-F4F568F22E82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r>
                      <a:rPr lang="en-US"/>
                      <a:t>Google Guava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33E4-2C4E-BF34-F4F568F22E82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/>
                      <a:t>React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33E4-2C4E-BF34-F4F568F22E82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/>
                      <a:t>NodeJS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33E4-2C4E-BF34-F4F568F22E82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r>
                      <a:rPr lang="en-US"/>
                      <a:t>Hibernate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33E4-2C4E-BF34-F4F568F22E82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r>
                      <a:rPr lang="en-US"/>
                      <a:t>JRuby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33E4-2C4E-BF34-F4F568F22E82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r>
                      <a:rPr lang="en-US"/>
                      <a:t>Elasticsearch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33E4-2C4E-BF34-F4F568F22E82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r>
                      <a:rPr lang="en-US"/>
                      <a:t>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C-33E4-2C4E-BF34-F4F568F22E82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r>
                      <a:rPr lang="en-US"/>
                      <a:t>Echarts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33E4-2C4E-BF34-F4F568F22E82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r>
                      <a:rPr lang="en-US"/>
                      <a:t>Django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E-33E4-2C4E-BF34-F4F568F22E82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r>
                      <a:rPr lang="en-US"/>
                      <a:t>Facebookyoga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33E4-2C4E-BF34-F4F568F22E82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r>
                      <a:rPr lang="en-US"/>
                      <a:t>Bazel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0-33E4-2C4E-BF34-F4F568F22E82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r>
                      <a:rPr lang="en-US"/>
                      <a:t>Tensorflow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33E4-2C4E-BF34-F4F568F22E82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r>
                      <a:rPr lang="en-US"/>
                      <a:t>Hadoop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2-33E4-2C4E-BF34-F4F568F22E82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r>
                      <a:rPr lang="en-US"/>
                      <a:t>Microsoft Terminal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33E4-2C4E-BF34-F4F568F22E82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r>
                      <a:rPr lang="en-US"/>
                      <a:t>Roslyn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4-33E4-2C4E-BF34-F4F568F22E82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r>
                      <a:rPr lang="en-US"/>
                      <a:t>MongoDB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5-33E4-2C4E-BF34-F4F568F22E82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r>
                      <a:rPr lang="en-US"/>
                      <a:t>Redis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6-33E4-2C4E-BF34-F4F568F22E82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r>
                      <a:rPr lang="en-US"/>
                      <a:t>Android-core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7-33E4-2C4E-BF34-F4F568F22E82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r>
                      <a:rPr lang="en-US"/>
                      <a:t>Kafka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8-33E4-2C4E-BF34-F4F568F22E82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r>
                      <a:rPr lang="en-US"/>
                      <a:t>Google V8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9-33E4-2C4E-BF34-F4F568F22E82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r>
                      <a:rPr lang="en-US"/>
                      <a:t>Webmethods Integration Examples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A-33E4-2C4E-BF34-F4F568F22E82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r>
                      <a:rPr lang="en-US"/>
                      <a:t>Pure Aloe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B-33E4-2C4E-BF34-F4F568F22E82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r>
                      <a:rPr lang="en-US"/>
                      <a:t>Rasa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C-33E4-2C4E-BF34-F4F568F22E82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r>
                      <a:rPr lang="en-US"/>
                      <a:t>utPLSQL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D-33E4-2C4E-BF34-F4F568F22E82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r>
                      <a:rPr lang="en-US"/>
                      <a:t>Mariadb-server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E-33E4-2C4E-BF34-F4F568F22E82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r>
                      <a:rPr lang="en-US"/>
                      <a:t>Card Management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F-33E4-2C4E-BF34-F4F568F22E82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r>
                      <a:rPr lang="en-US"/>
                      <a:t>Insecure-bank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0-33E4-2C4E-BF34-F4F568F22E82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r>
                      <a:rPr lang="en-US"/>
                      <a:t>Twitter Algorithm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1-33E4-2C4E-BF34-F4F568F22E82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r>
                      <a:rPr lang="en-US"/>
                      <a:t>Artemis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2-33E4-2C4E-BF34-F4F568F22E82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r>
                      <a:rPr lang="en-US"/>
                      <a:t>Google Maps web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3-33E4-2C4E-BF34-F4F568F22E82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r>
                      <a:rPr lang="en-US"/>
                      <a:t>Discovery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4-33E4-2C4E-BF34-F4F568F22E82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r>
                      <a:rPr lang="en-US"/>
                      <a:t>Outsystems-ui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5-33E4-2C4E-BF34-F4F568F22E82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r>
                      <a:rPr lang="en-US"/>
                      <a:t>Credit request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6-33E4-2C4E-BF34-F4F568F22E82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r>
                      <a:rPr lang="en-US"/>
                      <a:t>Outsystems-demo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7-33E4-2C4E-BF34-F4F568F22E82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r>
                      <a:rPr lang="en-US"/>
                      <a:t>Grails_nV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8-33E4-2C4E-BF34-F4F568F22E82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r>
                      <a:rPr lang="en-US"/>
                      <a:t>PLC Automated Warehouse System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9-33E4-2C4E-BF34-F4F568F22E82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r>
                      <a:rPr lang="en-US"/>
                      <a:t>6DOF positioning tool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A-33E4-2C4E-BF34-F4F568F22E82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r>
                      <a:rPr lang="en-US"/>
                      <a:t>CANopen SDO Server Protocol Processor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B-33E4-2C4E-BF34-F4F568F22E82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r>
                      <a:rPr lang="en-US"/>
                      <a:t>abapGit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C-33E4-2C4E-BF34-F4F568F22E82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r>
                      <a:rPr lang="en-US"/>
                      <a:t>Google 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D-33E4-2C4E-BF34-F4F568F22E82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r>
                      <a:rPr lang="en-US"/>
                      <a:t>CSPacman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E-33E4-2C4E-BF34-F4F568F22E82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r>
                      <a:rPr lang="en-US"/>
                      <a:t>JIT Request - Power Platform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F-33E4-2C4E-BF34-F4F568F22E82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r>
                      <a:rPr lang="en-US"/>
                      <a:t>Building Access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0-33E4-2C4E-BF34-F4F568F22E82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r>
                      <a:rPr lang="en-US"/>
                      <a:t>Meeting Notes V2 - Power Platform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1-33E4-2C4E-BF34-F4F568F22E82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r>
                      <a:rPr lang="en-US"/>
                      <a:t>Collections cookbook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2-33E4-2C4E-BF34-F4F568F22E82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r>
                      <a:rPr lang="en-US"/>
                      <a:t>Emergency Response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3-33E4-2C4E-BF34-F4F568F22E82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r>
                      <a:rPr lang="en-US"/>
                      <a:t>Return to workplace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4-33E4-2C4E-BF34-F4F568F22E82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r>
                      <a:rPr lang="en-US"/>
                      <a:t>Crisis Communication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5-33E4-2C4E-BF34-F4F568F22E82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r>
                      <a:rPr lang="en-US"/>
                      <a:t>Power Apps Formula Reference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6-33E4-2C4E-BF34-F4F568F22E82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r>
                      <a:rPr lang="en-US"/>
                      <a:t>AL-Demos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7-33E4-2C4E-BF34-F4F568F22E82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r>
                      <a:rPr lang="en-US"/>
                      <a:t>Libcluster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8-33E4-2C4E-BF34-F4F568F22E82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r>
                      <a:rPr lang="en-US"/>
                      <a:t>Example of SBOM import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9-33E4-2C4E-BF34-F4F568F22E82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r>
                      <a:rPr lang="en-US"/>
                      <a:t>Solana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A-33E4-2C4E-BF34-F4F568F22E82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r>
                      <a:rPr lang="en-US"/>
                      <a:t>Chatgpt-desktop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B-33E4-2C4E-BF34-F4F568F22E82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r>
                      <a:rPr lang="en-US"/>
                      <a:t>Golang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C-33E4-2C4E-BF34-F4F568F22E82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r>
                      <a:rPr lang="en-US"/>
                      <a:t>IAM Proxy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D-33E4-2C4E-BF34-F4F568F22E82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r>
                      <a:rPr lang="en-US"/>
                      <a:t>Struts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E-33E4-2C4E-BF34-F4F568F22E82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r>
                      <a:rPr lang="en-US"/>
                      <a:t>Mediawiki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F-33E4-2C4E-BF34-F4F568F22E82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r>
                      <a:rPr lang="en-US"/>
                      <a:t>Clickhouse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0-33E4-2C4E-BF34-F4F568F22E82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r>
                      <a:rPr lang="en-US"/>
                      <a:t>Vscode-python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1-33E4-2C4E-BF34-F4F568F22E82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r>
                      <a:rPr lang="en-US"/>
                      <a:t>Curl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2-33E4-2C4E-BF34-F4F568F22E82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r>
                      <a:rPr lang="en-US"/>
                      <a:t>Blender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3-33E4-2C4E-BF34-F4F568F22E82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r>
                      <a:rPr lang="en-US"/>
                      <a:t>Brave-core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4-33E4-2C4E-BF34-F4F568F22E82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r>
                      <a:rPr lang="en-US"/>
                      <a:t>Umbraco-cms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5-33E4-2C4E-BF34-F4F568F22E82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r>
                      <a:rPr lang="en-US"/>
                      <a:t>insecure-progress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6-33E4-2C4E-BF34-F4F568F22E82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r>
                      <a:rPr lang="en-US"/>
                      <a:t>ai-usage-demo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7-33E4-2C4E-BF34-F4F568F22E82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r>
                      <a:rPr lang="en-US"/>
                      <a:t>vulnado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8-33E4-2C4E-BF34-F4F568F22E82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r>
                      <a:rPr lang="en-US"/>
                      <a:t>webgoatdotnet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9-33E4-2C4E-BF34-F4F568F22E82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r>
                      <a:rPr lang="en-US"/>
                      <a:t>webgoat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A-33E4-2C4E-BF34-F4F568F22E82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r>
                      <a:rPr lang="en-US"/>
                      <a:t>insecure-salesforce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B-33E4-2C4E-BF34-F4F568F22E82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Sheet1!$A$2:$A$93</c:f>
              <c:numCache>
                <c:formatCode>General</c:formatCode>
                <c:ptCount val="92"/>
                <c:pt idx="0">
                  <c:v>28.693159713391491</c:v>
                </c:pt>
                <c:pt idx="1">
                  <c:v>40</c:v>
                </c:pt>
                <c:pt idx="2">
                  <c:v>61.081362280100286</c:v>
                </c:pt>
              </c:numCache>
            </c:numRef>
          </c:xVal>
          <c:yVal>
            <c:numRef>
              <c:f>Sheet1!$B$2:$B$93</c:f>
              <c:numCache>
                <c:formatCode>General</c:formatCode>
                <c:ptCount val="92"/>
                <c:pt idx="0">
                  <c:v>2.5845052581441581</c:v>
                </c:pt>
                <c:pt idx="1">
                  <c:v>3.048315504593619</c:v>
                </c:pt>
                <c:pt idx="2">
                  <c:v>2.2450609633654048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Sheet1!$C$2:$C$11</c15:f>
                <c15:dlblRangeCache>
                  <c:ptCount val="10"/>
                </c15:dlblRangeCache>
              </c15:datalabelsRange>
            </c:ext>
            <c:ext xmlns:c16="http://schemas.microsoft.com/office/drawing/2014/chart" uri="{C3380CC4-5D6E-409C-BE32-E72D297353CC}">
              <c16:uniqueId val="{0000005C-33E4-2C4E-BF34-F4F568F22E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orientation val="minMax"/>
          <c:max val="1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System 1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33E4-2C4E-BF34-F4F568F22E8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System 2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1-33E4-2C4E-BF34-F4F568F22E8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System 3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33E4-2C4E-BF34-F4F568F22E82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PostgreSQL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3-33E4-2C4E-BF34-F4F568F22E8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Postman-runtime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4-33E4-2C4E-BF34-F4F568F22E8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Puppet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5-33E4-2C4E-BF34-F4F568F22E82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Roslyn analyzers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6-33E4-2C4E-BF34-F4F568F22E82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Mainframe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7-33E4-2C4E-BF34-F4F568F22E82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/>
                      <a:t>Swift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8-33E4-2C4E-BF34-F4F568F22E82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/>
                      <a:t>Spring-boot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9-33E4-2C4E-BF34-F4F568F22E82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/>
                      <a:t>HR App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33E4-2C4E-BF34-F4F568F22E82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/>
                      <a:t>Platform cloud 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33E4-2C4E-BF34-F4F568F22E82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/>
                      <a:t>Angular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33E4-2C4E-BF34-F4F568F22E82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/>
                      <a:t>OkHttp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33E4-2C4E-BF34-F4F568F22E82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/>
                      <a:t>Electron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33E4-2C4E-BF34-F4F568F22E82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/>
                      <a:t>Oracle GraalVM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33E4-2C4E-BF34-F4F568F22E82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/>
                      <a:t>Dubbo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33E4-2C4E-BF34-F4F568F22E82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/>
                      <a:t>Druid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33E4-2C4E-BF34-F4F568F22E82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r>
                      <a:rPr lang="en-US"/>
                      <a:t>Webpack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33E4-2C4E-BF34-F4F568F22E82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/>
                      <a:t>Vuejs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33E4-2C4E-BF34-F4F568F22E82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r>
                      <a:rPr lang="en-US"/>
                      <a:t>Systemd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33E4-2C4E-BF34-F4F568F22E82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r>
                      <a:rPr lang="en-US"/>
                      <a:t>Zuul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33E4-2C4E-BF34-F4F568F22E82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r>
                      <a:rPr lang="en-US"/>
                      <a:t>Google Guava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33E4-2C4E-BF34-F4F568F22E82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/>
                      <a:t>React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33E4-2C4E-BF34-F4F568F22E82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/>
                      <a:t>NodeJS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33E4-2C4E-BF34-F4F568F22E82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r>
                      <a:rPr lang="en-US"/>
                      <a:t>Hibernate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33E4-2C4E-BF34-F4F568F22E82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r>
                      <a:rPr lang="en-US"/>
                      <a:t>JRuby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33E4-2C4E-BF34-F4F568F22E82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r>
                      <a:rPr lang="en-US"/>
                      <a:t>Elasticsearch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33E4-2C4E-BF34-F4F568F22E82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r>
                      <a:rPr lang="en-US"/>
                      <a:t>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C-33E4-2C4E-BF34-F4F568F22E82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r>
                      <a:rPr lang="en-US"/>
                      <a:t>Echarts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33E4-2C4E-BF34-F4F568F22E82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r>
                      <a:rPr lang="en-US"/>
                      <a:t>Django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E-33E4-2C4E-BF34-F4F568F22E82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r>
                      <a:rPr lang="en-US"/>
                      <a:t>Facebookyoga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33E4-2C4E-BF34-F4F568F22E82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r>
                      <a:rPr lang="en-US"/>
                      <a:t>Bazel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0-33E4-2C4E-BF34-F4F568F22E82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r>
                      <a:rPr lang="en-US"/>
                      <a:t>Tensorflow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33E4-2C4E-BF34-F4F568F22E82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r>
                      <a:rPr lang="en-US"/>
                      <a:t>Hadoop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2-33E4-2C4E-BF34-F4F568F22E82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r>
                      <a:rPr lang="en-US"/>
                      <a:t>Microsoft Terminal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33E4-2C4E-BF34-F4F568F22E82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r>
                      <a:rPr lang="en-US"/>
                      <a:t>Roslyn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4-33E4-2C4E-BF34-F4F568F22E82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r>
                      <a:rPr lang="en-US"/>
                      <a:t>MongoDB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5-33E4-2C4E-BF34-F4F568F22E82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r>
                      <a:rPr lang="en-US"/>
                      <a:t>Redis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6-33E4-2C4E-BF34-F4F568F22E82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r>
                      <a:rPr lang="en-US"/>
                      <a:t>Android-core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7-33E4-2C4E-BF34-F4F568F22E82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r>
                      <a:rPr lang="en-US"/>
                      <a:t>Kafka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8-33E4-2C4E-BF34-F4F568F22E82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r>
                      <a:rPr lang="en-US"/>
                      <a:t>Google V8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9-33E4-2C4E-BF34-F4F568F22E82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r>
                      <a:rPr lang="en-US"/>
                      <a:t>Webmethods Integration Examples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A-33E4-2C4E-BF34-F4F568F22E82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r>
                      <a:rPr lang="en-US"/>
                      <a:t>Pure Aloe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B-33E4-2C4E-BF34-F4F568F22E82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r>
                      <a:rPr lang="en-US"/>
                      <a:t>Rasa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C-33E4-2C4E-BF34-F4F568F22E82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r>
                      <a:rPr lang="en-US"/>
                      <a:t>utPLSQL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D-33E4-2C4E-BF34-F4F568F22E82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r>
                      <a:rPr lang="en-US"/>
                      <a:t>Mariadb-server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E-33E4-2C4E-BF34-F4F568F22E82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r>
                      <a:rPr lang="en-US"/>
                      <a:t>Card Management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F-33E4-2C4E-BF34-F4F568F22E82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r>
                      <a:rPr lang="en-US"/>
                      <a:t>Insecure-bank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0-33E4-2C4E-BF34-F4F568F22E82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r>
                      <a:rPr lang="en-US"/>
                      <a:t>Twitter Algorithm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1-33E4-2C4E-BF34-F4F568F22E82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r>
                      <a:rPr lang="en-US"/>
                      <a:t>Artemis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2-33E4-2C4E-BF34-F4F568F22E82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r>
                      <a:rPr lang="en-US"/>
                      <a:t>Google Maps web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3-33E4-2C4E-BF34-F4F568F22E82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r>
                      <a:rPr lang="en-US"/>
                      <a:t>Discovery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4-33E4-2C4E-BF34-F4F568F22E82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r>
                      <a:rPr lang="en-US"/>
                      <a:t>Outsystems-ui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5-33E4-2C4E-BF34-F4F568F22E82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r>
                      <a:rPr lang="en-US"/>
                      <a:t>Credit request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6-33E4-2C4E-BF34-F4F568F22E82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r>
                      <a:rPr lang="en-US"/>
                      <a:t>Outsystems-demo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7-33E4-2C4E-BF34-F4F568F22E82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r>
                      <a:rPr lang="en-US"/>
                      <a:t>Grails_nV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8-33E4-2C4E-BF34-F4F568F22E82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r>
                      <a:rPr lang="en-US"/>
                      <a:t>PLC Automated Warehouse System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9-33E4-2C4E-BF34-F4F568F22E82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r>
                      <a:rPr lang="en-US"/>
                      <a:t>6DOF positioning tool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A-33E4-2C4E-BF34-F4F568F22E82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r>
                      <a:rPr lang="en-US"/>
                      <a:t>CANopen SDO Server Protocol Processor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B-33E4-2C4E-BF34-F4F568F22E82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r>
                      <a:rPr lang="en-US"/>
                      <a:t>abapGit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C-33E4-2C4E-BF34-F4F568F22E82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r>
                      <a:rPr lang="en-US"/>
                      <a:t>Google 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D-33E4-2C4E-BF34-F4F568F22E82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r>
                      <a:rPr lang="en-US"/>
                      <a:t>CSPacman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E-33E4-2C4E-BF34-F4F568F22E82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r>
                      <a:rPr lang="en-US"/>
                      <a:t>JIT Request - Power Platform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F-33E4-2C4E-BF34-F4F568F22E82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r>
                      <a:rPr lang="en-US"/>
                      <a:t>Building Access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0-33E4-2C4E-BF34-F4F568F22E82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r>
                      <a:rPr lang="en-US"/>
                      <a:t>Meeting Notes V2 - Power Platform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1-33E4-2C4E-BF34-F4F568F22E82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r>
                      <a:rPr lang="en-US"/>
                      <a:t>Collections cookbook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2-33E4-2C4E-BF34-F4F568F22E82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r>
                      <a:rPr lang="en-US"/>
                      <a:t>Emergency Response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3-33E4-2C4E-BF34-F4F568F22E82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r>
                      <a:rPr lang="en-US"/>
                      <a:t>Return to workplace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4-33E4-2C4E-BF34-F4F568F22E82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r>
                      <a:rPr lang="en-US"/>
                      <a:t>Crisis Communication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5-33E4-2C4E-BF34-F4F568F22E82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r>
                      <a:rPr lang="en-US"/>
                      <a:t>Power Apps Formula Reference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6-33E4-2C4E-BF34-F4F568F22E82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r>
                      <a:rPr lang="en-US"/>
                      <a:t>AL-Demos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7-33E4-2C4E-BF34-F4F568F22E82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r>
                      <a:rPr lang="en-US"/>
                      <a:t>Libcluster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8-33E4-2C4E-BF34-F4F568F22E82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r>
                      <a:rPr lang="en-US"/>
                      <a:t>Example of SBOM import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9-33E4-2C4E-BF34-F4F568F22E82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r>
                      <a:rPr lang="en-US"/>
                      <a:t>Solana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A-33E4-2C4E-BF34-F4F568F22E82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r>
                      <a:rPr lang="en-US"/>
                      <a:t>Chatgpt-desktop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B-33E4-2C4E-BF34-F4F568F22E82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r>
                      <a:rPr lang="en-US"/>
                      <a:t>Golang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C-33E4-2C4E-BF34-F4F568F22E82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r>
                      <a:rPr lang="en-US"/>
                      <a:t>IAM Proxy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D-33E4-2C4E-BF34-F4F568F22E82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r>
                      <a:rPr lang="en-US"/>
                      <a:t>Struts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E-33E4-2C4E-BF34-F4F568F22E82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r>
                      <a:rPr lang="en-US"/>
                      <a:t>Mediawiki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F-33E4-2C4E-BF34-F4F568F22E82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r>
                      <a:rPr lang="en-US"/>
                      <a:t>Clickhouse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0-33E4-2C4E-BF34-F4F568F22E82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r>
                      <a:rPr lang="en-US"/>
                      <a:t>Vscode-python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1-33E4-2C4E-BF34-F4F568F22E82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r>
                      <a:rPr lang="en-US"/>
                      <a:t>Curl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2-33E4-2C4E-BF34-F4F568F22E82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r>
                      <a:rPr lang="en-US"/>
                      <a:t>Blender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3-33E4-2C4E-BF34-F4F568F22E82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r>
                      <a:rPr lang="en-US"/>
                      <a:t>Brave-core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4-33E4-2C4E-BF34-F4F568F22E82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r>
                      <a:rPr lang="en-US"/>
                      <a:t>Umbraco-cms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5-33E4-2C4E-BF34-F4F568F22E82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r>
                      <a:rPr lang="en-US"/>
                      <a:t>insecure-progress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6-33E4-2C4E-BF34-F4F568F22E82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r>
                      <a:rPr lang="en-US"/>
                      <a:t>ai-usage-demo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7-33E4-2C4E-BF34-F4F568F22E82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r>
                      <a:rPr lang="en-US"/>
                      <a:t>vulnado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8-33E4-2C4E-BF34-F4F568F22E82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r>
                      <a:rPr lang="en-US"/>
                      <a:t>webgoatdotnet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9-33E4-2C4E-BF34-F4F568F22E82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r>
                      <a:rPr lang="en-US"/>
                      <a:t>webgoat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A-33E4-2C4E-BF34-F4F568F22E82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r>
                      <a:rPr lang="en-US"/>
                      <a:t>insecure-salesforce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B-33E4-2C4E-BF34-F4F568F22E82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Sheet1!$A$2:$A$93</c:f>
              <c:numCache>
                <c:formatCode>General</c:formatCode>
                <c:ptCount val="92"/>
                <c:pt idx="0">
                  <c:v>28.693159713391491</c:v>
                </c:pt>
                <c:pt idx="1">
                  <c:v>40</c:v>
                </c:pt>
                <c:pt idx="2">
                  <c:v>61.081362280100286</c:v>
                </c:pt>
              </c:numCache>
            </c:numRef>
          </c:xVal>
          <c:yVal>
            <c:numRef>
              <c:f>Sheet1!$B$2:$B$93</c:f>
              <c:numCache>
                <c:formatCode>General</c:formatCode>
                <c:ptCount val="92"/>
                <c:pt idx="0">
                  <c:v>2.5845052581441581</c:v>
                </c:pt>
                <c:pt idx="1">
                  <c:v>3.048315504593619</c:v>
                </c:pt>
                <c:pt idx="2">
                  <c:v>2.2450609633654048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Sheet1!$C$2:$C$11</c15:f>
                <c15:dlblRangeCache>
                  <c:ptCount val="10"/>
                </c15:dlblRangeCache>
              </c15:datalabelsRange>
            </c:ext>
            <c:ext xmlns:c16="http://schemas.microsoft.com/office/drawing/2014/chart" uri="{C3380CC4-5D6E-409C-BE32-E72D297353CC}">
              <c16:uniqueId val="{0000005C-33E4-2C4E-BF34-F4F568F22E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orientation val="minMax"/>
          <c:max val="1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rgbClr val="0A54E7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A54E7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System 1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33E4-2C4E-BF34-F4F568F22E8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System 2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1-33E4-2C4E-BF34-F4F568F22E8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System 3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33E4-2C4E-BF34-F4F568F22E82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PostgreSQL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3-33E4-2C4E-BF34-F4F568F22E8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Postman-runtime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4-33E4-2C4E-BF34-F4F568F22E8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Puppet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5-33E4-2C4E-BF34-F4F568F22E82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Roslyn analyzers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6-33E4-2C4E-BF34-F4F568F22E82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Mainframe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7-33E4-2C4E-BF34-F4F568F22E82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/>
                      <a:t>Swift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8-33E4-2C4E-BF34-F4F568F22E82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/>
                      <a:t>Spring-boot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9-33E4-2C4E-BF34-F4F568F22E82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/>
                      <a:t>HR App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33E4-2C4E-BF34-F4F568F22E82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/>
                      <a:t>Platform cloud 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33E4-2C4E-BF34-F4F568F22E82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/>
                      <a:t>Angular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33E4-2C4E-BF34-F4F568F22E82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/>
                      <a:t>OkHttp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33E4-2C4E-BF34-F4F568F22E82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/>
                      <a:t>Electron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33E4-2C4E-BF34-F4F568F22E82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/>
                      <a:t>Oracle GraalVM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33E4-2C4E-BF34-F4F568F22E82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/>
                      <a:t>Dubbo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33E4-2C4E-BF34-F4F568F22E82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/>
                      <a:t>Druid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33E4-2C4E-BF34-F4F568F22E82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r>
                      <a:rPr lang="en-US"/>
                      <a:t>Webpack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33E4-2C4E-BF34-F4F568F22E82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/>
                      <a:t>Vuejs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33E4-2C4E-BF34-F4F568F22E82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r>
                      <a:rPr lang="en-US"/>
                      <a:t>Systemd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33E4-2C4E-BF34-F4F568F22E82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r>
                      <a:rPr lang="en-US"/>
                      <a:t>Zuul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33E4-2C4E-BF34-F4F568F22E82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r>
                      <a:rPr lang="en-US"/>
                      <a:t>Google Guava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33E4-2C4E-BF34-F4F568F22E82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/>
                      <a:t>React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33E4-2C4E-BF34-F4F568F22E82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/>
                      <a:t>NodeJS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33E4-2C4E-BF34-F4F568F22E82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r>
                      <a:rPr lang="en-US"/>
                      <a:t>Hibernate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33E4-2C4E-BF34-F4F568F22E82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r>
                      <a:rPr lang="en-US"/>
                      <a:t>JRuby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33E4-2C4E-BF34-F4F568F22E82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r>
                      <a:rPr lang="en-US"/>
                      <a:t>Elasticsearch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33E4-2C4E-BF34-F4F568F22E82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r>
                      <a:rPr lang="en-US"/>
                      <a:t>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C-33E4-2C4E-BF34-F4F568F22E82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r>
                      <a:rPr lang="en-US"/>
                      <a:t>Echarts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33E4-2C4E-BF34-F4F568F22E82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r>
                      <a:rPr lang="en-US"/>
                      <a:t>Django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E-33E4-2C4E-BF34-F4F568F22E82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r>
                      <a:rPr lang="en-US"/>
                      <a:t>Facebookyoga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33E4-2C4E-BF34-F4F568F22E82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r>
                      <a:rPr lang="en-US"/>
                      <a:t>Bazel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0-33E4-2C4E-BF34-F4F568F22E82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r>
                      <a:rPr lang="en-US"/>
                      <a:t>Tensorflow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33E4-2C4E-BF34-F4F568F22E82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r>
                      <a:rPr lang="en-US"/>
                      <a:t>Hadoop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2-33E4-2C4E-BF34-F4F568F22E82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r>
                      <a:rPr lang="en-US"/>
                      <a:t>Microsoft Terminal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33E4-2C4E-BF34-F4F568F22E82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r>
                      <a:rPr lang="en-US"/>
                      <a:t>Roslyn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4-33E4-2C4E-BF34-F4F568F22E82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r>
                      <a:rPr lang="en-US"/>
                      <a:t>MongoDB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5-33E4-2C4E-BF34-F4F568F22E82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r>
                      <a:rPr lang="en-US"/>
                      <a:t>Redis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6-33E4-2C4E-BF34-F4F568F22E82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r>
                      <a:rPr lang="en-US"/>
                      <a:t>Android-core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7-33E4-2C4E-BF34-F4F568F22E82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r>
                      <a:rPr lang="en-US"/>
                      <a:t>Kafka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8-33E4-2C4E-BF34-F4F568F22E82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r>
                      <a:rPr lang="en-US"/>
                      <a:t>Google V8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9-33E4-2C4E-BF34-F4F568F22E82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r>
                      <a:rPr lang="en-US"/>
                      <a:t>Webmethods Integration Examples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A-33E4-2C4E-BF34-F4F568F22E82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r>
                      <a:rPr lang="en-US"/>
                      <a:t>Pure Aloe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B-33E4-2C4E-BF34-F4F568F22E82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r>
                      <a:rPr lang="en-US"/>
                      <a:t>Rasa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C-33E4-2C4E-BF34-F4F568F22E82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r>
                      <a:rPr lang="en-US"/>
                      <a:t>utPLSQL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D-33E4-2C4E-BF34-F4F568F22E82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r>
                      <a:rPr lang="en-US"/>
                      <a:t>Mariadb-server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E-33E4-2C4E-BF34-F4F568F22E82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r>
                      <a:rPr lang="en-US"/>
                      <a:t>Card Management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F-33E4-2C4E-BF34-F4F568F22E82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r>
                      <a:rPr lang="en-US"/>
                      <a:t>Insecure-bank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0-33E4-2C4E-BF34-F4F568F22E82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r>
                      <a:rPr lang="en-US"/>
                      <a:t>Twitter Algorithm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1-33E4-2C4E-BF34-F4F568F22E82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r>
                      <a:rPr lang="en-US"/>
                      <a:t>Artemis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2-33E4-2C4E-BF34-F4F568F22E82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r>
                      <a:rPr lang="en-US"/>
                      <a:t>Google Maps web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3-33E4-2C4E-BF34-F4F568F22E82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r>
                      <a:rPr lang="en-US"/>
                      <a:t>Discovery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4-33E4-2C4E-BF34-F4F568F22E82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r>
                      <a:rPr lang="en-US"/>
                      <a:t>Outsystems-ui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5-33E4-2C4E-BF34-F4F568F22E82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r>
                      <a:rPr lang="en-US"/>
                      <a:t>Credit request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6-33E4-2C4E-BF34-F4F568F22E82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r>
                      <a:rPr lang="en-US"/>
                      <a:t>Outsystems-demo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7-33E4-2C4E-BF34-F4F568F22E82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r>
                      <a:rPr lang="en-US"/>
                      <a:t>Grails_nV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8-33E4-2C4E-BF34-F4F568F22E82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r>
                      <a:rPr lang="en-US"/>
                      <a:t>PLC Automated Warehouse System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9-33E4-2C4E-BF34-F4F568F22E82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r>
                      <a:rPr lang="en-US"/>
                      <a:t>6DOF positioning tool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A-33E4-2C4E-BF34-F4F568F22E82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r>
                      <a:rPr lang="en-US"/>
                      <a:t>CANopen SDO Server Protocol Processor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B-33E4-2C4E-BF34-F4F568F22E82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r>
                      <a:rPr lang="en-US"/>
                      <a:t>abapGit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C-33E4-2C4E-BF34-F4F568F22E82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r>
                      <a:rPr lang="en-US"/>
                      <a:t>Google 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D-33E4-2C4E-BF34-F4F568F22E82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r>
                      <a:rPr lang="en-US"/>
                      <a:t>CSPacman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E-33E4-2C4E-BF34-F4F568F22E82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r>
                      <a:rPr lang="en-US"/>
                      <a:t>JIT Request - Power Platform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F-33E4-2C4E-BF34-F4F568F22E82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r>
                      <a:rPr lang="en-US"/>
                      <a:t>Building Access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0-33E4-2C4E-BF34-F4F568F22E82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r>
                      <a:rPr lang="en-US"/>
                      <a:t>Meeting Notes V2 - Power Platform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1-33E4-2C4E-BF34-F4F568F22E82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r>
                      <a:rPr lang="en-US"/>
                      <a:t>Collections cookbook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2-33E4-2C4E-BF34-F4F568F22E82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r>
                      <a:rPr lang="en-US"/>
                      <a:t>Emergency Response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3-33E4-2C4E-BF34-F4F568F22E82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r>
                      <a:rPr lang="en-US"/>
                      <a:t>Return to workplace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4-33E4-2C4E-BF34-F4F568F22E82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r>
                      <a:rPr lang="en-US"/>
                      <a:t>Crisis Communication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5-33E4-2C4E-BF34-F4F568F22E82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r>
                      <a:rPr lang="en-US"/>
                      <a:t>Power Apps Formula Reference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6-33E4-2C4E-BF34-F4F568F22E82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r>
                      <a:rPr lang="en-US"/>
                      <a:t>AL-Demos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7-33E4-2C4E-BF34-F4F568F22E82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r>
                      <a:rPr lang="en-US"/>
                      <a:t>Libcluster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8-33E4-2C4E-BF34-F4F568F22E82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r>
                      <a:rPr lang="en-US"/>
                      <a:t>Example of SBOM import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9-33E4-2C4E-BF34-F4F568F22E82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r>
                      <a:rPr lang="en-US"/>
                      <a:t>Solana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A-33E4-2C4E-BF34-F4F568F22E82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r>
                      <a:rPr lang="en-US"/>
                      <a:t>Chatgpt-desktop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B-33E4-2C4E-BF34-F4F568F22E82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r>
                      <a:rPr lang="en-US"/>
                      <a:t>Golang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C-33E4-2C4E-BF34-F4F568F22E82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r>
                      <a:rPr lang="en-US"/>
                      <a:t>IAM Proxy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D-33E4-2C4E-BF34-F4F568F22E82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r>
                      <a:rPr lang="en-US"/>
                      <a:t>Struts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E-33E4-2C4E-BF34-F4F568F22E82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r>
                      <a:rPr lang="en-US"/>
                      <a:t>Mediawiki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F-33E4-2C4E-BF34-F4F568F22E82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r>
                      <a:rPr lang="en-US"/>
                      <a:t>Clickhouse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0-33E4-2C4E-BF34-F4F568F22E82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r>
                      <a:rPr lang="en-US"/>
                      <a:t>Vscode-python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1-33E4-2C4E-BF34-F4F568F22E82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r>
                      <a:rPr lang="en-US"/>
                      <a:t>Curl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2-33E4-2C4E-BF34-F4F568F22E82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r>
                      <a:rPr lang="en-US"/>
                      <a:t>Blender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3-33E4-2C4E-BF34-F4F568F22E82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r>
                      <a:rPr lang="en-US"/>
                      <a:t>Brave-core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4-33E4-2C4E-BF34-F4F568F22E82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r>
                      <a:rPr lang="en-US"/>
                      <a:t>Umbraco-cms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5-33E4-2C4E-BF34-F4F568F22E82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r>
                      <a:rPr lang="en-US"/>
                      <a:t>insecure-progress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6-33E4-2C4E-BF34-F4F568F22E82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r>
                      <a:rPr lang="en-US"/>
                      <a:t>ai-usage-demo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7-33E4-2C4E-BF34-F4F568F22E82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r>
                      <a:rPr lang="en-US"/>
                      <a:t>vulnado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8-33E4-2C4E-BF34-F4F568F22E82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r>
                      <a:rPr lang="en-US"/>
                      <a:t>webgoatdotnet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9-33E4-2C4E-BF34-F4F568F22E82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r>
                      <a:rPr lang="en-US"/>
                      <a:t>webgoat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A-33E4-2C4E-BF34-F4F568F22E82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r>
                      <a:rPr lang="en-US"/>
                      <a:t>insecure-salesforce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B-33E4-2C4E-BF34-F4F568F22E82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Sheet1!$A$2:$A$93</c:f>
              <c:numCache>
                <c:formatCode>General</c:formatCode>
                <c:ptCount val="92"/>
                <c:pt idx="0">
                  <c:v>28.693159713391491</c:v>
                </c:pt>
                <c:pt idx="1">
                  <c:v>40</c:v>
                </c:pt>
                <c:pt idx="2">
                  <c:v>61.081362280100286</c:v>
                </c:pt>
              </c:numCache>
            </c:numRef>
          </c:xVal>
          <c:yVal>
            <c:numRef>
              <c:f>Sheet1!$B$2:$B$93</c:f>
              <c:numCache>
                <c:formatCode>General</c:formatCode>
                <c:ptCount val="92"/>
                <c:pt idx="0">
                  <c:v>2.5845052581441581</c:v>
                </c:pt>
                <c:pt idx="1">
                  <c:v>3.048315504593619</c:v>
                </c:pt>
                <c:pt idx="2">
                  <c:v>2.2450609633654048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Sheet1!$C$2:$C$11</c15:f>
                <c15:dlblRangeCache>
                  <c:ptCount val="10"/>
                </c15:dlblRangeCache>
              </c15:datalabelsRange>
            </c:ext>
            <c:ext xmlns:c16="http://schemas.microsoft.com/office/drawing/2014/chart" uri="{C3380CC4-5D6E-409C-BE32-E72D297353CC}">
              <c16:uniqueId val="{0000005C-33E4-2C4E-BF34-F4F568F22E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orientation val="minMax"/>
          <c:max val="1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System 1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33E4-2C4E-BF34-F4F568F22E8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System 2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1-33E4-2C4E-BF34-F4F568F22E8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System 3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33E4-2C4E-BF34-F4F568F22E82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PostgreSQL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3-33E4-2C4E-BF34-F4F568F22E8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Postman-runtime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4-33E4-2C4E-BF34-F4F568F22E8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Puppet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5-33E4-2C4E-BF34-F4F568F22E82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Roslyn analyzers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6-33E4-2C4E-BF34-F4F568F22E82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Mainframe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7-33E4-2C4E-BF34-F4F568F22E82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/>
                      <a:t>Swift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8-33E4-2C4E-BF34-F4F568F22E82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/>
                      <a:t>Spring-boot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9-33E4-2C4E-BF34-F4F568F22E82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/>
                      <a:t>HR App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33E4-2C4E-BF34-F4F568F22E82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/>
                      <a:t>Platform cloud 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33E4-2C4E-BF34-F4F568F22E82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/>
                      <a:t>Angular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33E4-2C4E-BF34-F4F568F22E82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/>
                      <a:t>OkHttp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33E4-2C4E-BF34-F4F568F22E82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/>
                      <a:t>Electron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33E4-2C4E-BF34-F4F568F22E82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/>
                      <a:t>Oracle GraalVM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33E4-2C4E-BF34-F4F568F22E82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/>
                      <a:t>Dubbo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33E4-2C4E-BF34-F4F568F22E82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/>
                      <a:t>Druid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33E4-2C4E-BF34-F4F568F22E82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r>
                      <a:rPr lang="en-US"/>
                      <a:t>Webpack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33E4-2C4E-BF34-F4F568F22E82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/>
                      <a:t>Vuejs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33E4-2C4E-BF34-F4F568F22E82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r>
                      <a:rPr lang="en-US"/>
                      <a:t>Systemd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33E4-2C4E-BF34-F4F568F22E82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r>
                      <a:rPr lang="en-US"/>
                      <a:t>Zuul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33E4-2C4E-BF34-F4F568F22E82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r>
                      <a:rPr lang="en-US"/>
                      <a:t>Google Guava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33E4-2C4E-BF34-F4F568F22E82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/>
                      <a:t>React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33E4-2C4E-BF34-F4F568F22E82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/>
                      <a:t>NodeJS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33E4-2C4E-BF34-F4F568F22E82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r>
                      <a:rPr lang="en-US"/>
                      <a:t>Hibernate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33E4-2C4E-BF34-F4F568F22E82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r>
                      <a:rPr lang="en-US"/>
                      <a:t>JRuby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33E4-2C4E-BF34-F4F568F22E82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r>
                      <a:rPr lang="en-US"/>
                      <a:t>Elasticsearch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33E4-2C4E-BF34-F4F568F22E82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r>
                      <a:rPr lang="en-US"/>
                      <a:t>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C-33E4-2C4E-BF34-F4F568F22E82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r>
                      <a:rPr lang="en-US"/>
                      <a:t>Echarts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33E4-2C4E-BF34-F4F568F22E82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r>
                      <a:rPr lang="en-US"/>
                      <a:t>Django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E-33E4-2C4E-BF34-F4F568F22E82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r>
                      <a:rPr lang="en-US"/>
                      <a:t>Facebookyoga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33E4-2C4E-BF34-F4F568F22E82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r>
                      <a:rPr lang="en-US"/>
                      <a:t>Bazel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0-33E4-2C4E-BF34-F4F568F22E82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r>
                      <a:rPr lang="en-US"/>
                      <a:t>Tensorflow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33E4-2C4E-BF34-F4F568F22E82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r>
                      <a:rPr lang="en-US"/>
                      <a:t>Hadoop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2-33E4-2C4E-BF34-F4F568F22E82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r>
                      <a:rPr lang="en-US"/>
                      <a:t>Microsoft Terminal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33E4-2C4E-BF34-F4F568F22E82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r>
                      <a:rPr lang="en-US"/>
                      <a:t>Roslyn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4-33E4-2C4E-BF34-F4F568F22E82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r>
                      <a:rPr lang="en-US"/>
                      <a:t>MongoDB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5-33E4-2C4E-BF34-F4F568F22E82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r>
                      <a:rPr lang="en-US"/>
                      <a:t>Redis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6-33E4-2C4E-BF34-F4F568F22E82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r>
                      <a:rPr lang="en-US"/>
                      <a:t>Android-core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7-33E4-2C4E-BF34-F4F568F22E82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r>
                      <a:rPr lang="en-US"/>
                      <a:t>Kafka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8-33E4-2C4E-BF34-F4F568F22E82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r>
                      <a:rPr lang="en-US"/>
                      <a:t>Google V8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9-33E4-2C4E-BF34-F4F568F22E82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r>
                      <a:rPr lang="en-US"/>
                      <a:t>Webmethods Integration Examples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A-33E4-2C4E-BF34-F4F568F22E82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r>
                      <a:rPr lang="en-US"/>
                      <a:t>Pure Aloe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B-33E4-2C4E-BF34-F4F568F22E82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r>
                      <a:rPr lang="en-US"/>
                      <a:t>Rasa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C-33E4-2C4E-BF34-F4F568F22E82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r>
                      <a:rPr lang="en-US"/>
                      <a:t>utPLSQL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D-33E4-2C4E-BF34-F4F568F22E82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r>
                      <a:rPr lang="en-US"/>
                      <a:t>Mariadb-server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E-33E4-2C4E-BF34-F4F568F22E82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r>
                      <a:rPr lang="en-US"/>
                      <a:t>Card Management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F-33E4-2C4E-BF34-F4F568F22E82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r>
                      <a:rPr lang="en-US"/>
                      <a:t>Insecure-bank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0-33E4-2C4E-BF34-F4F568F22E82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r>
                      <a:rPr lang="en-US"/>
                      <a:t>Twitter Algorithm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1-33E4-2C4E-BF34-F4F568F22E82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r>
                      <a:rPr lang="en-US"/>
                      <a:t>Artemis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2-33E4-2C4E-BF34-F4F568F22E82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r>
                      <a:rPr lang="en-US"/>
                      <a:t>Google Maps web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3-33E4-2C4E-BF34-F4F568F22E82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r>
                      <a:rPr lang="en-US"/>
                      <a:t>Discovery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4-33E4-2C4E-BF34-F4F568F22E82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r>
                      <a:rPr lang="en-US"/>
                      <a:t>Outsystems-ui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5-33E4-2C4E-BF34-F4F568F22E82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r>
                      <a:rPr lang="en-US"/>
                      <a:t>Credit request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6-33E4-2C4E-BF34-F4F568F22E82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r>
                      <a:rPr lang="en-US"/>
                      <a:t>Outsystems-demo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7-33E4-2C4E-BF34-F4F568F22E82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r>
                      <a:rPr lang="en-US"/>
                      <a:t>Grails_nV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8-33E4-2C4E-BF34-F4F568F22E82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r>
                      <a:rPr lang="en-US"/>
                      <a:t>PLC Automated Warehouse System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9-33E4-2C4E-BF34-F4F568F22E82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r>
                      <a:rPr lang="en-US"/>
                      <a:t>6DOF positioning tool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A-33E4-2C4E-BF34-F4F568F22E82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r>
                      <a:rPr lang="en-US"/>
                      <a:t>CANopen SDO Server Protocol Processor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B-33E4-2C4E-BF34-F4F568F22E82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r>
                      <a:rPr lang="en-US"/>
                      <a:t>abapGit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C-33E4-2C4E-BF34-F4F568F22E82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r>
                      <a:rPr lang="en-US"/>
                      <a:t>Google 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D-33E4-2C4E-BF34-F4F568F22E82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r>
                      <a:rPr lang="en-US"/>
                      <a:t>CSPacman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E-33E4-2C4E-BF34-F4F568F22E82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r>
                      <a:rPr lang="en-US"/>
                      <a:t>JIT Request - Power Platform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F-33E4-2C4E-BF34-F4F568F22E82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r>
                      <a:rPr lang="en-US"/>
                      <a:t>Building Access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0-33E4-2C4E-BF34-F4F568F22E82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r>
                      <a:rPr lang="en-US"/>
                      <a:t>Meeting Notes V2 - Power Platform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1-33E4-2C4E-BF34-F4F568F22E82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r>
                      <a:rPr lang="en-US"/>
                      <a:t>Collections cookbook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2-33E4-2C4E-BF34-F4F568F22E82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r>
                      <a:rPr lang="en-US"/>
                      <a:t>Emergency Response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3-33E4-2C4E-BF34-F4F568F22E82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r>
                      <a:rPr lang="en-US"/>
                      <a:t>Return to workplace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4-33E4-2C4E-BF34-F4F568F22E82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r>
                      <a:rPr lang="en-US"/>
                      <a:t>Crisis Communication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5-33E4-2C4E-BF34-F4F568F22E82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r>
                      <a:rPr lang="en-US"/>
                      <a:t>Power Apps Formula Reference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6-33E4-2C4E-BF34-F4F568F22E82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r>
                      <a:rPr lang="en-US"/>
                      <a:t>AL-Demos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7-33E4-2C4E-BF34-F4F568F22E82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r>
                      <a:rPr lang="en-US"/>
                      <a:t>Libcluster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8-33E4-2C4E-BF34-F4F568F22E82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r>
                      <a:rPr lang="en-US"/>
                      <a:t>Example of SBOM import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9-33E4-2C4E-BF34-F4F568F22E82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r>
                      <a:rPr lang="en-US"/>
                      <a:t>Solana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A-33E4-2C4E-BF34-F4F568F22E82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r>
                      <a:rPr lang="en-US"/>
                      <a:t>Chatgpt-desktop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B-33E4-2C4E-BF34-F4F568F22E82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r>
                      <a:rPr lang="en-US"/>
                      <a:t>Golang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C-33E4-2C4E-BF34-F4F568F22E82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r>
                      <a:rPr lang="en-US"/>
                      <a:t>IAM Proxy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D-33E4-2C4E-BF34-F4F568F22E82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r>
                      <a:rPr lang="en-US"/>
                      <a:t>Struts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E-33E4-2C4E-BF34-F4F568F22E82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r>
                      <a:rPr lang="en-US"/>
                      <a:t>Mediawiki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F-33E4-2C4E-BF34-F4F568F22E82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r>
                      <a:rPr lang="en-US"/>
                      <a:t>Clickhouse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0-33E4-2C4E-BF34-F4F568F22E82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r>
                      <a:rPr lang="en-US"/>
                      <a:t>Vscode-python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1-33E4-2C4E-BF34-F4F568F22E82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r>
                      <a:rPr lang="en-US"/>
                      <a:t>Curl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2-33E4-2C4E-BF34-F4F568F22E82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r>
                      <a:rPr lang="en-US"/>
                      <a:t>Blender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3-33E4-2C4E-BF34-F4F568F22E82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r>
                      <a:rPr lang="en-US"/>
                      <a:t>Brave-core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4-33E4-2C4E-BF34-F4F568F22E82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r>
                      <a:rPr lang="en-US"/>
                      <a:t>Umbraco-cms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5-33E4-2C4E-BF34-F4F568F22E82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r>
                      <a:rPr lang="en-US"/>
                      <a:t>insecure-progress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6-33E4-2C4E-BF34-F4F568F22E82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r>
                      <a:rPr lang="en-US"/>
                      <a:t>ai-usage-demo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7-33E4-2C4E-BF34-F4F568F22E82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r>
                      <a:rPr lang="en-US"/>
                      <a:t>vulnado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8-33E4-2C4E-BF34-F4F568F22E82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r>
                      <a:rPr lang="en-US"/>
                      <a:t>webgoatdotnet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9-33E4-2C4E-BF34-F4F568F22E82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r>
                      <a:rPr lang="en-US"/>
                      <a:t>webgoat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A-33E4-2C4E-BF34-F4F568F22E82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r>
                      <a:rPr lang="en-US"/>
                      <a:t>insecure-salesforce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B-33E4-2C4E-BF34-F4F568F22E82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Sheet1!$A$2:$A$93</c:f>
              <c:numCache>
                <c:formatCode>General</c:formatCode>
                <c:ptCount val="92"/>
                <c:pt idx="0">
                  <c:v>28.693159713391491</c:v>
                </c:pt>
                <c:pt idx="1">
                  <c:v>40</c:v>
                </c:pt>
                <c:pt idx="2">
                  <c:v>61.081362280100286</c:v>
                </c:pt>
              </c:numCache>
            </c:numRef>
          </c:xVal>
          <c:yVal>
            <c:numRef>
              <c:f>Sheet1!$B$2:$B$93</c:f>
              <c:numCache>
                <c:formatCode>General</c:formatCode>
                <c:ptCount val="92"/>
                <c:pt idx="0">
                  <c:v>2.5845052581441581</c:v>
                </c:pt>
                <c:pt idx="1">
                  <c:v>3.048315504593619</c:v>
                </c:pt>
                <c:pt idx="2">
                  <c:v>2.2450609633654048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Sheet1!$C$2:$C$11</c15:f>
                <c15:dlblRangeCache>
                  <c:ptCount val="10"/>
                </c15:dlblRangeCache>
              </c15:datalabelsRange>
            </c:ext>
            <c:ext xmlns:c16="http://schemas.microsoft.com/office/drawing/2014/chart" uri="{C3380CC4-5D6E-409C-BE32-E72D297353CC}">
              <c16:uniqueId val="{0000005C-33E4-2C4E-BF34-F4F568F22E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orientation val="minMax"/>
          <c:max val="1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rgbClr val="0A54E7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A54E7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System 3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33E4-2C4E-BF34-F4F568F22E8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System</a:t>
                    </a:r>
                    <a:r>
                      <a:rPr lang="en-US" baseline="0" dirty="0"/>
                      <a:t> 2</a:t>
                    </a:r>
                    <a:endParaRPr lang="en-US" dirty="0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1-33E4-2C4E-BF34-F4F568F22E8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System 1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33E4-2C4E-BF34-F4F568F22E82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PostgreSQL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3-33E4-2C4E-BF34-F4F568F22E8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Postman-runtime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4-33E4-2C4E-BF34-F4F568F22E8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Puppet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5-33E4-2C4E-BF34-F4F568F22E82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Roslyn analyzers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6-33E4-2C4E-BF34-F4F568F22E82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Mainframe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7-33E4-2C4E-BF34-F4F568F22E82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/>
                      <a:t>Swift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8-33E4-2C4E-BF34-F4F568F22E82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/>
                      <a:t>Spring-boot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9-33E4-2C4E-BF34-F4F568F22E82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/>
                      <a:t>HR App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33E4-2C4E-BF34-F4F568F22E82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/>
                      <a:t>Platform cloud 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33E4-2C4E-BF34-F4F568F22E82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/>
                      <a:t>Angular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33E4-2C4E-BF34-F4F568F22E82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/>
                      <a:t>OkHttp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33E4-2C4E-BF34-F4F568F22E82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/>
                      <a:t>Electron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33E4-2C4E-BF34-F4F568F22E82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/>
                      <a:t>Oracle GraalVM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33E4-2C4E-BF34-F4F568F22E82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/>
                      <a:t>Dubbo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33E4-2C4E-BF34-F4F568F22E82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/>
                      <a:t>Druid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33E4-2C4E-BF34-F4F568F22E82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r>
                      <a:rPr lang="en-US"/>
                      <a:t>Webpack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33E4-2C4E-BF34-F4F568F22E82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/>
                      <a:t>Vuejs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33E4-2C4E-BF34-F4F568F22E82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r>
                      <a:rPr lang="en-US"/>
                      <a:t>Systemd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33E4-2C4E-BF34-F4F568F22E82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r>
                      <a:rPr lang="en-US"/>
                      <a:t>Zuul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33E4-2C4E-BF34-F4F568F22E82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r>
                      <a:rPr lang="en-US"/>
                      <a:t>Google Guava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33E4-2C4E-BF34-F4F568F22E82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/>
                      <a:t>React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33E4-2C4E-BF34-F4F568F22E82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/>
                      <a:t>NodeJS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33E4-2C4E-BF34-F4F568F22E82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r>
                      <a:rPr lang="en-US"/>
                      <a:t>Hibernate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33E4-2C4E-BF34-F4F568F22E82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r>
                      <a:rPr lang="en-US"/>
                      <a:t>JRuby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33E4-2C4E-BF34-F4F568F22E82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r>
                      <a:rPr lang="en-US"/>
                      <a:t>Elasticsearch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33E4-2C4E-BF34-F4F568F22E82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r>
                      <a:rPr lang="en-US"/>
                      <a:t>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C-33E4-2C4E-BF34-F4F568F22E82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r>
                      <a:rPr lang="en-US"/>
                      <a:t>Echarts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33E4-2C4E-BF34-F4F568F22E82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r>
                      <a:rPr lang="en-US"/>
                      <a:t>Django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E-33E4-2C4E-BF34-F4F568F22E82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r>
                      <a:rPr lang="en-US"/>
                      <a:t>Facebookyoga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33E4-2C4E-BF34-F4F568F22E82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r>
                      <a:rPr lang="en-US"/>
                      <a:t>Bazel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0-33E4-2C4E-BF34-F4F568F22E82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r>
                      <a:rPr lang="en-US"/>
                      <a:t>Tensorflow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33E4-2C4E-BF34-F4F568F22E82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r>
                      <a:rPr lang="en-US"/>
                      <a:t>Hadoop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2-33E4-2C4E-BF34-F4F568F22E82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r>
                      <a:rPr lang="en-US"/>
                      <a:t>Microsoft Terminal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33E4-2C4E-BF34-F4F568F22E82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r>
                      <a:rPr lang="en-US"/>
                      <a:t>Roslyn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4-33E4-2C4E-BF34-F4F568F22E82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r>
                      <a:rPr lang="en-US"/>
                      <a:t>MongoDB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5-33E4-2C4E-BF34-F4F568F22E82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r>
                      <a:rPr lang="en-US"/>
                      <a:t>Redis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6-33E4-2C4E-BF34-F4F568F22E82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r>
                      <a:rPr lang="en-US"/>
                      <a:t>Android-core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7-33E4-2C4E-BF34-F4F568F22E82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r>
                      <a:rPr lang="en-US"/>
                      <a:t>Kafka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8-33E4-2C4E-BF34-F4F568F22E82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r>
                      <a:rPr lang="en-US"/>
                      <a:t>Google V8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9-33E4-2C4E-BF34-F4F568F22E82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r>
                      <a:rPr lang="en-US"/>
                      <a:t>Webmethods Integration Examples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A-33E4-2C4E-BF34-F4F568F22E82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r>
                      <a:rPr lang="en-US"/>
                      <a:t>Pure Aloe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B-33E4-2C4E-BF34-F4F568F22E82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r>
                      <a:rPr lang="en-US"/>
                      <a:t>Rasa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C-33E4-2C4E-BF34-F4F568F22E82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r>
                      <a:rPr lang="en-US"/>
                      <a:t>utPLSQL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D-33E4-2C4E-BF34-F4F568F22E82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r>
                      <a:rPr lang="en-US"/>
                      <a:t>Mariadb-server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E-33E4-2C4E-BF34-F4F568F22E82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r>
                      <a:rPr lang="en-US"/>
                      <a:t>Card Management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F-33E4-2C4E-BF34-F4F568F22E82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r>
                      <a:rPr lang="en-US"/>
                      <a:t>Insecure-bank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0-33E4-2C4E-BF34-F4F568F22E82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r>
                      <a:rPr lang="en-US"/>
                      <a:t>Twitter Algorithm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1-33E4-2C4E-BF34-F4F568F22E82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r>
                      <a:rPr lang="en-US"/>
                      <a:t>Artemis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2-33E4-2C4E-BF34-F4F568F22E82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r>
                      <a:rPr lang="en-US"/>
                      <a:t>Google Maps web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3-33E4-2C4E-BF34-F4F568F22E82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r>
                      <a:rPr lang="en-US"/>
                      <a:t>Discovery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4-33E4-2C4E-BF34-F4F568F22E82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r>
                      <a:rPr lang="en-US"/>
                      <a:t>Outsystems-ui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5-33E4-2C4E-BF34-F4F568F22E82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r>
                      <a:rPr lang="en-US"/>
                      <a:t>Credit request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6-33E4-2C4E-BF34-F4F568F22E82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r>
                      <a:rPr lang="en-US"/>
                      <a:t>Outsystems-demo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7-33E4-2C4E-BF34-F4F568F22E82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r>
                      <a:rPr lang="en-US"/>
                      <a:t>Grails_nV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8-33E4-2C4E-BF34-F4F568F22E82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r>
                      <a:rPr lang="en-US"/>
                      <a:t>PLC Automated Warehouse System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9-33E4-2C4E-BF34-F4F568F22E82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r>
                      <a:rPr lang="en-US"/>
                      <a:t>6DOF positioning tool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A-33E4-2C4E-BF34-F4F568F22E82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r>
                      <a:rPr lang="en-US"/>
                      <a:t>CANopen SDO Server Protocol Processor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B-33E4-2C4E-BF34-F4F568F22E82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r>
                      <a:rPr lang="en-US"/>
                      <a:t>abapGit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C-33E4-2C4E-BF34-F4F568F22E82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r>
                      <a:rPr lang="en-US"/>
                      <a:t>Google Charts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D-33E4-2C4E-BF34-F4F568F22E82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r>
                      <a:rPr lang="en-US"/>
                      <a:t>CSPacman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E-33E4-2C4E-BF34-F4F568F22E82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r>
                      <a:rPr lang="en-US"/>
                      <a:t>JIT Request - Power Platform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3F-33E4-2C4E-BF34-F4F568F22E82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r>
                      <a:rPr lang="en-US"/>
                      <a:t>Building Access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0-33E4-2C4E-BF34-F4F568F22E82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r>
                      <a:rPr lang="en-US"/>
                      <a:t>Meeting Notes V2 - Power Platform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1-33E4-2C4E-BF34-F4F568F22E82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r>
                      <a:rPr lang="en-US"/>
                      <a:t>Collections cookbook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2-33E4-2C4E-BF34-F4F568F22E82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r>
                      <a:rPr lang="en-US"/>
                      <a:t>Emergency Response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3-33E4-2C4E-BF34-F4F568F22E82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r>
                      <a:rPr lang="en-US"/>
                      <a:t>Return to workplace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4-33E4-2C4E-BF34-F4F568F22E82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r>
                      <a:rPr lang="en-US"/>
                      <a:t>Crisis Communication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5-33E4-2C4E-BF34-F4F568F22E82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r>
                      <a:rPr lang="en-US"/>
                      <a:t>Power Apps Formula Reference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6-33E4-2C4E-BF34-F4F568F22E82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r>
                      <a:rPr lang="en-US"/>
                      <a:t>AL-Demos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7-33E4-2C4E-BF34-F4F568F22E82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r>
                      <a:rPr lang="en-US"/>
                      <a:t>Libcluster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8-33E4-2C4E-BF34-F4F568F22E82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r>
                      <a:rPr lang="en-US"/>
                      <a:t>Example of SBOM import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9-33E4-2C4E-BF34-F4F568F22E82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r>
                      <a:rPr lang="en-US"/>
                      <a:t>Solana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A-33E4-2C4E-BF34-F4F568F22E82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r>
                      <a:rPr lang="en-US"/>
                      <a:t>Chatgpt-desktop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B-33E4-2C4E-BF34-F4F568F22E82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r>
                      <a:rPr lang="en-US"/>
                      <a:t>Golang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C-33E4-2C4E-BF34-F4F568F22E82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r>
                      <a:rPr lang="en-US"/>
                      <a:t>IAM Proxy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D-33E4-2C4E-BF34-F4F568F22E82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r>
                      <a:rPr lang="en-US"/>
                      <a:t>Struts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E-33E4-2C4E-BF34-F4F568F22E82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r>
                      <a:rPr lang="en-US"/>
                      <a:t>Mediawiki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4F-33E4-2C4E-BF34-F4F568F22E82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r>
                      <a:rPr lang="en-US"/>
                      <a:t>Clickhouse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0-33E4-2C4E-BF34-F4F568F22E82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r>
                      <a:rPr lang="en-US"/>
                      <a:t>Vscode-python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1-33E4-2C4E-BF34-F4F568F22E82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r>
                      <a:rPr lang="en-US"/>
                      <a:t>Curl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2-33E4-2C4E-BF34-F4F568F22E82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r>
                      <a:rPr lang="en-US"/>
                      <a:t>Blender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3-33E4-2C4E-BF34-F4F568F22E82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r>
                      <a:rPr lang="en-US"/>
                      <a:t>Brave-core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4-33E4-2C4E-BF34-F4F568F22E82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r>
                      <a:rPr lang="en-US"/>
                      <a:t>Umbraco-cms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5-33E4-2C4E-BF34-F4F568F22E82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r>
                      <a:rPr lang="en-US"/>
                      <a:t>insecure-progress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6-33E4-2C4E-BF34-F4F568F22E82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r>
                      <a:rPr lang="en-US"/>
                      <a:t>ai-usage-demo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7-33E4-2C4E-BF34-F4F568F22E82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r>
                      <a:rPr lang="en-US"/>
                      <a:t>vulnado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8-33E4-2C4E-BF34-F4F568F22E82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r>
                      <a:rPr lang="en-US"/>
                      <a:t>webgoatdotnet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9-33E4-2C4E-BF34-F4F568F22E82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r>
                      <a:rPr lang="en-US"/>
                      <a:t>webgoat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A-33E4-2C4E-BF34-F4F568F22E82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r>
                      <a:rPr lang="en-US"/>
                      <a:t>insecure-salesforce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5B-33E4-2C4E-BF34-F4F568F22E82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Sheet1!$A$2:$A$93</c:f>
              <c:numCache>
                <c:formatCode>General</c:formatCode>
                <c:ptCount val="92"/>
                <c:pt idx="0">
                  <c:v>30</c:v>
                </c:pt>
                <c:pt idx="1">
                  <c:v>12</c:v>
                </c:pt>
                <c:pt idx="2">
                  <c:v>2</c:v>
                </c:pt>
              </c:numCache>
            </c:numRef>
          </c:xVal>
          <c:yVal>
            <c:numRef>
              <c:f>Sheet1!$B$2:$B$93</c:f>
              <c:numCache>
                <c:formatCode>General</c:formatCode>
                <c:ptCount val="92"/>
                <c:pt idx="0">
                  <c:v>0.85</c:v>
                </c:pt>
                <c:pt idx="1">
                  <c:v>0.4</c:v>
                </c:pt>
                <c:pt idx="2">
                  <c:v>0.12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Sheet1!$C$2:$C$11</c15:f>
                <c15:dlblRangeCache>
                  <c:ptCount val="10"/>
                </c15:dlblRangeCache>
              </c15:datalabelsRange>
            </c:ext>
            <c:ext xmlns:c16="http://schemas.microsoft.com/office/drawing/2014/chart" uri="{C3380CC4-5D6E-409C-BE32-E72D297353CC}">
              <c16:uniqueId val="{0000005C-33E4-2C4E-BF34-F4F568F22E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orientation val="minMax"/>
          <c:max val="4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rgbClr val="0A54E7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rgbClr val="0A54E7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22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49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83C76-C595-6D9A-2F34-57D841B9A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02A30-87E3-62A6-D016-ED2054F119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D3EE3-13AD-580F-2270-CF8624D5C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B8A93-9F9F-D835-EB65-02BC09131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36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3C1C6-BC1D-876C-C929-67909D34A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24EE42-286C-CED2-9FAC-CEAAEF285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5BC3BF-95EA-53CE-6718-609AF6A0A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BF8E8-FCF2-2883-17FC-C0D3A44FBD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51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6D29C-1BC4-53D1-2BC2-E6E3C120E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DA9872-6DBE-9F81-D3F8-FA333D7CD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280D2-7DC2-D9CE-C6ED-6881FDA19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AC0C2-C487-0E6F-776A-6E0CC0187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8301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6CAD3-97C0-987F-4A3B-3EDAD9A4B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C9F19-E1C4-A978-C9D5-F1148083E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60FF6-C88A-3CDB-0F41-3FD1356CD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CC2B3-92B9-2A87-DE10-7F23A20E25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51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A4033-D843-9BA9-8BFB-9E7633DEE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680B2-0864-0084-869D-61EC69D0B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2F2EE9-7125-2F7F-245F-B2CE7460E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5E074-043C-06F2-D423-6F5773419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13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962B193-53CA-0D19-0118-C61D7DEBCFE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120FC2D-DB38-A66D-B4BE-8E608C2A5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4D9293-49E2-42AF-E099-654DFF3A99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8179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8077D-F430-EB3F-E631-8256B604A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5757" y="6417853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 marL="0" algn="l" defTabSz="914400" rtl="0" eaLnBrk="1" latinLnBrk="0" hangingPunct="1"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Generated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with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Sigrid</a:t>
            </a:r>
          </a:p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for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411849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4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555" y="6388767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76" r:id="rId4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roep 262">
            <a:extLst>
              <a:ext uri="{FF2B5EF4-FFF2-40B4-BE49-F238E27FC236}">
                <a16:creationId xmlns:a16="http://schemas.microsoft.com/office/drawing/2014/main" id="{AA850EB8-E83D-246C-BB63-2A868373B1BE}"/>
              </a:ext>
            </a:extLst>
          </p:cNvPr>
          <p:cNvGrpSpPr/>
          <p:nvPr userDrawn="1"/>
        </p:nvGrpSpPr>
        <p:grpSpPr>
          <a:xfrm flipH="1">
            <a:off x="10710451" y="4674513"/>
            <a:ext cx="2854391" cy="2702025"/>
            <a:chOff x="-1377504" y="-455451"/>
            <a:chExt cx="2854391" cy="2702025"/>
          </a:xfrm>
        </p:grpSpPr>
        <p:sp>
          <p:nvSpPr>
            <p:cNvPr id="264" name="Rectangle 68">
              <a:extLst>
                <a:ext uri="{FF2B5EF4-FFF2-40B4-BE49-F238E27FC236}">
                  <a16:creationId xmlns:a16="http://schemas.microsoft.com/office/drawing/2014/main" id="{99AD9F3A-EC71-D09A-06A4-DF026B826045}"/>
                </a:ext>
              </a:extLst>
            </p:cNvPr>
            <p:cNvSpPr/>
            <p:nvPr userDrawn="1"/>
          </p:nvSpPr>
          <p:spPr>
            <a:xfrm>
              <a:off x="-1369911" y="1133435"/>
              <a:ext cx="1362794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5" name="TextBox 225">
              <a:extLst>
                <a:ext uri="{FF2B5EF4-FFF2-40B4-BE49-F238E27FC236}">
                  <a16:creationId xmlns:a16="http://schemas.microsoft.com/office/drawing/2014/main" id="{A8DE34D6-110D-A715-D888-F32F534AB236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66" name="Rectangle 68">
              <a:extLst>
                <a:ext uri="{FF2B5EF4-FFF2-40B4-BE49-F238E27FC236}">
                  <a16:creationId xmlns:a16="http://schemas.microsoft.com/office/drawing/2014/main" id="{1B09B145-E15C-5E18-553C-9D553948BFE8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3A1FF">
                    <a:alpha val="45000"/>
                  </a:srgbClr>
                </a:gs>
                <a:gs pos="0">
                  <a:srgbClr val="73A1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7" name="Vrije vorm 266">
              <a:extLst>
                <a:ext uri="{FF2B5EF4-FFF2-40B4-BE49-F238E27FC236}">
                  <a16:creationId xmlns:a16="http://schemas.microsoft.com/office/drawing/2014/main" id="{8BBA4652-A078-2FC3-D9E6-6FAFDF320B3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68" name="TextBox 6">
              <a:extLst>
                <a:ext uri="{FF2B5EF4-FFF2-40B4-BE49-F238E27FC236}">
                  <a16:creationId xmlns:a16="http://schemas.microsoft.com/office/drawing/2014/main" id="{DAA4F945-67DA-0ADA-96A5-A0C39E38C5E0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69" name="Triangle 20">
              <a:extLst>
                <a:ext uri="{FF2B5EF4-FFF2-40B4-BE49-F238E27FC236}">
                  <a16:creationId xmlns:a16="http://schemas.microsoft.com/office/drawing/2014/main" id="{717475B2-DFBE-B1B3-31B8-727A697264AD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0" name="Straight Connector 22">
              <a:extLst>
                <a:ext uri="{FF2B5EF4-FFF2-40B4-BE49-F238E27FC236}">
                  <a16:creationId xmlns:a16="http://schemas.microsoft.com/office/drawing/2014/main" id="{A42A00C7-DFEA-C7D5-033D-516B6F4C8C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61560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80">
              <a:extLst>
                <a:ext uri="{FF2B5EF4-FFF2-40B4-BE49-F238E27FC236}">
                  <a16:creationId xmlns:a16="http://schemas.microsoft.com/office/drawing/2014/main" id="{B58FAA8F-5DD0-C89C-271E-8C3A8EE064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81">
              <a:extLst>
                <a:ext uri="{FF2B5EF4-FFF2-40B4-BE49-F238E27FC236}">
                  <a16:creationId xmlns:a16="http://schemas.microsoft.com/office/drawing/2014/main" id="{89F07FB3-6911-809F-B25C-8AEC80425E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25">
              <a:extLst>
                <a:ext uri="{FF2B5EF4-FFF2-40B4-BE49-F238E27FC236}">
                  <a16:creationId xmlns:a16="http://schemas.microsoft.com/office/drawing/2014/main" id="{DD1E3D78-1140-8FC0-EA86-577F2CC4A346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74" name="Triangle 226">
              <a:extLst>
                <a:ext uri="{FF2B5EF4-FFF2-40B4-BE49-F238E27FC236}">
                  <a16:creationId xmlns:a16="http://schemas.microsoft.com/office/drawing/2014/main" id="{73A71C40-611D-D16B-2D10-56A4820B8C5F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Triangle 226">
              <a:extLst>
                <a:ext uri="{FF2B5EF4-FFF2-40B4-BE49-F238E27FC236}">
                  <a16:creationId xmlns:a16="http://schemas.microsoft.com/office/drawing/2014/main" id="{95A5946A-4EDB-4588-5F58-FA5E53404F5A}"/>
                </a:ext>
              </a:extLst>
            </p:cNvPr>
            <p:cNvSpPr/>
            <p:nvPr userDrawn="1"/>
          </p:nvSpPr>
          <p:spPr>
            <a:xfrm rot="16200000">
              <a:off x="222593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6" name="Straight Connector 22">
              <a:extLst>
                <a:ext uri="{FF2B5EF4-FFF2-40B4-BE49-F238E27FC236}">
                  <a16:creationId xmlns:a16="http://schemas.microsoft.com/office/drawing/2014/main" id="{B56A85F9-757E-5259-ECF3-BF09D04D67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34681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6">
              <a:extLst>
                <a:ext uri="{FF2B5EF4-FFF2-40B4-BE49-F238E27FC236}">
                  <a16:creationId xmlns:a16="http://schemas.microsoft.com/office/drawing/2014/main" id="{A218AAFF-C3F4-2913-ED83-EBBC959F5DAC}"/>
                </a:ext>
              </a:extLst>
            </p:cNvPr>
            <p:cNvSpPr txBox="1"/>
            <p:nvPr userDrawn="1"/>
          </p:nvSpPr>
          <p:spPr>
            <a:xfrm>
              <a:off x="-1351052" y="916735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IN 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278" name="Triangle 20">
              <a:extLst>
                <a:ext uri="{FF2B5EF4-FFF2-40B4-BE49-F238E27FC236}">
                  <a16:creationId xmlns:a16="http://schemas.microsoft.com/office/drawing/2014/main" id="{FC06B2D3-B34D-2906-BEA5-2B255C7B96E0}"/>
                </a:ext>
              </a:extLst>
            </p:cNvPr>
            <p:cNvSpPr/>
            <p:nvPr userDrawn="1"/>
          </p:nvSpPr>
          <p:spPr>
            <a:xfrm rot="10800000">
              <a:off x="-169889" y="1158772"/>
              <a:ext cx="112623" cy="79252"/>
            </a:xfrm>
            <a:prstGeom prst="triangle">
              <a:avLst/>
            </a:prstGeom>
            <a:solidFill>
              <a:srgbClr val="74A2FF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ep 89">
            <a:extLst>
              <a:ext uri="{FF2B5EF4-FFF2-40B4-BE49-F238E27FC236}">
                <a16:creationId xmlns:a16="http://schemas.microsoft.com/office/drawing/2014/main" id="{D59C5C48-35AD-A63E-DC26-86E73634677A}"/>
              </a:ext>
            </a:extLst>
          </p:cNvPr>
          <p:cNvGrpSpPr/>
          <p:nvPr userDrawn="1"/>
        </p:nvGrpSpPr>
        <p:grpSpPr>
          <a:xfrm>
            <a:off x="-1427007" y="-511645"/>
            <a:ext cx="2903894" cy="1940242"/>
            <a:chOff x="-1427007" y="-511645"/>
            <a:chExt cx="2903894" cy="1940242"/>
          </a:xfrm>
        </p:grpSpPr>
        <p:sp>
          <p:nvSpPr>
            <p:cNvPr id="5" name="TextBox 225">
              <a:extLst>
                <a:ext uri="{FF2B5EF4-FFF2-40B4-BE49-F238E27FC236}">
                  <a16:creationId xmlns:a16="http://schemas.microsoft.com/office/drawing/2014/main" id="{32E95ECB-E3DD-95AD-0DEA-398BF1A178C7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7" name="Rectangle 68">
              <a:extLst>
                <a:ext uri="{FF2B5EF4-FFF2-40B4-BE49-F238E27FC236}">
                  <a16:creationId xmlns:a16="http://schemas.microsoft.com/office/drawing/2014/main" id="{AB2972B4-E1F2-58E1-20EA-34DF76C2E882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8" name="Vrije vorm 92">
              <a:extLst>
                <a:ext uri="{FF2B5EF4-FFF2-40B4-BE49-F238E27FC236}">
                  <a16:creationId xmlns:a16="http://schemas.microsoft.com/office/drawing/2014/main" id="{69987C38-B383-9396-270D-D57A1999E7F2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9" name="Vrije vorm 93">
              <a:extLst>
                <a:ext uri="{FF2B5EF4-FFF2-40B4-BE49-F238E27FC236}">
                  <a16:creationId xmlns:a16="http://schemas.microsoft.com/office/drawing/2014/main" id="{627E3288-DF74-C572-BA77-64616C7838B7}"/>
                </a:ext>
              </a:extLst>
            </p:cNvPr>
            <p:cNvSpPr/>
            <p:nvPr userDrawn="1"/>
          </p:nvSpPr>
          <p:spPr>
            <a:xfrm flipH="1">
              <a:off x="-1427007" y="130179"/>
              <a:ext cx="1427007" cy="227547"/>
            </a:xfrm>
            <a:custGeom>
              <a:avLst/>
              <a:gdLst>
                <a:gd name="connsiteX0" fmla="*/ 1379557 w 1427007"/>
                <a:gd name="connsiteY0" fmla="*/ 0 h 227547"/>
                <a:gd name="connsiteX1" fmla="*/ 0 w 1427007"/>
                <a:gd name="connsiteY1" fmla="*/ 0 h 227547"/>
                <a:gd name="connsiteX2" fmla="*/ 0 w 1427007"/>
                <a:gd name="connsiteY2" fmla="*/ 227547 h 227547"/>
                <a:gd name="connsiteX3" fmla="*/ 1379557 w 1427007"/>
                <a:gd name="connsiteY3" fmla="*/ 227547 h 227547"/>
                <a:gd name="connsiteX4" fmla="*/ 1427007 w 1427007"/>
                <a:gd name="connsiteY4" fmla="*/ 180097 h 227547"/>
                <a:gd name="connsiteX5" fmla="*/ 1427007 w 1427007"/>
                <a:gd name="connsiteY5" fmla="*/ 47450 h 227547"/>
                <a:gd name="connsiteX6" fmla="*/ 1379557 w 1427007"/>
                <a:gd name="connsiteY6" fmla="*/ 0 h 22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007" h="227547">
                  <a:moveTo>
                    <a:pt x="1379557" y="0"/>
                  </a:moveTo>
                  <a:lnTo>
                    <a:pt x="0" y="0"/>
                  </a:lnTo>
                  <a:lnTo>
                    <a:pt x="0" y="227547"/>
                  </a:lnTo>
                  <a:lnTo>
                    <a:pt x="1379557" y="227547"/>
                  </a:lnTo>
                  <a:cubicBezTo>
                    <a:pt x="1405763" y="227547"/>
                    <a:pt x="1427007" y="206303"/>
                    <a:pt x="1427007" y="180097"/>
                  </a:cubicBezTo>
                  <a:lnTo>
                    <a:pt x="1427007" y="47450"/>
                  </a:lnTo>
                  <a:cubicBezTo>
                    <a:pt x="1427007" y="21244"/>
                    <a:pt x="1405763" y="0"/>
                    <a:pt x="1379557" y="0"/>
                  </a:cubicBezTo>
                  <a:close/>
                </a:path>
              </a:pathLst>
            </a:custGeom>
            <a:gradFill>
              <a:gsLst>
                <a:gs pos="15000">
                  <a:srgbClr val="F8C716"/>
                </a:gs>
                <a:gs pos="0">
                  <a:srgbClr val="EA8C36"/>
                </a:gs>
              </a:gsLst>
              <a:lin ang="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72000" bIns="36000" rtlCol="0" anchor="ctr">
              <a:noAutofit/>
            </a:bodyPr>
            <a:lstStyle/>
            <a:p>
              <a:pPr lvl="0" algn="r"/>
              <a:r>
                <a:rPr lang="en-US" sz="800" b="0" i="0" dirty="0">
                  <a:solidFill>
                    <a:schemeClr val="tx1"/>
                  </a:solidFill>
                  <a:latin typeface="Noir Pro Medium" pitchFamily="2" charset="0"/>
                </a:rPr>
                <a:t>PRESENTATION SECTION</a:t>
              </a:r>
              <a:r>
                <a:rPr lang="nl-NL" sz="800" b="0" i="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▸</a:t>
              </a:r>
              <a:endParaRPr lang="en-US" sz="800" b="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85E0971F-FC0D-FAFC-8BB4-61D0D2B137CD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11" name="Triangle 20">
              <a:extLst>
                <a:ext uri="{FF2B5EF4-FFF2-40B4-BE49-F238E27FC236}">
                  <a16:creationId xmlns:a16="http://schemas.microsoft.com/office/drawing/2014/main" id="{C9B50F90-B896-5DCF-BFDB-93B48ACA2A9E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22">
              <a:extLst>
                <a:ext uri="{FF2B5EF4-FFF2-40B4-BE49-F238E27FC236}">
                  <a16:creationId xmlns:a16="http://schemas.microsoft.com/office/drawing/2014/main" id="{754F6EE8-2E9A-2CBA-BC76-D9C28BEDA6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61">
              <a:extLst>
                <a:ext uri="{FF2B5EF4-FFF2-40B4-BE49-F238E27FC236}">
                  <a16:creationId xmlns:a16="http://schemas.microsoft.com/office/drawing/2014/main" id="{2F3B8A7C-2801-5A4F-FCFF-BB6532792ADD}"/>
                </a:ext>
              </a:extLst>
            </p:cNvPr>
            <p:cNvSpPr txBox="1"/>
            <p:nvPr userDrawn="1"/>
          </p:nvSpPr>
          <p:spPr>
            <a:xfrm>
              <a:off x="-1234836" y="373601"/>
              <a:ext cx="1171414" cy="291811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800" b="0" i="0" dirty="0">
                  <a:solidFill>
                    <a:srgbClr val="EA8C36"/>
                  </a:solidFill>
                  <a:effectLst/>
                  <a:latin typeface="Noir Pro" pitchFamily="2" charset="0"/>
                </a:rPr>
                <a:t>E.G. “Introduction” OR “Conclusions”</a:t>
              </a:r>
            </a:p>
          </p:txBody>
        </p:sp>
        <p:cxnSp>
          <p:nvCxnSpPr>
            <p:cNvPr id="14" name="Straight Connector 80">
              <a:extLst>
                <a:ext uri="{FF2B5EF4-FFF2-40B4-BE49-F238E27FC236}">
                  <a16:creationId xmlns:a16="http://schemas.microsoft.com/office/drawing/2014/main" id="{CA123130-6078-F942-31C8-7D1D314E0D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81">
              <a:extLst>
                <a:ext uri="{FF2B5EF4-FFF2-40B4-BE49-F238E27FC236}">
                  <a16:creationId xmlns:a16="http://schemas.microsoft.com/office/drawing/2014/main" id="{658E8802-FB8C-E3CC-28AD-8F34A34182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25">
              <a:extLst>
                <a:ext uri="{FF2B5EF4-FFF2-40B4-BE49-F238E27FC236}">
                  <a16:creationId xmlns:a16="http://schemas.microsoft.com/office/drawing/2014/main" id="{D388F448-A8D1-3399-4E61-1638F2075917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17" name="Triangle 226">
              <a:extLst>
                <a:ext uri="{FF2B5EF4-FFF2-40B4-BE49-F238E27FC236}">
                  <a16:creationId xmlns:a16="http://schemas.microsoft.com/office/drawing/2014/main" id="{0DBA9522-D22B-9DBA-AF8B-D363E3557F6A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riangle 226">
              <a:extLst>
                <a:ext uri="{FF2B5EF4-FFF2-40B4-BE49-F238E27FC236}">
                  <a16:creationId xmlns:a16="http://schemas.microsoft.com/office/drawing/2014/main" id="{A82A2DFA-D8C5-D911-DE04-AFB44144EAE6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ep 119">
            <a:extLst>
              <a:ext uri="{FF2B5EF4-FFF2-40B4-BE49-F238E27FC236}">
                <a16:creationId xmlns:a16="http://schemas.microsoft.com/office/drawing/2014/main" id="{C2A05CFF-BFD2-D7A2-AE40-E01B243946B8}"/>
              </a:ext>
            </a:extLst>
          </p:cNvPr>
          <p:cNvGrpSpPr/>
          <p:nvPr userDrawn="1"/>
        </p:nvGrpSpPr>
        <p:grpSpPr>
          <a:xfrm flipH="1">
            <a:off x="10714464" y="-511645"/>
            <a:ext cx="2854391" cy="1940242"/>
            <a:chOff x="-1377504" y="-511645"/>
            <a:chExt cx="2854391" cy="1940242"/>
          </a:xfrm>
        </p:grpSpPr>
        <p:sp>
          <p:nvSpPr>
            <p:cNvPr id="20" name="TextBox 225">
              <a:extLst>
                <a:ext uri="{FF2B5EF4-FFF2-40B4-BE49-F238E27FC236}">
                  <a16:creationId xmlns:a16="http://schemas.microsoft.com/office/drawing/2014/main" id="{D81A72E2-530F-F1B2-FF4A-95585AE44BA6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1" name="Rectangle 68">
              <a:extLst>
                <a:ext uri="{FF2B5EF4-FFF2-40B4-BE49-F238E27FC236}">
                  <a16:creationId xmlns:a16="http://schemas.microsoft.com/office/drawing/2014/main" id="{83435E30-E1B5-02A9-A4E0-5FD7CB1BEF6B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2" name="Vrije vorm 122">
              <a:extLst>
                <a:ext uri="{FF2B5EF4-FFF2-40B4-BE49-F238E27FC236}">
                  <a16:creationId xmlns:a16="http://schemas.microsoft.com/office/drawing/2014/main" id="{0CC0EFCF-04D1-45F4-6702-6FC3A265B70E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A9A16DAD-D221-1339-C097-73024E4EB147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4" name="Triangle 20">
              <a:extLst>
                <a:ext uri="{FF2B5EF4-FFF2-40B4-BE49-F238E27FC236}">
                  <a16:creationId xmlns:a16="http://schemas.microsoft.com/office/drawing/2014/main" id="{942D8640-0849-C2B0-5C54-2B32EBC367F3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2">
              <a:extLst>
                <a:ext uri="{FF2B5EF4-FFF2-40B4-BE49-F238E27FC236}">
                  <a16:creationId xmlns:a16="http://schemas.microsoft.com/office/drawing/2014/main" id="{A443B444-0F2A-7630-FCF7-EF4808767C4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80">
              <a:extLst>
                <a:ext uri="{FF2B5EF4-FFF2-40B4-BE49-F238E27FC236}">
                  <a16:creationId xmlns:a16="http://schemas.microsoft.com/office/drawing/2014/main" id="{4E83FFE7-44CD-8735-C0A4-BE79EC3979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81">
              <a:extLst>
                <a:ext uri="{FF2B5EF4-FFF2-40B4-BE49-F238E27FC236}">
                  <a16:creationId xmlns:a16="http://schemas.microsoft.com/office/drawing/2014/main" id="{C0F7E114-51AF-14D3-7DBE-7C596486FE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25">
              <a:extLst>
                <a:ext uri="{FF2B5EF4-FFF2-40B4-BE49-F238E27FC236}">
                  <a16:creationId xmlns:a16="http://schemas.microsoft.com/office/drawing/2014/main" id="{D0DB4980-D536-E5B3-868C-F6D7255C05A0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9" name="Triangle 226">
              <a:extLst>
                <a:ext uri="{FF2B5EF4-FFF2-40B4-BE49-F238E27FC236}">
                  <a16:creationId xmlns:a16="http://schemas.microsoft.com/office/drawing/2014/main" id="{6B36C7E9-EDBA-AFB3-433E-8B2AB725E1FD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iangle 226">
              <a:extLst>
                <a:ext uri="{FF2B5EF4-FFF2-40B4-BE49-F238E27FC236}">
                  <a16:creationId xmlns:a16="http://schemas.microsoft.com/office/drawing/2014/main" id="{9B00A46E-70BA-C698-9D23-9A7A9825BEB0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ep 148">
            <a:extLst>
              <a:ext uri="{FF2B5EF4-FFF2-40B4-BE49-F238E27FC236}">
                <a16:creationId xmlns:a16="http://schemas.microsoft.com/office/drawing/2014/main" id="{B065A78A-517B-7FE3-9BD1-5BBA83C5B2FD}"/>
              </a:ext>
            </a:extLst>
          </p:cNvPr>
          <p:cNvGrpSpPr/>
          <p:nvPr userDrawn="1"/>
        </p:nvGrpSpPr>
        <p:grpSpPr>
          <a:xfrm>
            <a:off x="-1377504" y="4674513"/>
            <a:ext cx="2854391" cy="2702025"/>
            <a:chOff x="-1377504" y="-455451"/>
            <a:chExt cx="2854391" cy="2702025"/>
          </a:xfrm>
        </p:grpSpPr>
        <p:sp>
          <p:nvSpPr>
            <p:cNvPr id="49" name="Rectangle 68">
              <a:extLst>
                <a:ext uri="{FF2B5EF4-FFF2-40B4-BE49-F238E27FC236}">
                  <a16:creationId xmlns:a16="http://schemas.microsoft.com/office/drawing/2014/main" id="{68E74EB2-0DC9-4FFA-13D4-BC1CAAD5C2DA}"/>
                </a:ext>
              </a:extLst>
            </p:cNvPr>
            <p:cNvSpPr/>
            <p:nvPr userDrawn="1"/>
          </p:nvSpPr>
          <p:spPr>
            <a:xfrm>
              <a:off x="-1371600" y="1126373"/>
              <a:ext cx="1364481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0" name="TextBox 225">
              <a:extLst>
                <a:ext uri="{FF2B5EF4-FFF2-40B4-BE49-F238E27FC236}">
                  <a16:creationId xmlns:a16="http://schemas.microsoft.com/office/drawing/2014/main" id="{1416B053-515C-7D37-719A-D5396792901F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51" name="Rectangle 68">
              <a:extLst>
                <a:ext uri="{FF2B5EF4-FFF2-40B4-BE49-F238E27FC236}">
                  <a16:creationId xmlns:a16="http://schemas.microsoft.com/office/drawing/2014/main" id="{B67387B5-D96B-0662-6DE0-1CEDDB232D44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2" name="Vrije vorm 162">
              <a:extLst>
                <a:ext uri="{FF2B5EF4-FFF2-40B4-BE49-F238E27FC236}">
                  <a16:creationId xmlns:a16="http://schemas.microsoft.com/office/drawing/2014/main" id="{D25AB246-D0F9-FF11-D812-6CE65EEA93D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53" name="TextBox 6">
              <a:extLst>
                <a:ext uri="{FF2B5EF4-FFF2-40B4-BE49-F238E27FC236}">
                  <a16:creationId xmlns:a16="http://schemas.microsoft.com/office/drawing/2014/main" id="{49857C07-3FD7-ABA2-AE3A-5A082586E45F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54" name="Triangle 20">
              <a:extLst>
                <a:ext uri="{FF2B5EF4-FFF2-40B4-BE49-F238E27FC236}">
                  <a16:creationId xmlns:a16="http://schemas.microsoft.com/office/drawing/2014/main" id="{5F6BB872-7452-D5A8-42F6-FB044B207267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22">
              <a:extLst>
                <a:ext uri="{FF2B5EF4-FFF2-40B4-BE49-F238E27FC236}">
                  <a16:creationId xmlns:a16="http://schemas.microsoft.com/office/drawing/2014/main" id="{7ABC8ED3-35BE-3005-C4F5-CE56B7C3290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54498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80">
              <a:extLst>
                <a:ext uri="{FF2B5EF4-FFF2-40B4-BE49-F238E27FC236}">
                  <a16:creationId xmlns:a16="http://schemas.microsoft.com/office/drawing/2014/main" id="{4DFCD810-B71B-1937-A748-B404B5D5D3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81">
              <a:extLst>
                <a:ext uri="{FF2B5EF4-FFF2-40B4-BE49-F238E27FC236}">
                  <a16:creationId xmlns:a16="http://schemas.microsoft.com/office/drawing/2014/main" id="{CC59845C-9422-C747-98C4-6BE996939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225">
              <a:extLst>
                <a:ext uri="{FF2B5EF4-FFF2-40B4-BE49-F238E27FC236}">
                  <a16:creationId xmlns:a16="http://schemas.microsoft.com/office/drawing/2014/main" id="{DF4979DD-C143-00E2-257F-D2A99369298A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59" name="Triangle 226">
              <a:extLst>
                <a:ext uri="{FF2B5EF4-FFF2-40B4-BE49-F238E27FC236}">
                  <a16:creationId xmlns:a16="http://schemas.microsoft.com/office/drawing/2014/main" id="{FD27ABA0-7135-DACE-FC6C-8A9EAAD90783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riangle 226">
              <a:extLst>
                <a:ext uri="{FF2B5EF4-FFF2-40B4-BE49-F238E27FC236}">
                  <a16:creationId xmlns:a16="http://schemas.microsoft.com/office/drawing/2014/main" id="{2F3941FD-9462-C017-A887-F06C79F528F4}"/>
                </a:ext>
              </a:extLst>
            </p:cNvPr>
            <p:cNvSpPr/>
            <p:nvPr userDrawn="1"/>
          </p:nvSpPr>
          <p:spPr>
            <a:xfrm rot="16200000">
              <a:off x="225082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22">
              <a:extLst>
                <a:ext uri="{FF2B5EF4-FFF2-40B4-BE49-F238E27FC236}">
                  <a16:creationId xmlns:a16="http://schemas.microsoft.com/office/drawing/2014/main" id="{9C81FCA9-FCE4-FEF4-4B6B-AA410333A9E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27619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">
              <a:extLst>
                <a:ext uri="{FF2B5EF4-FFF2-40B4-BE49-F238E27FC236}">
                  <a16:creationId xmlns:a16="http://schemas.microsoft.com/office/drawing/2014/main" id="{A2E9BB0C-D35B-4116-2AC4-90E9717E5237}"/>
                </a:ext>
              </a:extLst>
            </p:cNvPr>
            <p:cNvSpPr txBox="1"/>
            <p:nvPr userDrawn="1"/>
          </p:nvSpPr>
          <p:spPr>
            <a:xfrm>
              <a:off x="-1266826" y="909673"/>
              <a:ext cx="1144135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</a:t>
              </a:r>
              <a: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</a:t>
              </a:r>
              <a:b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63" name="Triangle 20">
              <a:extLst>
                <a:ext uri="{FF2B5EF4-FFF2-40B4-BE49-F238E27FC236}">
                  <a16:creationId xmlns:a16="http://schemas.microsoft.com/office/drawing/2014/main" id="{E8031D7B-7681-7AE4-A37D-529EC4686204}"/>
                </a:ext>
              </a:extLst>
            </p:cNvPr>
            <p:cNvSpPr/>
            <p:nvPr userDrawn="1"/>
          </p:nvSpPr>
          <p:spPr>
            <a:xfrm rot="10800000">
              <a:off x="-169889" y="1151710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Rechthoek 148">
            <a:extLst>
              <a:ext uri="{FF2B5EF4-FFF2-40B4-BE49-F238E27FC236}">
                <a16:creationId xmlns:a16="http://schemas.microsoft.com/office/drawing/2014/main" id="{912E8D36-CEBC-F4A4-DC48-0FFC029F5CDB}"/>
              </a:ext>
            </a:extLst>
          </p:cNvPr>
          <p:cNvSpPr/>
          <p:nvPr userDrawn="1"/>
        </p:nvSpPr>
        <p:spPr>
          <a:xfrm>
            <a:off x="0" y="6334783"/>
            <a:ext cx="12192000" cy="522161"/>
          </a:xfrm>
          <a:prstGeom prst="rect">
            <a:avLst/>
          </a:prstGeom>
          <a:gradFill>
            <a:gsLst>
              <a:gs pos="100000">
                <a:srgbClr val="1847B2"/>
              </a:gs>
              <a:gs pos="16000">
                <a:srgbClr val="15163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NL"/>
          </a:p>
        </p:txBody>
      </p:sp>
      <p:sp>
        <p:nvSpPr>
          <p:cNvPr id="150" name="Rounded Rectangle 11">
            <a:extLst>
              <a:ext uri="{FF2B5EF4-FFF2-40B4-BE49-F238E27FC236}">
                <a16:creationId xmlns:a16="http://schemas.microsoft.com/office/drawing/2014/main" id="{2D4AC5C1-8471-5765-EE2F-B91C401EEABC}"/>
              </a:ext>
            </a:extLst>
          </p:cNvPr>
          <p:cNvSpPr/>
          <p:nvPr userDrawn="1"/>
        </p:nvSpPr>
        <p:spPr>
          <a:xfrm>
            <a:off x="1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5000">
                <a:srgbClr val="003AAE"/>
              </a:gs>
              <a:gs pos="12000">
                <a:srgbClr val="002E8B"/>
              </a:gs>
              <a:gs pos="32000">
                <a:srgbClr val="15163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2" name="Rectangle 22">
            <a:extLst>
              <a:ext uri="{FF2B5EF4-FFF2-40B4-BE49-F238E27FC236}">
                <a16:creationId xmlns:a16="http://schemas.microsoft.com/office/drawing/2014/main" id="{A9735FA5-2FA2-C8BE-D5A8-A0118D2693E8}"/>
              </a:ext>
            </a:extLst>
          </p:cNvPr>
          <p:cNvSpPr/>
          <p:nvPr userDrawn="1"/>
        </p:nvSpPr>
        <p:spPr>
          <a:xfrm>
            <a:off x="0" y="0"/>
            <a:ext cx="12192000" cy="6334783"/>
          </a:xfrm>
          <a:prstGeom prst="rect">
            <a:avLst/>
          </a:prstGeom>
          <a:solidFill>
            <a:srgbClr val="15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2">
            <a:extLst>
              <a:ext uri="{FF2B5EF4-FFF2-40B4-BE49-F238E27FC236}">
                <a16:creationId xmlns:a16="http://schemas.microsoft.com/office/drawing/2014/main" id="{47AF9F50-B0AE-A4D9-6892-D5B682DB31A2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9C716">
                  <a:alpha val="78258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9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65" name="Rounded Rectangle 92">
            <a:extLst>
              <a:ext uri="{FF2B5EF4-FFF2-40B4-BE49-F238E27FC236}">
                <a16:creationId xmlns:a16="http://schemas.microsoft.com/office/drawing/2014/main" id="{B6B0EA6D-93FA-0E47-82BC-6E9A5D82BC56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66" name="Rectangle 3">
            <a:extLst>
              <a:ext uri="{FF2B5EF4-FFF2-40B4-BE49-F238E27FC236}">
                <a16:creationId xmlns:a16="http://schemas.microsoft.com/office/drawing/2014/main" id="{929202E0-FBA3-6D1C-5DB2-A7003046CE87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Connector 9">
            <a:extLst>
              <a:ext uri="{FF2B5EF4-FFF2-40B4-BE49-F238E27FC236}">
                <a16:creationId xmlns:a16="http://schemas.microsoft.com/office/drawing/2014/main" id="{B175B565-7FF3-C6FA-3AEF-FECA88B3E490}"/>
              </a:ext>
            </a:extLst>
          </p:cNvPr>
          <p:cNvCxnSpPr>
            <a:cxnSpLocks/>
          </p:cNvCxnSpPr>
          <p:nvPr userDrawn="1"/>
        </p:nvCxnSpPr>
        <p:spPr>
          <a:xfrm>
            <a:off x="154800" y="1254633"/>
            <a:ext cx="11879999" cy="0"/>
          </a:xfrm>
          <a:prstGeom prst="line">
            <a:avLst/>
          </a:prstGeom>
          <a:ln w="9525">
            <a:solidFill>
              <a:srgbClr val="B0B0B0">
                <a:alpha val="4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hthoek 169">
            <a:extLst>
              <a:ext uri="{FF2B5EF4-FFF2-40B4-BE49-F238E27FC236}">
                <a16:creationId xmlns:a16="http://schemas.microsoft.com/office/drawing/2014/main" id="{A86F3B83-6262-41A8-700E-61C3B1838F75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2" name="Rectangle 22">
            <a:extLst>
              <a:ext uri="{FF2B5EF4-FFF2-40B4-BE49-F238E27FC236}">
                <a16:creationId xmlns:a16="http://schemas.microsoft.com/office/drawing/2014/main" id="{A60FFE3A-8FA1-676B-EFFA-9F7E31AFE577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399" y="6469694"/>
            <a:ext cx="626400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spAutoFit/>
          </a:bodyPr>
          <a:lstStyle>
            <a:lvl1pPr algn="ctr">
              <a:defRPr lang="en-US" sz="900" b="0" spc="10" baseline="0" smtClean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cxnSp>
        <p:nvCxnSpPr>
          <p:cNvPr id="173" name="Straight Connector 9">
            <a:extLst>
              <a:ext uri="{FF2B5EF4-FFF2-40B4-BE49-F238E27FC236}">
                <a16:creationId xmlns:a16="http://schemas.microsoft.com/office/drawing/2014/main" id="{8D280FE2-26DA-3F87-A7A0-367871842674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18000">
                  <a:srgbClr val="B0B0B0">
                    <a:alpha val="0"/>
                  </a:srgbClr>
                </a:gs>
                <a:gs pos="43000">
                  <a:srgbClr val="B0B0B0">
                    <a:alpha val="40000"/>
                  </a:srgb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4">
            <a:extLst>
              <a:ext uri="{FF2B5EF4-FFF2-40B4-BE49-F238E27FC236}">
                <a16:creationId xmlns:a16="http://schemas.microsoft.com/office/drawing/2014/main" id="{73B235D3-3C1A-926C-96F7-876AEA7F759F}"/>
              </a:ext>
            </a:extLst>
          </p:cNvPr>
          <p:cNvSpPr/>
          <p:nvPr userDrawn="1"/>
        </p:nvSpPr>
        <p:spPr>
          <a:xfrm>
            <a:off x="0" y="3429001"/>
            <a:ext cx="8134958" cy="2964608"/>
          </a:xfrm>
          <a:prstGeom prst="rect">
            <a:avLst/>
          </a:prstGeom>
          <a:gradFill>
            <a:gsLst>
              <a:gs pos="0">
                <a:srgbClr val="1864FF">
                  <a:alpha val="66667"/>
                </a:srgbClr>
              </a:gs>
              <a:gs pos="45000">
                <a:srgbClr val="151632">
                  <a:alpha val="0"/>
                </a:srgbClr>
              </a:gs>
              <a:gs pos="11000">
                <a:srgbClr val="1864FF">
                  <a:alpha val="56863"/>
                </a:srgbClr>
              </a:gs>
              <a:gs pos="35000">
                <a:srgbClr val="173D99">
                  <a:alpha val="24023"/>
                </a:srgbClr>
              </a:gs>
              <a:gs pos="22000">
                <a:srgbClr val="1864FF">
                  <a:alpha val="35686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52" name="Rectangle 4">
            <a:extLst>
              <a:ext uri="{FF2B5EF4-FFF2-40B4-BE49-F238E27FC236}">
                <a16:creationId xmlns:a16="http://schemas.microsoft.com/office/drawing/2014/main" id="{C05BC534-2B27-A9B7-CEAE-FECCCD47CBF9}"/>
              </a:ext>
            </a:extLst>
          </p:cNvPr>
          <p:cNvSpPr/>
          <p:nvPr userDrawn="1"/>
        </p:nvSpPr>
        <p:spPr>
          <a:xfrm>
            <a:off x="154800" y="5446799"/>
            <a:ext cx="8134958" cy="946809"/>
          </a:xfrm>
          <a:prstGeom prst="rect">
            <a:avLst/>
          </a:prstGeom>
          <a:gradFill>
            <a:gsLst>
              <a:gs pos="0">
                <a:srgbClr val="1864FF">
                  <a:alpha val="62745"/>
                </a:srgbClr>
              </a:gs>
              <a:gs pos="14000">
                <a:srgbClr val="1864FF">
                  <a:alpha val="16863"/>
                </a:srgbClr>
              </a:gs>
              <a:gs pos="28000">
                <a:srgbClr val="1864FF">
                  <a:alpha val="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9910" y="6416406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rtlCol="0" anchor="ctr">
            <a:spAutoFit/>
          </a:bodyPr>
          <a:lstStyle>
            <a:lvl1pPr marL="0" algn="l" defTabSz="914400" rtl="0" eaLnBrk="1" latinLnBrk="0" hangingPunct="1"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Generated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with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Sigrid</a:t>
            </a:r>
          </a:p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for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CUSTOMER_NAME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200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grpSp>
        <p:nvGrpSpPr>
          <p:cNvPr id="31" name="Groep 30">
            <a:extLst>
              <a:ext uri="{FF2B5EF4-FFF2-40B4-BE49-F238E27FC236}">
                <a16:creationId xmlns:a16="http://schemas.microsoft.com/office/drawing/2014/main" id="{9E6A6A6B-50E5-38EF-4BD3-D020EE8689B3}"/>
              </a:ext>
            </a:extLst>
          </p:cNvPr>
          <p:cNvGrpSpPr/>
          <p:nvPr userDrawn="1"/>
        </p:nvGrpSpPr>
        <p:grpSpPr>
          <a:xfrm>
            <a:off x="12194479" y="1557707"/>
            <a:ext cx="1757701" cy="4093925"/>
            <a:chOff x="12194479" y="1557707"/>
            <a:chExt cx="1757701" cy="4093925"/>
          </a:xfrm>
        </p:grpSpPr>
        <p:sp>
          <p:nvSpPr>
            <p:cNvPr id="32" name="TextBox 221">
              <a:extLst>
                <a:ext uri="{FF2B5EF4-FFF2-40B4-BE49-F238E27FC236}">
                  <a16:creationId xmlns:a16="http://schemas.microsoft.com/office/drawing/2014/main" id="{066C03D8-F9E0-2E6A-1D60-4703BFF4BF08}"/>
                </a:ext>
              </a:extLst>
            </p:cNvPr>
            <p:cNvSpPr txBox="1"/>
            <p:nvPr userDrawn="1"/>
          </p:nvSpPr>
          <p:spPr>
            <a:xfrm>
              <a:off x="12207792" y="3617036"/>
              <a:ext cx="17443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 dirty="0">
                  <a:solidFill>
                    <a:srgbClr val="929292"/>
                  </a:solidFill>
                  <a:latin typeface="Noir Pro Medium" pitchFamily="2" charset="0"/>
                </a:rPr>
                <a:t>TEXT COLORS – LIGHT BACKGROUND</a:t>
              </a:r>
            </a:p>
          </p:txBody>
        </p:sp>
        <p:sp>
          <p:nvSpPr>
            <p:cNvPr id="33" name="TextBox 224">
              <a:extLst>
                <a:ext uri="{FF2B5EF4-FFF2-40B4-BE49-F238E27FC236}">
                  <a16:creationId xmlns:a16="http://schemas.microsoft.com/office/drawing/2014/main" id="{6DA5FEDC-18D6-8CDA-F9D2-422186B578C7}"/>
                </a:ext>
              </a:extLst>
            </p:cNvPr>
            <p:cNvSpPr txBox="1"/>
            <p:nvPr userDrawn="1"/>
          </p:nvSpPr>
          <p:spPr>
            <a:xfrm>
              <a:off x="12207792" y="4073549"/>
              <a:ext cx="17331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TEXT COLORS – DARK BACKGROUND</a:t>
              </a:r>
            </a:p>
          </p:txBody>
        </p: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35CE28EB-FFCD-D541-EA26-34F53FBD21EB}"/>
                </a:ext>
              </a:extLst>
            </p:cNvPr>
            <p:cNvGrpSpPr/>
            <p:nvPr userDrawn="1"/>
          </p:nvGrpSpPr>
          <p:grpSpPr>
            <a:xfrm>
              <a:off x="12301425" y="3044549"/>
              <a:ext cx="1288114" cy="238539"/>
              <a:chOff x="12298208" y="4999574"/>
              <a:chExt cx="1288114" cy="238539"/>
            </a:xfrm>
          </p:grpSpPr>
          <p:sp>
            <p:nvSpPr>
              <p:cNvPr id="203" name="Rounded Rectangle 192">
                <a:extLst>
                  <a:ext uri="{FF2B5EF4-FFF2-40B4-BE49-F238E27FC236}">
                    <a16:creationId xmlns:a16="http://schemas.microsoft.com/office/drawing/2014/main" id="{9618C981-28CD-9B62-AEA5-B72309EBC59D}"/>
                  </a:ext>
                </a:extLst>
              </p:cNvPr>
              <p:cNvSpPr/>
              <p:nvPr userDrawn="1"/>
            </p:nvSpPr>
            <p:spPr>
              <a:xfrm>
                <a:off x="12298208" y="4999574"/>
                <a:ext cx="238539" cy="238539"/>
              </a:xfrm>
              <a:prstGeom prst="roundRect">
                <a:avLst/>
              </a:prstGeom>
              <a:solidFill>
                <a:srgbClr val="0404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204" name="Rounded Rectangle 192">
                <a:extLst>
                  <a:ext uri="{FF2B5EF4-FFF2-40B4-BE49-F238E27FC236}">
                    <a16:creationId xmlns:a16="http://schemas.microsoft.com/office/drawing/2014/main" id="{21ED55EF-4A66-C250-0552-ABF809B489CB}"/>
                  </a:ext>
                </a:extLst>
              </p:cNvPr>
              <p:cNvSpPr/>
              <p:nvPr userDrawn="1"/>
            </p:nvSpPr>
            <p:spPr>
              <a:xfrm>
                <a:off x="12403166" y="4999574"/>
                <a:ext cx="238539" cy="238539"/>
              </a:xfrm>
              <a:prstGeom prst="roundRect">
                <a:avLst/>
              </a:prstGeom>
              <a:solidFill>
                <a:srgbClr val="1723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205" name="Rounded Rectangle 192">
                <a:extLst>
                  <a:ext uri="{FF2B5EF4-FFF2-40B4-BE49-F238E27FC236}">
                    <a16:creationId xmlns:a16="http://schemas.microsoft.com/office/drawing/2014/main" id="{F7C1226B-DED1-9D42-E63A-DCDE41AA8DE0}"/>
                  </a:ext>
                </a:extLst>
              </p:cNvPr>
              <p:cNvSpPr/>
              <p:nvPr userDrawn="1"/>
            </p:nvSpPr>
            <p:spPr>
              <a:xfrm>
                <a:off x="12508124" y="4999574"/>
                <a:ext cx="238539" cy="238539"/>
              </a:xfrm>
              <a:prstGeom prst="roundRect">
                <a:avLst/>
              </a:prstGeom>
              <a:solidFill>
                <a:srgbClr val="162F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206" name="Rounded Rectangle 192">
                <a:extLst>
                  <a:ext uri="{FF2B5EF4-FFF2-40B4-BE49-F238E27FC236}">
                    <a16:creationId xmlns:a16="http://schemas.microsoft.com/office/drawing/2014/main" id="{41D16ED5-3FC1-934D-18D3-1AC9E84848DA}"/>
                  </a:ext>
                </a:extLst>
              </p:cNvPr>
              <p:cNvSpPr/>
              <p:nvPr userDrawn="1"/>
            </p:nvSpPr>
            <p:spPr>
              <a:xfrm>
                <a:off x="12613082" y="4999574"/>
                <a:ext cx="238539" cy="238539"/>
              </a:xfrm>
              <a:prstGeom prst="roundRect">
                <a:avLst/>
              </a:prstGeom>
              <a:solidFill>
                <a:srgbClr val="1947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207" name="Rounded Rectangle 192">
                <a:extLst>
                  <a:ext uri="{FF2B5EF4-FFF2-40B4-BE49-F238E27FC236}">
                    <a16:creationId xmlns:a16="http://schemas.microsoft.com/office/drawing/2014/main" id="{ACA6061C-537F-FA8B-CE4A-032AC58CEA09}"/>
                  </a:ext>
                </a:extLst>
              </p:cNvPr>
              <p:cNvSpPr/>
              <p:nvPr userDrawn="1"/>
            </p:nvSpPr>
            <p:spPr>
              <a:xfrm>
                <a:off x="12718040" y="4999574"/>
                <a:ext cx="238539" cy="238539"/>
              </a:xfrm>
              <a:prstGeom prst="roundRect">
                <a:avLst/>
              </a:prstGeom>
              <a:solidFill>
                <a:srgbClr val="1859D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208" name="Rounded Rectangle 192">
                <a:extLst>
                  <a:ext uri="{FF2B5EF4-FFF2-40B4-BE49-F238E27FC236}">
                    <a16:creationId xmlns:a16="http://schemas.microsoft.com/office/drawing/2014/main" id="{03490847-C703-37B9-668D-B2C6CD6F6E1F}"/>
                  </a:ext>
                </a:extLst>
              </p:cNvPr>
              <p:cNvSpPr/>
              <p:nvPr userDrawn="1"/>
            </p:nvSpPr>
            <p:spPr>
              <a:xfrm>
                <a:off x="13347783" y="4999574"/>
                <a:ext cx="238539" cy="238539"/>
              </a:xfrm>
              <a:prstGeom prst="roundRect">
                <a:avLst/>
              </a:prstGeom>
              <a:solidFill>
                <a:srgbClr val="BCCB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209" name="Rounded Rectangle 192">
                <a:extLst>
                  <a:ext uri="{FF2B5EF4-FFF2-40B4-BE49-F238E27FC236}">
                    <a16:creationId xmlns:a16="http://schemas.microsoft.com/office/drawing/2014/main" id="{FEF3ED4D-4C0B-FD8D-5F10-E3E70506234C}"/>
                  </a:ext>
                </a:extLst>
              </p:cNvPr>
              <p:cNvSpPr/>
              <p:nvPr userDrawn="1"/>
            </p:nvSpPr>
            <p:spPr>
              <a:xfrm>
                <a:off x="13242830" y="4999574"/>
                <a:ext cx="238539" cy="238539"/>
              </a:xfrm>
              <a:prstGeom prst="roundRect">
                <a:avLst/>
              </a:prstGeom>
              <a:solidFill>
                <a:srgbClr val="88AD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210" name="Rounded Rectangle 192">
                <a:extLst>
                  <a:ext uri="{FF2B5EF4-FFF2-40B4-BE49-F238E27FC236}">
                    <a16:creationId xmlns:a16="http://schemas.microsoft.com/office/drawing/2014/main" id="{E311E1CA-1EAF-037A-CF4A-0BC946DE7638}"/>
                  </a:ext>
                </a:extLst>
              </p:cNvPr>
              <p:cNvSpPr/>
              <p:nvPr userDrawn="1"/>
            </p:nvSpPr>
            <p:spPr>
              <a:xfrm>
                <a:off x="13137872" y="4999574"/>
                <a:ext cx="238539" cy="238539"/>
              </a:xfrm>
              <a:prstGeom prst="roundRect">
                <a:avLst/>
              </a:prstGeom>
              <a:solidFill>
                <a:srgbClr val="6997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211" name="Rounded Rectangle 192">
                <a:extLst>
                  <a:ext uri="{FF2B5EF4-FFF2-40B4-BE49-F238E27FC236}">
                    <a16:creationId xmlns:a16="http://schemas.microsoft.com/office/drawing/2014/main" id="{1BC20D0D-8762-EB82-DED6-2289162CBC7C}"/>
                  </a:ext>
                </a:extLst>
              </p:cNvPr>
              <p:cNvSpPr/>
              <p:nvPr userDrawn="1"/>
            </p:nvSpPr>
            <p:spPr>
              <a:xfrm>
                <a:off x="13032914" y="4999574"/>
                <a:ext cx="238539" cy="238539"/>
              </a:xfrm>
              <a:prstGeom prst="roundRect">
                <a:avLst/>
              </a:prstGeom>
              <a:solidFill>
                <a:srgbClr val="4D85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212" name="Rounded Rectangle 192">
                <a:extLst>
                  <a:ext uri="{FF2B5EF4-FFF2-40B4-BE49-F238E27FC236}">
                    <a16:creationId xmlns:a16="http://schemas.microsoft.com/office/drawing/2014/main" id="{E782A8F1-F9DF-534B-B1D3-B3E7CF2C38A3}"/>
                  </a:ext>
                </a:extLst>
              </p:cNvPr>
              <p:cNvSpPr/>
              <p:nvPr userDrawn="1"/>
            </p:nvSpPr>
            <p:spPr>
              <a:xfrm>
                <a:off x="12927956" y="4999574"/>
                <a:ext cx="238539" cy="238539"/>
              </a:xfrm>
              <a:prstGeom prst="roundRect">
                <a:avLst/>
              </a:prstGeom>
              <a:solidFill>
                <a:srgbClr val="307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213" name="Rounded Rectangle 192">
                <a:extLst>
                  <a:ext uri="{FF2B5EF4-FFF2-40B4-BE49-F238E27FC236}">
                    <a16:creationId xmlns:a16="http://schemas.microsoft.com/office/drawing/2014/main" id="{30B61454-8575-F166-5B53-203715E93CD9}"/>
                  </a:ext>
                </a:extLst>
              </p:cNvPr>
              <p:cNvSpPr/>
              <p:nvPr userDrawn="1"/>
            </p:nvSpPr>
            <p:spPr>
              <a:xfrm>
                <a:off x="12822998" y="4999574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75A30032-DA97-85EF-C5DD-4AD304FCB16B}"/>
                </a:ext>
              </a:extLst>
            </p:cNvPr>
            <p:cNvSpPr/>
            <p:nvPr userDrawn="1"/>
          </p:nvSpPr>
          <p:spPr>
            <a:xfrm>
              <a:off x="12194479" y="1557707"/>
              <a:ext cx="1644280" cy="360000"/>
            </a:xfrm>
            <a:custGeom>
              <a:avLst/>
              <a:gdLst>
                <a:gd name="connsiteX0" fmla="*/ 0 w 1644280"/>
                <a:gd name="connsiteY0" fmla="*/ 0 h 360000"/>
                <a:gd name="connsiteX1" fmla="*/ 1584279 w 1644280"/>
                <a:gd name="connsiteY1" fmla="*/ 0 h 360000"/>
                <a:gd name="connsiteX2" fmla="*/ 1644280 w 1644280"/>
                <a:gd name="connsiteY2" fmla="*/ 60001 h 360000"/>
                <a:gd name="connsiteX3" fmla="*/ 1644280 w 1644280"/>
                <a:gd name="connsiteY3" fmla="*/ 299999 h 360000"/>
                <a:gd name="connsiteX4" fmla="*/ 1584279 w 1644280"/>
                <a:gd name="connsiteY4" fmla="*/ 360000 h 360000"/>
                <a:gd name="connsiteX5" fmla="*/ 0 w 1644280"/>
                <a:gd name="connsiteY5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4280" h="360000">
                  <a:moveTo>
                    <a:pt x="0" y="0"/>
                  </a:moveTo>
                  <a:lnTo>
                    <a:pt x="1584279" y="0"/>
                  </a:lnTo>
                  <a:cubicBezTo>
                    <a:pt x="1617417" y="0"/>
                    <a:pt x="1644280" y="26863"/>
                    <a:pt x="1644280" y="60001"/>
                  </a:cubicBezTo>
                  <a:lnTo>
                    <a:pt x="1644280" y="299999"/>
                  </a:lnTo>
                  <a:cubicBezTo>
                    <a:pt x="1644280" y="333137"/>
                    <a:pt x="1617417" y="360000"/>
                    <a:pt x="1584279" y="360000"/>
                  </a:cubicBezTo>
                  <a:lnTo>
                    <a:pt x="0" y="360000"/>
                  </a:lnTo>
                  <a:close/>
                </a:path>
              </a:pathLst>
            </a:custGeom>
            <a:gradFill>
              <a:gsLst>
                <a:gs pos="15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75000"/>
                    <a:lumOff val="2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>
              <a:noAutofit/>
            </a:bodyPr>
            <a:lstStyle/>
            <a:p>
              <a:pPr lvl="0"/>
              <a:r>
                <a:rPr lang="en-US" sz="900" b="1" i="0" dirty="0">
                  <a:solidFill>
                    <a:schemeClr val="bg1"/>
                  </a:solidFill>
                  <a:latin typeface="Noir Pro Semi Bold" pitchFamily="2" charset="0"/>
                </a:rPr>
                <a:t>COLOR PALETTE</a:t>
              </a:r>
            </a:p>
            <a:p>
              <a:pPr lvl="0"/>
              <a:r>
                <a:rPr lang="en-US" sz="700" b="0" i="0" dirty="0">
                  <a:solidFill>
                    <a:schemeClr val="bg1"/>
                  </a:solidFill>
                  <a:latin typeface="Calibri Bold"/>
                </a:rPr>
                <a:t>Master template v20250902a</a:t>
              </a:r>
              <a:endParaRPr lang="en-US" sz="1000" b="0" i="0" dirty="0">
                <a:solidFill>
                  <a:schemeClr val="bg1"/>
                </a:solidFill>
                <a:latin typeface="Calibri Bold"/>
              </a:endParaRPr>
            </a:p>
          </p:txBody>
        </p:sp>
        <p:grpSp>
          <p:nvGrpSpPr>
            <p:cNvPr id="36" name="Group 168">
              <a:extLst>
                <a:ext uri="{FF2B5EF4-FFF2-40B4-BE49-F238E27FC236}">
                  <a16:creationId xmlns:a16="http://schemas.microsoft.com/office/drawing/2014/main" id="{6075733B-694E-4ADB-47EF-DAD37DFCB3E6}"/>
                </a:ext>
              </a:extLst>
            </p:cNvPr>
            <p:cNvGrpSpPr/>
            <p:nvPr userDrawn="1"/>
          </p:nvGrpSpPr>
          <p:grpSpPr>
            <a:xfrm>
              <a:off x="12301425" y="2133519"/>
              <a:ext cx="1288114" cy="238539"/>
              <a:chOff x="8158038" y="2122998"/>
              <a:chExt cx="1288114" cy="238539"/>
            </a:xfrm>
          </p:grpSpPr>
          <p:sp>
            <p:nvSpPr>
              <p:cNvPr id="198" name="Rounded Rectangle 169">
                <a:extLst>
                  <a:ext uri="{FF2B5EF4-FFF2-40B4-BE49-F238E27FC236}">
                    <a16:creationId xmlns:a16="http://schemas.microsoft.com/office/drawing/2014/main" id="{036B0188-C38A-4AA3-A501-88A117107627}"/>
                  </a:ext>
                </a:extLst>
              </p:cNvPr>
              <p:cNvSpPr/>
              <p:nvPr userDrawn="1"/>
            </p:nvSpPr>
            <p:spPr>
              <a:xfrm>
                <a:off x="8158038" y="2122998"/>
                <a:ext cx="238539" cy="238539"/>
              </a:xfrm>
              <a:prstGeom prst="roundRect">
                <a:avLst/>
              </a:prstGeom>
              <a:solidFill>
                <a:srgbClr val="41414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9" name="Rounded Rectangle 170">
                <a:extLst>
                  <a:ext uri="{FF2B5EF4-FFF2-40B4-BE49-F238E27FC236}">
                    <a16:creationId xmlns:a16="http://schemas.microsoft.com/office/drawing/2014/main" id="{29B23501-C1C3-45AC-B948-965728636D3A}"/>
                  </a:ext>
                </a:extLst>
              </p:cNvPr>
              <p:cNvSpPr/>
              <p:nvPr userDrawn="1"/>
            </p:nvSpPr>
            <p:spPr>
              <a:xfrm>
                <a:off x="8420432" y="2122998"/>
                <a:ext cx="238539" cy="238539"/>
              </a:xfrm>
              <a:prstGeom prst="roundRect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0" name="Rounded Rectangle 171">
                <a:extLst>
                  <a:ext uri="{FF2B5EF4-FFF2-40B4-BE49-F238E27FC236}">
                    <a16:creationId xmlns:a16="http://schemas.microsoft.com/office/drawing/2014/main" id="{BCE68616-B923-1F9F-989B-083E77D5EE74}"/>
                  </a:ext>
                </a:extLst>
              </p:cNvPr>
              <p:cNvSpPr/>
              <p:nvPr userDrawn="1"/>
            </p:nvSpPr>
            <p:spPr>
              <a:xfrm>
                <a:off x="8682826" y="2122998"/>
                <a:ext cx="238539" cy="238539"/>
              </a:xfrm>
              <a:prstGeom prst="round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1" name="Rounded Rectangle 172">
                <a:extLst>
                  <a:ext uri="{FF2B5EF4-FFF2-40B4-BE49-F238E27FC236}">
                    <a16:creationId xmlns:a16="http://schemas.microsoft.com/office/drawing/2014/main" id="{A6282074-B719-7DB3-F40F-EFF54687964E}"/>
                  </a:ext>
                </a:extLst>
              </p:cNvPr>
              <p:cNvSpPr/>
              <p:nvPr userDrawn="1"/>
            </p:nvSpPr>
            <p:spPr>
              <a:xfrm>
                <a:off x="8945220" y="2122998"/>
                <a:ext cx="238539" cy="238539"/>
              </a:xfrm>
              <a:prstGeom prst="round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2" name="Rounded Rectangle 173">
                <a:extLst>
                  <a:ext uri="{FF2B5EF4-FFF2-40B4-BE49-F238E27FC236}">
                    <a16:creationId xmlns:a16="http://schemas.microsoft.com/office/drawing/2014/main" id="{82087B6D-1646-4381-597B-95BAD5F312E5}"/>
                  </a:ext>
                </a:extLst>
              </p:cNvPr>
              <p:cNvSpPr/>
              <p:nvPr userDrawn="1"/>
            </p:nvSpPr>
            <p:spPr>
              <a:xfrm>
                <a:off x="9207613" y="2122998"/>
                <a:ext cx="238539" cy="238539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37" name="Group 174">
              <a:extLst>
                <a:ext uri="{FF2B5EF4-FFF2-40B4-BE49-F238E27FC236}">
                  <a16:creationId xmlns:a16="http://schemas.microsoft.com/office/drawing/2014/main" id="{E0E0AE85-94F3-D4B8-309B-7CF8DA82E049}"/>
                </a:ext>
              </a:extLst>
            </p:cNvPr>
            <p:cNvGrpSpPr/>
            <p:nvPr userDrawn="1"/>
          </p:nvGrpSpPr>
          <p:grpSpPr>
            <a:xfrm>
              <a:off x="12301425" y="2589990"/>
              <a:ext cx="1288114" cy="238539"/>
              <a:chOff x="8158038" y="2385390"/>
              <a:chExt cx="1288114" cy="238539"/>
            </a:xfrm>
          </p:grpSpPr>
          <p:sp>
            <p:nvSpPr>
              <p:cNvPr id="193" name="Rounded Rectangle 175">
                <a:extLst>
                  <a:ext uri="{FF2B5EF4-FFF2-40B4-BE49-F238E27FC236}">
                    <a16:creationId xmlns:a16="http://schemas.microsoft.com/office/drawing/2014/main" id="{AC692AB7-9650-95DE-45A4-45AC1EEF33B3}"/>
                  </a:ext>
                </a:extLst>
              </p:cNvPr>
              <p:cNvSpPr/>
              <p:nvPr userDrawn="1"/>
            </p:nvSpPr>
            <p:spPr>
              <a:xfrm>
                <a:off x="8158038" y="2385390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4" name="Rounded Rectangle 176">
                <a:extLst>
                  <a:ext uri="{FF2B5EF4-FFF2-40B4-BE49-F238E27FC236}">
                    <a16:creationId xmlns:a16="http://schemas.microsoft.com/office/drawing/2014/main" id="{79093604-9E98-AE5D-C7BD-6A4D8C330F50}"/>
                  </a:ext>
                </a:extLst>
              </p:cNvPr>
              <p:cNvSpPr/>
              <p:nvPr userDrawn="1"/>
            </p:nvSpPr>
            <p:spPr>
              <a:xfrm>
                <a:off x="8420432" y="2385390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5" name="Rounded Rectangle 177">
                <a:extLst>
                  <a:ext uri="{FF2B5EF4-FFF2-40B4-BE49-F238E27FC236}">
                    <a16:creationId xmlns:a16="http://schemas.microsoft.com/office/drawing/2014/main" id="{CBFE2210-2034-3457-2CCB-9011AE38EC1E}"/>
                  </a:ext>
                </a:extLst>
              </p:cNvPr>
              <p:cNvSpPr/>
              <p:nvPr userDrawn="1"/>
            </p:nvSpPr>
            <p:spPr>
              <a:xfrm>
                <a:off x="8682826" y="2385390"/>
                <a:ext cx="238539" cy="238539"/>
              </a:xfrm>
              <a:prstGeom prst="roundRect">
                <a:avLst/>
              </a:prstGeom>
              <a:solidFill>
                <a:srgbClr val="DF6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6" name="Rounded Rectangle 178">
                <a:extLst>
                  <a:ext uri="{FF2B5EF4-FFF2-40B4-BE49-F238E27FC236}">
                    <a16:creationId xmlns:a16="http://schemas.microsoft.com/office/drawing/2014/main" id="{6B3E5BC2-7DE5-C849-120F-41E1D4E164A8}"/>
                  </a:ext>
                </a:extLst>
              </p:cNvPr>
              <p:cNvSpPr/>
              <p:nvPr userDrawn="1"/>
            </p:nvSpPr>
            <p:spPr>
              <a:xfrm>
                <a:off x="8945220" y="2385390"/>
                <a:ext cx="238539" cy="238539"/>
              </a:xfrm>
              <a:prstGeom prst="roundRect">
                <a:avLst/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7" name="Rounded Rectangle 179">
                <a:extLst>
                  <a:ext uri="{FF2B5EF4-FFF2-40B4-BE49-F238E27FC236}">
                    <a16:creationId xmlns:a16="http://schemas.microsoft.com/office/drawing/2014/main" id="{08002A18-EDE4-0B6C-B2CB-36B12AF681F5}"/>
                  </a:ext>
                </a:extLst>
              </p:cNvPr>
              <p:cNvSpPr/>
              <p:nvPr userDrawn="1"/>
            </p:nvSpPr>
            <p:spPr>
              <a:xfrm>
                <a:off x="9207613" y="2385390"/>
                <a:ext cx="238539" cy="238539"/>
              </a:xfrm>
              <a:prstGeom prst="roundRect">
                <a:avLst/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sp>
          <p:nvSpPr>
            <p:cNvPr id="38" name="Rounded Rectangle 181">
              <a:extLst>
                <a:ext uri="{FF2B5EF4-FFF2-40B4-BE49-F238E27FC236}">
                  <a16:creationId xmlns:a16="http://schemas.microsoft.com/office/drawing/2014/main" id="{0A605A1A-0F44-2C3C-5DE2-3F97F6C99194}"/>
                </a:ext>
              </a:extLst>
            </p:cNvPr>
            <p:cNvSpPr/>
            <p:nvPr userDrawn="1"/>
          </p:nvSpPr>
          <p:spPr>
            <a:xfrm>
              <a:off x="12301425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E88C36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39" name="Rounded Rectangle 182">
              <a:extLst>
                <a:ext uri="{FF2B5EF4-FFF2-40B4-BE49-F238E27FC236}">
                  <a16:creationId xmlns:a16="http://schemas.microsoft.com/office/drawing/2014/main" id="{6AB693B8-DF04-6F44-B853-D2B72B164D30}"/>
                </a:ext>
              </a:extLst>
            </p:cNvPr>
            <p:cNvSpPr/>
            <p:nvPr userDrawn="1"/>
          </p:nvSpPr>
          <p:spPr>
            <a:xfrm>
              <a:off x="12563819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1864FF"/>
                </a:gs>
                <a:gs pos="0">
                  <a:srgbClr val="00205F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0" name="Rounded Rectangle 183">
              <a:extLst>
                <a:ext uri="{FF2B5EF4-FFF2-40B4-BE49-F238E27FC236}">
                  <a16:creationId xmlns:a16="http://schemas.microsoft.com/office/drawing/2014/main" id="{9974CB12-0B3D-D0CC-A465-BE0E7CF7E28B}"/>
                </a:ext>
              </a:extLst>
            </p:cNvPr>
            <p:cNvSpPr/>
            <p:nvPr userDrawn="1"/>
          </p:nvSpPr>
          <p:spPr>
            <a:xfrm>
              <a:off x="12826213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DF6838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1" name="Rounded Rectangle 184">
              <a:extLst>
                <a:ext uri="{FF2B5EF4-FFF2-40B4-BE49-F238E27FC236}">
                  <a16:creationId xmlns:a16="http://schemas.microsoft.com/office/drawing/2014/main" id="{5E0E721B-2F4B-5CEA-47CC-BF07256AC84B}"/>
                </a:ext>
              </a:extLst>
            </p:cNvPr>
            <p:cNvSpPr/>
            <p:nvPr userDrawn="1"/>
          </p:nvSpPr>
          <p:spPr>
            <a:xfrm>
              <a:off x="13088607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FBDD72"/>
                </a:gs>
                <a:gs pos="0">
                  <a:srgbClr val="C6CD59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2" name="Rounded Rectangle 185">
              <a:extLst>
                <a:ext uri="{FF2B5EF4-FFF2-40B4-BE49-F238E27FC236}">
                  <a16:creationId xmlns:a16="http://schemas.microsoft.com/office/drawing/2014/main" id="{4429CC0F-ACB9-993B-34A8-03B1CA880403}"/>
                </a:ext>
              </a:extLst>
            </p:cNvPr>
            <p:cNvSpPr/>
            <p:nvPr userDrawn="1"/>
          </p:nvSpPr>
          <p:spPr>
            <a:xfrm>
              <a:off x="13351000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00B150"/>
                </a:gs>
                <a:gs pos="0">
                  <a:srgbClr val="92D15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grpSp>
          <p:nvGrpSpPr>
            <p:cNvPr id="43" name="Group 191">
              <a:extLst>
                <a:ext uri="{FF2B5EF4-FFF2-40B4-BE49-F238E27FC236}">
                  <a16:creationId xmlns:a16="http://schemas.microsoft.com/office/drawing/2014/main" id="{61EA541D-279D-8CC0-646D-ACF2BB264F30}"/>
                </a:ext>
              </a:extLst>
            </p:cNvPr>
            <p:cNvGrpSpPr/>
            <p:nvPr userDrawn="1"/>
          </p:nvGrpSpPr>
          <p:grpSpPr>
            <a:xfrm>
              <a:off x="12301425" y="5413093"/>
              <a:ext cx="1288114" cy="238539"/>
              <a:chOff x="8158038" y="4031086"/>
              <a:chExt cx="1288114" cy="238539"/>
            </a:xfrm>
          </p:grpSpPr>
          <p:sp>
            <p:nvSpPr>
              <p:cNvPr id="188" name="Rounded Rectangle 192">
                <a:extLst>
                  <a:ext uri="{FF2B5EF4-FFF2-40B4-BE49-F238E27FC236}">
                    <a16:creationId xmlns:a16="http://schemas.microsoft.com/office/drawing/2014/main" id="{C8120719-4B42-211E-750D-2868797FCAA8}"/>
                  </a:ext>
                </a:extLst>
              </p:cNvPr>
              <p:cNvSpPr/>
              <p:nvPr userDrawn="1"/>
            </p:nvSpPr>
            <p:spPr>
              <a:xfrm>
                <a:off x="8158038" y="4031086"/>
                <a:ext cx="238539" cy="238539"/>
              </a:xfrm>
              <a:prstGeom prst="roundRect">
                <a:avLst/>
              </a:prstGeom>
              <a:solidFill>
                <a:srgbClr val="DC4A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89" name="Rounded Rectangle 193">
                <a:extLst>
                  <a:ext uri="{FF2B5EF4-FFF2-40B4-BE49-F238E27FC236}">
                    <a16:creationId xmlns:a16="http://schemas.microsoft.com/office/drawing/2014/main" id="{E6DA9266-1CE3-DBEB-F12B-2E5F01C250CE}"/>
                  </a:ext>
                </a:extLst>
              </p:cNvPr>
              <p:cNvSpPr/>
              <p:nvPr userDrawn="1"/>
            </p:nvSpPr>
            <p:spPr>
              <a:xfrm>
                <a:off x="8420432" y="4031086"/>
                <a:ext cx="238539" cy="238539"/>
              </a:xfrm>
              <a:prstGeom prst="roundRect">
                <a:avLst/>
              </a:prstGeom>
              <a:solidFill>
                <a:srgbClr val="EF98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0" name="Rounded Rectangle 194">
                <a:extLst>
                  <a:ext uri="{FF2B5EF4-FFF2-40B4-BE49-F238E27FC236}">
                    <a16:creationId xmlns:a16="http://schemas.microsoft.com/office/drawing/2014/main" id="{E8ACC418-88AC-22EE-E9AA-B514AC46EE89}"/>
                  </a:ext>
                </a:extLst>
              </p:cNvPr>
              <p:cNvSpPr/>
              <p:nvPr userDrawn="1"/>
            </p:nvSpPr>
            <p:spPr>
              <a:xfrm>
                <a:off x="8682826" y="4031086"/>
                <a:ext cx="238539" cy="238539"/>
              </a:xfrm>
              <a:prstGeom prst="roundRect">
                <a:avLst/>
              </a:prstGeom>
              <a:solidFill>
                <a:srgbClr val="F9C6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1" name="Rounded Rectangle 195">
                <a:extLst>
                  <a:ext uri="{FF2B5EF4-FFF2-40B4-BE49-F238E27FC236}">
                    <a16:creationId xmlns:a16="http://schemas.microsoft.com/office/drawing/2014/main" id="{6D246CA1-3294-78C8-11DD-54EE9695C7D9}"/>
                  </a:ext>
                </a:extLst>
              </p:cNvPr>
              <p:cNvSpPr/>
              <p:nvPr userDrawn="1"/>
            </p:nvSpPr>
            <p:spPr>
              <a:xfrm>
                <a:off x="8945220" y="4031086"/>
                <a:ext cx="238539" cy="238539"/>
              </a:xfrm>
              <a:prstGeom prst="roundRect">
                <a:avLst/>
              </a:prstGeom>
              <a:solidFill>
                <a:srgbClr val="57C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2" name="Rounded Rectangle 196">
                <a:extLst>
                  <a:ext uri="{FF2B5EF4-FFF2-40B4-BE49-F238E27FC236}">
                    <a16:creationId xmlns:a16="http://schemas.microsoft.com/office/drawing/2014/main" id="{E433F45C-755C-90B8-4C78-87E3AEFE2D2A}"/>
                  </a:ext>
                </a:extLst>
              </p:cNvPr>
              <p:cNvSpPr/>
              <p:nvPr userDrawn="1"/>
            </p:nvSpPr>
            <p:spPr>
              <a:xfrm>
                <a:off x="9207613" y="4031086"/>
                <a:ext cx="238539" cy="238539"/>
              </a:xfrm>
              <a:prstGeom prst="roundRect">
                <a:avLst/>
              </a:prstGeom>
              <a:solidFill>
                <a:srgbClr val="2B963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45" name="Group 197">
              <a:extLst>
                <a:ext uri="{FF2B5EF4-FFF2-40B4-BE49-F238E27FC236}">
                  <a16:creationId xmlns:a16="http://schemas.microsoft.com/office/drawing/2014/main" id="{B457501E-E91F-0C01-36D0-DF2C479CD7F6}"/>
                </a:ext>
              </a:extLst>
            </p:cNvPr>
            <p:cNvGrpSpPr/>
            <p:nvPr userDrawn="1"/>
          </p:nvGrpSpPr>
          <p:grpSpPr>
            <a:xfrm>
              <a:off x="12301425" y="4231124"/>
              <a:ext cx="1288114" cy="238539"/>
              <a:chOff x="8158038" y="3021495"/>
              <a:chExt cx="1288114" cy="238539"/>
            </a:xfrm>
          </p:grpSpPr>
          <p:sp>
            <p:nvSpPr>
              <p:cNvPr id="178" name="Rounded Rectangle 198">
                <a:extLst>
                  <a:ext uri="{FF2B5EF4-FFF2-40B4-BE49-F238E27FC236}">
                    <a16:creationId xmlns:a16="http://schemas.microsoft.com/office/drawing/2014/main" id="{3D8DF291-751C-2723-5B19-846B093985F1}"/>
                  </a:ext>
                </a:extLst>
              </p:cNvPr>
              <p:cNvSpPr/>
              <p:nvPr userDrawn="1"/>
            </p:nvSpPr>
            <p:spPr>
              <a:xfrm>
                <a:off x="8158038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FFFFFF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79" name="Rounded Rectangle 199">
                <a:extLst>
                  <a:ext uri="{FF2B5EF4-FFF2-40B4-BE49-F238E27FC236}">
                    <a16:creationId xmlns:a16="http://schemas.microsoft.com/office/drawing/2014/main" id="{F9A70E4A-677D-A207-67D1-C31F9AB8878D}"/>
                  </a:ext>
                </a:extLst>
              </p:cNvPr>
              <p:cNvSpPr/>
              <p:nvPr userDrawn="1"/>
            </p:nvSpPr>
            <p:spPr>
              <a:xfrm>
                <a:off x="8420432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DADADA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0" name="Rounded Rectangle 200">
                <a:extLst>
                  <a:ext uri="{FF2B5EF4-FFF2-40B4-BE49-F238E27FC236}">
                    <a16:creationId xmlns:a16="http://schemas.microsoft.com/office/drawing/2014/main" id="{2639B44B-BC7E-A2D4-2D29-516670B612F2}"/>
                  </a:ext>
                </a:extLst>
              </p:cNvPr>
              <p:cNvSpPr/>
              <p:nvPr userDrawn="1"/>
            </p:nvSpPr>
            <p:spPr>
              <a:xfrm>
                <a:off x="8682826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F8C716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1" name="Rounded Rectangle 201">
                <a:extLst>
                  <a:ext uri="{FF2B5EF4-FFF2-40B4-BE49-F238E27FC236}">
                    <a16:creationId xmlns:a16="http://schemas.microsoft.com/office/drawing/2014/main" id="{75122786-9C32-FA9D-AE3A-F854A6F4BFE6}"/>
                  </a:ext>
                </a:extLst>
              </p:cNvPr>
              <p:cNvSpPr/>
              <p:nvPr userDrawn="1"/>
            </p:nvSpPr>
            <p:spPr>
              <a:xfrm>
                <a:off x="8945220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E2A3F2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2" name="Rounded Rectangle 202">
                <a:extLst>
                  <a:ext uri="{FF2B5EF4-FFF2-40B4-BE49-F238E27FC236}">
                    <a16:creationId xmlns:a16="http://schemas.microsoft.com/office/drawing/2014/main" id="{4A7B7D7B-0A58-948A-807A-01BC60071F11}"/>
                  </a:ext>
                </a:extLst>
              </p:cNvPr>
              <p:cNvSpPr/>
              <p:nvPr userDrawn="1"/>
            </p:nvSpPr>
            <p:spPr>
              <a:xfrm>
                <a:off x="9207613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8BC26D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3" name="Rounded Rectangle 203">
                <a:extLst>
                  <a:ext uri="{FF2B5EF4-FFF2-40B4-BE49-F238E27FC236}">
                    <a16:creationId xmlns:a16="http://schemas.microsoft.com/office/drawing/2014/main" id="{5CC4700A-5BC2-0296-15C9-7BCCCFF40FB6}"/>
                  </a:ext>
                </a:extLst>
              </p:cNvPr>
              <p:cNvSpPr/>
              <p:nvPr userDrawn="1"/>
            </p:nvSpPr>
            <p:spPr>
              <a:xfrm>
                <a:off x="8182056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ounded Rectangle 204">
                <a:extLst>
                  <a:ext uri="{FF2B5EF4-FFF2-40B4-BE49-F238E27FC236}">
                    <a16:creationId xmlns:a16="http://schemas.microsoft.com/office/drawing/2014/main" id="{F5A72D55-0AEB-4B09-A9B5-0149E7B59F5D}"/>
                  </a:ext>
                </a:extLst>
              </p:cNvPr>
              <p:cNvSpPr/>
              <p:nvPr userDrawn="1"/>
            </p:nvSpPr>
            <p:spPr>
              <a:xfrm>
                <a:off x="8444450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ounded Rectangle 205">
                <a:extLst>
                  <a:ext uri="{FF2B5EF4-FFF2-40B4-BE49-F238E27FC236}">
                    <a16:creationId xmlns:a16="http://schemas.microsoft.com/office/drawing/2014/main" id="{565366B5-E56E-81F3-C8C8-AEEF70297232}"/>
                  </a:ext>
                </a:extLst>
              </p:cNvPr>
              <p:cNvSpPr/>
              <p:nvPr userDrawn="1"/>
            </p:nvSpPr>
            <p:spPr>
              <a:xfrm>
                <a:off x="8706844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ounded Rectangle 206">
                <a:extLst>
                  <a:ext uri="{FF2B5EF4-FFF2-40B4-BE49-F238E27FC236}">
                    <a16:creationId xmlns:a16="http://schemas.microsoft.com/office/drawing/2014/main" id="{58EF4AB1-15D5-3B6B-AAAB-673933E17880}"/>
                  </a:ext>
                </a:extLst>
              </p:cNvPr>
              <p:cNvSpPr/>
              <p:nvPr userDrawn="1"/>
            </p:nvSpPr>
            <p:spPr>
              <a:xfrm>
                <a:off x="8969238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ounded Rectangle 207">
                <a:extLst>
                  <a:ext uri="{FF2B5EF4-FFF2-40B4-BE49-F238E27FC236}">
                    <a16:creationId xmlns:a16="http://schemas.microsoft.com/office/drawing/2014/main" id="{F8CFDDFC-0F47-B231-5FB0-727F0D81DF38}"/>
                  </a:ext>
                </a:extLst>
              </p:cNvPr>
              <p:cNvSpPr/>
              <p:nvPr userDrawn="1"/>
            </p:nvSpPr>
            <p:spPr>
              <a:xfrm>
                <a:off x="9231631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ounded Rectangle 209">
              <a:extLst>
                <a:ext uri="{FF2B5EF4-FFF2-40B4-BE49-F238E27FC236}">
                  <a16:creationId xmlns:a16="http://schemas.microsoft.com/office/drawing/2014/main" id="{D0671745-9691-ACD2-8DFC-F206A61EB352}"/>
                </a:ext>
              </a:extLst>
            </p:cNvPr>
            <p:cNvSpPr/>
            <p:nvPr userDrawn="1"/>
          </p:nvSpPr>
          <p:spPr>
            <a:xfrm>
              <a:off x="12301425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47" name="Rounded Rectangle 210">
              <a:extLst>
                <a:ext uri="{FF2B5EF4-FFF2-40B4-BE49-F238E27FC236}">
                  <a16:creationId xmlns:a16="http://schemas.microsoft.com/office/drawing/2014/main" id="{60D59DF8-30D0-FF50-FB2E-9C66E1234B9F}"/>
                </a:ext>
              </a:extLst>
            </p:cNvPr>
            <p:cNvSpPr/>
            <p:nvPr userDrawn="1"/>
          </p:nvSpPr>
          <p:spPr>
            <a:xfrm>
              <a:off x="12563819" y="3775695"/>
              <a:ext cx="238539" cy="238539"/>
            </a:xfrm>
            <a:prstGeom prst="roundRect">
              <a:avLst/>
            </a:prstGeom>
            <a:solidFill>
              <a:srgbClr val="F8C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4" name="Rounded Rectangle 211">
              <a:extLst>
                <a:ext uri="{FF2B5EF4-FFF2-40B4-BE49-F238E27FC236}">
                  <a16:creationId xmlns:a16="http://schemas.microsoft.com/office/drawing/2014/main" id="{2F36D0C6-C39A-9B5F-8EB9-27463903D769}"/>
                </a:ext>
              </a:extLst>
            </p:cNvPr>
            <p:cNvSpPr/>
            <p:nvPr userDrawn="1"/>
          </p:nvSpPr>
          <p:spPr>
            <a:xfrm>
              <a:off x="12826213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81818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5" name="Rounded Rectangle 212">
              <a:extLst>
                <a:ext uri="{FF2B5EF4-FFF2-40B4-BE49-F238E27FC236}">
                  <a16:creationId xmlns:a16="http://schemas.microsoft.com/office/drawing/2014/main" id="{0ADBA08E-81A8-97B6-DE53-FA396190B430}"/>
                </a:ext>
              </a:extLst>
            </p:cNvPr>
            <p:cNvSpPr/>
            <p:nvPr userDrawn="1"/>
          </p:nvSpPr>
          <p:spPr>
            <a:xfrm>
              <a:off x="13088607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1864FF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6" name="Rounded Rectangle 213">
              <a:extLst>
                <a:ext uri="{FF2B5EF4-FFF2-40B4-BE49-F238E27FC236}">
                  <a16:creationId xmlns:a16="http://schemas.microsoft.com/office/drawing/2014/main" id="{AB2BFFF9-6049-26DE-5969-5F83C0ECC2B4}"/>
                </a:ext>
              </a:extLst>
            </p:cNvPr>
            <p:cNvSpPr/>
            <p:nvPr userDrawn="1"/>
          </p:nvSpPr>
          <p:spPr>
            <a:xfrm>
              <a:off x="13351000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DF6838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7" name="Rounded Rectangle 214">
              <a:extLst>
                <a:ext uri="{FF2B5EF4-FFF2-40B4-BE49-F238E27FC236}">
                  <a16:creationId xmlns:a16="http://schemas.microsoft.com/office/drawing/2014/main" id="{DAE8DA0F-943B-B2BA-8A03-61406E8171A9}"/>
                </a:ext>
              </a:extLst>
            </p:cNvPr>
            <p:cNvSpPr/>
            <p:nvPr userDrawn="1"/>
          </p:nvSpPr>
          <p:spPr>
            <a:xfrm>
              <a:off x="12325443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ounded Rectangle 215">
              <a:extLst>
                <a:ext uri="{FF2B5EF4-FFF2-40B4-BE49-F238E27FC236}">
                  <a16:creationId xmlns:a16="http://schemas.microsoft.com/office/drawing/2014/main" id="{7DC515E9-8E21-049E-9C1A-9C1E666F4F4D}"/>
                </a:ext>
              </a:extLst>
            </p:cNvPr>
            <p:cNvSpPr/>
            <p:nvPr userDrawn="1"/>
          </p:nvSpPr>
          <p:spPr>
            <a:xfrm>
              <a:off x="12587837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101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216">
              <a:extLst>
                <a:ext uri="{FF2B5EF4-FFF2-40B4-BE49-F238E27FC236}">
                  <a16:creationId xmlns:a16="http://schemas.microsoft.com/office/drawing/2014/main" id="{4F13DD30-AC8C-5BAF-7D9E-17F37BF14CB1}"/>
                </a:ext>
              </a:extLst>
            </p:cNvPr>
            <p:cNvSpPr/>
            <p:nvPr userDrawn="1"/>
          </p:nvSpPr>
          <p:spPr>
            <a:xfrm>
              <a:off x="12850231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ounded Rectangle 217">
              <a:extLst>
                <a:ext uri="{FF2B5EF4-FFF2-40B4-BE49-F238E27FC236}">
                  <a16:creationId xmlns:a16="http://schemas.microsoft.com/office/drawing/2014/main" id="{E2AEF98F-B06C-F55B-CA49-DD758CEA97A3}"/>
                </a:ext>
              </a:extLst>
            </p:cNvPr>
            <p:cNvSpPr/>
            <p:nvPr userDrawn="1"/>
          </p:nvSpPr>
          <p:spPr>
            <a:xfrm>
              <a:off x="13112625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186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ounded Rectangle 218">
              <a:extLst>
                <a:ext uri="{FF2B5EF4-FFF2-40B4-BE49-F238E27FC236}">
                  <a16:creationId xmlns:a16="http://schemas.microsoft.com/office/drawing/2014/main" id="{7D56B7A7-845C-60E2-31FD-20ABDD7B2125}"/>
                </a:ext>
              </a:extLst>
            </p:cNvPr>
            <p:cNvSpPr/>
            <p:nvPr userDrawn="1"/>
          </p:nvSpPr>
          <p:spPr>
            <a:xfrm>
              <a:off x="13375018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DF68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219">
              <a:extLst>
                <a:ext uri="{FF2B5EF4-FFF2-40B4-BE49-F238E27FC236}">
                  <a16:creationId xmlns:a16="http://schemas.microsoft.com/office/drawing/2014/main" id="{4A15EBF2-1689-F73E-531A-974E9DD60DCB}"/>
                </a:ext>
              </a:extLst>
            </p:cNvPr>
            <p:cNvSpPr txBox="1"/>
            <p:nvPr userDrawn="1"/>
          </p:nvSpPr>
          <p:spPr>
            <a:xfrm>
              <a:off x="12207792" y="1974299"/>
              <a:ext cx="7200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GREY TONES</a:t>
              </a:r>
            </a:p>
          </p:txBody>
        </p:sp>
        <p:sp>
          <p:nvSpPr>
            <p:cNvPr id="73" name="TextBox 220">
              <a:extLst>
                <a:ext uri="{FF2B5EF4-FFF2-40B4-BE49-F238E27FC236}">
                  <a16:creationId xmlns:a16="http://schemas.microsoft.com/office/drawing/2014/main" id="{83FD25DF-A8C4-97E8-16EE-50D23B1DB381}"/>
                </a:ext>
              </a:extLst>
            </p:cNvPr>
            <p:cNvSpPr txBox="1"/>
            <p:nvPr userDrawn="1"/>
          </p:nvSpPr>
          <p:spPr>
            <a:xfrm>
              <a:off x="12207792" y="2430257"/>
              <a:ext cx="12538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BRAND IDENTITY COLORS</a:t>
              </a:r>
            </a:p>
          </p:txBody>
        </p:sp>
        <p:sp>
          <p:nvSpPr>
            <p:cNvPr id="74" name="TextBox 222">
              <a:extLst>
                <a:ext uri="{FF2B5EF4-FFF2-40B4-BE49-F238E27FC236}">
                  <a16:creationId xmlns:a16="http://schemas.microsoft.com/office/drawing/2014/main" id="{4F150177-1E56-683E-55ED-3CCF98AA4117}"/>
                </a:ext>
              </a:extLst>
            </p:cNvPr>
            <p:cNvSpPr txBox="1"/>
            <p:nvPr userDrawn="1"/>
          </p:nvSpPr>
          <p:spPr>
            <a:xfrm>
              <a:off x="12207792" y="4531335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GRADIENTS</a:t>
              </a:r>
            </a:p>
          </p:txBody>
        </p:sp>
        <p:sp>
          <p:nvSpPr>
            <p:cNvPr id="75" name="TextBox 223">
              <a:extLst>
                <a:ext uri="{FF2B5EF4-FFF2-40B4-BE49-F238E27FC236}">
                  <a16:creationId xmlns:a16="http://schemas.microsoft.com/office/drawing/2014/main" id="{762DD877-F163-49C0-9F2B-CE9A7CBD3D92}"/>
                </a:ext>
              </a:extLst>
            </p:cNvPr>
            <p:cNvSpPr txBox="1"/>
            <p:nvPr userDrawn="1"/>
          </p:nvSpPr>
          <p:spPr>
            <a:xfrm>
              <a:off x="12207792" y="5252309"/>
              <a:ext cx="116891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TRAFFIC LIGHT COLORS</a:t>
              </a:r>
            </a:p>
          </p:txBody>
        </p:sp>
        <p:pic>
          <p:nvPicPr>
            <p:cNvPr id="76" name="Picture 2" descr="color picker&quot; Icon - Download for free – Iconduck">
              <a:extLst>
                <a:ext uri="{FF2B5EF4-FFF2-40B4-BE49-F238E27FC236}">
                  <a16:creationId xmlns:a16="http://schemas.microsoft.com/office/drawing/2014/main" id="{DF8BA090-A25D-2EE1-1A71-E7DB99333FF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43048" y="1646506"/>
              <a:ext cx="178747" cy="178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879CA836-68ED-E044-092E-BF8651058649}"/>
                </a:ext>
              </a:extLst>
            </p:cNvPr>
            <p:cNvGrpSpPr/>
            <p:nvPr userDrawn="1"/>
          </p:nvGrpSpPr>
          <p:grpSpPr>
            <a:xfrm>
              <a:off x="12301425" y="3311063"/>
              <a:ext cx="1288114" cy="238539"/>
              <a:chOff x="12298208" y="5356993"/>
              <a:chExt cx="1288114" cy="238539"/>
            </a:xfrm>
          </p:grpSpPr>
          <p:sp>
            <p:nvSpPr>
              <p:cNvPr id="157" name="Rounded Rectangle 192">
                <a:extLst>
                  <a:ext uri="{FF2B5EF4-FFF2-40B4-BE49-F238E27FC236}">
                    <a16:creationId xmlns:a16="http://schemas.microsoft.com/office/drawing/2014/main" id="{F993CC58-58CA-2456-419A-28263CD7BB8F}"/>
                  </a:ext>
                </a:extLst>
              </p:cNvPr>
              <p:cNvSpPr/>
              <p:nvPr userDrawn="1"/>
            </p:nvSpPr>
            <p:spPr>
              <a:xfrm>
                <a:off x="12298208" y="5356993"/>
                <a:ext cx="238539" cy="238539"/>
              </a:xfrm>
              <a:prstGeom prst="roundRect">
                <a:avLst/>
              </a:prstGeom>
              <a:solidFill>
                <a:srgbClr val="1416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158" name="Rounded Rectangle 192">
                <a:extLst>
                  <a:ext uri="{FF2B5EF4-FFF2-40B4-BE49-F238E27FC236}">
                    <a16:creationId xmlns:a16="http://schemas.microsoft.com/office/drawing/2014/main" id="{A67E78A3-0778-9F29-B935-C89976310177}"/>
                  </a:ext>
                </a:extLst>
              </p:cNvPr>
              <p:cNvSpPr/>
              <p:nvPr userDrawn="1"/>
            </p:nvSpPr>
            <p:spPr>
              <a:xfrm>
                <a:off x="12403166" y="5356993"/>
                <a:ext cx="238539" cy="238539"/>
              </a:xfrm>
              <a:prstGeom prst="roundRect">
                <a:avLst/>
              </a:prstGeom>
              <a:solidFill>
                <a:srgbClr val="37302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159" name="Rounded Rectangle 192">
                <a:extLst>
                  <a:ext uri="{FF2B5EF4-FFF2-40B4-BE49-F238E27FC236}">
                    <a16:creationId xmlns:a16="http://schemas.microsoft.com/office/drawing/2014/main" id="{7653AA1D-C39A-A623-4D3B-538509434DB1}"/>
                  </a:ext>
                </a:extLst>
              </p:cNvPr>
              <p:cNvSpPr/>
              <p:nvPr userDrawn="1"/>
            </p:nvSpPr>
            <p:spPr>
              <a:xfrm>
                <a:off x="12508124" y="5356993"/>
                <a:ext cx="238539" cy="238539"/>
              </a:xfrm>
              <a:prstGeom prst="roundRect">
                <a:avLst/>
              </a:prstGeom>
              <a:solidFill>
                <a:srgbClr val="6152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160" name="Rounded Rectangle 192">
                <a:extLst>
                  <a:ext uri="{FF2B5EF4-FFF2-40B4-BE49-F238E27FC236}">
                    <a16:creationId xmlns:a16="http://schemas.microsoft.com/office/drawing/2014/main" id="{55D8BDCD-C25B-7886-9130-72592531F970}"/>
                  </a:ext>
                </a:extLst>
              </p:cNvPr>
              <p:cNvSpPr/>
              <p:nvPr userDrawn="1"/>
            </p:nvSpPr>
            <p:spPr>
              <a:xfrm>
                <a:off x="12613082" y="5356993"/>
                <a:ext cx="238539" cy="238539"/>
              </a:xfrm>
              <a:prstGeom prst="roundRect">
                <a:avLst/>
              </a:prstGeom>
              <a:solidFill>
                <a:srgbClr val="967B2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161" name="Rounded Rectangle 192">
                <a:extLst>
                  <a:ext uri="{FF2B5EF4-FFF2-40B4-BE49-F238E27FC236}">
                    <a16:creationId xmlns:a16="http://schemas.microsoft.com/office/drawing/2014/main" id="{B8FDA659-633D-A288-BEDE-927F2ADAA3AB}"/>
                  </a:ext>
                </a:extLst>
              </p:cNvPr>
              <p:cNvSpPr/>
              <p:nvPr userDrawn="1"/>
            </p:nvSpPr>
            <p:spPr>
              <a:xfrm>
                <a:off x="12718040" y="5356993"/>
                <a:ext cx="238539" cy="238539"/>
              </a:xfrm>
              <a:prstGeom prst="roundRect">
                <a:avLst/>
              </a:prstGeom>
              <a:solidFill>
                <a:srgbClr val="D7AE1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164" name="Rounded Rectangle 192">
                <a:extLst>
                  <a:ext uri="{FF2B5EF4-FFF2-40B4-BE49-F238E27FC236}">
                    <a16:creationId xmlns:a16="http://schemas.microsoft.com/office/drawing/2014/main" id="{F5F9A153-09FD-30C6-88AF-87F80EC600BA}"/>
                  </a:ext>
                </a:extLst>
              </p:cNvPr>
              <p:cNvSpPr/>
              <p:nvPr userDrawn="1"/>
            </p:nvSpPr>
            <p:spPr>
              <a:xfrm>
                <a:off x="13347783" y="5356993"/>
                <a:ext cx="238539" cy="238539"/>
              </a:xfrm>
              <a:prstGeom prst="roundRect">
                <a:avLst/>
              </a:prstGeom>
              <a:solidFill>
                <a:srgbClr val="F8EB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171" name="Rounded Rectangle 192">
                <a:extLst>
                  <a:ext uri="{FF2B5EF4-FFF2-40B4-BE49-F238E27FC236}">
                    <a16:creationId xmlns:a16="http://schemas.microsoft.com/office/drawing/2014/main" id="{B7873913-C7E2-2303-9072-56FA55830009}"/>
                  </a:ext>
                </a:extLst>
              </p:cNvPr>
              <p:cNvSpPr/>
              <p:nvPr userDrawn="1"/>
            </p:nvSpPr>
            <p:spPr>
              <a:xfrm>
                <a:off x="13242830" y="5356993"/>
                <a:ext cx="238539" cy="238539"/>
              </a:xfrm>
              <a:prstGeom prst="roundRect">
                <a:avLst/>
              </a:prstGeom>
              <a:solidFill>
                <a:srgbClr val="F8E39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174" name="Rounded Rectangle 192">
                <a:extLst>
                  <a:ext uri="{FF2B5EF4-FFF2-40B4-BE49-F238E27FC236}">
                    <a16:creationId xmlns:a16="http://schemas.microsoft.com/office/drawing/2014/main" id="{F21ACD13-F33D-2338-B166-B265A58E000A}"/>
                  </a:ext>
                </a:extLst>
              </p:cNvPr>
              <p:cNvSpPr/>
              <p:nvPr userDrawn="1"/>
            </p:nvSpPr>
            <p:spPr>
              <a:xfrm>
                <a:off x="13137872" y="5356993"/>
                <a:ext cx="238539" cy="238539"/>
              </a:xfrm>
              <a:prstGeom prst="roundRect">
                <a:avLst/>
              </a:prstGeom>
              <a:solidFill>
                <a:srgbClr val="F8DB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175" name="Rounded Rectangle 192">
                <a:extLst>
                  <a:ext uri="{FF2B5EF4-FFF2-40B4-BE49-F238E27FC236}">
                    <a16:creationId xmlns:a16="http://schemas.microsoft.com/office/drawing/2014/main" id="{ED37EB85-248C-AAF4-5A6A-FB10B7F64600}"/>
                  </a:ext>
                </a:extLst>
              </p:cNvPr>
              <p:cNvSpPr/>
              <p:nvPr userDrawn="1"/>
            </p:nvSpPr>
            <p:spPr>
              <a:xfrm>
                <a:off x="13032914" y="5356993"/>
                <a:ext cx="238539" cy="238539"/>
              </a:xfrm>
              <a:prstGeom prst="roundRect">
                <a:avLst/>
              </a:prstGeom>
              <a:solidFill>
                <a:srgbClr val="F7D55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176" name="Rounded Rectangle 192">
                <a:extLst>
                  <a:ext uri="{FF2B5EF4-FFF2-40B4-BE49-F238E27FC236}">
                    <a16:creationId xmlns:a16="http://schemas.microsoft.com/office/drawing/2014/main" id="{8DC91DB4-2566-7C71-8BE3-EAA149BEF36E}"/>
                  </a:ext>
                </a:extLst>
              </p:cNvPr>
              <p:cNvSpPr/>
              <p:nvPr userDrawn="1"/>
            </p:nvSpPr>
            <p:spPr>
              <a:xfrm>
                <a:off x="12927956" y="5356993"/>
                <a:ext cx="238539" cy="238539"/>
              </a:xfrm>
              <a:prstGeom prst="roundRect">
                <a:avLst/>
              </a:prstGeom>
              <a:solidFill>
                <a:srgbClr val="FAD3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177" name="Rounded Rectangle 192">
                <a:extLst>
                  <a:ext uri="{FF2B5EF4-FFF2-40B4-BE49-F238E27FC236}">
                    <a16:creationId xmlns:a16="http://schemas.microsoft.com/office/drawing/2014/main" id="{5B2250DE-B47C-DE83-2A84-09EACF752A95}"/>
                  </a:ext>
                </a:extLst>
              </p:cNvPr>
              <p:cNvSpPr/>
              <p:nvPr userDrawn="1"/>
            </p:nvSpPr>
            <p:spPr>
              <a:xfrm>
                <a:off x="12822998" y="5356993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78" name="TextBox 220">
              <a:extLst>
                <a:ext uri="{FF2B5EF4-FFF2-40B4-BE49-F238E27FC236}">
                  <a16:creationId xmlns:a16="http://schemas.microsoft.com/office/drawing/2014/main" id="{B584D808-91BB-7BCD-9C3E-5F6058E4E2AF}"/>
                </a:ext>
              </a:extLst>
            </p:cNvPr>
            <p:cNvSpPr txBox="1"/>
            <p:nvPr userDrawn="1"/>
          </p:nvSpPr>
          <p:spPr>
            <a:xfrm>
              <a:off x="12207792" y="2884595"/>
              <a:ext cx="15552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MAIN COLORS – COLOR GRADES</a:t>
              </a:r>
            </a:p>
          </p:txBody>
        </p:sp>
        <p:grpSp>
          <p:nvGrpSpPr>
            <p:cNvPr id="79" name="Groep 78">
              <a:extLst>
                <a:ext uri="{FF2B5EF4-FFF2-40B4-BE49-F238E27FC236}">
                  <a16:creationId xmlns:a16="http://schemas.microsoft.com/office/drawing/2014/main" id="{AD2A4754-1E4F-4068-2170-DFBC5D3316F6}"/>
                </a:ext>
              </a:extLst>
            </p:cNvPr>
            <p:cNvGrpSpPr/>
            <p:nvPr userDrawn="1"/>
          </p:nvGrpSpPr>
          <p:grpSpPr>
            <a:xfrm>
              <a:off x="12301425" y="4952389"/>
              <a:ext cx="238539" cy="238539"/>
              <a:chOff x="12301425" y="4952389"/>
              <a:chExt cx="238539" cy="238539"/>
            </a:xfrm>
          </p:grpSpPr>
          <p:sp>
            <p:nvSpPr>
              <p:cNvPr id="155" name="Vrije vorm 154">
                <a:extLst>
                  <a:ext uri="{FF2B5EF4-FFF2-40B4-BE49-F238E27FC236}">
                    <a16:creationId xmlns:a16="http://schemas.microsoft.com/office/drawing/2014/main" id="{532D1363-26B6-F938-D22C-D85CDE9B8657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6" name="Vrije vorm 155">
                <a:extLst>
                  <a:ext uri="{FF2B5EF4-FFF2-40B4-BE49-F238E27FC236}">
                    <a16:creationId xmlns:a16="http://schemas.microsoft.com/office/drawing/2014/main" id="{AD2EDC69-F434-FEFE-DED5-EAC10B2F6FD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E88C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0" name="Groep 79">
              <a:extLst>
                <a:ext uri="{FF2B5EF4-FFF2-40B4-BE49-F238E27FC236}">
                  <a16:creationId xmlns:a16="http://schemas.microsoft.com/office/drawing/2014/main" id="{43A159D0-3A59-0104-1C93-27959CC49CA9}"/>
                </a:ext>
              </a:extLst>
            </p:cNvPr>
            <p:cNvGrpSpPr/>
            <p:nvPr userDrawn="1"/>
          </p:nvGrpSpPr>
          <p:grpSpPr>
            <a:xfrm>
              <a:off x="12563819" y="4952389"/>
              <a:ext cx="238539" cy="238539"/>
              <a:chOff x="12301425" y="4952389"/>
              <a:chExt cx="238539" cy="238539"/>
            </a:xfrm>
          </p:grpSpPr>
          <p:sp>
            <p:nvSpPr>
              <p:cNvPr id="148" name="Vrije vorm 147">
                <a:extLst>
                  <a:ext uri="{FF2B5EF4-FFF2-40B4-BE49-F238E27FC236}">
                    <a16:creationId xmlns:a16="http://schemas.microsoft.com/office/drawing/2014/main" id="{3FE35D56-0BBE-9C75-BD0D-254A011F45CB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00215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4" name="Vrije vorm 153">
                <a:extLst>
                  <a:ext uri="{FF2B5EF4-FFF2-40B4-BE49-F238E27FC236}">
                    <a16:creationId xmlns:a16="http://schemas.microsoft.com/office/drawing/2014/main" id="{A1AE8FAA-D517-EE1D-BC44-E771B569D42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1" name="Groep 80">
              <a:extLst>
                <a:ext uri="{FF2B5EF4-FFF2-40B4-BE49-F238E27FC236}">
                  <a16:creationId xmlns:a16="http://schemas.microsoft.com/office/drawing/2014/main" id="{964AABD8-3BED-C343-6EA4-A3AFFC623BE5}"/>
                </a:ext>
              </a:extLst>
            </p:cNvPr>
            <p:cNvGrpSpPr/>
            <p:nvPr userDrawn="1"/>
          </p:nvGrpSpPr>
          <p:grpSpPr>
            <a:xfrm>
              <a:off x="12826213" y="4952389"/>
              <a:ext cx="238539" cy="238539"/>
              <a:chOff x="12301425" y="4952389"/>
              <a:chExt cx="238539" cy="238539"/>
            </a:xfrm>
          </p:grpSpPr>
          <p:sp>
            <p:nvSpPr>
              <p:cNvPr id="88" name="Vrije vorm 87">
                <a:extLst>
                  <a:ext uri="{FF2B5EF4-FFF2-40B4-BE49-F238E27FC236}">
                    <a16:creationId xmlns:a16="http://schemas.microsoft.com/office/drawing/2014/main" id="{CF408804-496A-4CEF-6352-5ED21F535C7A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9" name="Vrije vorm 88">
                <a:extLst>
                  <a:ext uri="{FF2B5EF4-FFF2-40B4-BE49-F238E27FC236}">
                    <a16:creationId xmlns:a16="http://schemas.microsoft.com/office/drawing/2014/main" id="{8D4DE3F5-B0B2-DCBB-0720-888ABA857B1F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DF67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2" name="Groep 81">
              <a:extLst>
                <a:ext uri="{FF2B5EF4-FFF2-40B4-BE49-F238E27FC236}">
                  <a16:creationId xmlns:a16="http://schemas.microsoft.com/office/drawing/2014/main" id="{AACF694F-9A3B-50EF-7841-C1F2EA0B1B70}"/>
                </a:ext>
              </a:extLst>
            </p:cNvPr>
            <p:cNvGrpSpPr/>
            <p:nvPr userDrawn="1"/>
          </p:nvGrpSpPr>
          <p:grpSpPr>
            <a:xfrm>
              <a:off x="13088607" y="4952389"/>
              <a:ext cx="238539" cy="238539"/>
              <a:chOff x="12301425" y="4952389"/>
              <a:chExt cx="238539" cy="238539"/>
            </a:xfrm>
          </p:grpSpPr>
          <p:sp>
            <p:nvSpPr>
              <p:cNvPr id="86" name="Vrije vorm 85">
                <a:extLst>
                  <a:ext uri="{FF2B5EF4-FFF2-40B4-BE49-F238E27FC236}">
                    <a16:creationId xmlns:a16="http://schemas.microsoft.com/office/drawing/2014/main" id="{7B74DFF1-5E09-B811-88D1-9B54957539EC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C7CD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7" name="Vrije vorm 86">
                <a:extLst>
                  <a:ext uri="{FF2B5EF4-FFF2-40B4-BE49-F238E27FC236}">
                    <a16:creationId xmlns:a16="http://schemas.microsoft.com/office/drawing/2014/main" id="{CE6419B6-B15D-1FE3-CE6C-28FC30953400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FBDE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AD7F2593-8F27-9D4E-266E-1AB2FF9361C3}"/>
                </a:ext>
              </a:extLst>
            </p:cNvPr>
            <p:cNvGrpSpPr/>
            <p:nvPr userDrawn="1"/>
          </p:nvGrpSpPr>
          <p:grpSpPr>
            <a:xfrm>
              <a:off x="13351000" y="4952389"/>
              <a:ext cx="238539" cy="238539"/>
              <a:chOff x="12301425" y="4952389"/>
              <a:chExt cx="238539" cy="238539"/>
            </a:xfrm>
          </p:grpSpPr>
          <p:sp>
            <p:nvSpPr>
              <p:cNvPr id="84" name="Vrije vorm 83">
                <a:extLst>
                  <a:ext uri="{FF2B5EF4-FFF2-40B4-BE49-F238E27FC236}">
                    <a16:creationId xmlns:a16="http://schemas.microsoft.com/office/drawing/2014/main" id="{6DCC535E-7254-C522-301C-D26974CE165D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93D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5" name="Vrije vorm 84">
                <a:extLst>
                  <a:ext uri="{FF2B5EF4-FFF2-40B4-BE49-F238E27FC236}">
                    <a16:creationId xmlns:a16="http://schemas.microsoft.com/office/drawing/2014/main" id="{29C2DACA-3E2D-64DB-DCDB-AB641F33D906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00B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</p:grpSp>
      <p:sp>
        <p:nvSpPr>
          <p:cNvPr id="91" name="Footer Placeholder 4">
            <a:extLst>
              <a:ext uri="{FF2B5EF4-FFF2-40B4-BE49-F238E27FC236}">
                <a16:creationId xmlns:a16="http://schemas.microsoft.com/office/drawing/2014/main" id="{4B43F158-1CF1-84A8-C697-55A7D273A919}"/>
              </a:ext>
            </a:extLst>
          </p:cNvPr>
          <p:cNvSpPr txBox="1">
            <a:spLocks/>
          </p:cNvSpPr>
          <p:nvPr userDrawn="1"/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4373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F8C716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  <p15:guide id="2" pos="98">
          <p15:clr>
            <a:srgbClr val="F26B43"/>
          </p15:clr>
        </p15:guide>
        <p15:guide id="3" pos="234">
          <p15:clr>
            <a:srgbClr val="5ACBF0"/>
          </p15:clr>
        </p15:guide>
        <p15:guide id="4" orient="horz" pos="4024">
          <p15:clr>
            <a:srgbClr val="F26B43"/>
          </p15:clr>
        </p15:guide>
        <p15:guide id="5" pos="7582">
          <p15:clr>
            <a:srgbClr val="F26B43"/>
          </p15:clr>
        </p15:guide>
        <p15:guide id="6" orient="horz" pos="3941">
          <p15:clr>
            <a:srgbClr val="5ACBF0"/>
          </p15:clr>
        </p15:guide>
        <p15:guide id="7" pos="744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emf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CUSTOMER_NAME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0" dirty="0"/>
              <a:t>NPR 5333 </a:t>
            </a:r>
            <a:r>
              <a:rPr lang="nl-NL" b="0" noProof="1"/>
              <a:t>rapportage</a:t>
            </a:r>
            <a:endParaRPr lang="en-US" b="0" dirty="0"/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nl-NL" dirty="0" err="1"/>
              <a:t>Confidential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18671C5-F042-037A-74D6-4C34BE22CC2D}"/>
              </a:ext>
            </a:extLst>
          </p:cNvPr>
          <p:cNvSpPr/>
          <p:nvPr/>
        </p:nvSpPr>
        <p:spPr>
          <a:xfrm>
            <a:off x="661616" y="2961823"/>
            <a:ext cx="10867079" cy="2905513"/>
          </a:xfrm>
          <a:prstGeom prst="rect">
            <a:avLst/>
          </a:prstGeom>
          <a:solidFill>
            <a:srgbClr val="F008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PORTFOLIO_PERIOD_MAINTAINABILITY</a:t>
            </a:r>
            <a:r>
              <a:rPr lang="en-US" sz="1600" dirty="0">
                <a:solidFill>
                  <a:schemeClr val="bg1"/>
                </a:solidFill>
              </a:rPr>
              <a:t>_GROUPED_BY_TEAM</a:t>
            </a:r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A601DF-C4A8-2D87-FD83-478449C523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012217" cy="228209"/>
          </a:xfrm>
        </p:spPr>
        <p:txBody>
          <a:bodyPr/>
          <a:lstStyle/>
          <a:p>
            <a:r>
              <a:rPr lang="en-GB" dirty="0"/>
              <a:t>Portfolio trends – Maintainability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6C63DE-00A7-4FC0-4AEC-0B46C34CBF3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lIns="90000" tIns="46800" rIns="90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900" b="0" kern="1200" cap="none" spc="0" baseline="0" dirty="0">
                <a:solidFill>
                  <a:srgbClr val="0B54E6"/>
                </a:solidFill>
                <a:latin typeface="Azeret Mono" pitchFamily="2" charset="77"/>
                <a:ea typeface="+mn-ea"/>
                <a:cs typeface="Azeret Mono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973F4-BD90-5319-109B-46FFDE9337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0EF4FCE-16C7-AAE8-D773-A8EA6186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PORTFOLIO_PERIOD_MAINT_SHORT_SUMMARY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1B8A7248-F03C-088E-C008-987A5B232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7565" y="5907042"/>
            <a:ext cx="371130" cy="20655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6CDA2AA-8345-4B77-9D19-3B6B6B682D67}"/>
              </a:ext>
            </a:extLst>
          </p:cNvPr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0D9E6FA-490C-7A76-F042-C6CBE8EC8CC9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FCC85E8-4CEE-1443-5223-4D50EF704863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C9B90DD7-4FB9-2883-E7AE-08032D550C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CB124ED-E704-12AA-C864-811D9D5670BD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C0E027F-C043-85D4-8A7D-8FB2639DA35A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321A6AD1-50D4-60BA-DA82-432C012CDE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6D7359A-F9B0-6788-C6F6-1FD4C4F59016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A42E839-1AC6-A973-B2D6-FE03C7A2EAAD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574C697C-D5E2-1EC6-E364-0363EB8D95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46AB6F5-8F91-2462-9FB2-89399076ED14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1B966A2-CD6E-43B3-1B35-574D340193AB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EBB239A8-7183-B922-0F96-5ECD20AD38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8E13405-55E4-337C-0075-F5940C9366AF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B9F2CE7-8B0B-523F-B2D6-B2F5B8E1AF5C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B9C71E9A-6525-560E-1410-76D0C3A629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8E06C3-DD1E-DA61-E312-484DB2CB23C8}"/>
              </a:ext>
            </a:extLst>
          </p:cNvPr>
          <p:cNvSpPr txBox="1">
            <a:spLocks/>
          </p:cNvSpPr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845"/>
            <a:r>
              <a:rPr lang="en-US" dirty="0"/>
              <a:t>The average maintainability rating for the portfolio is PORTFOLIO_MAINT_AVG_RATING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PORTFOLIO_MAINT_ABOVE_MARKET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PORTFOLIO_MAINT_MARKET_AVERAGE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PORTFOLIO_MAINT_BELOW_MARKET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53497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DD908C-8690-F25E-621E-BA91971FCA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</p:spPr>
        <p:txBody>
          <a:bodyPr/>
          <a:lstStyle/>
          <a:p>
            <a:r>
              <a:rPr lang="en-US"/>
              <a:t>Portfolio trends – Maintainability</a:t>
            </a:r>
            <a:endParaRPr lang="en-US" dirty="0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CCB8DCC3-F66F-678F-F50D-598DB85F85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8399" y="6469694"/>
            <a:ext cx="626400" cy="231923"/>
          </a:xfrm>
        </p:spPr>
        <p:txBody>
          <a:bodyPr/>
          <a:lstStyle/>
          <a:p>
            <a:fld id="{E242BD21-9B61-2246-BCB1-4BE5E1BEBE1C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CAB926-82A1-B092-F316-4902EAC4D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GB"/>
              <a:t>PORTFOLIO_PERIOD_MAINT_SHORT_SUMMARY</a:t>
            </a:r>
            <a:endParaRPr lang="en-US" noProof="0" dirty="0"/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E61F4EF7-95D6-9141-8632-993E0F351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5757" y="6417853"/>
            <a:ext cx="1763922" cy="370422"/>
          </a:xfrm>
        </p:spPr>
        <p:txBody>
          <a:bodyPr/>
          <a:lstStyle/>
          <a:p>
            <a:r>
              <a:rPr lang="nl-NL"/>
              <a:t>Generated with Sigrid</a:t>
            </a:r>
          </a:p>
          <a:p>
            <a:r>
              <a:rPr lang="nl-NL"/>
              <a:t>for CUSTOMER_NAME</a:t>
            </a:r>
            <a:endParaRPr lang="nl-N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2C3C6B-FDFF-1D49-A1BC-305B68E0B083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r>
              <a:rPr lang="en-US" sz="16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B9F2E-1FAA-6147-8D4B-123937F3FA14}"/>
              </a:ext>
            </a:extLst>
          </p:cNvPr>
          <p:cNvSpPr txBox="1"/>
          <p:nvPr/>
        </p:nvSpPr>
        <p:spPr>
          <a:xfrm rot="16200000">
            <a:off x="-41294" y="3636790"/>
            <a:ext cx="11818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CA2804-3BBC-1243-B252-3606CEE166D1}"/>
              </a:ext>
            </a:extLst>
          </p:cNvPr>
          <p:cNvSpPr txBox="1"/>
          <p:nvPr/>
        </p:nvSpPr>
        <p:spPr>
          <a:xfrm>
            <a:off x="5449035" y="5901169"/>
            <a:ext cx="27832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System rebuild volume in person years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40947C-5676-1242-AEC0-87071DBECADF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24D10E-589B-A645-A73D-2DF5671E5BCE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719D613-2D86-324E-B31C-9B74807540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560" y="1842711"/>
            <a:ext cx="9781201" cy="3899777"/>
          </a:xfrm>
          <a:prstGeom prst="rect">
            <a:avLst/>
          </a:prstGeom>
        </p:spPr>
      </p:pic>
      <p:graphicFrame>
        <p:nvGraphicFramePr>
          <p:cNvPr id="25" name="PORTFOLIO_GALAXY_CHART">
            <a:extLst>
              <a:ext uri="{FF2B5EF4-FFF2-40B4-BE49-F238E27FC236}">
                <a16:creationId xmlns:a16="http://schemas.microsoft.com/office/drawing/2014/main" id="{71473021-ED8B-E048-AE80-928BC05FB04C}"/>
              </a:ext>
            </a:extLst>
          </p:cNvPr>
          <p:cNvGraphicFramePr/>
          <p:nvPr/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4FC400F9-4DE2-8F42-8C2D-4150A26F3F2C}"/>
              </a:ext>
            </a:extLst>
          </p:cNvPr>
          <p:cNvGrpSpPr/>
          <p:nvPr/>
        </p:nvGrpSpPr>
        <p:grpSpPr>
          <a:xfrm>
            <a:off x="5118606" y="1363956"/>
            <a:ext cx="3444121" cy="390363"/>
            <a:chOff x="4652159" y="1363956"/>
            <a:chExt cx="344412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5046831-DB71-A940-A48A-8B3192963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6023ED-8DC0-D241-985A-9479E28D34EC}"/>
                </a:ext>
              </a:extLst>
            </p:cNvPr>
            <p:cNvSpPr txBox="1"/>
            <p:nvPr/>
          </p:nvSpPr>
          <p:spPr>
            <a:xfrm>
              <a:off x="4987587" y="1363956"/>
              <a:ext cx="310869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chemeClr val="bg1"/>
                  </a:solidFill>
                  <a:latin typeface="☞NOIR PRO MEDIUM" pitchFamily="2" charset="0"/>
                </a:rPr>
                <a:t>maintainability benchmark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66B7EB-EB40-8F4F-BFE2-14F8A482C1E9}"/>
              </a:ext>
            </a:extLst>
          </p:cNvPr>
          <p:cNvGrpSpPr/>
          <p:nvPr/>
        </p:nvGrpSpPr>
        <p:grpSpPr>
          <a:xfrm>
            <a:off x="1894777" y="5911258"/>
            <a:ext cx="1800067" cy="289438"/>
            <a:chOff x="1894777" y="5954803"/>
            <a:chExt cx="1800067" cy="28943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F1D2BB0-4FB7-FD48-9491-1CC2359747A2}"/>
                </a:ext>
              </a:extLst>
            </p:cNvPr>
            <p:cNvSpPr/>
            <p:nvPr/>
          </p:nvSpPr>
          <p:spPr>
            <a:xfrm>
              <a:off x="1894777" y="6061515"/>
              <a:ext cx="79513" cy="79513"/>
            </a:xfrm>
            <a:prstGeom prst="ellipse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D5F066-D653-7244-8E79-CAE5026508C0}"/>
                </a:ext>
              </a:extLst>
            </p:cNvPr>
            <p:cNvSpPr txBox="1"/>
            <p:nvPr/>
          </p:nvSpPr>
          <p:spPr>
            <a:xfrm>
              <a:off x="1934534" y="5954803"/>
              <a:ext cx="176031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noProof="0" dirty="0">
                  <a:solidFill>
                    <a:schemeClr val="bg1"/>
                  </a:solidFill>
                </a:rPr>
                <a:t>System in SIG benchmark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9317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A89BA-BF9E-A8B6-7C35-A3B55C4AF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_Background_Gradient">
            <a:extLst>
              <a:ext uri="{FF2B5EF4-FFF2-40B4-BE49-F238E27FC236}">
                <a16:creationId xmlns:a16="http://schemas.microsoft.com/office/drawing/2014/main" id="{F08C2B6E-1C8C-9EA5-133B-FE74969B7284}"/>
              </a:ext>
            </a:extLst>
          </p:cNvPr>
          <p:cNvSpPr/>
          <p:nvPr/>
        </p:nvSpPr>
        <p:spPr>
          <a:xfrm>
            <a:off x="1899109" y="1830099"/>
            <a:ext cx="9603130" cy="3767210"/>
          </a:xfrm>
          <a:prstGeom prst="rect">
            <a:avLst/>
          </a:prstGeom>
          <a:gradFill flip="none" rotWithShape="1">
            <a:gsLst>
              <a:gs pos="100000">
                <a:srgbClr val="C00000"/>
              </a:gs>
              <a:gs pos="0">
                <a:srgbClr val="2A963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3EF4555-AC0C-3452-FCC9-DA22A37D17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7EE9EED2-E84E-603B-F0C0-E070E9F15EE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8399" y="6469694"/>
            <a:ext cx="626400" cy="231923"/>
          </a:xfrm>
        </p:spPr>
        <p:txBody>
          <a:bodyPr/>
          <a:lstStyle/>
          <a:p>
            <a:fld id="{E242BD21-9B61-2246-BCB1-4BE5E1BEBE1C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8C39F84-019E-3370-01B1-47C1DF915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US" dirty="0"/>
              <a:t>Security</a:t>
            </a:r>
            <a:endParaRPr lang="en-US" noProof="0" dirty="0"/>
          </a:p>
        </p:txBody>
      </p:sp>
      <p:sp>
        <p:nvSpPr>
          <p:cNvPr id="6" name="Tijdelijke aanduiding voor voettekst 14">
            <a:extLst>
              <a:ext uri="{FF2B5EF4-FFF2-40B4-BE49-F238E27FC236}">
                <a16:creationId xmlns:a16="http://schemas.microsoft.com/office/drawing/2014/main" id="{CDCF9CD6-4CCD-999D-F9B1-B45CF1A2F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5757" y="6417853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323BEC-DE67-6C9E-8C91-5ED5AB83A4C6}"/>
              </a:ext>
            </a:extLst>
          </p:cNvPr>
          <p:cNvSpPr txBox="1"/>
          <p:nvPr/>
        </p:nvSpPr>
        <p:spPr>
          <a:xfrm>
            <a:off x="711225" y="1798115"/>
            <a:ext cx="1040819" cy="365350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B30C34-C9FE-112A-B7E1-89AD835B4964}"/>
              </a:ext>
            </a:extLst>
          </p:cNvPr>
          <p:cNvSpPr txBox="1"/>
          <p:nvPr/>
        </p:nvSpPr>
        <p:spPr>
          <a:xfrm rot="16200000">
            <a:off x="-38082" y="3636822"/>
            <a:ext cx="1175471" cy="27443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Security rating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29F6F0-F956-94DF-6839-E6C09BEC2C49}"/>
              </a:ext>
            </a:extLst>
          </p:cNvPr>
          <p:cNvSpPr txBox="1"/>
          <p:nvPr/>
        </p:nvSpPr>
        <p:spPr>
          <a:xfrm>
            <a:off x="5197375" y="5901169"/>
            <a:ext cx="3286626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dirty="0">
                <a:solidFill>
                  <a:schemeClr val="accent4"/>
                </a:solidFill>
                <a:latin typeface="☞NOIR PRO MEDIUM" pitchFamily="2" charset="0"/>
              </a:rPr>
              <a:t>Aantal open findings </a:t>
            </a:r>
            <a:r>
              <a:rPr lang="en-US" sz="1100" dirty="0" err="1">
                <a:solidFill>
                  <a:schemeClr val="accent4"/>
                </a:solidFill>
                <a:latin typeface="☞NOIR PRO MEDIUM" pitchFamily="2" charset="0"/>
              </a:rPr>
              <a:t>boven</a:t>
            </a:r>
            <a:r>
              <a:rPr lang="en-US" sz="1100" dirty="0">
                <a:solidFill>
                  <a:schemeClr val="accent4"/>
                </a:solidFill>
                <a:latin typeface="☞NOIR PRO MEDIUM" pitchFamily="2" charset="0"/>
              </a:rPr>
              <a:t> </a:t>
            </a:r>
            <a:r>
              <a:rPr lang="en-US" sz="1100" dirty="0" err="1">
                <a:solidFill>
                  <a:schemeClr val="accent4"/>
                </a:solidFill>
                <a:latin typeface="☞NOIR PRO MEDIUM" pitchFamily="2" charset="0"/>
              </a:rPr>
              <a:t>gestelde</a:t>
            </a:r>
            <a:r>
              <a:rPr lang="en-US" sz="1100" dirty="0">
                <a:solidFill>
                  <a:schemeClr val="accent4"/>
                </a:solidFill>
                <a:latin typeface="☞NOIR PRO MEDIUM" pitchFamily="2" charset="0"/>
              </a:rPr>
              <a:t> objective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540CA0E-8C8B-7119-BA17-1661777A4889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5F1B954-7CAC-9B5F-D9EF-EA1772EE7048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447B2F7-F25A-D86A-1746-25AA42E53F08}"/>
              </a:ext>
            </a:extLst>
          </p:cNvPr>
          <p:cNvGrpSpPr/>
          <p:nvPr/>
        </p:nvGrpSpPr>
        <p:grpSpPr>
          <a:xfrm>
            <a:off x="5118606" y="1363956"/>
            <a:ext cx="2264311" cy="390363"/>
            <a:chOff x="4652159" y="1363956"/>
            <a:chExt cx="226431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E798009-2E61-0870-FCFB-0E2337655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100000"/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8CA20B4-CF5E-F173-C5A0-D9E785208068}"/>
                </a:ext>
              </a:extLst>
            </p:cNvPr>
            <p:cNvSpPr txBox="1"/>
            <p:nvPr/>
          </p:nvSpPr>
          <p:spPr>
            <a:xfrm>
              <a:off x="4987587" y="1363956"/>
              <a:ext cx="192888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chemeClr val="bg1"/>
                  </a:solidFill>
                  <a:latin typeface="☞NOIR PRO MEDIUM" pitchFamily="2" charset="0"/>
                </a:rPr>
                <a:t>security scoring</a:t>
              </a:r>
            </a:p>
          </p:txBody>
        </p:sp>
      </p:grpSp>
      <p:graphicFrame>
        <p:nvGraphicFramePr>
          <p:cNvPr id="2" name="PORTFOLIO_SECURITY_SCATTERPLOT">
            <a:extLst>
              <a:ext uri="{FF2B5EF4-FFF2-40B4-BE49-F238E27FC236}">
                <a16:creationId xmlns:a16="http://schemas.microsoft.com/office/drawing/2014/main" id="{76EEC633-9C6E-B93E-81A5-76DA299DE8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8231110"/>
              </p:ext>
            </p:extLst>
          </p:nvPr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292568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8EFCB-CC45-E68E-DB38-D46DEC574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26198F-EA40-32D8-F6B8-E95D520EBB19}"/>
              </a:ext>
            </a:extLst>
          </p:cNvPr>
          <p:cNvSpPr/>
          <p:nvPr/>
        </p:nvSpPr>
        <p:spPr>
          <a:xfrm>
            <a:off x="1899110" y="1983136"/>
            <a:ext cx="9603130" cy="3611880"/>
          </a:xfrm>
          <a:prstGeom prst="rect">
            <a:avLst/>
          </a:prstGeom>
          <a:gradFill flip="none" rotWithShape="1">
            <a:gsLst>
              <a:gs pos="0">
                <a:srgbClr val="FF0000">
                  <a:alpha val="49578"/>
                  <a:lumMod val="50402"/>
                  <a:lumOff val="49598"/>
                </a:srgbClr>
              </a:gs>
              <a:gs pos="49000">
                <a:schemeClr val="accent4">
                  <a:lumMod val="60000"/>
                  <a:lumOff val="40000"/>
                  <a:alpha val="48219"/>
                </a:schemeClr>
              </a:gs>
              <a:gs pos="100000">
                <a:srgbClr val="92D050">
                  <a:lumMod val="51000"/>
                  <a:lumOff val="49000"/>
                  <a:alpha val="48964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9FD0E4E-4C38-E2CB-8AD7-113E2BE335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C3CC7A45-40B7-4B5E-6EF5-40340E0F49C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0D8F7BB-D32B-BF01-16BC-463F3AA8B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</a:t>
            </a:r>
            <a:endParaRPr lang="en-US" noProof="0" dirty="0"/>
          </a:p>
        </p:txBody>
      </p:sp>
      <p:sp>
        <p:nvSpPr>
          <p:cNvPr id="6" name="Tijdelijke aanduiding voor voettekst 14">
            <a:extLst>
              <a:ext uri="{FF2B5EF4-FFF2-40B4-BE49-F238E27FC236}">
                <a16:creationId xmlns:a16="http://schemas.microsoft.com/office/drawing/2014/main" id="{E29BF3F4-80F9-7A42-DBC0-17817FD38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74E0F9-A737-B62C-AD41-38CE0B0AA681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★★★★★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★★★★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BBC3C5-941B-5E57-EEAC-D4C756A9A3F9}"/>
              </a:ext>
            </a:extLst>
          </p:cNvPr>
          <p:cNvSpPr txBox="1"/>
          <p:nvPr/>
        </p:nvSpPr>
        <p:spPr>
          <a:xfrm rot="16200000">
            <a:off x="-38082" y="3636822"/>
            <a:ext cx="1175471" cy="27443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rgbClr val="0A54E7"/>
                </a:solidFill>
                <a:latin typeface="☞NOIR PRO MEDIUM" pitchFamily="2" charset="0"/>
              </a:rPr>
              <a:t>Security rating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D02834-D60B-AE9D-5EAE-4D25768477ED}"/>
              </a:ext>
            </a:extLst>
          </p:cNvPr>
          <p:cNvSpPr txBox="1"/>
          <p:nvPr/>
        </p:nvSpPr>
        <p:spPr>
          <a:xfrm>
            <a:off x="5197390" y="5901169"/>
            <a:ext cx="3286626" cy="27443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rgbClr val="0A54E7"/>
                </a:solidFill>
                <a:latin typeface="☞NOIR PRO MEDIUM" pitchFamily="2" charset="0"/>
              </a:rPr>
              <a:t>Aantal open findings </a:t>
            </a:r>
            <a:r>
              <a:rPr lang="en-US" sz="1100" noProof="0" dirty="0" err="1">
                <a:solidFill>
                  <a:srgbClr val="0A54E7"/>
                </a:solidFill>
                <a:latin typeface="☞NOIR PRO MEDIUM" pitchFamily="2" charset="0"/>
              </a:rPr>
              <a:t>boven</a:t>
            </a:r>
            <a:r>
              <a:rPr lang="en-US" sz="1100" noProof="0" dirty="0">
                <a:solidFill>
                  <a:srgbClr val="0A54E7"/>
                </a:solidFill>
                <a:latin typeface="☞NOIR PRO MEDIUM" pitchFamily="2" charset="0"/>
              </a:rPr>
              <a:t> </a:t>
            </a:r>
            <a:r>
              <a:rPr lang="en-US" sz="1100" noProof="0" dirty="0" err="1">
                <a:solidFill>
                  <a:srgbClr val="0A54E7"/>
                </a:solidFill>
                <a:latin typeface="☞NOIR PRO MEDIUM" pitchFamily="2" charset="0"/>
              </a:rPr>
              <a:t>gestelde</a:t>
            </a:r>
            <a:r>
              <a:rPr lang="en-US" sz="1100" noProof="0" dirty="0">
                <a:solidFill>
                  <a:srgbClr val="0A54E7"/>
                </a:solidFill>
                <a:latin typeface="☞NOIR PRO MEDIUM" pitchFamily="2" charset="0"/>
              </a:rPr>
              <a:t> objective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EDA4A48-5A63-123D-800E-FBB27FB46C0C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F4A872D-8154-83DD-8D0C-3C74BD26FEF9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D273BCC-6B1D-4261-24DD-B1423252E371}"/>
              </a:ext>
            </a:extLst>
          </p:cNvPr>
          <p:cNvGrpSpPr/>
          <p:nvPr/>
        </p:nvGrpSpPr>
        <p:grpSpPr>
          <a:xfrm>
            <a:off x="5118606" y="1363956"/>
            <a:ext cx="2264311" cy="390363"/>
            <a:chOff x="4652159" y="1363956"/>
            <a:chExt cx="226431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1E874FB-47F3-BF6A-14E0-8CD7BADE5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F9260F0-EFEC-7BAE-66E5-6655B4ECAABF}"/>
                </a:ext>
              </a:extLst>
            </p:cNvPr>
            <p:cNvSpPr txBox="1"/>
            <p:nvPr/>
          </p:nvSpPr>
          <p:spPr>
            <a:xfrm>
              <a:off x="4987587" y="1363956"/>
              <a:ext cx="192888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rgbClr val="0A54E7"/>
                  </a:solidFill>
                  <a:latin typeface="☞NOIR PRO MEDIUM" pitchFamily="2" charset="0"/>
                </a:rPr>
                <a:t>security scoring</a:t>
              </a:r>
            </a:p>
          </p:txBody>
        </p:sp>
      </p:grpSp>
      <p:graphicFrame>
        <p:nvGraphicFramePr>
          <p:cNvPr id="2" name="PORTFOLIO_SECURITY_SCATTERPLOT">
            <a:extLst>
              <a:ext uri="{FF2B5EF4-FFF2-40B4-BE49-F238E27FC236}">
                <a16:creationId xmlns:a16="http://schemas.microsoft.com/office/drawing/2014/main" id="{AB22CC1D-95CD-41A1-1CB1-0DB0A86584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2896966"/>
              </p:ext>
            </p:extLst>
          </p:nvPr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677745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BE38D-380C-6DDD-28E3-28169401A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_Background_Gradient">
            <a:extLst>
              <a:ext uri="{FF2B5EF4-FFF2-40B4-BE49-F238E27FC236}">
                <a16:creationId xmlns:a16="http://schemas.microsoft.com/office/drawing/2014/main" id="{C20AA57F-6F8B-2024-66D9-D10C2DD934F9}"/>
              </a:ext>
            </a:extLst>
          </p:cNvPr>
          <p:cNvSpPr/>
          <p:nvPr/>
        </p:nvSpPr>
        <p:spPr>
          <a:xfrm>
            <a:off x="1899109" y="1830099"/>
            <a:ext cx="9603130" cy="3767210"/>
          </a:xfrm>
          <a:prstGeom prst="rect">
            <a:avLst/>
          </a:prstGeom>
          <a:gradFill flip="none" rotWithShape="1">
            <a:gsLst>
              <a:gs pos="100000">
                <a:srgbClr val="C00000"/>
              </a:gs>
              <a:gs pos="0">
                <a:srgbClr val="2A963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220437E-8245-3A1C-CBDE-5049BE802D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CAB84567-1862-CF72-49EB-A4006D2591F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08399" y="6469694"/>
            <a:ext cx="626400" cy="231923"/>
          </a:xfrm>
        </p:spPr>
        <p:txBody>
          <a:bodyPr/>
          <a:lstStyle/>
          <a:p>
            <a:fld id="{E242BD21-9B61-2246-BCB1-4BE5E1BEBE1C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9E5186B-30FD-90ED-3D9A-0E9CA2461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US" dirty="0"/>
              <a:t>Reliability</a:t>
            </a:r>
            <a:endParaRPr lang="en-US" noProof="0" dirty="0"/>
          </a:p>
        </p:txBody>
      </p:sp>
      <p:sp>
        <p:nvSpPr>
          <p:cNvPr id="6" name="Tijdelijke aanduiding voor voettekst 14">
            <a:extLst>
              <a:ext uri="{FF2B5EF4-FFF2-40B4-BE49-F238E27FC236}">
                <a16:creationId xmlns:a16="http://schemas.microsoft.com/office/drawing/2014/main" id="{1D65E957-0E2B-B65D-4649-3D778F7838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5757" y="6417853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F9508B-F83B-7FA8-380B-C5F773686869}"/>
              </a:ext>
            </a:extLst>
          </p:cNvPr>
          <p:cNvSpPr txBox="1"/>
          <p:nvPr/>
        </p:nvSpPr>
        <p:spPr>
          <a:xfrm>
            <a:off x="711225" y="1798115"/>
            <a:ext cx="1040819" cy="3653501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50DC67-5BFF-FE1E-8253-F357695FC499}"/>
              </a:ext>
            </a:extLst>
          </p:cNvPr>
          <p:cNvSpPr txBox="1"/>
          <p:nvPr/>
        </p:nvSpPr>
        <p:spPr>
          <a:xfrm rot="16200000">
            <a:off x="-92584" y="3636790"/>
            <a:ext cx="1284475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Reliability rating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CCC99E-81AA-A299-2EB0-161424E822A0}"/>
              </a:ext>
            </a:extLst>
          </p:cNvPr>
          <p:cNvSpPr txBox="1"/>
          <p:nvPr/>
        </p:nvSpPr>
        <p:spPr>
          <a:xfrm>
            <a:off x="5197375" y="5901169"/>
            <a:ext cx="3286626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dirty="0">
                <a:solidFill>
                  <a:schemeClr val="accent4"/>
                </a:solidFill>
                <a:latin typeface="☞NOIR PRO MEDIUM" pitchFamily="2" charset="0"/>
              </a:rPr>
              <a:t>Aantal open findings </a:t>
            </a:r>
            <a:r>
              <a:rPr lang="en-US" sz="1100" dirty="0" err="1">
                <a:solidFill>
                  <a:schemeClr val="accent4"/>
                </a:solidFill>
                <a:latin typeface="☞NOIR PRO MEDIUM" pitchFamily="2" charset="0"/>
              </a:rPr>
              <a:t>boven</a:t>
            </a:r>
            <a:r>
              <a:rPr lang="en-US" sz="1100" dirty="0">
                <a:solidFill>
                  <a:schemeClr val="accent4"/>
                </a:solidFill>
                <a:latin typeface="☞NOIR PRO MEDIUM" pitchFamily="2" charset="0"/>
              </a:rPr>
              <a:t> </a:t>
            </a:r>
            <a:r>
              <a:rPr lang="en-US" sz="1100" dirty="0" err="1">
                <a:solidFill>
                  <a:schemeClr val="accent4"/>
                </a:solidFill>
                <a:latin typeface="☞NOIR PRO MEDIUM" pitchFamily="2" charset="0"/>
              </a:rPr>
              <a:t>gestelde</a:t>
            </a:r>
            <a:r>
              <a:rPr lang="en-US" sz="1100" dirty="0">
                <a:solidFill>
                  <a:schemeClr val="accent4"/>
                </a:solidFill>
                <a:latin typeface="☞NOIR PRO MEDIUM" pitchFamily="2" charset="0"/>
              </a:rPr>
              <a:t> objective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779FCD0-83B3-2897-1612-8145B459AA5D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3428935-C94E-FB82-A2B3-0E6FD693C732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28DC1A0-56EB-D59A-A439-7C1C147548F3}"/>
              </a:ext>
            </a:extLst>
          </p:cNvPr>
          <p:cNvGrpSpPr/>
          <p:nvPr/>
        </p:nvGrpSpPr>
        <p:grpSpPr>
          <a:xfrm>
            <a:off x="5118606" y="1363956"/>
            <a:ext cx="2461479" cy="390363"/>
            <a:chOff x="4652159" y="1363956"/>
            <a:chExt cx="2461479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9CA399C-9D14-7A9E-20C8-41BDB25CF4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100000"/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12D25B1-4ADA-C8F5-0620-7B9308A9B62C}"/>
                </a:ext>
              </a:extLst>
            </p:cNvPr>
            <p:cNvSpPr txBox="1"/>
            <p:nvPr/>
          </p:nvSpPr>
          <p:spPr>
            <a:xfrm>
              <a:off x="4987587" y="1363956"/>
              <a:ext cx="2126051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chemeClr val="bg1"/>
                  </a:solidFill>
                  <a:latin typeface="☞NOIR PRO MEDIUM" pitchFamily="2" charset="0"/>
                </a:rPr>
                <a:t>Reliability scoring</a:t>
              </a:r>
            </a:p>
          </p:txBody>
        </p:sp>
      </p:grpSp>
      <p:graphicFrame>
        <p:nvGraphicFramePr>
          <p:cNvPr id="2" name="PORTFOLIO_RELIABILITY_SCATTERPLOT">
            <a:extLst>
              <a:ext uri="{FF2B5EF4-FFF2-40B4-BE49-F238E27FC236}">
                <a16:creationId xmlns:a16="http://schemas.microsoft.com/office/drawing/2014/main" id="{57ED1321-1AC2-057D-FB24-50281ECD83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6949531"/>
              </p:ext>
            </p:extLst>
          </p:nvPr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984311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507E6-92C2-8C32-066B-126934523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E22752-FCD7-A062-6E9E-B213CBC1102B}"/>
              </a:ext>
            </a:extLst>
          </p:cNvPr>
          <p:cNvSpPr/>
          <p:nvPr/>
        </p:nvSpPr>
        <p:spPr>
          <a:xfrm>
            <a:off x="1899110" y="1983136"/>
            <a:ext cx="9603130" cy="3611880"/>
          </a:xfrm>
          <a:prstGeom prst="rect">
            <a:avLst/>
          </a:prstGeom>
          <a:gradFill flip="none" rotWithShape="1">
            <a:gsLst>
              <a:gs pos="0">
                <a:srgbClr val="FF0000">
                  <a:alpha val="49578"/>
                  <a:lumMod val="50402"/>
                  <a:lumOff val="49598"/>
                </a:srgbClr>
              </a:gs>
              <a:gs pos="49000">
                <a:schemeClr val="accent4">
                  <a:lumMod val="60000"/>
                  <a:lumOff val="40000"/>
                  <a:alpha val="48219"/>
                </a:schemeClr>
              </a:gs>
              <a:gs pos="100000">
                <a:srgbClr val="92D050">
                  <a:lumMod val="51000"/>
                  <a:lumOff val="49000"/>
                  <a:alpha val="48964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CD720A5-D17E-2A48-479B-66D0377F09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A6990A02-51BA-24C0-196E-DEB23EDBCDC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5BD8691-F07B-F5FB-0F55-8E188FFC5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US">
                <a:solidFill>
                  <a:srgbClr val="0A54E7"/>
                </a:solidFill>
                <a:latin typeface="☞NOIR PRO MEDIUM" pitchFamily="2" charset="0"/>
              </a:rPr>
              <a:t>Reliability</a:t>
            </a:r>
            <a:endParaRPr lang="en-US" noProof="0" dirty="0"/>
          </a:p>
        </p:txBody>
      </p:sp>
      <p:sp>
        <p:nvSpPr>
          <p:cNvPr id="6" name="Tijdelijke aanduiding voor voettekst 14">
            <a:extLst>
              <a:ext uri="{FF2B5EF4-FFF2-40B4-BE49-F238E27FC236}">
                <a16:creationId xmlns:a16="http://schemas.microsoft.com/office/drawing/2014/main" id="{A1BE1706-0BA8-767C-DF60-19FDC3BC66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/>
              <a:t>Generated with Sigrid</a:t>
            </a:r>
          </a:p>
          <a:p>
            <a:r>
              <a:rPr lang="nl-NL"/>
              <a:t>for CUSTOMER_NAME</a:t>
            </a:r>
            <a:endParaRPr lang="nl-N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282964-60AA-8690-64FB-8B32A1C26A5C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★★★★★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★★★★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rgbClr val="0A54E7"/>
                </a:solidFill>
                <a:cs typeface="Calibri" panose="020F0502020204030204" pitchFamily="34" charset="0"/>
              </a:rPr>
              <a:t>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4A6479-63C1-9CD7-08B3-0AC151DBBAD1}"/>
              </a:ext>
            </a:extLst>
          </p:cNvPr>
          <p:cNvSpPr txBox="1"/>
          <p:nvPr/>
        </p:nvSpPr>
        <p:spPr>
          <a:xfrm rot="16200000">
            <a:off x="-92581" y="3636790"/>
            <a:ext cx="1284475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rgbClr val="0A54E7"/>
                </a:solidFill>
                <a:latin typeface="☞NOIR PRO MEDIUM" pitchFamily="2" charset="0"/>
              </a:rPr>
              <a:t>Reliability rating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5BB4D4-977D-1384-7190-113A28D56D13}"/>
              </a:ext>
            </a:extLst>
          </p:cNvPr>
          <p:cNvSpPr txBox="1"/>
          <p:nvPr/>
        </p:nvSpPr>
        <p:spPr>
          <a:xfrm>
            <a:off x="5197390" y="5901169"/>
            <a:ext cx="3286626" cy="27443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rgbClr val="0A54E7"/>
                </a:solidFill>
                <a:latin typeface="☞NOIR PRO MEDIUM" pitchFamily="2" charset="0"/>
              </a:rPr>
              <a:t>Aantal open findings </a:t>
            </a:r>
            <a:r>
              <a:rPr lang="en-US" sz="1100" noProof="0" dirty="0" err="1">
                <a:solidFill>
                  <a:srgbClr val="0A54E7"/>
                </a:solidFill>
                <a:latin typeface="☞NOIR PRO MEDIUM" pitchFamily="2" charset="0"/>
              </a:rPr>
              <a:t>boven</a:t>
            </a:r>
            <a:r>
              <a:rPr lang="en-US" sz="1100" noProof="0" dirty="0">
                <a:solidFill>
                  <a:srgbClr val="0A54E7"/>
                </a:solidFill>
                <a:latin typeface="☞NOIR PRO MEDIUM" pitchFamily="2" charset="0"/>
              </a:rPr>
              <a:t> </a:t>
            </a:r>
            <a:r>
              <a:rPr lang="en-US" sz="1100" noProof="0" dirty="0" err="1">
                <a:solidFill>
                  <a:srgbClr val="0A54E7"/>
                </a:solidFill>
                <a:latin typeface="☞NOIR PRO MEDIUM" pitchFamily="2" charset="0"/>
              </a:rPr>
              <a:t>gestelde</a:t>
            </a:r>
            <a:r>
              <a:rPr lang="en-US" sz="1100" noProof="0" dirty="0">
                <a:solidFill>
                  <a:srgbClr val="0A54E7"/>
                </a:solidFill>
                <a:latin typeface="☞NOIR PRO MEDIUM" pitchFamily="2" charset="0"/>
              </a:rPr>
              <a:t> objective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743769-70DC-C2EE-8A2A-B4696154751A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EE6C562-3415-3211-5307-13042C69AFC9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9F810A8-DD23-5716-5888-00095732BFA3}"/>
              </a:ext>
            </a:extLst>
          </p:cNvPr>
          <p:cNvGrpSpPr/>
          <p:nvPr/>
        </p:nvGrpSpPr>
        <p:grpSpPr>
          <a:xfrm>
            <a:off x="5118606" y="1363956"/>
            <a:ext cx="2419801" cy="390363"/>
            <a:chOff x="4652159" y="1363956"/>
            <a:chExt cx="241980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F1A8D06-041F-26C7-1DD2-61446A90A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767F50D-638B-55F6-F607-054E036A817A}"/>
                </a:ext>
              </a:extLst>
            </p:cNvPr>
            <p:cNvSpPr txBox="1"/>
            <p:nvPr/>
          </p:nvSpPr>
          <p:spPr>
            <a:xfrm>
              <a:off x="4987587" y="1363956"/>
              <a:ext cx="208437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rgbClr val="0A54E7"/>
                  </a:solidFill>
                  <a:latin typeface="☞NOIR PRO MEDIUM" pitchFamily="2" charset="0"/>
                </a:rPr>
                <a:t>reliability scoring</a:t>
              </a:r>
            </a:p>
          </p:txBody>
        </p:sp>
      </p:grpSp>
      <p:graphicFrame>
        <p:nvGraphicFramePr>
          <p:cNvPr id="2" name="PORTFOLIO_RELIABILITY_SCATTERPLOT">
            <a:extLst>
              <a:ext uri="{FF2B5EF4-FFF2-40B4-BE49-F238E27FC236}">
                <a16:creationId xmlns:a16="http://schemas.microsoft.com/office/drawing/2014/main" id="{B39A37C3-60BD-D736-16FC-B0151872FF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9198386"/>
              </p:ext>
            </p:extLst>
          </p:nvPr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08692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549BF-04C3-C85F-53D5-5BAD8C10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532EF6C-DE9A-1B65-9769-A5AC8FD8087A}"/>
              </a:ext>
            </a:extLst>
          </p:cNvPr>
          <p:cNvSpPr/>
          <p:nvPr/>
        </p:nvSpPr>
        <p:spPr>
          <a:xfrm>
            <a:off x="1466117" y="1617720"/>
            <a:ext cx="9605005" cy="3986901"/>
          </a:xfrm>
          <a:prstGeom prst="rect">
            <a:avLst/>
          </a:prstGeom>
          <a:gradFill flip="none" rotWithShape="1">
            <a:gsLst>
              <a:gs pos="0">
                <a:srgbClr val="FF0000">
                  <a:alpha val="49578"/>
                  <a:lumMod val="50402"/>
                  <a:lumOff val="49598"/>
                </a:srgbClr>
              </a:gs>
              <a:gs pos="49000">
                <a:schemeClr val="accent4">
                  <a:lumMod val="60000"/>
                  <a:lumOff val="40000"/>
                  <a:alpha val="48219"/>
                </a:schemeClr>
              </a:gs>
              <a:gs pos="100000">
                <a:srgbClr val="92D050">
                  <a:lumMod val="51000"/>
                  <a:lumOff val="49000"/>
                  <a:alpha val="48964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C31A254-9956-7BF9-D6E3-EA87274BB3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169037" cy="228209"/>
          </a:xfrm>
        </p:spPr>
        <p:txBody>
          <a:bodyPr/>
          <a:lstStyle/>
          <a:p>
            <a:r>
              <a:rPr lang="en-US" dirty="0" err="1"/>
              <a:t>Functionele</a:t>
            </a:r>
            <a:r>
              <a:rPr lang="en-US" dirty="0"/>
              <a:t> </a:t>
            </a:r>
            <a:r>
              <a:rPr lang="en-US" dirty="0" err="1"/>
              <a:t>geschiktheid</a:t>
            </a:r>
            <a:endParaRPr lang="en-US" dirty="0"/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580BCF9B-86D9-21C8-7C70-2D0D96B376B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none" lIns="90000" tIns="46800" rIns="90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Confidential</a:t>
            </a:r>
            <a:endParaRPr lang="en-US" noProof="0" dirty="0"/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9B0FE32D-B8DB-25C0-9C42-42167498E1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BDE8AB7-EA7C-30C0-9807-2F45DC3A3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Functionele</a:t>
            </a:r>
            <a:r>
              <a:rPr lang="en-US" dirty="0"/>
              <a:t> </a:t>
            </a:r>
            <a:r>
              <a:rPr lang="en-US" dirty="0" err="1"/>
              <a:t>geschiktheid</a:t>
            </a:r>
            <a:endParaRPr lang="en-US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DFDC49-3E84-9C81-2024-CB372A4E92BF}"/>
              </a:ext>
            </a:extLst>
          </p:cNvPr>
          <p:cNvSpPr txBox="1"/>
          <p:nvPr/>
        </p:nvSpPr>
        <p:spPr>
          <a:xfrm rot="16200000">
            <a:off x="-46094" y="3636822"/>
            <a:ext cx="1191501" cy="27443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rgbClr val="0A54E7"/>
                </a:solidFill>
                <a:latin typeface="☞NOIR PRO MEDIUM" pitchFamily="2" charset="0"/>
              </a:rPr>
              <a:t>Test code ratio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069B38-3D40-8646-F4EE-82C262585BFE}"/>
              </a:ext>
            </a:extLst>
          </p:cNvPr>
          <p:cNvSpPr txBox="1"/>
          <p:nvPr/>
        </p:nvSpPr>
        <p:spPr>
          <a:xfrm>
            <a:off x="6131927" y="5901169"/>
            <a:ext cx="1417524" cy="27443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rgbClr val="0A54E7"/>
                </a:solidFill>
                <a:latin typeface="☞NOIR PRO MEDIUM" pitchFamily="2" charset="0"/>
              </a:rPr>
              <a:t>Aantal open CWEs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B254DAD-E039-D9F3-96E2-D727A887B8CF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87C7CC9-7D5A-7655-B2D6-EBA5A4F2F492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PORTFOLIO_NPR_5333_FUNCTIONAL_SUITABILITY_SCATTERPLOT">
            <a:extLst>
              <a:ext uri="{FF2B5EF4-FFF2-40B4-BE49-F238E27FC236}">
                <a16:creationId xmlns:a16="http://schemas.microsoft.com/office/drawing/2014/main" id="{C259C17A-58AA-FC0A-C45C-F1B7D3606F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4128516"/>
              </p:ext>
            </p:extLst>
          </p:nvPr>
        </p:nvGraphicFramePr>
        <p:xfrm>
          <a:off x="916412" y="1473201"/>
          <a:ext cx="10359177" cy="4492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ijdelijke aanduiding voor voettekst 14">
            <a:extLst>
              <a:ext uri="{FF2B5EF4-FFF2-40B4-BE49-F238E27FC236}">
                <a16:creationId xmlns:a16="http://schemas.microsoft.com/office/drawing/2014/main" id="{764A83C7-1F5D-CED1-2CE6-DBFAC3F39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028302585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Dark theme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1" id="{F42F1492-7701-3649-9008-F8CF56C99C53}" vid="{069A4F46-BACC-A642-BE78-CD3F3EA7293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18487</TotalTime>
  <Words>1005</Words>
  <Application>Microsoft Macintosh PowerPoint</Application>
  <PresentationFormat>Widescreen</PresentationFormat>
  <Paragraphs>555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☞NOIR PRO MEDIUM</vt:lpstr>
      <vt:lpstr>Arial</vt:lpstr>
      <vt:lpstr>Azeret Mono</vt:lpstr>
      <vt:lpstr>Azeret Mono Medium</vt:lpstr>
      <vt:lpstr>Calibri</vt:lpstr>
      <vt:lpstr>Calibri Bold</vt:lpstr>
      <vt:lpstr>Helvetica Neue Bold</vt:lpstr>
      <vt:lpstr>Noir Pro</vt:lpstr>
      <vt:lpstr>Noir Pro Medium</vt:lpstr>
      <vt:lpstr>Noir Pro Semi Bold</vt:lpstr>
      <vt:lpstr>Light theme (default)</vt:lpstr>
      <vt:lpstr>Dark theme</vt:lpstr>
      <vt:lpstr>PowerPoint Presentation</vt:lpstr>
      <vt:lpstr>PORTFOLIO_PERIOD_MAINT_SHORT_SUMMARY</vt:lpstr>
      <vt:lpstr>PORTFOLIO_PERIOD_MAINT_SHORT_SUMMARY</vt:lpstr>
      <vt:lpstr>Security</vt:lpstr>
      <vt:lpstr>Security</vt:lpstr>
      <vt:lpstr>Reliability</vt:lpstr>
      <vt:lpstr>Reliability</vt:lpstr>
      <vt:lpstr>Functionele geschiktheid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Maxim Janssen</cp:lastModifiedBy>
  <cp:revision>229</cp:revision>
  <cp:lastPrinted>2020-04-20T09:37:43Z</cp:lastPrinted>
  <dcterms:created xsi:type="dcterms:W3CDTF">2025-10-22T11:22:13Z</dcterms:created>
  <dcterms:modified xsi:type="dcterms:W3CDTF">2026-05-19T16:17:39Z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