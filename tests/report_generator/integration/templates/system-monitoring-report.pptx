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94" r:id="rId5"/>
  </p:sldMasterIdLst>
  <p:notesMasterIdLst>
    <p:notesMasterId r:id="rId10"/>
  </p:notesMasterIdLst>
  <p:handoutMasterIdLst>
    <p:handoutMasterId r:id="rId11"/>
  </p:handoutMasterIdLst>
  <p:sldIdLst>
    <p:sldId id="1973" r:id="rId6"/>
    <p:sldId id="2142536224" r:id="rId7"/>
    <p:sldId id="2142536225" r:id="rId8"/>
    <p:sldId id="214253622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15735"/>
    <a:srgbClr val="E98C36"/>
    <a:srgbClr val="BFC855"/>
    <a:srgbClr val="BDC855"/>
    <a:srgbClr val="F8C716"/>
    <a:srgbClr val="F9C816"/>
    <a:srgbClr val="083595"/>
    <a:srgbClr val="093AA0"/>
    <a:srgbClr val="083695"/>
    <a:srgbClr val="0020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95"/>
    <p:restoredTop sz="96763"/>
  </p:normalViewPr>
  <p:slideViewPr>
    <p:cSldViewPr snapToGrid="0" snapToObjects="1" showGuides="1">
      <p:cViewPr varScale="1">
        <p:scale>
          <a:sx n="135" d="100"/>
          <a:sy n="135" d="100"/>
        </p:scale>
        <p:origin x="360" y="16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snapToObjects="1">
      <p:cViewPr varScale="1">
        <p:scale>
          <a:sx n="157" d="100"/>
          <a:sy n="157" d="100"/>
        </p:scale>
        <p:origin x="5640" y="18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Non-redundant</c:v>
                </c:pt>
              </c:strCache>
            </c:strRef>
          </c:tx>
          <c:spPr>
            <a:solidFill>
              <a:srgbClr val="40C360"/>
            </a:solidFill>
            <a:ln>
              <a:noFill/>
            </a:ln>
          </c:spPr>
          <c:invertIfNegative val="1"/>
          <c:cat>
            <c:strRef>
              <c:f>Sheet1!$A$2:$A$3</c:f>
              <c:strCache>
                <c:ptCount val="2"/>
                <c:pt idx="0">
                  <c:v>Total code (Before)</c:v>
                </c:pt>
                <c:pt idx="1">
                  <c:v>New code (After)</c:v>
                </c:pt>
              </c:strCache>
            </c:strRef>
          </c:cat>
          <c:val>
            <c:numRef>
              <c:f>Sheet1!$B$2:$B$3</c:f>
              <c:numCache>
                <c:formatCode>General</c:formatCode>
                <c:ptCount val="2"/>
                <c:pt idx="0">
                  <c:v>50.0</c:v>
                </c:pt>
                <c:pt idx="1">
                  <c:v>50.0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B969-7446-9630-A92D384603FB}"/>
            </c:ext>
          </c:extLst>
        </c:ser>
        <c:ser>
          <c:idx val="1"/>
          <c:order val="1"/>
          <c:tx>
            <c:strRef>
              <c:f>Sheet1!$C$1</c:f>
              <c:strCache>
                <c:ptCount val="1"/>
                <c:pt idx="0">
                  <c:v>Redundant</c:v>
                </c:pt>
              </c:strCache>
            </c:strRef>
          </c:tx>
          <c:spPr>
            <a:solidFill>
              <a:srgbClr val="F16344"/>
            </a:solidFill>
            <a:ln>
              <a:noFill/>
            </a:ln>
          </c:spPr>
          <c:invertIfNegative val="1"/>
          <c:cat>
            <c:strRef>
              <c:f>Sheet1!$A$2:$A$3</c:f>
              <c:strCache>
                <c:ptCount val="2"/>
                <c:pt idx="0">
                  <c:v>Total code (Before)</c:v>
                </c:pt>
                <c:pt idx="1">
                  <c:v>New code (After)</c:v>
                </c:pt>
              </c:strCache>
            </c:strRef>
          </c:cat>
          <c:val>
            <c:numRef>
              <c:f>Sheet1!$C$2:$C$3</c:f>
              <c:numCache>
                <c:formatCode>General</c:formatCode>
                <c:ptCount val="2"/>
                <c:pt idx="0">
                  <c:v>50.0</c:v>
                </c:pt>
                <c:pt idx="1">
                  <c:v>50.0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B969-7446-9630-A92D384603FB}"/>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Sheet1!$A$2:$A$3</c:f>
              <c:strCache>
                <c:ptCount val="2"/>
                <c:pt idx="0">
                  <c:v>Total code (Before)</c:v>
                </c:pt>
                <c:pt idx="1">
                  <c:v>New code (After)</c:v>
                </c:pt>
              </c:strCache>
            </c:strRef>
          </c:cat>
          <c:val>
            <c:numRef>
              <c:f>Sheet1!$B$2:$B$3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45BD-6545-A2C5-04AA3C28413A}"/>
            </c:ext>
          </c:extLst>
        </c:ser>
        <c:ser>
          <c:idx val="1"/>
          <c:order val="1"/>
          <c:tx>
            <c:strRef>
              <c:f>Sheet1!$C$1</c:f>
              <c:strCache>
                <c:ptCount val="1"/>
                <c:pt idx="0">
                  <c:v>Medium risk</c:v>
                </c:pt>
              </c:strCache>
            </c:strRef>
          </c:tx>
          <c:spPr>
            <a:solidFill>
              <a:srgbClr val="F1C107"/>
            </a:solidFill>
            <a:ln>
              <a:noFill/>
            </a:ln>
          </c:spPr>
          <c:invertIfNegative val="1"/>
          <c:cat>
            <c:strRef>
              <c:f>Sheet1!$A$2:$A$3</c:f>
              <c:strCache>
                <c:ptCount val="2"/>
                <c:pt idx="0">
                  <c:v>Total code (Before)</c:v>
                </c:pt>
                <c:pt idx="1">
                  <c:v>New code (After)</c:v>
                </c:pt>
              </c:strCache>
            </c:strRef>
          </c:cat>
          <c:val>
            <c:numRef>
              <c:f>Sheet1!$C$2:$C$3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45BD-6545-A2C5-04AA3C28413A}"/>
            </c:ext>
          </c:extLst>
        </c:ser>
        <c:ser>
          <c:idx val="2"/>
          <c:order val="2"/>
          <c:tx>
            <c:strRef>
              <c:f>Sheet1!$D$1</c:f>
              <c:strCache>
                <c:ptCount val="1"/>
                <c:pt idx="0">
                  <c:v>High risk</c:v>
                </c:pt>
              </c:strCache>
            </c:strRef>
          </c:tx>
          <c:spPr>
            <a:solidFill>
              <a:srgbClr val="F69C3F"/>
            </a:solidFill>
            <a:ln>
              <a:noFill/>
            </a:ln>
          </c:spPr>
          <c:invertIfNegative val="1"/>
          <c:cat>
            <c:strRef>
              <c:f>Sheet1!$A$2:$A$3</c:f>
              <c:strCache>
                <c:ptCount val="2"/>
                <c:pt idx="0">
                  <c:v>Total code (Before)</c:v>
                </c:pt>
                <c:pt idx="1">
                  <c:v>New code (After)</c:v>
                </c:pt>
              </c:strCache>
            </c:strRef>
          </c:cat>
          <c:val>
            <c:numRef>
              <c:f>Sheet1!$D$2:$D$3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45BD-6545-A2C5-04AA3C28413A}"/>
            </c:ext>
          </c:extLst>
        </c:ser>
        <c:ser>
          <c:idx val="3"/>
          <c:order val="3"/>
          <c:tx>
            <c:strRef>
              <c:f>Sheet1!$E$1</c:f>
              <c:strCache>
                <c:ptCount val="1"/>
                <c:pt idx="0">
                  <c:v>Very high risk</c:v>
                </c:pt>
              </c:strCache>
            </c:strRef>
          </c:tx>
          <c:spPr>
            <a:solidFill>
              <a:srgbClr val="F16344"/>
            </a:solidFill>
            <a:ln>
              <a:noFill/>
            </a:ln>
          </c:spPr>
          <c:invertIfNegative val="1"/>
          <c:cat>
            <c:strRef>
              <c:f>Sheet1!$A$2:$A$3</c:f>
              <c:strCache>
                <c:ptCount val="2"/>
                <c:pt idx="0">
                  <c:v>Total code (Before)</c:v>
                </c:pt>
                <c:pt idx="1">
                  <c:v>New code (After)</c:v>
                </c:pt>
              </c:strCache>
            </c:strRef>
          </c:cat>
          <c:val>
            <c:numRef>
              <c:f>Sheet1!$E$2:$E$3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45BD-6545-A2C5-04AA3C28413A}"/>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Sheet1!$A$2:$A$3</c:f>
              <c:strCache>
                <c:ptCount val="2"/>
                <c:pt idx="0">
                  <c:v>Total code (Before)</c:v>
                </c:pt>
                <c:pt idx="1">
                  <c:v>New code (After)</c:v>
                </c:pt>
              </c:strCache>
            </c:strRef>
          </c:cat>
          <c:val>
            <c:numRef>
              <c:f>Sheet1!$B$2:$B$3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174D-6F46-81DD-EFF28A3B7AE2}"/>
            </c:ext>
          </c:extLst>
        </c:ser>
        <c:ser>
          <c:idx val="1"/>
          <c:order val="1"/>
          <c:tx>
            <c:strRef>
              <c:f>Sheet1!$C$1</c:f>
              <c:strCache>
                <c:ptCount val="1"/>
                <c:pt idx="0">
                  <c:v>Medium risk</c:v>
                </c:pt>
              </c:strCache>
            </c:strRef>
          </c:tx>
          <c:spPr>
            <a:solidFill>
              <a:srgbClr val="F1C107"/>
            </a:solidFill>
            <a:ln>
              <a:noFill/>
            </a:ln>
          </c:spPr>
          <c:invertIfNegative val="1"/>
          <c:cat>
            <c:strRef>
              <c:f>Sheet1!$A$2:$A$3</c:f>
              <c:strCache>
                <c:ptCount val="2"/>
                <c:pt idx="0">
                  <c:v>Total code (Before)</c:v>
                </c:pt>
                <c:pt idx="1">
                  <c:v>New code (After)</c:v>
                </c:pt>
              </c:strCache>
            </c:strRef>
          </c:cat>
          <c:val>
            <c:numRef>
              <c:f>Sheet1!$C$2:$C$3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174D-6F46-81DD-EFF28A3B7AE2}"/>
            </c:ext>
          </c:extLst>
        </c:ser>
        <c:ser>
          <c:idx val="2"/>
          <c:order val="2"/>
          <c:tx>
            <c:strRef>
              <c:f>Sheet1!$D$1</c:f>
              <c:strCache>
                <c:ptCount val="1"/>
                <c:pt idx="0">
                  <c:v>High risk</c:v>
                </c:pt>
              </c:strCache>
            </c:strRef>
          </c:tx>
          <c:spPr>
            <a:solidFill>
              <a:srgbClr val="F69C3F"/>
            </a:solidFill>
            <a:ln>
              <a:noFill/>
            </a:ln>
          </c:spPr>
          <c:invertIfNegative val="1"/>
          <c:cat>
            <c:strRef>
              <c:f>Sheet1!$A$2:$A$3</c:f>
              <c:strCache>
                <c:ptCount val="2"/>
                <c:pt idx="0">
                  <c:v>Total code (Before)</c:v>
                </c:pt>
                <c:pt idx="1">
                  <c:v>New code (After)</c:v>
                </c:pt>
              </c:strCache>
            </c:strRef>
          </c:cat>
          <c:val>
            <c:numRef>
              <c:f>Sheet1!$D$2:$D$3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174D-6F46-81DD-EFF28A3B7AE2}"/>
            </c:ext>
          </c:extLst>
        </c:ser>
        <c:ser>
          <c:idx val="3"/>
          <c:order val="3"/>
          <c:tx>
            <c:strRef>
              <c:f>Sheet1!$E$1</c:f>
              <c:strCache>
                <c:ptCount val="1"/>
                <c:pt idx="0">
                  <c:v>Very high risk</c:v>
                </c:pt>
              </c:strCache>
            </c:strRef>
          </c:tx>
          <c:spPr>
            <a:solidFill>
              <a:srgbClr val="F16344"/>
            </a:solidFill>
            <a:ln>
              <a:noFill/>
            </a:ln>
          </c:spPr>
          <c:invertIfNegative val="1"/>
          <c:cat>
            <c:strRef>
              <c:f>Sheet1!$A$2:$A$3</c:f>
              <c:strCache>
                <c:ptCount val="2"/>
                <c:pt idx="0">
                  <c:v>Total code (Before)</c:v>
                </c:pt>
                <c:pt idx="1">
                  <c:v>New code (After)</c:v>
                </c:pt>
              </c:strCache>
            </c:strRef>
          </c:cat>
          <c:val>
            <c:numRef>
              <c:f>Sheet1!$E$2:$E$3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174D-6F46-81DD-EFF28A3B7AE2}"/>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Sheet1!$A$2:$A$3</c:f>
              <c:strCache>
                <c:ptCount val="2"/>
                <c:pt idx="0">
                  <c:v>Total code (Before)</c:v>
                </c:pt>
                <c:pt idx="1">
                  <c:v>New code (After)</c:v>
                </c:pt>
              </c:strCache>
            </c:strRef>
          </c:cat>
          <c:val>
            <c:numRef>
              <c:f>Sheet1!$B$2:$B$3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EE0-3D49-9081-E0F1F71860E6}"/>
            </c:ext>
          </c:extLst>
        </c:ser>
        <c:ser>
          <c:idx val="1"/>
          <c:order val="1"/>
          <c:tx>
            <c:strRef>
              <c:f>Sheet1!$C$1</c:f>
              <c:strCache>
                <c:ptCount val="1"/>
                <c:pt idx="0">
                  <c:v>Medium risk</c:v>
                </c:pt>
              </c:strCache>
            </c:strRef>
          </c:tx>
          <c:spPr>
            <a:solidFill>
              <a:srgbClr val="F1C107"/>
            </a:solidFill>
            <a:ln>
              <a:noFill/>
            </a:ln>
          </c:spPr>
          <c:invertIfNegative val="1"/>
          <c:cat>
            <c:strRef>
              <c:f>Sheet1!$A$2:$A$3</c:f>
              <c:strCache>
                <c:ptCount val="2"/>
                <c:pt idx="0">
                  <c:v>Total code (Before)</c:v>
                </c:pt>
                <c:pt idx="1">
                  <c:v>New code (After)</c:v>
                </c:pt>
              </c:strCache>
            </c:strRef>
          </c:cat>
          <c:val>
            <c:numRef>
              <c:f>Sheet1!$C$2:$C$3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EE0-3D49-9081-E0F1F71860E6}"/>
            </c:ext>
          </c:extLst>
        </c:ser>
        <c:ser>
          <c:idx val="2"/>
          <c:order val="2"/>
          <c:tx>
            <c:strRef>
              <c:f>Sheet1!$D$1</c:f>
              <c:strCache>
                <c:ptCount val="1"/>
                <c:pt idx="0">
                  <c:v>High risk</c:v>
                </c:pt>
              </c:strCache>
            </c:strRef>
          </c:tx>
          <c:spPr>
            <a:solidFill>
              <a:srgbClr val="F69C3F"/>
            </a:solidFill>
            <a:ln>
              <a:noFill/>
            </a:ln>
          </c:spPr>
          <c:invertIfNegative val="1"/>
          <c:cat>
            <c:strRef>
              <c:f>Sheet1!$A$2:$A$3</c:f>
              <c:strCache>
                <c:ptCount val="2"/>
                <c:pt idx="0">
                  <c:v>Total code (Before)</c:v>
                </c:pt>
                <c:pt idx="1">
                  <c:v>New code (After)</c:v>
                </c:pt>
              </c:strCache>
            </c:strRef>
          </c:cat>
          <c:val>
            <c:numRef>
              <c:f>Sheet1!$D$2:$D$3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8EE0-3D49-9081-E0F1F71860E6}"/>
            </c:ext>
          </c:extLst>
        </c:ser>
        <c:ser>
          <c:idx val="3"/>
          <c:order val="3"/>
          <c:tx>
            <c:strRef>
              <c:f>Sheet1!$E$1</c:f>
              <c:strCache>
                <c:ptCount val="1"/>
                <c:pt idx="0">
                  <c:v>Very high risk</c:v>
                </c:pt>
              </c:strCache>
            </c:strRef>
          </c:tx>
          <c:spPr>
            <a:solidFill>
              <a:srgbClr val="F16344"/>
            </a:solidFill>
            <a:ln>
              <a:noFill/>
            </a:ln>
          </c:spPr>
          <c:invertIfNegative val="1"/>
          <c:cat>
            <c:strRef>
              <c:f>Sheet1!$A$2:$A$3</c:f>
              <c:strCache>
                <c:ptCount val="2"/>
                <c:pt idx="0">
                  <c:v>Total code (Before)</c:v>
                </c:pt>
                <c:pt idx="1">
                  <c:v>New code (After)</c:v>
                </c:pt>
              </c:strCache>
            </c:strRef>
          </c:cat>
          <c:val>
            <c:numRef>
              <c:f>Sheet1!$E$2:$E$3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8EE0-3D49-9081-E0F1F71860E6}"/>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Sheet1!$A$2:$A$3</c:f>
              <c:strCache>
                <c:ptCount val="2"/>
                <c:pt idx="0">
                  <c:v>Total code (Before)</c:v>
                </c:pt>
                <c:pt idx="1">
                  <c:v>New code (After)</c:v>
                </c:pt>
              </c:strCache>
            </c:strRef>
          </c:cat>
          <c:val>
            <c:numRef>
              <c:f>Sheet1!$B$2:$B$3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F1F7-2247-807E-13FEF2CC2193}"/>
            </c:ext>
          </c:extLst>
        </c:ser>
        <c:ser>
          <c:idx val="1"/>
          <c:order val="1"/>
          <c:tx>
            <c:strRef>
              <c:f>Sheet1!$C$1</c:f>
              <c:strCache>
                <c:ptCount val="1"/>
                <c:pt idx="0">
                  <c:v>Medium risk</c:v>
                </c:pt>
              </c:strCache>
            </c:strRef>
          </c:tx>
          <c:spPr>
            <a:solidFill>
              <a:srgbClr val="F1C107"/>
            </a:solidFill>
            <a:ln>
              <a:noFill/>
            </a:ln>
          </c:spPr>
          <c:invertIfNegative val="1"/>
          <c:cat>
            <c:strRef>
              <c:f>Sheet1!$A$2:$A$3</c:f>
              <c:strCache>
                <c:ptCount val="2"/>
                <c:pt idx="0">
                  <c:v>Total code (Before)</c:v>
                </c:pt>
                <c:pt idx="1">
                  <c:v>New code (After)</c:v>
                </c:pt>
              </c:strCache>
            </c:strRef>
          </c:cat>
          <c:val>
            <c:numRef>
              <c:f>Sheet1!$C$2:$C$3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F1F7-2247-807E-13FEF2CC2193}"/>
            </c:ext>
          </c:extLst>
        </c:ser>
        <c:ser>
          <c:idx val="2"/>
          <c:order val="2"/>
          <c:tx>
            <c:strRef>
              <c:f>Sheet1!$D$1</c:f>
              <c:strCache>
                <c:ptCount val="1"/>
                <c:pt idx="0">
                  <c:v>High risk</c:v>
                </c:pt>
              </c:strCache>
            </c:strRef>
          </c:tx>
          <c:spPr>
            <a:solidFill>
              <a:srgbClr val="F69C3F"/>
            </a:solidFill>
            <a:ln>
              <a:noFill/>
            </a:ln>
          </c:spPr>
          <c:invertIfNegative val="1"/>
          <c:cat>
            <c:strRef>
              <c:f>Sheet1!$A$2:$A$3</c:f>
              <c:strCache>
                <c:ptCount val="2"/>
                <c:pt idx="0">
                  <c:v>Total code (Before)</c:v>
                </c:pt>
                <c:pt idx="1">
                  <c:v>New code (After)</c:v>
                </c:pt>
              </c:strCache>
            </c:strRef>
          </c:cat>
          <c:val>
            <c:numRef>
              <c:f>Sheet1!$D$2:$D$3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F1F7-2247-807E-13FEF2CC2193}"/>
            </c:ext>
          </c:extLst>
        </c:ser>
        <c:ser>
          <c:idx val="3"/>
          <c:order val="3"/>
          <c:tx>
            <c:strRef>
              <c:f>Sheet1!$E$1</c:f>
              <c:strCache>
                <c:ptCount val="1"/>
                <c:pt idx="0">
                  <c:v>Very high risk</c:v>
                </c:pt>
              </c:strCache>
            </c:strRef>
          </c:tx>
          <c:spPr>
            <a:solidFill>
              <a:srgbClr val="F16344"/>
            </a:solidFill>
            <a:ln>
              <a:noFill/>
            </a:ln>
          </c:spPr>
          <c:invertIfNegative val="1"/>
          <c:cat>
            <c:strRef>
              <c:f>Sheet1!$A$2:$A$3</c:f>
              <c:strCache>
                <c:ptCount val="2"/>
                <c:pt idx="0">
                  <c:v>Total code (Before)</c:v>
                </c:pt>
                <c:pt idx="1">
                  <c:v>New code (After)</c:v>
                </c:pt>
              </c:strCache>
            </c:strRef>
          </c:cat>
          <c:val>
            <c:numRef>
              <c:f>Sheet1!$E$2:$E$3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F1F7-2247-807E-13FEF2CC2193}"/>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Non-redundant</c:v>
                </c:pt>
              </c:strCache>
            </c:strRef>
          </c:tx>
          <c:spPr>
            <a:solidFill>
              <a:srgbClr val="40C360"/>
            </a:solidFill>
            <a:ln>
              <a:noFill/>
            </a:ln>
          </c:spPr>
          <c:invertIfNegative val="1"/>
          <c:cat>
            <c:strRef>
              <c:f>Sheet1!$A$2:$A$4</c:f>
              <c:strCache>
                <c:ptCount val="3"/>
                <c:pt idx="0">
                  <c:v>Total code (Before)</c:v>
                </c:pt>
                <c:pt idx="1">
                  <c:v>Changed code (Before)</c:v>
                </c:pt>
                <c:pt idx="2">
                  <c:v>Changed code (After)</c:v>
                </c:pt>
              </c:strCache>
            </c:strRef>
          </c:cat>
          <c:val>
            <c:numRef>
              <c:f>Sheet1!$B$2:$B$4</c:f>
              <c:numCache>
                <c:formatCode>General</c:formatCode>
                <c:ptCount val="3"/>
                <c:pt idx="0">
                  <c:v>50.0</c:v>
                </c:pt>
                <c:pt idx="1">
                  <c:v>50.0</c:v>
                </c:pt>
                <c:pt idx="2">
                  <c:v>50.0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321A-BA4C-92F0-E50BBC7007FD}"/>
            </c:ext>
          </c:extLst>
        </c:ser>
        <c:ser>
          <c:idx val="1"/>
          <c:order val="1"/>
          <c:tx>
            <c:strRef>
              <c:f>Sheet1!$C$1</c:f>
              <c:strCache>
                <c:ptCount val="1"/>
                <c:pt idx="0">
                  <c:v>Redundant</c:v>
                </c:pt>
              </c:strCache>
            </c:strRef>
          </c:tx>
          <c:spPr>
            <a:solidFill>
              <a:srgbClr val="F16344"/>
            </a:solidFill>
            <a:ln>
              <a:noFill/>
            </a:ln>
          </c:spPr>
          <c:invertIfNegative val="1"/>
          <c:cat>
            <c:strRef>
              <c:f>Sheet1!$A$2:$A$4</c:f>
              <c:strCache>
                <c:ptCount val="3"/>
                <c:pt idx="0">
                  <c:v>Total code (Before)</c:v>
                </c:pt>
                <c:pt idx="1">
                  <c:v>Changed code (Before)</c:v>
                </c:pt>
                <c:pt idx="2">
                  <c:v>Changed code (After)</c:v>
                </c:pt>
              </c:strCache>
            </c:strRef>
          </c:cat>
          <c:val>
            <c:numRef>
              <c:f>Sheet1!$C$2:$C$4</c:f>
              <c:numCache>
                <c:formatCode>General</c:formatCode>
                <c:ptCount val="3"/>
                <c:pt idx="0">
                  <c:v>50.0</c:v>
                </c:pt>
                <c:pt idx="1">
                  <c:v>50.0</c:v>
                </c:pt>
                <c:pt idx="2">
                  <c:v>50.0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321A-BA4C-92F0-E50BBC7007FD}"/>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Sheet1!$A$2:$A$4</c:f>
              <c:strCache>
                <c:ptCount val="3"/>
                <c:pt idx="0">
                  <c:v>Total code (Before)</c:v>
                </c:pt>
                <c:pt idx="1">
                  <c:v>Changed code (Before)</c:v>
                </c:pt>
                <c:pt idx="2">
                  <c:v>Changed code (After)</c:v>
                </c:pt>
              </c:strCache>
            </c:strRef>
          </c:cat>
          <c:val>
            <c:numRef>
              <c:f>Sheet1!$B$2:$B$4</c:f>
              <c:numCache>
                <c:formatCode>General</c:formatCode>
                <c:ptCount val="3"/>
                <c:pt idx="0">
                  <c:v>25.0</c:v>
                </c:pt>
                <c:pt idx="1">
                  <c:v>25.0</c:v>
                </c:pt>
                <c:pt idx="2">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E097-0E44-A866-25BE8A83C84C}"/>
            </c:ext>
          </c:extLst>
        </c:ser>
        <c:ser>
          <c:idx val="1"/>
          <c:order val="1"/>
          <c:tx>
            <c:strRef>
              <c:f>Sheet1!$C$1</c:f>
              <c:strCache>
                <c:ptCount val="1"/>
                <c:pt idx="0">
                  <c:v>Medium risk</c:v>
                </c:pt>
              </c:strCache>
            </c:strRef>
          </c:tx>
          <c:spPr>
            <a:solidFill>
              <a:srgbClr val="F1C107"/>
            </a:solidFill>
            <a:ln>
              <a:noFill/>
            </a:ln>
          </c:spPr>
          <c:invertIfNegative val="1"/>
          <c:cat>
            <c:strRef>
              <c:f>Sheet1!$A$2:$A$4</c:f>
              <c:strCache>
                <c:ptCount val="3"/>
                <c:pt idx="0">
                  <c:v>Total code (Before)</c:v>
                </c:pt>
                <c:pt idx="1">
                  <c:v>Changed code (Before)</c:v>
                </c:pt>
                <c:pt idx="2">
                  <c:v>Changed code (After)</c:v>
                </c:pt>
              </c:strCache>
            </c:strRef>
          </c:cat>
          <c:val>
            <c:numRef>
              <c:f>Sheet1!$C$2:$C$4</c:f>
              <c:numCache>
                <c:formatCode>General</c:formatCode>
                <c:ptCount val="3"/>
                <c:pt idx="0">
                  <c:v>25.0</c:v>
                </c:pt>
                <c:pt idx="1">
                  <c:v>25.0</c:v>
                </c:pt>
                <c:pt idx="2">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E097-0E44-A866-25BE8A83C84C}"/>
            </c:ext>
          </c:extLst>
        </c:ser>
        <c:ser>
          <c:idx val="2"/>
          <c:order val="2"/>
          <c:tx>
            <c:strRef>
              <c:f>Sheet1!$D$1</c:f>
              <c:strCache>
                <c:ptCount val="1"/>
                <c:pt idx="0">
                  <c:v>High risk</c:v>
                </c:pt>
              </c:strCache>
            </c:strRef>
          </c:tx>
          <c:spPr>
            <a:solidFill>
              <a:srgbClr val="F69C3F"/>
            </a:solidFill>
            <a:ln>
              <a:noFill/>
            </a:ln>
          </c:spPr>
          <c:invertIfNegative val="1"/>
          <c:cat>
            <c:strRef>
              <c:f>Sheet1!$A$2:$A$4</c:f>
              <c:strCache>
                <c:ptCount val="3"/>
                <c:pt idx="0">
                  <c:v>Total code (Before)</c:v>
                </c:pt>
                <c:pt idx="1">
                  <c:v>Changed code (Before)</c:v>
                </c:pt>
                <c:pt idx="2">
                  <c:v>Changed code (After)</c:v>
                </c:pt>
              </c:strCache>
            </c:strRef>
          </c:cat>
          <c:val>
            <c:numRef>
              <c:f>Sheet1!$D$2:$D$4</c:f>
              <c:numCache>
                <c:formatCode>General</c:formatCode>
                <c:ptCount val="3"/>
                <c:pt idx="0">
                  <c:v>25.0</c:v>
                </c:pt>
                <c:pt idx="1">
                  <c:v>25.0</c:v>
                </c:pt>
                <c:pt idx="2">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E097-0E44-A866-25BE8A83C84C}"/>
            </c:ext>
          </c:extLst>
        </c:ser>
        <c:ser>
          <c:idx val="3"/>
          <c:order val="3"/>
          <c:tx>
            <c:strRef>
              <c:f>Sheet1!$E$1</c:f>
              <c:strCache>
                <c:ptCount val="1"/>
                <c:pt idx="0">
                  <c:v>Very high risk</c:v>
                </c:pt>
              </c:strCache>
            </c:strRef>
          </c:tx>
          <c:spPr>
            <a:solidFill>
              <a:srgbClr val="F16344"/>
            </a:solidFill>
            <a:ln>
              <a:noFill/>
            </a:ln>
          </c:spPr>
          <c:invertIfNegative val="1"/>
          <c:cat>
            <c:strRef>
              <c:f>Sheet1!$A$2:$A$4</c:f>
              <c:strCache>
                <c:ptCount val="3"/>
                <c:pt idx="0">
                  <c:v>Total code (Before)</c:v>
                </c:pt>
                <c:pt idx="1">
                  <c:v>Changed code (Before)</c:v>
                </c:pt>
                <c:pt idx="2">
                  <c:v>Changed code (After)</c:v>
                </c:pt>
              </c:strCache>
            </c:strRef>
          </c:cat>
          <c:val>
            <c:numRef>
              <c:f>Sheet1!$E$2:$E$4</c:f>
              <c:numCache>
                <c:formatCode>General</c:formatCode>
                <c:ptCount val="3"/>
                <c:pt idx="0">
                  <c:v>25.0</c:v>
                </c:pt>
                <c:pt idx="1">
                  <c:v>25.0</c:v>
                </c:pt>
                <c:pt idx="2">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E097-0E44-A866-25BE8A83C84C}"/>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Sheet1!$A$2:$A$4</c:f>
              <c:strCache>
                <c:ptCount val="3"/>
                <c:pt idx="0">
                  <c:v>Total code (Before)</c:v>
                </c:pt>
                <c:pt idx="1">
                  <c:v>Changed code (Before)</c:v>
                </c:pt>
                <c:pt idx="2">
                  <c:v>Changed code (After)</c:v>
                </c:pt>
              </c:strCache>
            </c:strRef>
          </c:cat>
          <c:val>
            <c:numRef>
              <c:f>Sheet1!$B$2:$B$4</c:f>
              <c:numCache>
                <c:formatCode>General</c:formatCode>
                <c:ptCount val="3"/>
                <c:pt idx="0">
                  <c:v>25.0</c:v>
                </c:pt>
                <c:pt idx="1">
                  <c:v>25.0</c:v>
                </c:pt>
                <c:pt idx="2">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3070-FA46-A942-6B00CE6B3794}"/>
            </c:ext>
          </c:extLst>
        </c:ser>
        <c:ser>
          <c:idx val="1"/>
          <c:order val="1"/>
          <c:tx>
            <c:strRef>
              <c:f>Sheet1!$C$1</c:f>
              <c:strCache>
                <c:ptCount val="1"/>
                <c:pt idx="0">
                  <c:v>Medium risk</c:v>
                </c:pt>
              </c:strCache>
            </c:strRef>
          </c:tx>
          <c:spPr>
            <a:solidFill>
              <a:srgbClr val="F1C107"/>
            </a:solidFill>
            <a:ln>
              <a:noFill/>
            </a:ln>
          </c:spPr>
          <c:invertIfNegative val="1"/>
          <c:cat>
            <c:strRef>
              <c:f>Sheet1!$A$2:$A$4</c:f>
              <c:strCache>
                <c:ptCount val="3"/>
                <c:pt idx="0">
                  <c:v>Total code (Before)</c:v>
                </c:pt>
                <c:pt idx="1">
                  <c:v>Changed code (Before)</c:v>
                </c:pt>
                <c:pt idx="2">
                  <c:v>Changed code (After)</c:v>
                </c:pt>
              </c:strCache>
            </c:strRef>
          </c:cat>
          <c:val>
            <c:numRef>
              <c:f>Sheet1!$C$2:$C$4</c:f>
              <c:numCache>
                <c:formatCode>General</c:formatCode>
                <c:ptCount val="3"/>
                <c:pt idx="0">
                  <c:v>25.0</c:v>
                </c:pt>
                <c:pt idx="1">
                  <c:v>25.0</c:v>
                </c:pt>
                <c:pt idx="2">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3070-FA46-A942-6B00CE6B3794}"/>
            </c:ext>
          </c:extLst>
        </c:ser>
        <c:ser>
          <c:idx val="2"/>
          <c:order val="2"/>
          <c:tx>
            <c:strRef>
              <c:f>Sheet1!$D$1</c:f>
              <c:strCache>
                <c:ptCount val="1"/>
                <c:pt idx="0">
                  <c:v>High risk</c:v>
                </c:pt>
              </c:strCache>
            </c:strRef>
          </c:tx>
          <c:spPr>
            <a:solidFill>
              <a:srgbClr val="F69C3F"/>
            </a:solidFill>
            <a:ln>
              <a:noFill/>
            </a:ln>
          </c:spPr>
          <c:invertIfNegative val="1"/>
          <c:cat>
            <c:strRef>
              <c:f>Sheet1!$A$2:$A$4</c:f>
              <c:strCache>
                <c:ptCount val="3"/>
                <c:pt idx="0">
                  <c:v>Total code (Before)</c:v>
                </c:pt>
                <c:pt idx="1">
                  <c:v>Changed code (Before)</c:v>
                </c:pt>
                <c:pt idx="2">
                  <c:v>Changed code (After)</c:v>
                </c:pt>
              </c:strCache>
            </c:strRef>
          </c:cat>
          <c:val>
            <c:numRef>
              <c:f>Sheet1!$D$2:$D$4</c:f>
              <c:numCache>
                <c:formatCode>General</c:formatCode>
                <c:ptCount val="3"/>
                <c:pt idx="0">
                  <c:v>25.0</c:v>
                </c:pt>
                <c:pt idx="1">
                  <c:v>25.0</c:v>
                </c:pt>
                <c:pt idx="2">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3070-FA46-A942-6B00CE6B3794}"/>
            </c:ext>
          </c:extLst>
        </c:ser>
        <c:ser>
          <c:idx val="3"/>
          <c:order val="3"/>
          <c:tx>
            <c:strRef>
              <c:f>Sheet1!$E$1</c:f>
              <c:strCache>
                <c:ptCount val="1"/>
                <c:pt idx="0">
                  <c:v>Very high risk</c:v>
                </c:pt>
              </c:strCache>
            </c:strRef>
          </c:tx>
          <c:spPr>
            <a:solidFill>
              <a:srgbClr val="F16344"/>
            </a:solidFill>
            <a:ln>
              <a:noFill/>
            </a:ln>
          </c:spPr>
          <c:invertIfNegative val="1"/>
          <c:cat>
            <c:strRef>
              <c:f>Sheet1!$A$2:$A$4</c:f>
              <c:strCache>
                <c:ptCount val="3"/>
                <c:pt idx="0">
                  <c:v>Total code (Before)</c:v>
                </c:pt>
                <c:pt idx="1">
                  <c:v>Changed code (Before)</c:v>
                </c:pt>
                <c:pt idx="2">
                  <c:v>Changed code (After)</c:v>
                </c:pt>
              </c:strCache>
            </c:strRef>
          </c:cat>
          <c:val>
            <c:numRef>
              <c:f>Sheet1!$E$2:$E$4</c:f>
              <c:numCache>
                <c:formatCode>General</c:formatCode>
                <c:ptCount val="3"/>
                <c:pt idx="0">
                  <c:v>25.0</c:v>
                </c:pt>
                <c:pt idx="1">
                  <c:v>25.0</c:v>
                </c:pt>
                <c:pt idx="2">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3070-FA46-A942-6B00CE6B3794}"/>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Sheet1!$A$2:$A$4</c:f>
              <c:strCache>
                <c:ptCount val="3"/>
                <c:pt idx="0">
                  <c:v>Total code (Before)</c:v>
                </c:pt>
                <c:pt idx="1">
                  <c:v>Changed code (Before)</c:v>
                </c:pt>
                <c:pt idx="2">
                  <c:v>Changed code (After)</c:v>
                </c:pt>
              </c:strCache>
            </c:strRef>
          </c:cat>
          <c:val>
            <c:numRef>
              <c:f>Sheet1!$B$2:$B$4</c:f>
              <c:numCache>
                <c:formatCode>General</c:formatCode>
                <c:ptCount val="3"/>
                <c:pt idx="0">
                  <c:v>25.0</c:v>
                </c:pt>
                <c:pt idx="1">
                  <c:v>25.0</c:v>
                </c:pt>
                <c:pt idx="2">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39F2-7D42-8BC0-8D12B176C2E7}"/>
            </c:ext>
          </c:extLst>
        </c:ser>
        <c:ser>
          <c:idx val="1"/>
          <c:order val="1"/>
          <c:tx>
            <c:strRef>
              <c:f>Sheet1!$C$1</c:f>
              <c:strCache>
                <c:ptCount val="1"/>
                <c:pt idx="0">
                  <c:v>Medium risk</c:v>
                </c:pt>
              </c:strCache>
            </c:strRef>
          </c:tx>
          <c:spPr>
            <a:solidFill>
              <a:srgbClr val="F1C107"/>
            </a:solidFill>
            <a:ln>
              <a:noFill/>
            </a:ln>
          </c:spPr>
          <c:invertIfNegative val="1"/>
          <c:cat>
            <c:strRef>
              <c:f>Sheet1!$A$2:$A$4</c:f>
              <c:strCache>
                <c:ptCount val="3"/>
                <c:pt idx="0">
                  <c:v>Total code (Before)</c:v>
                </c:pt>
                <c:pt idx="1">
                  <c:v>Changed code (Before)</c:v>
                </c:pt>
                <c:pt idx="2">
                  <c:v>Changed code (After)</c:v>
                </c:pt>
              </c:strCache>
            </c:strRef>
          </c:cat>
          <c:val>
            <c:numRef>
              <c:f>Sheet1!$C$2:$C$4</c:f>
              <c:numCache>
                <c:formatCode>General</c:formatCode>
                <c:ptCount val="3"/>
                <c:pt idx="0">
                  <c:v>25.0</c:v>
                </c:pt>
                <c:pt idx="1">
                  <c:v>25.0</c:v>
                </c:pt>
                <c:pt idx="2">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39F2-7D42-8BC0-8D12B176C2E7}"/>
            </c:ext>
          </c:extLst>
        </c:ser>
        <c:ser>
          <c:idx val="2"/>
          <c:order val="2"/>
          <c:tx>
            <c:strRef>
              <c:f>Sheet1!$D$1</c:f>
              <c:strCache>
                <c:ptCount val="1"/>
                <c:pt idx="0">
                  <c:v>High risk</c:v>
                </c:pt>
              </c:strCache>
            </c:strRef>
          </c:tx>
          <c:spPr>
            <a:solidFill>
              <a:srgbClr val="F69C3F"/>
            </a:solidFill>
            <a:ln>
              <a:noFill/>
            </a:ln>
          </c:spPr>
          <c:invertIfNegative val="1"/>
          <c:cat>
            <c:strRef>
              <c:f>Sheet1!$A$2:$A$4</c:f>
              <c:strCache>
                <c:ptCount val="3"/>
                <c:pt idx="0">
                  <c:v>Total code (Before)</c:v>
                </c:pt>
                <c:pt idx="1">
                  <c:v>Changed code (Before)</c:v>
                </c:pt>
                <c:pt idx="2">
                  <c:v>Changed code (After)</c:v>
                </c:pt>
              </c:strCache>
            </c:strRef>
          </c:cat>
          <c:val>
            <c:numRef>
              <c:f>Sheet1!$D$2:$D$4</c:f>
              <c:numCache>
                <c:formatCode>General</c:formatCode>
                <c:ptCount val="3"/>
                <c:pt idx="0">
                  <c:v>25.0</c:v>
                </c:pt>
                <c:pt idx="1">
                  <c:v>25.0</c:v>
                </c:pt>
                <c:pt idx="2">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39F2-7D42-8BC0-8D12B176C2E7}"/>
            </c:ext>
          </c:extLst>
        </c:ser>
        <c:ser>
          <c:idx val="3"/>
          <c:order val="3"/>
          <c:tx>
            <c:strRef>
              <c:f>Sheet1!$E$1</c:f>
              <c:strCache>
                <c:ptCount val="1"/>
                <c:pt idx="0">
                  <c:v>Very high risk</c:v>
                </c:pt>
              </c:strCache>
            </c:strRef>
          </c:tx>
          <c:spPr>
            <a:solidFill>
              <a:srgbClr val="F16344"/>
            </a:solidFill>
            <a:ln>
              <a:noFill/>
            </a:ln>
          </c:spPr>
          <c:invertIfNegative val="1"/>
          <c:cat>
            <c:strRef>
              <c:f>Sheet1!$A$2:$A$4</c:f>
              <c:strCache>
                <c:ptCount val="3"/>
                <c:pt idx="0">
                  <c:v>Total code (Before)</c:v>
                </c:pt>
                <c:pt idx="1">
                  <c:v>Changed code (Before)</c:v>
                </c:pt>
                <c:pt idx="2">
                  <c:v>Changed code (After)</c:v>
                </c:pt>
              </c:strCache>
            </c:strRef>
          </c:cat>
          <c:val>
            <c:numRef>
              <c:f>Sheet1!$E$2:$E$4</c:f>
              <c:numCache>
                <c:formatCode>General</c:formatCode>
                <c:ptCount val="3"/>
                <c:pt idx="0">
                  <c:v>25.0</c:v>
                </c:pt>
                <c:pt idx="1">
                  <c:v>25.0</c:v>
                </c:pt>
                <c:pt idx="2">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39F2-7D42-8BC0-8D12B176C2E7}"/>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Sheet1!$A$2:$A$4</c:f>
              <c:strCache>
                <c:ptCount val="3"/>
                <c:pt idx="0">
                  <c:v>Total code (Before)</c:v>
                </c:pt>
                <c:pt idx="1">
                  <c:v>Changed code (Before)</c:v>
                </c:pt>
                <c:pt idx="2">
                  <c:v>Changed code (After)</c:v>
                </c:pt>
              </c:strCache>
            </c:strRef>
          </c:cat>
          <c:val>
            <c:numRef>
              <c:f>Sheet1!$B$2:$B$4</c:f>
              <c:numCache>
                <c:formatCode>General</c:formatCode>
                <c:ptCount val="3"/>
                <c:pt idx="0">
                  <c:v>25.0</c:v>
                </c:pt>
                <c:pt idx="1">
                  <c:v>25.0</c:v>
                </c:pt>
                <c:pt idx="2">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78AE-BE4F-BD86-CA09BA993C0F}"/>
            </c:ext>
          </c:extLst>
        </c:ser>
        <c:ser>
          <c:idx val="1"/>
          <c:order val="1"/>
          <c:tx>
            <c:strRef>
              <c:f>Sheet1!$C$1</c:f>
              <c:strCache>
                <c:ptCount val="1"/>
                <c:pt idx="0">
                  <c:v>Medium risk</c:v>
                </c:pt>
              </c:strCache>
            </c:strRef>
          </c:tx>
          <c:spPr>
            <a:solidFill>
              <a:srgbClr val="F1C107"/>
            </a:solidFill>
            <a:ln>
              <a:noFill/>
            </a:ln>
          </c:spPr>
          <c:invertIfNegative val="1"/>
          <c:cat>
            <c:strRef>
              <c:f>Sheet1!$A$2:$A$4</c:f>
              <c:strCache>
                <c:ptCount val="3"/>
                <c:pt idx="0">
                  <c:v>Total code (Before)</c:v>
                </c:pt>
                <c:pt idx="1">
                  <c:v>Changed code (Before)</c:v>
                </c:pt>
                <c:pt idx="2">
                  <c:v>Changed code (After)</c:v>
                </c:pt>
              </c:strCache>
            </c:strRef>
          </c:cat>
          <c:val>
            <c:numRef>
              <c:f>Sheet1!$C$2:$C$4</c:f>
              <c:numCache>
                <c:formatCode>General</c:formatCode>
                <c:ptCount val="3"/>
                <c:pt idx="0">
                  <c:v>25.0</c:v>
                </c:pt>
                <c:pt idx="1">
                  <c:v>25.0</c:v>
                </c:pt>
                <c:pt idx="2">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78AE-BE4F-BD86-CA09BA993C0F}"/>
            </c:ext>
          </c:extLst>
        </c:ser>
        <c:ser>
          <c:idx val="2"/>
          <c:order val="2"/>
          <c:tx>
            <c:strRef>
              <c:f>Sheet1!$D$1</c:f>
              <c:strCache>
                <c:ptCount val="1"/>
                <c:pt idx="0">
                  <c:v>High risk</c:v>
                </c:pt>
              </c:strCache>
            </c:strRef>
          </c:tx>
          <c:spPr>
            <a:solidFill>
              <a:srgbClr val="F69C3F"/>
            </a:solidFill>
            <a:ln>
              <a:noFill/>
            </a:ln>
          </c:spPr>
          <c:invertIfNegative val="1"/>
          <c:cat>
            <c:strRef>
              <c:f>Sheet1!$A$2:$A$4</c:f>
              <c:strCache>
                <c:ptCount val="3"/>
                <c:pt idx="0">
                  <c:v>Total code (Before)</c:v>
                </c:pt>
                <c:pt idx="1">
                  <c:v>Changed code (Before)</c:v>
                </c:pt>
                <c:pt idx="2">
                  <c:v>Changed code (After)</c:v>
                </c:pt>
              </c:strCache>
            </c:strRef>
          </c:cat>
          <c:val>
            <c:numRef>
              <c:f>Sheet1!$D$2:$D$4</c:f>
              <c:numCache>
                <c:formatCode>General</c:formatCode>
                <c:ptCount val="3"/>
                <c:pt idx="0">
                  <c:v>25.0</c:v>
                </c:pt>
                <c:pt idx="1">
                  <c:v>25.0</c:v>
                </c:pt>
                <c:pt idx="2">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78AE-BE4F-BD86-CA09BA993C0F}"/>
            </c:ext>
          </c:extLst>
        </c:ser>
        <c:ser>
          <c:idx val="3"/>
          <c:order val="3"/>
          <c:tx>
            <c:strRef>
              <c:f>Sheet1!$E$1</c:f>
              <c:strCache>
                <c:ptCount val="1"/>
                <c:pt idx="0">
                  <c:v>Very high risk</c:v>
                </c:pt>
              </c:strCache>
            </c:strRef>
          </c:tx>
          <c:spPr>
            <a:solidFill>
              <a:srgbClr val="F16344"/>
            </a:solidFill>
            <a:ln>
              <a:noFill/>
            </a:ln>
          </c:spPr>
          <c:invertIfNegative val="1"/>
          <c:cat>
            <c:strRef>
              <c:f>Sheet1!$A$2:$A$4</c:f>
              <c:strCache>
                <c:ptCount val="3"/>
                <c:pt idx="0">
                  <c:v>Total code (Before)</c:v>
                </c:pt>
                <c:pt idx="1">
                  <c:v>Changed code (Before)</c:v>
                </c:pt>
                <c:pt idx="2">
                  <c:v>Changed code (After)</c:v>
                </c:pt>
              </c:strCache>
            </c:strRef>
          </c:cat>
          <c:val>
            <c:numRef>
              <c:f>Sheet1!$E$2:$E$4</c:f>
              <c:numCache>
                <c:formatCode>General</c:formatCode>
                <c:ptCount val="3"/>
                <c:pt idx="0">
                  <c:v>25.0</c:v>
                </c:pt>
                <c:pt idx="1">
                  <c:v>25.0</c:v>
                </c:pt>
                <c:pt idx="2">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78AE-BE4F-BD86-CA09BA993C0F}"/>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Non-redundant</c:v>
                </c:pt>
              </c:strCache>
            </c:strRef>
          </c:tx>
          <c:spPr>
            <a:solidFill>
              <a:srgbClr val="40C360"/>
            </a:solidFill>
            <a:ln>
              <a:noFill/>
            </a:ln>
          </c:spPr>
          <c:invertIfNegative val="1"/>
          <c:cat>
            <c:strRef>
              <c:f>Sheet1!$A$2:$A$3</c:f>
              <c:strCache>
                <c:ptCount val="2"/>
                <c:pt idx="0">
                  <c:v>Total code (Before)</c:v>
                </c:pt>
                <c:pt idx="1">
                  <c:v>Deleted code (Before)</c:v>
                </c:pt>
              </c:strCache>
            </c:strRef>
          </c:cat>
          <c:val>
            <c:numRef>
              <c:f>Sheet1!$B$2:$B$3</c:f>
              <c:numCache>
                <c:formatCode>General</c:formatCode>
                <c:ptCount val="2"/>
                <c:pt idx="0">
                  <c:v>50.0</c:v>
                </c:pt>
                <c:pt idx="1">
                  <c:v>50.0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6148-7D46-9E8C-5984C9C614D2}"/>
            </c:ext>
          </c:extLst>
        </c:ser>
        <c:ser>
          <c:idx val="1"/>
          <c:order val="1"/>
          <c:tx>
            <c:strRef>
              <c:f>Sheet1!$C$1</c:f>
              <c:strCache>
                <c:ptCount val="1"/>
                <c:pt idx="0">
                  <c:v>Redundant</c:v>
                </c:pt>
              </c:strCache>
            </c:strRef>
          </c:tx>
          <c:spPr>
            <a:solidFill>
              <a:srgbClr val="F16344"/>
            </a:solidFill>
            <a:ln>
              <a:noFill/>
            </a:ln>
          </c:spPr>
          <c:invertIfNegative val="1"/>
          <c:cat>
            <c:strRef>
              <c:f>Sheet1!$A$2:$A$3</c:f>
              <c:strCache>
                <c:ptCount val="2"/>
                <c:pt idx="0">
                  <c:v>Total code (Before)</c:v>
                </c:pt>
                <c:pt idx="1">
                  <c:v>Deleted code (Before)</c:v>
                </c:pt>
              </c:strCache>
            </c:strRef>
          </c:cat>
          <c:val>
            <c:numRef>
              <c:f>Sheet1!$C$2:$C$3</c:f>
              <c:numCache>
                <c:formatCode>General</c:formatCode>
                <c:ptCount val="2"/>
                <c:pt idx="0">
                  <c:v>50.0</c:v>
                </c:pt>
                <c:pt idx="1">
                  <c:v>50.0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6148-7D46-9E8C-5984C9C614D2}"/>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Sheet1!$A$2:$A$3</c:f>
              <c:strCache>
                <c:ptCount val="2"/>
                <c:pt idx="0">
                  <c:v>Total code (Before)</c:v>
                </c:pt>
                <c:pt idx="1">
                  <c:v>Deleted code (Before)</c:v>
                </c:pt>
              </c:strCache>
            </c:strRef>
          </c:cat>
          <c:val>
            <c:numRef>
              <c:f>Sheet1!$B$2:$B$3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C0E-3944-AC8C-D9C66097013F}"/>
            </c:ext>
          </c:extLst>
        </c:ser>
        <c:ser>
          <c:idx val="1"/>
          <c:order val="1"/>
          <c:tx>
            <c:strRef>
              <c:f>Sheet1!$C$1</c:f>
              <c:strCache>
                <c:ptCount val="1"/>
                <c:pt idx="0">
                  <c:v>Medium risk</c:v>
                </c:pt>
              </c:strCache>
            </c:strRef>
          </c:tx>
          <c:spPr>
            <a:solidFill>
              <a:srgbClr val="F1C107"/>
            </a:solidFill>
            <a:ln>
              <a:noFill/>
            </a:ln>
          </c:spPr>
          <c:invertIfNegative val="1"/>
          <c:cat>
            <c:strRef>
              <c:f>Sheet1!$A$2:$A$3</c:f>
              <c:strCache>
                <c:ptCount val="2"/>
                <c:pt idx="0">
                  <c:v>Total code (Before)</c:v>
                </c:pt>
                <c:pt idx="1">
                  <c:v>Deleted code (Before)</c:v>
                </c:pt>
              </c:strCache>
            </c:strRef>
          </c:cat>
          <c:val>
            <c:numRef>
              <c:f>Sheet1!$C$2:$C$3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C0E-3944-AC8C-D9C66097013F}"/>
            </c:ext>
          </c:extLst>
        </c:ser>
        <c:ser>
          <c:idx val="2"/>
          <c:order val="2"/>
          <c:tx>
            <c:strRef>
              <c:f>Sheet1!$D$1</c:f>
              <c:strCache>
                <c:ptCount val="1"/>
                <c:pt idx="0">
                  <c:v>High risk</c:v>
                </c:pt>
              </c:strCache>
            </c:strRef>
          </c:tx>
          <c:spPr>
            <a:solidFill>
              <a:srgbClr val="F69C3F"/>
            </a:solidFill>
            <a:ln>
              <a:noFill/>
            </a:ln>
          </c:spPr>
          <c:invertIfNegative val="1"/>
          <c:cat>
            <c:strRef>
              <c:f>Sheet1!$A$2:$A$3</c:f>
              <c:strCache>
                <c:ptCount val="2"/>
                <c:pt idx="0">
                  <c:v>Total code (Before)</c:v>
                </c:pt>
                <c:pt idx="1">
                  <c:v>Deleted code (Before)</c:v>
                </c:pt>
              </c:strCache>
            </c:strRef>
          </c:cat>
          <c:val>
            <c:numRef>
              <c:f>Sheet1!$D$2:$D$3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8C0E-3944-AC8C-D9C66097013F}"/>
            </c:ext>
          </c:extLst>
        </c:ser>
        <c:ser>
          <c:idx val="3"/>
          <c:order val="3"/>
          <c:tx>
            <c:strRef>
              <c:f>Sheet1!$E$1</c:f>
              <c:strCache>
                <c:ptCount val="1"/>
                <c:pt idx="0">
                  <c:v>Very high risk</c:v>
                </c:pt>
              </c:strCache>
            </c:strRef>
          </c:tx>
          <c:spPr>
            <a:solidFill>
              <a:srgbClr val="F16344"/>
            </a:solidFill>
            <a:ln>
              <a:noFill/>
            </a:ln>
          </c:spPr>
          <c:invertIfNegative val="1"/>
          <c:cat>
            <c:strRef>
              <c:f>Sheet1!$A$2:$A$3</c:f>
              <c:strCache>
                <c:ptCount val="2"/>
                <c:pt idx="0">
                  <c:v>Total code (Before)</c:v>
                </c:pt>
                <c:pt idx="1">
                  <c:v>Deleted code (Before)</c:v>
                </c:pt>
              </c:strCache>
            </c:strRef>
          </c:cat>
          <c:val>
            <c:numRef>
              <c:f>Sheet1!$E$2:$E$3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8C0E-3944-AC8C-D9C66097013F}"/>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Sheet1!$A$2:$A$3</c:f>
              <c:strCache>
                <c:ptCount val="2"/>
                <c:pt idx="0">
                  <c:v>Total code (Before)</c:v>
                </c:pt>
                <c:pt idx="1">
                  <c:v>Deleted code (Before)</c:v>
                </c:pt>
              </c:strCache>
            </c:strRef>
          </c:cat>
          <c:val>
            <c:numRef>
              <c:f>Sheet1!$B$2:$B$3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12DF-C043-95DE-C609B4C6307F}"/>
            </c:ext>
          </c:extLst>
        </c:ser>
        <c:ser>
          <c:idx val="1"/>
          <c:order val="1"/>
          <c:tx>
            <c:strRef>
              <c:f>Sheet1!$C$1</c:f>
              <c:strCache>
                <c:ptCount val="1"/>
                <c:pt idx="0">
                  <c:v>Medium risk</c:v>
                </c:pt>
              </c:strCache>
            </c:strRef>
          </c:tx>
          <c:spPr>
            <a:solidFill>
              <a:srgbClr val="F1C107"/>
            </a:solidFill>
            <a:ln>
              <a:noFill/>
            </a:ln>
          </c:spPr>
          <c:invertIfNegative val="1"/>
          <c:cat>
            <c:strRef>
              <c:f>Sheet1!$A$2:$A$3</c:f>
              <c:strCache>
                <c:ptCount val="2"/>
                <c:pt idx="0">
                  <c:v>Total code (Before)</c:v>
                </c:pt>
                <c:pt idx="1">
                  <c:v>Deleted code (Before)</c:v>
                </c:pt>
              </c:strCache>
            </c:strRef>
          </c:cat>
          <c:val>
            <c:numRef>
              <c:f>Sheet1!$C$2:$C$3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12DF-C043-95DE-C609B4C6307F}"/>
            </c:ext>
          </c:extLst>
        </c:ser>
        <c:ser>
          <c:idx val="2"/>
          <c:order val="2"/>
          <c:tx>
            <c:strRef>
              <c:f>Sheet1!$D$1</c:f>
              <c:strCache>
                <c:ptCount val="1"/>
                <c:pt idx="0">
                  <c:v>High risk</c:v>
                </c:pt>
              </c:strCache>
            </c:strRef>
          </c:tx>
          <c:spPr>
            <a:solidFill>
              <a:srgbClr val="F69C3F"/>
            </a:solidFill>
            <a:ln>
              <a:noFill/>
            </a:ln>
          </c:spPr>
          <c:invertIfNegative val="1"/>
          <c:cat>
            <c:strRef>
              <c:f>Sheet1!$A$2:$A$3</c:f>
              <c:strCache>
                <c:ptCount val="2"/>
                <c:pt idx="0">
                  <c:v>Total code (Before)</c:v>
                </c:pt>
                <c:pt idx="1">
                  <c:v>Deleted code (Before)</c:v>
                </c:pt>
              </c:strCache>
            </c:strRef>
          </c:cat>
          <c:val>
            <c:numRef>
              <c:f>Sheet1!$D$2:$D$3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12DF-C043-95DE-C609B4C6307F}"/>
            </c:ext>
          </c:extLst>
        </c:ser>
        <c:ser>
          <c:idx val="3"/>
          <c:order val="3"/>
          <c:tx>
            <c:strRef>
              <c:f>Sheet1!$E$1</c:f>
              <c:strCache>
                <c:ptCount val="1"/>
                <c:pt idx="0">
                  <c:v>Very high risk</c:v>
                </c:pt>
              </c:strCache>
            </c:strRef>
          </c:tx>
          <c:spPr>
            <a:solidFill>
              <a:srgbClr val="F16344"/>
            </a:solidFill>
            <a:ln>
              <a:noFill/>
            </a:ln>
          </c:spPr>
          <c:invertIfNegative val="1"/>
          <c:cat>
            <c:strRef>
              <c:f>Sheet1!$A$2:$A$3</c:f>
              <c:strCache>
                <c:ptCount val="2"/>
                <c:pt idx="0">
                  <c:v>Total code (Before)</c:v>
                </c:pt>
                <c:pt idx="1">
                  <c:v>Deleted code (Before)</c:v>
                </c:pt>
              </c:strCache>
            </c:strRef>
          </c:cat>
          <c:val>
            <c:numRef>
              <c:f>Sheet1!$E$2:$E$3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12DF-C043-95DE-C609B4C6307F}"/>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Sheet1!$A$2:$A$3</c:f>
              <c:strCache>
                <c:ptCount val="2"/>
                <c:pt idx="0">
                  <c:v>Total code (Before)</c:v>
                </c:pt>
                <c:pt idx="1">
                  <c:v>Deleted code (Before)</c:v>
                </c:pt>
              </c:strCache>
            </c:strRef>
          </c:cat>
          <c:val>
            <c:numRef>
              <c:f>Sheet1!$B$2:$B$3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689A-D24F-AF57-3234BE1A603F}"/>
            </c:ext>
          </c:extLst>
        </c:ser>
        <c:ser>
          <c:idx val="1"/>
          <c:order val="1"/>
          <c:tx>
            <c:strRef>
              <c:f>Sheet1!$C$1</c:f>
              <c:strCache>
                <c:ptCount val="1"/>
                <c:pt idx="0">
                  <c:v>Medium risk</c:v>
                </c:pt>
              </c:strCache>
            </c:strRef>
          </c:tx>
          <c:spPr>
            <a:solidFill>
              <a:srgbClr val="F1C107"/>
            </a:solidFill>
            <a:ln>
              <a:noFill/>
            </a:ln>
          </c:spPr>
          <c:invertIfNegative val="1"/>
          <c:cat>
            <c:strRef>
              <c:f>Sheet1!$A$2:$A$3</c:f>
              <c:strCache>
                <c:ptCount val="2"/>
                <c:pt idx="0">
                  <c:v>Total code (Before)</c:v>
                </c:pt>
                <c:pt idx="1">
                  <c:v>Deleted code (Before)</c:v>
                </c:pt>
              </c:strCache>
            </c:strRef>
          </c:cat>
          <c:val>
            <c:numRef>
              <c:f>Sheet1!$C$2:$C$3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689A-D24F-AF57-3234BE1A603F}"/>
            </c:ext>
          </c:extLst>
        </c:ser>
        <c:ser>
          <c:idx val="2"/>
          <c:order val="2"/>
          <c:tx>
            <c:strRef>
              <c:f>Sheet1!$D$1</c:f>
              <c:strCache>
                <c:ptCount val="1"/>
                <c:pt idx="0">
                  <c:v>High risk</c:v>
                </c:pt>
              </c:strCache>
            </c:strRef>
          </c:tx>
          <c:spPr>
            <a:solidFill>
              <a:srgbClr val="F69C3F"/>
            </a:solidFill>
            <a:ln>
              <a:noFill/>
            </a:ln>
          </c:spPr>
          <c:invertIfNegative val="1"/>
          <c:cat>
            <c:strRef>
              <c:f>Sheet1!$A$2:$A$3</c:f>
              <c:strCache>
                <c:ptCount val="2"/>
                <c:pt idx="0">
                  <c:v>Total code (Before)</c:v>
                </c:pt>
                <c:pt idx="1">
                  <c:v>Deleted code (Before)</c:v>
                </c:pt>
              </c:strCache>
            </c:strRef>
          </c:cat>
          <c:val>
            <c:numRef>
              <c:f>Sheet1!$D$2:$D$3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689A-D24F-AF57-3234BE1A603F}"/>
            </c:ext>
          </c:extLst>
        </c:ser>
        <c:ser>
          <c:idx val="3"/>
          <c:order val="3"/>
          <c:tx>
            <c:strRef>
              <c:f>Sheet1!$E$1</c:f>
              <c:strCache>
                <c:ptCount val="1"/>
                <c:pt idx="0">
                  <c:v>Very high risk</c:v>
                </c:pt>
              </c:strCache>
            </c:strRef>
          </c:tx>
          <c:spPr>
            <a:solidFill>
              <a:srgbClr val="F16344"/>
            </a:solidFill>
            <a:ln>
              <a:noFill/>
            </a:ln>
          </c:spPr>
          <c:invertIfNegative val="1"/>
          <c:cat>
            <c:strRef>
              <c:f>Sheet1!$A$2:$A$3</c:f>
              <c:strCache>
                <c:ptCount val="2"/>
                <c:pt idx="0">
                  <c:v>Total code (Before)</c:v>
                </c:pt>
                <c:pt idx="1">
                  <c:v>Deleted code (Before)</c:v>
                </c:pt>
              </c:strCache>
            </c:strRef>
          </c:cat>
          <c:val>
            <c:numRef>
              <c:f>Sheet1!$E$2:$E$3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689A-D24F-AF57-3234BE1A603F}"/>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Sheet1!$A$2:$A$3</c:f>
              <c:strCache>
                <c:ptCount val="2"/>
                <c:pt idx="0">
                  <c:v>Total code (Before)</c:v>
                </c:pt>
                <c:pt idx="1">
                  <c:v>Deleted code (Before)</c:v>
                </c:pt>
              </c:strCache>
            </c:strRef>
          </c:cat>
          <c:val>
            <c:numRef>
              <c:f>Sheet1!$B$2:$B$3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ED10-FC4C-A577-F2FAA2313B68}"/>
            </c:ext>
          </c:extLst>
        </c:ser>
        <c:ser>
          <c:idx val="1"/>
          <c:order val="1"/>
          <c:tx>
            <c:strRef>
              <c:f>Sheet1!$C$1</c:f>
              <c:strCache>
                <c:ptCount val="1"/>
                <c:pt idx="0">
                  <c:v>Medium risk</c:v>
                </c:pt>
              </c:strCache>
            </c:strRef>
          </c:tx>
          <c:spPr>
            <a:solidFill>
              <a:srgbClr val="F1C107"/>
            </a:solidFill>
            <a:ln>
              <a:noFill/>
            </a:ln>
          </c:spPr>
          <c:invertIfNegative val="1"/>
          <c:cat>
            <c:strRef>
              <c:f>Sheet1!$A$2:$A$3</c:f>
              <c:strCache>
                <c:ptCount val="2"/>
                <c:pt idx="0">
                  <c:v>Total code (Before)</c:v>
                </c:pt>
                <c:pt idx="1">
                  <c:v>Deleted code (Before)</c:v>
                </c:pt>
              </c:strCache>
            </c:strRef>
          </c:cat>
          <c:val>
            <c:numRef>
              <c:f>Sheet1!$C$2:$C$3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ED10-FC4C-A577-F2FAA2313B68}"/>
            </c:ext>
          </c:extLst>
        </c:ser>
        <c:ser>
          <c:idx val="2"/>
          <c:order val="2"/>
          <c:tx>
            <c:strRef>
              <c:f>Sheet1!$D$1</c:f>
              <c:strCache>
                <c:ptCount val="1"/>
                <c:pt idx="0">
                  <c:v>High risk</c:v>
                </c:pt>
              </c:strCache>
            </c:strRef>
          </c:tx>
          <c:spPr>
            <a:solidFill>
              <a:srgbClr val="F69C3F"/>
            </a:solidFill>
            <a:ln>
              <a:noFill/>
            </a:ln>
          </c:spPr>
          <c:invertIfNegative val="1"/>
          <c:cat>
            <c:strRef>
              <c:f>Sheet1!$A$2:$A$3</c:f>
              <c:strCache>
                <c:ptCount val="2"/>
                <c:pt idx="0">
                  <c:v>Total code (Before)</c:v>
                </c:pt>
                <c:pt idx="1">
                  <c:v>Deleted code (Before)</c:v>
                </c:pt>
              </c:strCache>
            </c:strRef>
          </c:cat>
          <c:val>
            <c:numRef>
              <c:f>Sheet1!$D$2:$D$3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ED10-FC4C-A577-F2FAA2313B68}"/>
            </c:ext>
          </c:extLst>
        </c:ser>
        <c:ser>
          <c:idx val="3"/>
          <c:order val="3"/>
          <c:tx>
            <c:strRef>
              <c:f>Sheet1!$E$1</c:f>
              <c:strCache>
                <c:ptCount val="1"/>
                <c:pt idx="0">
                  <c:v>Very high risk</c:v>
                </c:pt>
              </c:strCache>
            </c:strRef>
          </c:tx>
          <c:spPr>
            <a:solidFill>
              <a:srgbClr val="F16344"/>
            </a:solidFill>
            <a:ln>
              <a:noFill/>
            </a:ln>
          </c:spPr>
          <c:invertIfNegative val="1"/>
          <c:cat>
            <c:strRef>
              <c:f>Sheet1!$A$2:$A$3</c:f>
              <c:strCache>
                <c:ptCount val="2"/>
                <c:pt idx="0">
                  <c:v>Total code (Before)</c:v>
                </c:pt>
                <c:pt idx="1">
                  <c:v>Deleted code (Before)</c:v>
                </c:pt>
              </c:strCache>
            </c:strRef>
          </c:cat>
          <c:val>
            <c:numRef>
              <c:f>Sheet1!$E$2:$E$3</c:f>
              <c:numCache>
                <c:formatCode>General</c:formatCode>
                <c:ptCount val="2"/>
                <c:pt idx="0">
                  <c:v>25.0</c:v>
                </c:pt>
                <c:pt idx="1">
                  <c:v>25.0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ED10-FC4C-A577-F2FAA2313B68}"/>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8/4/26</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8/4/26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1167E-9B60-5286-8CF1-CD57D307B0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135F99-C886-B613-ED19-BB95411A80C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357B189-D4A8-78F0-5962-0123D21165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42C648-5D39-132C-9451-3627715E3B40}"/>
              </a:ext>
            </a:extLst>
          </p:cNvPr>
          <p:cNvSpPr>
            <a:spLocks noGrp="1"/>
          </p:cNvSpPr>
          <p:nvPr>
            <p:ph type="sldNum" sz="quarter" idx="5"/>
          </p:nvPr>
        </p:nvSpPr>
        <p:spPr/>
        <p:txBody>
          <a:bodyPr/>
          <a:lstStyle/>
          <a:p>
            <a:fld id="{4408DED6-61EF-5240-95D8-926F20A98C89}" type="slidenum">
              <a:rPr lang="en-US" smtClean="0"/>
              <a:t>2</a:t>
            </a:fld>
            <a:endParaRPr lang="en-US"/>
          </a:p>
        </p:txBody>
      </p:sp>
    </p:spTree>
    <p:extLst>
      <p:ext uri="{BB962C8B-B14F-4D97-AF65-F5344CB8AC3E}">
        <p14:creationId xmlns:p14="http://schemas.microsoft.com/office/powerpoint/2010/main" val="17153139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F451B-AA53-E0DA-C6F6-9CCF926B86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58FBA-B865-C4F2-98F2-2C7F8A5C676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C881F8C-3072-48D1-BAF5-28FAB0F5FD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14A490-6974-05EF-8AEB-2FD7DFC210E3}"/>
              </a:ext>
            </a:extLst>
          </p:cNvPr>
          <p:cNvSpPr>
            <a:spLocks noGrp="1"/>
          </p:cNvSpPr>
          <p:nvPr>
            <p:ph type="sldNum" sz="quarter" idx="5"/>
          </p:nvPr>
        </p:nvSpPr>
        <p:spPr/>
        <p:txBody>
          <a:bodyPr/>
          <a:lstStyle/>
          <a:p>
            <a:fld id="{4408DED6-61EF-5240-95D8-926F20A98C89}" type="slidenum">
              <a:rPr lang="en-US" smtClean="0"/>
              <a:t>3</a:t>
            </a:fld>
            <a:endParaRPr lang="en-US"/>
          </a:p>
        </p:txBody>
      </p:sp>
    </p:spTree>
    <p:extLst>
      <p:ext uri="{BB962C8B-B14F-4D97-AF65-F5344CB8AC3E}">
        <p14:creationId xmlns:p14="http://schemas.microsoft.com/office/powerpoint/2010/main" val="2801532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187B5-A549-4DE5-85D4-3B9AD63094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2508A4-2D4F-D87C-62C3-344E49E79FB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8478CF7-20F2-4230-56AB-8C7B25434C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0077DF-C58A-41B8-AD5F-4060C77BE4F8}"/>
              </a:ext>
            </a:extLst>
          </p:cNvPr>
          <p:cNvSpPr>
            <a:spLocks noGrp="1"/>
          </p:cNvSpPr>
          <p:nvPr>
            <p:ph type="sldNum" sz="quarter" idx="5"/>
          </p:nvPr>
        </p:nvSpPr>
        <p:spPr/>
        <p:txBody>
          <a:bodyPr/>
          <a:lstStyle/>
          <a:p>
            <a:fld id="{4408DED6-61EF-5240-95D8-926F20A98C89}" type="slidenum">
              <a:rPr lang="en-US" smtClean="0"/>
              <a:t>4</a:t>
            </a:fld>
            <a:endParaRPr lang="en-US"/>
          </a:p>
        </p:txBody>
      </p:sp>
    </p:spTree>
    <p:extLst>
      <p:ext uri="{BB962C8B-B14F-4D97-AF65-F5344CB8AC3E}">
        <p14:creationId xmlns:p14="http://schemas.microsoft.com/office/powerpoint/2010/main" val="5176718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Tech">
    <p:bg>
      <p:bgPr>
        <a:solidFill>
          <a:schemeClr val="bg1"/>
        </a:solidFill>
        <a:effectLst/>
      </p:bgPr>
    </p:bg>
    <p:spTree>
      <p:nvGrpSpPr>
        <p:cNvPr id="1" name=""/>
        <p:cNvGrpSpPr/>
        <p:nvPr/>
      </p:nvGrpSpPr>
      <p:grpSpPr>
        <a:xfrm>
          <a:off x="0" y="0"/>
          <a:ext cx="0" cy="0"/>
          <a:chOff x="0" y="0"/>
          <a:chExt cx="0" cy="0"/>
        </a:xfrm>
      </p:grpSpPr>
      <p:pic>
        <p:nvPicPr>
          <p:cNvPr id="29" name="Picture 38">
            <a:extLst>
              <a:ext uri="{FF2B5EF4-FFF2-40B4-BE49-F238E27FC236}">
                <a16:creationId xmlns:a16="http://schemas.microsoft.com/office/drawing/2014/main" id="{7347C396-4E04-5438-3588-DA4459F358A5}"/>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4747"/>
                    </a14:imgEffect>
                    <a14:imgEffect>
                      <a14:brightnessContrast bright="-19000"/>
                    </a14:imgEffect>
                  </a14:imgLayer>
                </a14:imgProps>
              </a:ext>
              <a:ext uri="{28A0092B-C50C-407E-A947-70E740481C1C}">
                <a14:useLocalDpi xmlns:a14="http://schemas.microsoft.com/office/drawing/2010/main"/>
              </a:ext>
            </a:extLst>
          </a:blip>
          <a:srcRect/>
          <a:stretch/>
        </p:blipFill>
        <p:spPr>
          <a:xfrm>
            <a:off x="-736" y="1"/>
            <a:ext cx="12192736" cy="4788650"/>
          </a:xfrm>
          <a:prstGeom prst="rect">
            <a:avLst/>
          </a:prstGeom>
        </p:spPr>
      </p:pic>
      <p:sp>
        <p:nvSpPr>
          <p:cNvPr id="5" name="Rechthoek 4">
            <a:extLst>
              <a:ext uri="{FF2B5EF4-FFF2-40B4-BE49-F238E27FC236}">
                <a16:creationId xmlns:a16="http://schemas.microsoft.com/office/drawing/2014/main" id="{3711BFBD-7D49-8987-E8A2-D4E4D95700E2}"/>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3">
            <a:extLst>
              <a:ext uri="{FF2B5EF4-FFF2-40B4-BE49-F238E27FC236}">
                <a16:creationId xmlns:a16="http://schemas.microsoft.com/office/drawing/2014/main" id="{F980E156-820D-6279-257C-1179FF494665}"/>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7" name="Rectangle 14">
            <a:extLst>
              <a:ext uri="{FF2B5EF4-FFF2-40B4-BE49-F238E27FC236}">
                <a16:creationId xmlns:a16="http://schemas.microsoft.com/office/drawing/2014/main" id="{C197F95C-A1BB-C2C6-50E0-3639B39F8A87}"/>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8" name="Tijdelijke aanduiding voor voettekst 10">
            <a:extLst>
              <a:ext uri="{FF2B5EF4-FFF2-40B4-BE49-F238E27FC236}">
                <a16:creationId xmlns:a16="http://schemas.microsoft.com/office/drawing/2014/main" id="{25913A94-10DF-8D91-7C37-CE090F12EB19}"/>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a:t>Confidential</a:t>
            </a:r>
            <a:endParaRPr lang="nl-NL" dirty="0"/>
          </a:p>
        </p:txBody>
      </p:sp>
    </p:spTree>
    <p:extLst>
      <p:ext uri="{BB962C8B-B14F-4D97-AF65-F5344CB8AC3E}">
        <p14:creationId xmlns:p14="http://schemas.microsoft.com/office/powerpoint/2010/main" val="3615211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7360B52C-32F4-6286-9606-BADD4B6FCD5D}"/>
              </a:ext>
            </a:extLst>
          </p:cNvPr>
          <p:cNvSpPr/>
          <p:nvPr userDrawn="1"/>
        </p:nvSpPr>
        <p:spPr>
          <a:xfrm>
            <a:off x="0" y="0"/>
            <a:ext cx="5275742" cy="6858000"/>
          </a:xfrm>
          <a:prstGeom prst="rect">
            <a:avLst/>
          </a:prstGeom>
          <a:gradFill>
            <a:gsLst>
              <a:gs pos="0">
                <a:srgbClr val="09204F"/>
              </a:gs>
              <a:gs pos="89000">
                <a:srgbClr val="1864FF"/>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hthoek 9">
            <a:extLst>
              <a:ext uri="{FF2B5EF4-FFF2-40B4-BE49-F238E27FC236}">
                <a16:creationId xmlns:a16="http://schemas.microsoft.com/office/drawing/2014/main" id="{F37031E7-C6CA-7F68-A55A-E44BEE6BB348}"/>
              </a:ext>
            </a:extLst>
          </p:cNvPr>
          <p:cNvSpPr/>
          <p:nvPr userDrawn="1"/>
        </p:nvSpPr>
        <p:spPr>
          <a:xfrm>
            <a:off x="0" y="2794000"/>
            <a:ext cx="5275742" cy="4064000"/>
          </a:xfrm>
          <a:prstGeom prst="rect">
            <a:avLst/>
          </a:prstGeom>
          <a:gradFill>
            <a:gsLst>
              <a:gs pos="4000">
                <a:srgbClr val="09204F"/>
              </a:gs>
              <a:gs pos="100000">
                <a:srgbClr val="155AE7"/>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9" name="Rechthoek 18">
            <a:extLst>
              <a:ext uri="{FF2B5EF4-FFF2-40B4-BE49-F238E27FC236}">
                <a16:creationId xmlns:a16="http://schemas.microsoft.com/office/drawing/2014/main" id="{1AEEA1A0-88B9-9217-C726-6B0B21E8A2C9}"/>
              </a:ext>
            </a:extLst>
          </p:cNvPr>
          <p:cNvSpPr/>
          <p:nvPr userDrawn="1"/>
        </p:nvSpPr>
        <p:spPr>
          <a:xfrm>
            <a:off x="5263376" y="0"/>
            <a:ext cx="6928627" cy="6858000"/>
          </a:xfrm>
          <a:prstGeom prst="rect">
            <a:avLst/>
          </a:prstGeom>
          <a:gradFill>
            <a:gsLst>
              <a:gs pos="0">
                <a:srgbClr val="D1E0FF"/>
              </a:gs>
              <a:gs pos="9000">
                <a:srgbClr val="FFFFF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jdelijke aanduiding voor voettekst 1">
            <a:extLst>
              <a:ext uri="{FF2B5EF4-FFF2-40B4-BE49-F238E27FC236}">
                <a16:creationId xmlns:a16="http://schemas.microsoft.com/office/drawing/2014/main" id="{D962B193-53CA-0D19-0118-C61D7DEBCFE8}"/>
              </a:ext>
            </a:extLst>
          </p:cNvPr>
          <p:cNvSpPr>
            <a:spLocks noGrp="1"/>
          </p:cNvSpPr>
          <p:nvPr>
            <p:ph type="ftr" sz="quarter" idx="14"/>
          </p:nvPr>
        </p:nvSpPr>
        <p:spPr>
          <a:xfrm>
            <a:off x="849600" y="6462000"/>
            <a:ext cx="1085851" cy="231923"/>
          </a:xfrm>
          <a:prstGeom prst="rect">
            <a:avLst/>
          </a:prstGeom>
        </p:spPr>
        <p:txBody>
          <a:bodyPr/>
          <a:lstStyle>
            <a:lvl1pPr>
              <a:defRPr>
                <a:solidFill>
                  <a:srgbClr val="FFFFFF"/>
                </a:solidFill>
              </a:defRPr>
            </a:lvl1pPr>
          </a:lstStyle>
          <a:p>
            <a:r>
              <a:rPr lang="nl-NL" dirty="0" err="1"/>
              <a:t>Confidential</a:t>
            </a:r>
            <a:endParaRPr lang="nl-NL" dirty="0"/>
          </a:p>
        </p:txBody>
      </p:sp>
      <p:sp>
        <p:nvSpPr>
          <p:cNvPr id="3" name="Tijdelijke aanduiding voor dianummer 2">
            <a:extLst>
              <a:ext uri="{FF2B5EF4-FFF2-40B4-BE49-F238E27FC236}">
                <a16:creationId xmlns:a16="http://schemas.microsoft.com/office/drawing/2014/main" id="{35BD149E-B12D-F2FB-60B1-2F2EBB40DF98}"/>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rgbClr val="FFFFFF"/>
                </a:solidFill>
                <a:latin typeface="Noir Pro Semi Bold" pitchFamily="2" charset="0"/>
              </a:defRPr>
            </a:lvl1pPr>
          </a:lstStyle>
          <a:p>
            <a:r>
              <a:rPr lang="nl-NL" dirty="0" err="1"/>
              <a:t>Insert</a:t>
            </a:r>
            <a:r>
              <a:rPr lang="nl-NL" dirty="0"/>
              <a:t> </a:t>
            </a:r>
            <a:r>
              <a:rPr lang="nl-NL" dirty="0" err="1"/>
              <a:t>title</a:t>
            </a:r>
            <a:endParaRPr lang="en-US" dirty="0"/>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gradFill>
            <a:gsLst>
              <a:gs pos="0">
                <a:srgbClr val="A3C1FF">
                  <a:alpha val="89804"/>
                </a:srgbClr>
              </a:gs>
              <a:gs pos="8000">
                <a:srgbClr val="7FAAFF">
                  <a:alpha val="25000"/>
                </a:srgbClr>
              </a:gs>
              <a:gs pos="53000">
                <a:srgbClr val="FFFFFF">
                  <a:alpha val="14902"/>
                </a:srgbClr>
              </a:gs>
            </a:gsLst>
            <a:lin ang="3600000" scaled="0"/>
          </a:grad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latin typeface="Noir Pro Medium" pitchFamily="2" charset="0"/>
              </a:defRPr>
            </a:lvl1pPr>
            <a:lvl2pPr marL="1114425" indent="-217488">
              <a:buClr>
                <a:schemeClr val="bg2">
                  <a:lumMod val="50000"/>
                </a:schemeClr>
              </a:buClr>
              <a:buFont typeface="Helvetica Neue Bold" panose="02000503000000020004" pitchFamily="2" charset="0"/>
              <a:buChar char="⤷"/>
              <a:tabLst/>
              <a:defRPr/>
            </a:lvl2pPr>
            <a:lvl3pPr marL="1341438" indent="-227013">
              <a:buClr>
                <a:schemeClr val="bg2">
                  <a:lumMod val="50000"/>
                </a:schemeClr>
              </a:buClr>
              <a:buFont typeface="Helvetica Neue Bold" panose="02000503000000020004" pitchFamily="2" charset="0"/>
              <a:buChar char="⤷"/>
              <a:tabLst/>
              <a:defRPr/>
            </a:lvl3pPr>
            <a:lvl4pPr marL="1600200" indent="-258763">
              <a:buClr>
                <a:schemeClr val="bg2">
                  <a:lumMod val="50000"/>
                </a:schemeClr>
              </a:buClr>
              <a:buFont typeface="Helvetica Neue Bold" panose="02000503000000020004" pitchFamily="2" charset="0"/>
              <a:buChar char="⤷"/>
              <a:tabLst/>
              <a:defRPr/>
            </a:lvl4pPr>
          </a:lstStyle>
          <a:p>
            <a:pPr lvl="0"/>
            <a:r>
              <a:rPr lang="nl-NL" dirty="0" err="1"/>
              <a:t>Insert</a:t>
            </a:r>
            <a:r>
              <a:rPr lang="nl-NL" dirty="0"/>
              <a:t> </a:t>
            </a:r>
            <a:r>
              <a:rPr lang="nl-NL" dirty="0" err="1"/>
              <a:t>presentation</a:t>
            </a:r>
            <a:r>
              <a:rPr lang="nl-NL" dirty="0"/>
              <a:t> </a:t>
            </a:r>
            <a:r>
              <a:rPr lang="nl-NL" dirty="0" err="1"/>
              <a:t>sections</a:t>
            </a:r>
            <a:r>
              <a:rPr lang="nl-NL" dirty="0"/>
              <a:t>/topics</a:t>
            </a:r>
          </a:p>
          <a:p>
            <a:pPr lvl="1"/>
            <a:r>
              <a:rPr lang="nl-NL" dirty="0" err="1"/>
              <a:t>Indented</a:t>
            </a:r>
            <a:r>
              <a:rPr lang="nl-NL" dirty="0"/>
              <a:t> </a:t>
            </a:r>
            <a:r>
              <a:rPr lang="nl-NL" dirty="0" err="1"/>
              <a:t>bullet</a:t>
            </a:r>
            <a:r>
              <a:rPr lang="nl-NL" dirty="0"/>
              <a:t> level 1</a:t>
            </a:r>
          </a:p>
          <a:p>
            <a:pPr lvl="2"/>
            <a:r>
              <a:rPr lang="nl-NL" dirty="0" err="1"/>
              <a:t>Indented</a:t>
            </a:r>
            <a:r>
              <a:rPr lang="nl-NL" dirty="0"/>
              <a:t> </a:t>
            </a:r>
            <a:r>
              <a:rPr lang="nl-NL" dirty="0" err="1"/>
              <a:t>bullet</a:t>
            </a:r>
            <a:r>
              <a:rPr lang="nl-NL" dirty="0"/>
              <a:t> level 2	</a:t>
            </a:r>
          </a:p>
          <a:p>
            <a:pPr lvl="3"/>
            <a:r>
              <a:rPr lang="nl-NL" dirty="0" err="1"/>
              <a:t>Indented</a:t>
            </a:r>
            <a:r>
              <a:rPr lang="nl-NL" dirty="0"/>
              <a:t> </a:t>
            </a:r>
            <a:r>
              <a:rPr lang="nl-NL" dirty="0" err="1"/>
              <a:t>bullet</a:t>
            </a:r>
            <a:r>
              <a:rPr lang="nl-NL" dirty="0"/>
              <a:t> level 3	</a:t>
            </a:r>
          </a:p>
          <a:p>
            <a:pPr lvl="0"/>
            <a:r>
              <a:rPr lang="en-US" dirty="0"/>
              <a:t>This is a second base-level item</a:t>
            </a:r>
          </a:p>
        </p:txBody>
      </p:sp>
    </p:spTree>
    <p:extLst>
      <p:ext uri="{BB962C8B-B14F-4D97-AF65-F5344CB8AC3E}">
        <p14:creationId xmlns:p14="http://schemas.microsoft.com/office/powerpoint/2010/main" val="2526575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7" name="Footer Placeholder 4">
            <a:extLst>
              <a:ext uri="{FF2B5EF4-FFF2-40B4-BE49-F238E27FC236}">
                <a16:creationId xmlns:a16="http://schemas.microsoft.com/office/drawing/2014/main" id="{9120FC2D-DB38-A66D-B4BE-8E608C2A5D60}"/>
              </a:ext>
            </a:extLst>
          </p:cNvPr>
          <p:cNvSpPr>
            <a:spLocks noGrp="1"/>
          </p:cNvSpPr>
          <p:nvPr>
            <p:ph type="ftr" sz="quarter" idx="3"/>
          </p:nvPr>
        </p:nvSpPr>
        <p:spPr>
          <a:xfrm>
            <a:off x="192158" y="6392274"/>
            <a:ext cx="1763922" cy="370422"/>
          </a:xfrm>
          <a:prstGeom prst="rect">
            <a:avLst/>
          </a:prstGeom>
        </p:spPr>
        <p:txBody>
          <a:body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167060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eemap">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Rectangle 4">
            <a:extLst>
              <a:ext uri="{FF2B5EF4-FFF2-40B4-BE49-F238E27FC236}">
                <a16:creationId xmlns:a16="http://schemas.microsoft.com/office/drawing/2014/main" id="{831DF13F-1492-BD13-A6B1-7A914E1FDC59}"/>
              </a:ext>
            </a:extLst>
          </p:cNvPr>
          <p:cNvSpPr/>
          <p:nvPr userDrawn="1"/>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sp>
        <p:nvSpPr>
          <p:cNvPr id="6" name="Footer Placeholder 4">
            <a:extLst>
              <a:ext uri="{FF2B5EF4-FFF2-40B4-BE49-F238E27FC236}">
                <a16:creationId xmlns:a16="http://schemas.microsoft.com/office/drawing/2014/main" id="{BF4D9293-49E2-42AF-E099-654DFF3A9984}"/>
              </a:ext>
            </a:extLst>
          </p:cNvPr>
          <p:cNvSpPr>
            <a:spLocks noGrp="1"/>
          </p:cNvSpPr>
          <p:nvPr>
            <p:ph type="ftr" sz="quarter" idx="3"/>
          </p:nvPr>
        </p:nvSpPr>
        <p:spPr>
          <a:xfrm>
            <a:off x="192158" y="6392274"/>
            <a:ext cx="1763922" cy="370422"/>
          </a:xfrm>
          <a:prstGeom prst="rect">
            <a:avLst/>
          </a:prstGeom>
        </p:spPr>
        <p:txBody>
          <a:body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3381798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6" name="Footer Placeholder 5">
            <a:extLst>
              <a:ext uri="{FF2B5EF4-FFF2-40B4-BE49-F238E27FC236}">
                <a16:creationId xmlns:a16="http://schemas.microsoft.com/office/drawing/2014/main" id="{BB98077D-F430-EB3F-E631-8256B604A552}"/>
              </a:ext>
            </a:extLst>
          </p:cNvPr>
          <p:cNvSpPr>
            <a:spLocks noGrp="1"/>
          </p:cNvSpPr>
          <p:nvPr>
            <p:ph type="ftr" sz="quarter" idx="3"/>
          </p:nvPr>
        </p:nvSpPr>
        <p:spPr>
          <a:xfrm>
            <a:off x="295208" y="6407914"/>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marL="0" algn="l" defTabSz="914400" rtl="0" eaLnBrk="1" latinLnBrk="0" hangingPunct="1">
              <a:defRPr lang="en-US" sz="900" b="0" cap="none" spc="0" baseline="0" dirty="0">
                <a:solidFill>
                  <a:srgbClr val="FFFFFF"/>
                </a:solidFill>
                <a:latin typeface="Azeret Mono" pitchFamily="2" charset="77"/>
                <a:cs typeface="Azeret Mono" pitchFamily="2" charset="77"/>
              </a:defRPr>
            </a:lvl1pPr>
          </a:lstStyle>
          <a:p>
            <a:r>
              <a:rPr lang="nl-NL" sz="900" b="0" kern="1200" cap="none" spc="0" baseline="0" dirty="0" err="1">
                <a:solidFill>
                  <a:srgbClr val="FFFFFF"/>
                </a:solidFill>
                <a:latin typeface="Azeret Mono" pitchFamily="2" charset="77"/>
                <a:ea typeface="+mn-ea"/>
                <a:cs typeface="Azeret Mono" pitchFamily="2" charset="77"/>
              </a:rPr>
              <a:t>Generated</a:t>
            </a:r>
            <a:r>
              <a:rPr lang="nl-NL" sz="900" b="0" kern="1200" cap="none" spc="0" baseline="0" dirty="0">
                <a:solidFill>
                  <a:srgbClr val="FFFFFF"/>
                </a:solidFill>
                <a:latin typeface="Azeret Mono" pitchFamily="2" charset="77"/>
                <a:ea typeface="+mn-ea"/>
                <a:cs typeface="Azeret Mono" pitchFamily="2" charset="77"/>
              </a:rPr>
              <a:t> </a:t>
            </a:r>
            <a:r>
              <a:rPr lang="nl-NL" sz="900" b="0" kern="1200" cap="none" spc="0" baseline="0" dirty="0" err="1">
                <a:solidFill>
                  <a:srgbClr val="FFFFFF"/>
                </a:solidFill>
                <a:latin typeface="Azeret Mono" pitchFamily="2" charset="77"/>
                <a:ea typeface="+mn-ea"/>
                <a:cs typeface="Azeret Mono" pitchFamily="2" charset="77"/>
              </a:rPr>
              <a:t>with</a:t>
            </a:r>
            <a:r>
              <a:rPr lang="nl-NL" sz="900" b="0" kern="1200" cap="none" spc="0" baseline="0" dirty="0">
                <a:solidFill>
                  <a:srgbClr val="FFFFFF"/>
                </a:solidFill>
                <a:latin typeface="Azeret Mono" pitchFamily="2" charset="77"/>
                <a:ea typeface="+mn-ea"/>
                <a:cs typeface="Azeret Mono" pitchFamily="2" charset="77"/>
              </a:rPr>
              <a:t> Sigrid</a:t>
            </a:r>
          </a:p>
          <a:p>
            <a:r>
              <a:rPr lang="nl-NL" sz="900" b="0" kern="1200" cap="none" spc="0" baseline="0" dirty="0" err="1">
                <a:solidFill>
                  <a:srgbClr val="FFFFFF"/>
                </a:solidFill>
                <a:latin typeface="Azeret Mono" pitchFamily="2" charset="77"/>
                <a:ea typeface="+mn-ea"/>
                <a:cs typeface="Azeret Mono" pitchFamily="2" charset="77"/>
              </a:rPr>
              <a:t>for</a:t>
            </a:r>
            <a:r>
              <a:rPr lang="nl-NL" sz="900" b="0" kern="1200" cap="none" spc="0" baseline="0" dirty="0">
                <a:solidFill>
                  <a:srgbClr val="FFFFFF"/>
                </a:solidFill>
                <a:latin typeface="Azeret Mono" pitchFamily="2" charset="77"/>
                <a:ea typeface="+mn-ea"/>
                <a:cs typeface="Azeret Mono" pitchFamily="2" charset="77"/>
              </a:rPr>
              <a:t> CUSTOMER_NAME</a:t>
            </a:r>
          </a:p>
        </p:txBody>
      </p:sp>
    </p:spTree>
    <p:extLst>
      <p:ext uri="{BB962C8B-B14F-4D97-AF65-F5344CB8AC3E}">
        <p14:creationId xmlns:p14="http://schemas.microsoft.com/office/powerpoint/2010/main" val="141184983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2.xml"/><Relationship Id="rId3" Type="http://schemas.openxmlformats.org/officeDocument/2006/relationships/image" Target="../media/image3.png"/><Relationship Id="rId4"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Rechthoek 191">
            <a:extLst>
              <a:ext uri="{FF2B5EF4-FFF2-40B4-BE49-F238E27FC236}">
                <a16:creationId xmlns:a16="http://schemas.microsoft.com/office/drawing/2014/main" id="{E4789192-BD1C-FDF4-0676-2F84CD19AAD6}"/>
              </a:ext>
            </a:extLst>
          </p:cNvPr>
          <p:cNvSpPr/>
          <p:nvPr userDrawn="1"/>
        </p:nvSpPr>
        <p:spPr>
          <a:xfrm>
            <a:off x="0" y="6334783"/>
            <a:ext cx="12192000" cy="523217"/>
          </a:xfrm>
          <a:prstGeom prst="rect">
            <a:avLst/>
          </a:prstGeom>
          <a:gradFill>
            <a:gsLst>
              <a:gs pos="6000">
                <a:schemeClr val="accent3">
                  <a:lumMod val="60000"/>
                  <a:lumOff val="40000"/>
                </a:schemeClr>
              </a:gs>
              <a:gs pos="37000">
                <a:schemeClr val="accent3">
                  <a:lumMod val="40000"/>
                  <a:lumOff val="60000"/>
                </a:schemeClr>
              </a:gs>
              <a:gs pos="17000">
                <a:schemeClr val="accent3">
                  <a:lumMod val="20000"/>
                  <a:lumOff val="80000"/>
                </a:schemeClr>
              </a:gs>
              <a:gs pos="96000">
                <a:schemeClr val="accent3"/>
              </a:gs>
              <a:gs pos="77000">
                <a:schemeClr val="accent3">
                  <a:lumMod val="40000"/>
                  <a:lumOff val="60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8" name="Rounded Rectangle 11">
            <a:extLst>
              <a:ext uri="{FF2B5EF4-FFF2-40B4-BE49-F238E27FC236}">
                <a16:creationId xmlns:a16="http://schemas.microsoft.com/office/drawing/2014/main" id="{0930FD96-390B-3F34-8E93-387124B4AE31}"/>
              </a:ext>
            </a:extLst>
          </p:cNvPr>
          <p:cNvSpPr/>
          <p:nvPr userDrawn="1"/>
        </p:nvSpPr>
        <p:spPr>
          <a:xfrm>
            <a:off x="0" y="6247564"/>
            <a:ext cx="12192000" cy="530113"/>
          </a:xfrm>
          <a:prstGeom prst="roundRect">
            <a:avLst>
              <a:gd name="adj" fmla="val 25380"/>
            </a:avLst>
          </a:prstGeom>
          <a:gradFill>
            <a:gsLst>
              <a:gs pos="13000">
                <a:schemeClr val="accent3">
                  <a:lumMod val="20000"/>
                  <a:lumOff val="80000"/>
                </a:schemeClr>
              </a:gs>
              <a:gs pos="3000">
                <a:srgbClr val="74A2FF">
                  <a:alpha val="53725"/>
                </a:srgbClr>
              </a:gs>
              <a:gs pos="23000">
                <a:srgbClr val="FFFFFF"/>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4" name="Rounded Rectangle 11">
            <a:extLst>
              <a:ext uri="{FF2B5EF4-FFF2-40B4-BE49-F238E27FC236}">
                <a16:creationId xmlns:a16="http://schemas.microsoft.com/office/drawing/2014/main" id="{559F4FB8-CDE5-4BE6-8294-34DD1FE8EE0C}"/>
              </a:ext>
            </a:extLst>
          </p:cNvPr>
          <p:cNvSpPr/>
          <p:nvPr userDrawn="1"/>
        </p:nvSpPr>
        <p:spPr>
          <a:xfrm>
            <a:off x="158400" y="6255515"/>
            <a:ext cx="4275948" cy="522162"/>
          </a:xfrm>
          <a:prstGeom prst="roundRect">
            <a:avLst>
              <a:gd name="adj" fmla="val 25380"/>
            </a:avLst>
          </a:prstGeom>
          <a:gradFill>
            <a:gsLst>
              <a:gs pos="87000">
                <a:srgbClr val="FFFFFF">
                  <a:alpha val="84000"/>
                </a:srgbClr>
              </a:gs>
              <a:gs pos="20000">
                <a:srgbClr val="FFFFFF">
                  <a:alpha val="0"/>
                </a:srgbClr>
              </a:gs>
            </a:gsLst>
            <a:lin ang="6000000" scaled="0"/>
          </a:gra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5" name="Rounded Rectangle 104">
            <a:extLst>
              <a:ext uri="{FF2B5EF4-FFF2-40B4-BE49-F238E27FC236}">
                <a16:creationId xmlns:a16="http://schemas.microsoft.com/office/drawing/2014/main" id="{C68F7292-7A36-328D-4B64-D98F9F925AB4}"/>
              </a:ext>
            </a:extLst>
          </p:cNvPr>
          <p:cNvSpPr/>
          <p:nvPr userDrawn="1"/>
        </p:nvSpPr>
        <p:spPr>
          <a:xfrm>
            <a:off x="318057" y="6255515"/>
            <a:ext cx="4275948" cy="522162"/>
          </a:xfrm>
          <a:prstGeom prst="roundRect">
            <a:avLst>
              <a:gd name="adj" fmla="val 25380"/>
            </a:avLst>
          </a:prstGeom>
          <a:gradFill>
            <a:gsLst>
              <a:gs pos="10000">
                <a:srgbClr val="FFFFFF">
                  <a:alpha val="64340"/>
                </a:srgbClr>
              </a:gs>
              <a:gs pos="54000">
                <a:srgbClr val="FFFFFF">
                  <a:alpha val="69000"/>
                </a:srgbClr>
              </a:gs>
              <a:gs pos="0">
                <a:srgbClr val="FFFFFF">
                  <a:alpha val="0"/>
                </a:srgbClr>
              </a:gs>
            </a:gsLst>
            <a:lin ang="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48" name="Straight Connector 9">
            <a:extLst>
              <a:ext uri="{FF2B5EF4-FFF2-40B4-BE49-F238E27FC236}">
                <a16:creationId xmlns:a16="http://schemas.microsoft.com/office/drawing/2014/main" id="{E2D66CD9-F464-D3CD-02A2-2C81FE92A34F}"/>
              </a:ext>
            </a:extLst>
          </p:cNvPr>
          <p:cNvCxnSpPr>
            <a:cxnSpLocks/>
          </p:cNvCxnSpPr>
          <p:nvPr userDrawn="1"/>
        </p:nvCxnSpPr>
        <p:spPr>
          <a:xfrm flipH="1">
            <a:off x="154800" y="1255306"/>
            <a:ext cx="11880000" cy="0"/>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152" name="Rectangle 2">
            <a:extLst>
              <a:ext uri="{FF2B5EF4-FFF2-40B4-BE49-F238E27FC236}">
                <a16:creationId xmlns:a16="http://schemas.microsoft.com/office/drawing/2014/main" id="{1FAB8656-7C8B-2A03-F5EF-3769ECB3486C}"/>
              </a:ext>
            </a:extLst>
          </p:cNvPr>
          <p:cNvSpPr/>
          <p:nvPr userDrawn="1"/>
        </p:nvSpPr>
        <p:spPr>
          <a:xfrm>
            <a:off x="0" y="0"/>
            <a:ext cx="1381059" cy="416209"/>
          </a:xfrm>
          <a:prstGeom prst="rect">
            <a:avLst/>
          </a:prstGeom>
          <a:gradFill>
            <a:gsLst>
              <a:gs pos="0">
                <a:srgbClr val="F8C716">
                  <a:alpha val="78000"/>
                </a:srgbClr>
              </a:gs>
              <a:gs pos="18000">
                <a:srgbClr val="F8C716">
                  <a:alpha val="30000"/>
                </a:srgbClr>
              </a:gs>
              <a:gs pos="45000">
                <a:srgbClr val="F8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53" name="Rounded Rectangle 92">
            <a:extLst>
              <a:ext uri="{FF2B5EF4-FFF2-40B4-BE49-F238E27FC236}">
                <a16:creationId xmlns:a16="http://schemas.microsoft.com/office/drawing/2014/main" id="{3A91C603-7F40-E63C-0717-77A1BF9F419D}"/>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54" name="Rectangle 3">
            <a:extLst>
              <a:ext uri="{FF2B5EF4-FFF2-40B4-BE49-F238E27FC236}">
                <a16:creationId xmlns:a16="http://schemas.microsoft.com/office/drawing/2014/main" id="{7BB50E56-74C1-CED6-9D35-3C52AD049AA2}"/>
              </a:ext>
            </a:extLst>
          </p:cNvPr>
          <p:cNvSpPr/>
          <p:nvPr userDrawn="1"/>
        </p:nvSpPr>
        <p:spPr>
          <a:xfrm>
            <a:off x="0" y="358781"/>
            <a:ext cx="2835408" cy="3078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164" name="Rectangle 22">
            <a:extLst>
              <a:ext uri="{FF2B5EF4-FFF2-40B4-BE49-F238E27FC236}">
                <a16:creationId xmlns:a16="http://schemas.microsoft.com/office/drawing/2014/main" id="{A4D40506-66E4-4645-F969-413BADB440DE}"/>
              </a:ext>
            </a:extLst>
          </p:cNvPr>
          <p:cNvSpPr/>
          <p:nvPr userDrawn="1"/>
        </p:nvSpPr>
        <p:spPr>
          <a:xfrm>
            <a:off x="0" y="4806022"/>
            <a:ext cx="12192000" cy="158436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9">
            <a:extLst>
              <a:ext uri="{FF2B5EF4-FFF2-40B4-BE49-F238E27FC236}">
                <a16:creationId xmlns:a16="http://schemas.microsoft.com/office/drawing/2014/main" id="{56618A81-C0A0-038B-63FE-C3CD954A14BE}"/>
              </a:ext>
            </a:extLst>
          </p:cNvPr>
          <p:cNvCxnSpPr>
            <a:cxnSpLocks/>
          </p:cNvCxnSpPr>
          <p:nvPr userDrawn="1"/>
        </p:nvCxnSpPr>
        <p:spPr>
          <a:xfrm>
            <a:off x="144162" y="6382737"/>
            <a:ext cx="11903676" cy="0"/>
          </a:xfrm>
          <a:prstGeom prst="line">
            <a:avLst/>
          </a:prstGeom>
          <a:ln w="9525">
            <a:gradFill>
              <a:gsLst>
                <a:gs pos="43000">
                  <a:schemeClr val="bg2">
                    <a:lumMod val="90000"/>
                  </a:schemeClr>
                </a:gs>
                <a:gs pos="9000">
                  <a:schemeClr val="bg2">
                    <a:lumMod val="90000"/>
                    <a:alpha val="0"/>
                  </a:schemeClr>
                </a:gs>
                <a:gs pos="100000">
                  <a:schemeClr val="bg2">
                    <a:lumMod val="9000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199"/>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pic>
        <p:nvPicPr>
          <p:cNvPr id="157" name="Afbeelding 156">
            <a:extLst>
              <a:ext uri="{FF2B5EF4-FFF2-40B4-BE49-F238E27FC236}">
                <a16:creationId xmlns:a16="http://schemas.microsoft.com/office/drawing/2014/main" id="{5ABCF63A-ED55-8841-F6A3-67867EB0DE78}"/>
              </a:ext>
            </a:extLst>
          </p:cNvPr>
          <p:cNvPicPr>
            <a:picLocks noChangeAspect="1"/>
          </p:cNvPicPr>
          <p:nvPr userDrawn="1"/>
        </p:nvPicPr>
        <p:blipFill>
          <a:blip r:embed="rId6"/>
          <a:stretch>
            <a:fillRect/>
          </a:stretch>
        </p:blipFill>
        <p:spPr>
          <a:xfrm>
            <a:off x="10413622" y="6420571"/>
            <a:ext cx="1727200" cy="406400"/>
          </a:xfrm>
          <a:prstGeom prst="rect">
            <a:avLst/>
          </a:prstGeom>
        </p:spPr>
      </p:pic>
      <p:sp>
        <p:nvSpPr>
          <p:cNvPr id="158" name="Rechthoek 157">
            <a:extLst>
              <a:ext uri="{FF2B5EF4-FFF2-40B4-BE49-F238E27FC236}">
                <a16:creationId xmlns:a16="http://schemas.microsoft.com/office/drawing/2014/main" id="{CBB37F62-F6A8-54EE-84EB-1B26BA230147}"/>
              </a:ext>
            </a:extLst>
          </p:cNvPr>
          <p:cNvSpPr/>
          <p:nvPr userDrawn="1"/>
        </p:nvSpPr>
        <p:spPr>
          <a:xfrm>
            <a:off x="11535226" y="6427757"/>
            <a:ext cx="443898" cy="261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7367" y="6469694"/>
            <a:ext cx="627434"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noAutofit/>
          </a:bodyPr>
          <a:lstStyle>
            <a:lvl1pPr algn="ctr">
              <a:defRPr lang="en-US" sz="900" b="0" spc="10" baseline="0" smtClean="0">
                <a:solidFill>
                  <a:srgbClr val="0B54E6"/>
                </a:solidFill>
                <a:latin typeface="Azeret Mono" pitchFamily="2" charset="77"/>
                <a:cs typeface="Azeret Mono" pitchFamily="2" charset="77"/>
              </a:defRPr>
            </a:lvl1pPr>
          </a:lstStyle>
          <a:p>
            <a:fld id="{E242BD21-9B61-2246-BCB1-4BE5E1BEBE1C}" type="slidenum">
              <a:rPr lang="nl-NL" smtClean="0"/>
              <a:pPr/>
              <a:t>‹#›</a:t>
            </a:fld>
            <a:endParaRPr lang="nl-NL"/>
          </a:p>
        </p:txBody>
      </p:sp>
    </p:spTree>
    <p:extLst>
      <p:ext uri="{BB962C8B-B14F-4D97-AF65-F5344CB8AC3E}">
        <p14:creationId xmlns:p14="http://schemas.microsoft.com/office/powerpoint/2010/main" val="197467808"/>
      </p:ext>
    </p:extLst>
  </p:cSld>
  <p:clrMap bg1="lt1" tx1="dk1" bg2="lt2" tx2="dk2" accent1="accent1" accent2="accent2" accent3="accent3" accent4="accent4" accent5="accent5" accent6="accent6" hlink="hlink" folHlink="folHlink"/>
  <p:sldLayoutIdLst>
    <p:sldLayoutId id="2147483669" r:id="rId1"/>
    <p:sldLayoutId id="2147483662" r:id="rId2"/>
    <p:sldLayoutId id="2147483792" r:id="rId3"/>
    <p:sldLayoutId id="2147483776" r:id="rId4"/>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1864FF"/>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guide id="2" pos="98" userDrawn="1">
          <p15:clr>
            <a:srgbClr val="F26B43"/>
          </p15:clr>
        </p15:guide>
        <p15:guide id="3" pos="7582" userDrawn="1">
          <p15:clr>
            <a:srgbClr val="F26B43"/>
          </p15:clr>
        </p15:guide>
        <p15:guide id="4" orient="horz" pos="4024" userDrawn="1">
          <p15:clr>
            <a:srgbClr val="F26B43"/>
          </p15:clr>
        </p15:guide>
        <p15:guide id="5" pos="234" userDrawn="1">
          <p15:clr>
            <a:srgbClr val="5ACBF0"/>
          </p15:clr>
        </p15:guide>
        <p15:guide id="6" pos="7446" userDrawn="1">
          <p15:clr>
            <a:srgbClr val="5ACBF0"/>
          </p15:clr>
        </p15:guide>
        <p15:guide id="7" orient="horz" pos="3941"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63" name="Groep 262">
            <a:extLst>
              <a:ext uri="{FF2B5EF4-FFF2-40B4-BE49-F238E27FC236}">
                <a16:creationId xmlns:a16="http://schemas.microsoft.com/office/drawing/2014/main" id="{AA850EB8-E83D-246C-BB63-2A868373B1BE}"/>
              </a:ext>
            </a:extLst>
          </p:cNvPr>
          <p:cNvGrpSpPr/>
          <p:nvPr userDrawn="1"/>
        </p:nvGrpSpPr>
        <p:grpSpPr>
          <a:xfrm flipH="1">
            <a:off x="10710451" y="4674513"/>
            <a:ext cx="2854391" cy="2702025"/>
            <a:chOff x="-1377504" y="-455451"/>
            <a:chExt cx="2854391" cy="2702025"/>
          </a:xfrm>
        </p:grpSpPr>
        <p:sp>
          <p:nvSpPr>
            <p:cNvPr id="264" name="Rectangle 68">
              <a:extLst>
                <a:ext uri="{FF2B5EF4-FFF2-40B4-BE49-F238E27FC236}">
                  <a16:creationId xmlns:a16="http://schemas.microsoft.com/office/drawing/2014/main" id="{99AD9F3A-EC71-D09A-06A4-DF026B826045}"/>
                </a:ext>
              </a:extLst>
            </p:cNvPr>
            <p:cNvSpPr/>
            <p:nvPr userDrawn="1"/>
          </p:nvSpPr>
          <p:spPr>
            <a:xfrm>
              <a:off x="-1369911" y="1133435"/>
              <a:ext cx="1362794"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5" name="TextBox 225">
              <a:extLst>
                <a:ext uri="{FF2B5EF4-FFF2-40B4-BE49-F238E27FC236}">
                  <a16:creationId xmlns:a16="http://schemas.microsoft.com/office/drawing/2014/main" id="{A8DE34D6-110D-A715-D888-F32F534AB236}"/>
                </a:ext>
              </a:extLst>
            </p:cNvPr>
            <p:cNvSpPr txBox="1"/>
            <p:nvPr userDrawn="1"/>
          </p:nvSpPr>
          <p:spPr>
            <a:xfrm>
              <a:off x="115222" y="1877242"/>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66" name="Rectangle 68">
              <a:extLst>
                <a:ext uri="{FF2B5EF4-FFF2-40B4-BE49-F238E27FC236}">
                  <a16:creationId xmlns:a16="http://schemas.microsoft.com/office/drawing/2014/main" id="{1B09B145-E15C-5E18-553C-9D553948BFE8}"/>
                </a:ext>
              </a:extLst>
            </p:cNvPr>
            <p:cNvSpPr/>
            <p:nvPr userDrawn="1"/>
          </p:nvSpPr>
          <p:spPr>
            <a:xfrm>
              <a:off x="147066" y="1738388"/>
              <a:ext cx="226943" cy="506922"/>
            </a:xfrm>
            <a:prstGeom prst="rect">
              <a:avLst/>
            </a:prstGeom>
            <a:gradFill>
              <a:gsLst>
                <a:gs pos="100000">
                  <a:srgbClr val="73A1FF">
                    <a:alpha val="45000"/>
                  </a:srgbClr>
                </a:gs>
                <a:gs pos="0">
                  <a:srgbClr val="73A1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7" name="Vrije vorm 266">
              <a:extLst>
                <a:ext uri="{FF2B5EF4-FFF2-40B4-BE49-F238E27FC236}">
                  <a16:creationId xmlns:a16="http://schemas.microsoft.com/office/drawing/2014/main" id="{8BBA4652-A078-2FC3-D9E6-6FAFDF320B3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68" name="TextBox 6">
              <a:extLst>
                <a:ext uri="{FF2B5EF4-FFF2-40B4-BE49-F238E27FC236}">
                  <a16:creationId xmlns:a16="http://schemas.microsoft.com/office/drawing/2014/main" id="{DAA4F945-67DA-0ADA-96A5-A0C39E38C5E0}"/>
                </a:ext>
              </a:extLst>
            </p:cNvPr>
            <p:cNvSpPr txBox="1"/>
            <p:nvPr userDrawn="1"/>
          </p:nvSpPr>
          <p:spPr>
            <a:xfrm>
              <a:off x="-1351052" y="123778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269" name="Triangle 20">
              <a:extLst>
                <a:ext uri="{FF2B5EF4-FFF2-40B4-BE49-F238E27FC236}">
                  <a16:creationId xmlns:a16="http://schemas.microsoft.com/office/drawing/2014/main" id="{717475B2-DFBE-B1B3-31B8-727A697264AD}"/>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0" name="Straight Connector 22">
              <a:extLst>
                <a:ext uri="{FF2B5EF4-FFF2-40B4-BE49-F238E27FC236}">
                  <a16:creationId xmlns:a16="http://schemas.microsoft.com/office/drawing/2014/main" id="{A42A00C7-DFEA-C7D5-033D-516B6F4C8CFB}"/>
                </a:ext>
              </a:extLst>
            </p:cNvPr>
            <p:cNvCxnSpPr>
              <a:cxnSpLocks/>
            </p:cNvCxnSpPr>
            <p:nvPr userDrawn="1"/>
          </p:nvCxnSpPr>
          <p:spPr>
            <a:xfrm flipH="1">
              <a:off x="-1377504" y="1261560"/>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80">
              <a:extLst>
                <a:ext uri="{FF2B5EF4-FFF2-40B4-BE49-F238E27FC236}">
                  <a16:creationId xmlns:a16="http://schemas.microsoft.com/office/drawing/2014/main" id="{B58FAA8F-5DD0-C89C-271E-8C3A8EE06482}"/>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81">
              <a:extLst>
                <a:ext uri="{FF2B5EF4-FFF2-40B4-BE49-F238E27FC236}">
                  <a16:creationId xmlns:a16="http://schemas.microsoft.com/office/drawing/2014/main" id="{89F07FB3-6911-809F-B25C-8AEC80425E99}"/>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73" name="TextBox 225">
              <a:extLst>
                <a:ext uri="{FF2B5EF4-FFF2-40B4-BE49-F238E27FC236}">
                  <a16:creationId xmlns:a16="http://schemas.microsoft.com/office/drawing/2014/main" id="{DD1E3D78-1140-8FC0-EA86-577F2CC4A346}"/>
                </a:ext>
              </a:extLst>
            </p:cNvPr>
            <p:cNvSpPr txBox="1"/>
            <p:nvPr userDrawn="1"/>
          </p:nvSpPr>
          <p:spPr>
            <a:xfrm>
              <a:off x="-1021213" y="1877242"/>
              <a:ext cx="1209678" cy="369332"/>
            </a:xfrm>
            <a:prstGeom prst="rect">
              <a:avLst/>
            </a:prstGeom>
            <a:noFill/>
          </p:spPr>
          <p:txBody>
            <a:bodyPr wrap="square" rtlCol="0" anchor="b">
              <a:spAutoFit/>
            </a:bodyPr>
            <a:lstStyle/>
            <a:p>
              <a:pPr algn="l"/>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1" i="0" dirty="0">
                  <a:solidFill>
                    <a:srgbClr val="929292"/>
                  </a:solidFill>
                  <a:effectLst/>
                  <a:latin typeface="Noir Pro Semi Bold" pitchFamily="2" charset="0"/>
                </a:rPr>
                <a:t>RIGHT</a:t>
              </a:r>
              <a:r>
                <a:rPr lang="en-US" sz="900" b="0" i="0" dirty="0">
                  <a:solidFill>
                    <a:srgbClr val="929292"/>
                  </a:solidFill>
                  <a:effectLst/>
                  <a:latin typeface="Noir Pro" pitchFamily="2" charset="0"/>
                </a:rPr>
                <a:t> OF HERE</a:t>
              </a:r>
            </a:p>
          </p:txBody>
        </p:sp>
        <p:sp>
          <p:nvSpPr>
            <p:cNvPr id="274" name="Triangle 226">
              <a:extLst>
                <a:ext uri="{FF2B5EF4-FFF2-40B4-BE49-F238E27FC236}">
                  <a16:creationId xmlns:a16="http://schemas.microsoft.com/office/drawing/2014/main" id="{73A71C40-611D-D16B-2D10-56A4820B8C5F}"/>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Triangle 226">
              <a:extLst>
                <a:ext uri="{FF2B5EF4-FFF2-40B4-BE49-F238E27FC236}">
                  <a16:creationId xmlns:a16="http://schemas.microsoft.com/office/drawing/2014/main" id="{95A5946A-4EDB-4588-5F58-FA5E53404F5A}"/>
                </a:ext>
              </a:extLst>
            </p:cNvPr>
            <p:cNvSpPr/>
            <p:nvPr userDrawn="1"/>
          </p:nvSpPr>
          <p:spPr>
            <a:xfrm rot="16200000">
              <a:off x="222593"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6" name="Straight Connector 22">
              <a:extLst>
                <a:ext uri="{FF2B5EF4-FFF2-40B4-BE49-F238E27FC236}">
                  <a16:creationId xmlns:a16="http://schemas.microsoft.com/office/drawing/2014/main" id="{B56A85F9-757E-5259-ECF3-BF09D04D67F0}"/>
                </a:ext>
              </a:extLst>
            </p:cNvPr>
            <p:cNvCxnSpPr>
              <a:cxnSpLocks/>
            </p:cNvCxnSpPr>
            <p:nvPr userDrawn="1"/>
          </p:nvCxnSpPr>
          <p:spPr>
            <a:xfrm flipH="1">
              <a:off x="-1377504" y="1134681"/>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277" name="TextBox 6">
              <a:extLst>
                <a:ext uri="{FF2B5EF4-FFF2-40B4-BE49-F238E27FC236}">
                  <a16:creationId xmlns:a16="http://schemas.microsoft.com/office/drawing/2014/main" id="{A218AAFF-C3F4-2913-ED83-EBBC959F5DAC}"/>
                </a:ext>
              </a:extLst>
            </p:cNvPr>
            <p:cNvSpPr txBox="1"/>
            <p:nvPr userDrawn="1"/>
          </p:nvSpPr>
          <p:spPr>
            <a:xfrm>
              <a:off x="-1351052" y="916735"/>
              <a:ext cx="1228362" cy="397746"/>
            </a:xfrm>
            <a:prstGeom prst="rect">
              <a:avLst/>
            </a:prstGeom>
            <a:noFill/>
          </p:spPr>
          <p:txBody>
            <a:bodyPr wrap="square" rtlCol="0" anchor="b">
              <a:noAutofit/>
            </a:bodyPr>
            <a:lstStyle/>
            <a:p>
              <a:pPr algn="l"/>
              <a:r>
                <a:rPr lang="en-US" sz="900" b="0" i="0" dirty="0">
                  <a:solidFill>
                    <a:srgbClr val="74A2FF"/>
                  </a:solidFill>
                  <a:effectLst/>
                  <a:latin typeface="Noir Pro" pitchFamily="2" charset="0"/>
                </a:rPr>
                <a:t>NO TEXT IN </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278" name="Triangle 20">
              <a:extLst>
                <a:ext uri="{FF2B5EF4-FFF2-40B4-BE49-F238E27FC236}">
                  <a16:creationId xmlns:a16="http://schemas.microsoft.com/office/drawing/2014/main" id="{FC06B2D3-B34D-2906-BEA5-2B255C7B96E0}"/>
                </a:ext>
              </a:extLst>
            </p:cNvPr>
            <p:cNvSpPr/>
            <p:nvPr userDrawn="1"/>
          </p:nvSpPr>
          <p:spPr>
            <a:xfrm rot="10800000">
              <a:off x="-169889" y="1158772"/>
              <a:ext cx="112623" cy="79252"/>
            </a:xfrm>
            <a:prstGeom prst="triangle">
              <a:avLst/>
            </a:prstGeom>
            <a:solidFill>
              <a:srgbClr val="74A2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ep 89">
            <a:extLst>
              <a:ext uri="{FF2B5EF4-FFF2-40B4-BE49-F238E27FC236}">
                <a16:creationId xmlns:a16="http://schemas.microsoft.com/office/drawing/2014/main" id="{D59C5C48-35AD-A63E-DC26-86E73634677A}"/>
              </a:ext>
            </a:extLst>
          </p:cNvPr>
          <p:cNvGrpSpPr/>
          <p:nvPr userDrawn="1"/>
        </p:nvGrpSpPr>
        <p:grpSpPr>
          <a:xfrm>
            <a:off x="-1427007" y="-511645"/>
            <a:ext cx="2903894" cy="1940242"/>
            <a:chOff x="-1427007" y="-511645"/>
            <a:chExt cx="2903894" cy="1940242"/>
          </a:xfrm>
        </p:grpSpPr>
        <p:sp>
          <p:nvSpPr>
            <p:cNvPr id="5" name="TextBox 225">
              <a:extLst>
                <a:ext uri="{FF2B5EF4-FFF2-40B4-BE49-F238E27FC236}">
                  <a16:creationId xmlns:a16="http://schemas.microsoft.com/office/drawing/2014/main" id="{32E95ECB-E3DD-95AD-0DEA-398BF1A178C7}"/>
                </a:ext>
              </a:extLst>
            </p:cNvPr>
            <p:cNvSpPr txBox="1"/>
            <p:nvPr userDrawn="1"/>
          </p:nvSpPr>
          <p:spPr>
            <a:xfrm>
              <a:off x="115222" y="-506673"/>
              <a:ext cx="1361665" cy="369332"/>
            </a:xfrm>
            <a:prstGeom prst="rect">
              <a:avLst/>
            </a:prstGeom>
            <a:noFill/>
          </p:spPr>
          <p:txBody>
            <a:bodyPr wrap="square" rtlCol="0" anchor="b">
              <a:spAutoFit/>
            </a:bodyPr>
            <a:lstStyle/>
            <a:p>
              <a:pPr algn="l"/>
              <a:r>
                <a:rPr lang="en-US" sz="900" b="0" i="0">
                  <a:solidFill>
                    <a:srgbClr val="74A2FF"/>
                  </a:solidFill>
                  <a:effectLst/>
                  <a:latin typeface="Noir Pro" pitchFamily="2" charset="0"/>
                </a:rPr>
                <a:t>NO TEXT</a:t>
              </a:r>
              <a:br>
                <a:rPr lang="en-US" sz="900" b="0" i="0">
                  <a:solidFill>
                    <a:srgbClr val="74A2FF"/>
                  </a:solidFill>
                  <a:effectLst/>
                  <a:latin typeface="Noir Pro" pitchFamily="2" charset="0"/>
                </a:rPr>
              </a:br>
              <a:r>
                <a:rPr lang="en-US" sz="900" b="0" i="0">
                  <a:solidFill>
                    <a:srgbClr val="74A2FF"/>
                  </a:solidFill>
                  <a:effectLst/>
                  <a:latin typeface="Noir Pro" pitchFamily="2" charset="0"/>
                </a:rPr>
                <a:t>IN THIS MARGIN</a:t>
              </a:r>
            </a:p>
          </p:txBody>
        </p:sp>
        <p:sp>
          <p:nvSpPr>
            <p:cNvPr id="7" name="Rectangle 68">
              <a:extLst>
                <a:ext uri="{FF2B5EF4-FFF2-40B4-BE49-F238E27FC236}">
                  <a16:creationId xmlns:a16="http://schemas.microsoft.com/office/drawing/2014/main" id="{AB2972B4-E1F2-58E1-20EA-34DF76C2E882}"/>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8" name="Vrije vorm 92">
              <a:extLst>
                <a:ext uri="{FF2B5EF4-FFF2-40B4-BE49-F238E27FC236}">
                  <a16:creationId xmlns:a16="http://schemas.microsoft.com/office/drawing/2014/main" id="{69987C38-B383-9396-270D-D57A1999E7F2}"/>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9" name="Vrije vorm 93">
              <a:extLst>
                <a:ext uri="{FF2B5EF4-FFF2-40B4-BE49-F238E27FC236}">
                  <a16:creationId xmlns:a16="http://schemas.microsoft.com/office/drawing/2014/main" id="{627E3288-DF74-C572-BA77-64616C7838B7}"/>
                </a:ext>
              </a:extLst>
            </p:cNvPr>
            <p:cNvSpPr/>
            <p:nvPr userDrawn="1"/>
          </p:nvSpPr>
          <p:spPr>
            <a:xfrm flipH="1">
              <a:off x="-1427007" y="130179"/>
              <a:ext cx="1427007" cy="227547"/>
            </a:xfrm>
            <a:custGeom>
              <a:avLst/>
              <a:gdLst>
                <a:gd name="connsiteX0" fmla="*/ 1379557 w 1427007"/>
                <a:gd name="connsiteY0" fmla="*/ 0 h 227547"/>
                <a:gd name="connsiteX1" fmla="*/ 0 w 1427007"/>
                <a:gd name="connsiteY1" fmla="*/ 0 h 227547"/>
                <a:gd name="connsiteX2" fmla="*/ 0 w 1427007"/>
                <a:gd name="connsiteY2" fmla="*/ 227547 h 227547"/>
                <a:gd name="connsiteX3" fmla="*/ 1379557 w 1427007"/>
                <a:gd name="connsiteY3" fmla="*/ 227547 h 227547"/>
                <a:gd name="connsiteX4" fmla="*/ 1427007 w 1427007"/>
                <a:gd name="connsiteY4" fmla="*/ 180097 h 227547"/>
                <a:gd name="connsiteX5" fmla="*/ 1427007 w 1427007"/>
                <a:gd name="connsiteY5" fmla="*/ 47450 h 227547"/>
                <a:gd name="connsiteX6" fmla="*/ 1379557 w 1427007"/>
                <a:gd name="connsiteY6" fmla="*/ 0 h 22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007" h="227547">
                  <a:moveTo>
                    <a:pt x="1379557" y="0"/>
                  </a:moveTo>
                  <a:lnTo>
                    <a:pt x="0" y="0"/>
                  </a:lnTo>
                  <a:lnTo>
                    <a:pt x="0" y="227547"/>
                  </a:lnTo>
                  <a:lnTo>
                    <a:pt x="1379557" y="227547"/>
                  </a:lnTo>
                  <a:cubicBezTo>
                    <a:pt x="1405763" y="227547"/>
                    <a:pt x="1427007" y="206303"/>
                    <a:pt x="1427007" y="180097"/>
                  </a:cubicBezTo>
                  <a:lnTo>
                    <a:pt x="1427007" y="47450"/>
                  </a:lnTo>
                  <a:cubicBezTo>
                    <a:pt x="1427007" y="21244"/>
                    <a:pt x="1405763" y="0"/>
                    <a:pt x="1379557" y="0"/>
                  </a:cubicBezTo>
                  <a:close/>
                </a:path>
              </a:pathLst>
            </a:custGeom>
            <a:gradFill>
              <a:gsLst>
                <a:gs pos="15000">
                  <a:srgbClr val="F8C716"/>
                </a:gs>
                <a:gs pos="0">
                  <a:srgbClr val="EA8C36"/>
                </a:gs>
              </a:gsLst>
              <a:lin ang="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rIns="72000" bIns="36000" rtlCol="0" anchor="ctr">
              <a:noAutofit/>
            </a:bodyPr>
            <a:lstStyle/>
            <a:p>
              <a:pPr lvl="0" algn="r"/>
              <a:r>
                <a:rPr lang="en-US" sz="800" b="0" i="0" dirty="0">
                  <a:solidFill>
                    <a:schemeClr val="tx1"/>
                  </a:solidFill>
                  <a:latin typeface="Noir Pro Medium" pitchFamily="2" charset="0"/>
                </a:rPr>
                <a:t>PRESENTATION SECTION</a:t>
              </a:r>
              <a:r>
                <a:rPr lang="nl-NL" sz="800" b="0" i="0" dirty="0">
                  <a:solidFill>
                    <a:schemeClr val="tx1"/>
                  </a:solidFill>
                  <a:effectLst/>
                  <a:latin typeface="Calibri" panose="020F0502020204030204" pitchFamily="34" charset="0"/>
                  <a:cs typeface="Calibri" panose="020F0502020204030204" pitchFamily="34" charset="0"/>
                </a:rPr>
                <a:t>▸</a:t>
              </a:r>
              <a:endParaRPr lang="en-US" sz="800" b="0" i="0" dirty="0">
                <a:solidFill>
                  <a:schemeClr val="tx1"/>
                </a:solidFill>
                <a:latin typeface="Calibri" panose="020F0502020204030204" pitchFamily="34" charset="0"/>
                <a:cs typeface="Calibri" panose="020F0502020204030204" pitchFamily="34" charset="0"/>
              </a:endParaRPr>
            </a:p>
          </p:txBody>
        </p:sp>
        <p:sp>
          <p:nvSpPr>
            <p:cNvPr id="10" name="TextBox 6">
              <a:extLst>
                <a:ext uri="{FF2B5EF4-FFF2-40B4-BE49-F238E27FC236}">
                  <a16:creationId xmlns:a16="http://schemas.microsoft.com/office/drawing/2014/main" id="{85E0971F-FC0D-FAFC-8BB4-61D0D2B137CD}"/>
                </a:ext>
              </a:extLst>
            </p:cNvPr>
            <p:cNvSpPr txBox="1"/>
            <p:nvPr userDrawn="1"/>
          </p:nvSpPr>
          <p:spPr>
            <a:xfrm>
              <a:off x="-1351052" y="103085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0"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11" name="Triangle 20">
              <a:extLst>
                <a:ext uri="{FF2B5EF4-FFF2-40B4-BE49-F238E27FC236}">
                  <a16:creationId xmlns:a16="http://schemas.microsoft.com/office/drawing/2014/main" id="{C9B50F90-B896-5DCF-BFDB-93B48ACA2A9E}"/>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22">
              <a:extLst>
                <a:ext uri="{FF2B5EF4-FFF2-40B4-BE49-F238E27FC236}">
                  <a16:creationId xmlns:a16="http://schemas.microsoft.com/office/drawing/2014/main" id="{754F6EE8-2E9A-2CBA-BC76-D9C28BEDA666}"/>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3" name="TextBox 61">
              <a:extLst>
                <a:ext uri="{FF2B5EF4-FFF2-40B4-BE49-F238E27FC236}">
                  <a16:creationId xmlns:a16="http://schemas.microsoft.com/office/drawing/2014/main" id="{2F3B8A7C-2801-5A4F-FCFF-BB6532792ADD}"/>
                </a:ext>
              </a:extLst>
            </p:cNvPr>
            <p:cNvSpPr txBox="1"/>
            <p:nvPr userDrawn="1"/>
          </p:nvSpPr>
          <p:spPr>
            <a:xfrm>
              <a:off x="-1234836" y="373601"/>
              <a:ext cx="1171414" cy="291811"/>
            </a:xfrm>
            <a:prstGeom prst="rect">
              <a:avLst/>
            </a:prstGeom>
            <a:noFill/>
          </p:spPr>
          <p:txBody>
            <a:bodyPr wrap="square" rtlCol="0" anchor="b">
              <a:spAutoFit/>
            </a:bodyPr>
            <a:lstStyle/>
            <a:p>
              <a:pPr algn="r">
                <a:lnSpc>
                  <a:spcPct val="80000"/>
                </a:lnSpc>
              </a:pPr>
              <a:r>
                <a:rPr lang="en-US" sz="800" b="0" i="0" dirty="0">
                  <a:solidFill>
                    <a:srgbClr val="EA8C36"/>
                  </a:solidFill>
                  <a:effectLst/>
                  <a:latin typeface="Noir Pro" pitchFamily="2" charset="0"/>
                </a:rPr>
                <a:t>E.G. “Introduction” OR “Conclusions”</a:t>
              </a:r>
            </a:p>
          </p:txBody>
        </p:sp>
        <p:cxnSp>
          <p:nvCxnSpPr>
            <p:cNvPr id="14" name="Straight Connector 80">
              <a:extLst>
                <a:ext uri="{FF2B5EF4-FFF2-40B4-BE49-F238E27FC236}">
                  <a16:creationId xmlns:a16="http://schemas.microsoft.com/office/drawing/2014/main" id="{CA123130-6078-F942-31C8-7D1D314E0D8A}"/>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81">
              <a:extLst>
                <a:ext uri="{FF2B5EF4-FFF2-40B4-BE49-F238E27FC236}">
                  <a16:creationId xmlns:a16="http://schemas.microsoft.com/office/drawing/2014/main" id="{658E8802-FB8C-E3CC-28AD-8F34A34182AA}"/>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6" name="TextBox 225">
              <a:extLst>
                <a:ext uri="{FF2B5EF4-FFF2-40B4-BE49-F238E27FC236}">
                  <a16:creationId xmlns:a16="http://schemas.microsoft.com/office/drawing/2014/main" id="{D388F448-A8D1-3399-4E61-1638F2075917}"/>
                </a:ext>
              </a:extLst>
            </p:cNvPr>
            <p:cNvSpPr txBox="1"/>
            <p:nvPr userDrawn="1"/>
          </p:nvSpPr>
          <p:spPr>
            <a:xfrm>
              <a:off x="-1021213" y="-506673"/>
              <a:ext cx="1209678" cy="369332"/>
            </a:xfrm>
            <a:prstGeom prst="rect">
              <a:avLst/>
            </a:prstGeom>
            <a:noFill/>
          </p:spPr>
          <p:txBody>
            <a:bodyPr wrap="square" rtlCol="0" anchor="b">
              <a:spAutoFit/>
            </a:bodyPr>
            <a:lstStyle/>
            <a:p>
              <a:pPr algn="r"/>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0" i="0" dirty="0">
                  <a:solidFill>
                    <a:srgbClr val="929292"/>
                  </a:solidFill>
                  <a:effectLst/>
                  <a:latin typeface="Noir Pro" pitchFamily="2" charset="0"/>
                </a:rPr>
                <a:t>        </a:t>
              </a:r>
              <a:r>
                <a:rPr lang="en-US" sz="900" b="1" i="0" dirty="0">
                  <a:solidFill>
                    <a:srgbClr val="929292"/>
                  </a:solidFill>
                  <a:effectLst/>
                  <a:latin typeface="Noir Pro Semi Bold" pitchFamily="2" charset="0"/>
                </a:rPr>
                <a:t>LEFT</a:t>
              </a:r>
              <a:r>
                <a:rPr lang="en-US" sz="900" b="0" i="0" dirty="0">
                  <a:solidFill>
                    <a:srgbClr val="929292"/>
                  </a:solidFill>
                  <a:effectLst/>
                  <a:latin typeface="Noir Pro" pitchFamily="2" charset="0"/>
                </a:rPr>
                <a:t> OF HERE</a:t>
              </a:r>
            </a:p>
          </p:txBody>
        </p:sp>
        <p:sp>
          <p:nvSpPr>
            <p:cNvPr id="17" name="Triangle 226">
              <a:extLst>
                <a:ext uri="{FF2B5EF4-FFF2-40B4-BE49-F238E27FC236}">
                  <a16:creationId xmlns:a16="http://schemas.microsoft.com/office/drawing/2014/main" id="{0DBA9522-D22B-9DBA-AF8B-D363E3557F6A}"/>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226">
              <a:extLst>
                <a:ext uri="{FF2B5EF4-FFF2-40B4-BE49-F238E27FC236}">
                  <a16:creationId xmlns:a16="http://schemas.microsoft.com/office/drawing/2014/main" id="{A82A2DFA-D8C5-D911-DE04-AFB44144EAE6}"/>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ep 119">
            <a:extLst>
              <a:ext uri="{FF2B5EF4-FFF2-40B4-BE49-F238E27FC236}">
                <a16:creationId xmlns:a16="http://schemas.microsoft.com/office/drawing/2014/main" id="{C2A05CFF-BFD2-D7A2-AE40-E01B243946B8}"/>
              </a:ext>
            </a:extLst>
          </p:cNvPr>
          <p:cNvGrpSpPr/>
          <p:nvPr userDrawn="1"/>
        </p:nvGrpSpPr>
        <p:grpSpPr>
          <a:xfrm flipH="1">
            <a:off x="10714464" y="-511645"/>
            <a:ext cx="2854391" cy="1940242"/>
            <a:chOff x="-1377504" y="-511645"/>
            <a:chExt cx="2854391" cy="1940242"/>
          </a:xfrm>
        </p:grpSpPr>
        <p:sp>
          <p:nvSpPr>
            <p:cNvPr id="20" name="TextBox 225">
              <a:extLst>
                <a:ext uri="{FF2B5EF4-FFF2-40B4-BE49-F238E27FC236}">
                  <a16:creationId xmlns:a16="http://schemas.microsoft.com/office/drawing/2014/main" id="{D81A72E2-530F-F1B2-FF4A-95585AE44BA6}"/>
                </a:ext>
              </a:extLst>
            </p:cNvPr>
            <p:cNvSpPr txBox="1"/>
            <p:nvPr userDrawn="1"/>
          </p:nvSpPr>
          <p:spPr>
            <a:xfrm>
              <a:off x="115222" y="-506673"/>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1" name="Rectangle 68">
              <a:extLst>
                <a:ext uri="{FF2B5EF4-FFF2-40B4-BE49-F238E27FC236}">
                  <a16:creationId xmlns:a16="http://schemas.microsoft.com/office/drawing/2014/main" id="{83435E30-E1B5-02A9-A4E0-5FD7CB1BEF6B}"/>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2" name="Vrije vorm 122">
              <a:extLst>
                <a:ext uri="{FF2B5EF4-FFF2-40B4-BE49-F238E27FC236}">
                  <a16:creationId xmlns:a16="http://schemas.microsoft.com/office/drawing/2014/main" id="{0CC0EFCF-04D1-45F4-6702-6FC3A265B70E}"/>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3" name="TextBox 6">
              <a:extLst>
                <a:ext uri="{FF2B5EF4-FFF2-40B4-BE49-F238E27FC236}">
                  <a16:creationId xmlns:a16="http://schemas.microsoft.com/office/drawing/2014/main" id="{A9A16DAD-D221-1339-C097-73024E4EB147}"/>
                </a:ext>
              </a:extLst>
            </p:cNvPr>
            <p:cNvSpPr txBox="1"/>
            <p:nvPr userDrawn="1"/>
          </p:nvSpPr>
          <p:spPr>
            <a:xfrm>
              <a:off x="-1351052" y="103085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24" name="Triangle 20">
              <a:extLst>
                <a:ext uri="{FF2B5EF4-FFF2-40B4-BE49-F238E27FC236}">
                  <a16:creationId xmlns:a16="http://schemas.microsoft.com/office/drawing/2014/main" id="{942D8640-0849-C2B0-5C54-2B32EBC367F3}"/>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2">
              <a:extLst>
                <a:ext uri="{FF2B5EF4-FFF2-40B4-BE49-F238E27FC236}">
                  <a16:creationId xmlns:a16="http://schemas.microsoft.com/office/drawing/2014/main" id="{A443B444-0F2A-7630-FCF7-EF4808767C4F}"/>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80">
              <a:extLst>
                <a:ext uri="{FF2B5EF4-FFF2-40B4-BE49-F238E27FC236}">
                  <a16:creationId xmlns:a16="http://schemas.microsoft.com/office/drawing/2014/main" id="{4E83FFE7-44CD-8735-C0A4-BE79EC39796F}"/>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81">
              <a:extLst>
                <a:ext uri="{FF2B5EF4-FFF2-40B4-BE49-F238E27FC236}">
                  <a16:creationId xmlns:a16="http://schemas.microsoft.com/office/drawing/2014/main" id="{C0F7E114-51AF-14D3-7DBE-7C596486FEA4}"/>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8" name="TextBox 225">
              <a:extLst>
                <a:ext uri="{FF2B5EF4-FFF2-40B4-BE49-F238E27FC236}">
                  <a16:creationId xmlns:a16="http://schemas.microsoft.com/office/drawing/2014/main" id="{D0DB4980-D536-E5B3-868C-F6D7255C05A0}"/>
                </a:ext>
              </a:extLst>
            </p:cNvPr>
            <p:cNvSpPr txBox="1"/>
            <p:nvPr userDrawn="1"/>
          </p:nvSpPr>
          <p:spPr>
            <a:xfrm>
              <a:off x="-1021213" y="-506673"/>
              <a:ext cx="1209678" cy="369332"/>
            </a:xfrm>
            <a:prstGeom prst="rect">
              <a:avLst/>
            </a:prstGeom>
            <a:noFill/>
          </p:spPr>
          <p:txBody>
            <a:bodyPr wrap="square" rtlCol="0" anchor="b">
              <a:spAutoFit/>
            </a:bodyPr>
            <a:lstStyle/>
            <a:p>
              <a:pPr algn="l"/>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1" i="0">
                  <a:solidFill>
                    <a:srgbClr val="929292"/>
                  </a:solidFill>
                  <a:effectLst/>
                  <a:latin typeface="Noir Pro Semi Bold" pitchFamily="2" charset="0"/>
                </a:rPr>
                <a:t>RIGHT</a:t>
              </a:r>
              <a:r>
                <a:rPr lang="en-US" sz="900" b="0" i="0">
                  <a:solidFill>
                    <a:srgbClr val="929292"/>
                  </a:solidFill>
                  <a:effectLst/>
                  <a:latin typeface="Noir Pro" pitchFamily="2" charset="0"/>
                </a:rPr>
                <a:t> OF HERE</a:t>
              </a:r>
            </a:p>
          </p:txBody>
        </p:sp>
        <p:sp>
          <p:nvSpPr>
            <p:cNvPr id="29" name="Triangle 226">
              <a:extLst>
                <a:ext uri="{FF2B5EF4-FFF2-40B4-BE49-F238E27FC236}">
                  <a16:creationId xmlns:a16="http://schemas.microsoft.com/office/drawing/2014/main" id="{6B36C7E9-EDBA-AFB3-433E-8B2AB725E1FD}"/>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iangle 226">
              <a:extLst>
                <a:ext uri="{FF2B5EF4-FFF2-40B4-BE49-F238E27FC236}">
                  <a16:creationId xmlns:a16="http://schemas.microsoft.com/office/drawing/2014/main" id="{9B00A46E-70BA-C698-9D23-9A7A9825BEB0}"/>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ep 148">
            <a:extLst>
              <a:ext uri="{FF2B5EF4-FFF2-40B4-BE49-F238E27FC236}">
                <a16:creationId xmlns:a16="http://schemas.microsoft.com/office/drawing/2014/main" id="{B065A78A-517B-7FE3-9BD1-5BBA83C5B2FD}"/>
              </a:ext>
            </a:extLst>
          </p:cNvPr>
          <p:cNvGrpSpPr/>
          <p:nvPr userDrawn="1"/>
        </p:nvGrpSpPr>
        <p:grpSpPr>
          <a:xfrm>
            <a:off x="-1377504" y="4674513"/>
            <a:ext cx="2854391" cy="2702025"/>
            <a:chOff x="-1377504" y="-455451"/>
            <a:chExt cx="2854391" cy="2702025"/>
          </a:xfrm>
        </p:grpSpPr>
        <p:sp>
          <p:nvSpPr>
            <p:cNvPr id="49" name="Rectangle 68">
              <a:extLst>
                <a:ext uri="{FF2B5EF4-FFF2-40B4-BE49-F238E27FC236}">
                  <a16:creationId xmlns:a16="http://schemas.microsoft.com/office/drawing/2014/main" id="{68E74EB2-0DC9-4FFA-13D4-BC1CAAD5C2DA}"/>
                </a:ext>
              </a:extLst>
            </p:cNvPr>
            <p:cNvSpPr/>
            <p:nvPr userDrawn="1"/>
          </p:nvSpPr>
          <p:spPr>
            <a:xfrm>
              <a:off x="-1371600" y="1126373"/>
              <a:ext cx="1364481"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0" name="TextBox 225">
              <a:extLst>
                <a:ext uri="{FF2B5EF4-FFF2-40B4-BE49-F238E27FC236}">
                  <a16:creationId xmlns:a16="http://schemas.microsoft.com/office/drawing/2014/main" id="{1416B053-515C-7D37-719A-D5396792901F}"/>
                </a:ext>
              </a:extLst>
            </p:cNvPr>
            <p:cNvSpPr txBox="1"/>
            <p:nvPr userDrawn="1"/>
          </p:nvSpPr>
          <p:spPr>
            <a:xfrm>
              <a:off x="115222" y="1877242"/>
              <a:ext cx="1361665" cy="369332"/>
            </a:xfrm>
            <a:prstGeom prst="rect">
              <a:avLst/>
            </a:prstGeom>
            <a:noFill/>
          </p:spPr>
          <p:txBody>
            <a:bodyPr wrap="square" rtlCol="0" anchor="b">
              <a:spAutoFit/>
            </a:bodyPr>
            <a:lstStyle/>
            <a:p>
              <a:pPr algn="l"/>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51" name="Rectangle 68">
              <a:extLst>
                <a:ext uri="{FF2B5EF4-FFF2-40B4-BE49-F238E27FC236}">
                  <a16:creationId xmlns:a16="http://schemas.microsoft.com/office/drawing/2014/main" id="{B67387B5-D96B-0662-6DE0-1CEDDB232D44}"/>
                </a:ext>
              </a:extLst>
            </p:cNvPr>
            <p:cNvSpPr/>
            <p:nvPr userDrawn="1"/>
          </p:nvSpPr>
          <p:spPr>
            <a:xfrm>
              <a:off x="147066" y="1738388"/>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2" name="Vrije vorm 162">
              <a:extLst>
                <a:ext uri="{FF2B5EF4-FFF2-40B4-BE49-F238E27FC236}">
                  <a16:creationId xmlns:a16="http://schemas.microsoft.com/office/drawing/2014/main" id="{D25AB246-D0F9-FF11-D812-6CE65EEA93D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53" name="TextBox 6">
              <a:extLst>
                <a:ext uri="{FF2B5EF4-FFF2-40B4-BE49-F238E27FC236}">
                  <a16:creationId xmlns:a16="http://schemas.microsoft.com/office/drawing/2014/main" id="{49857C07-3FD7-ABA2-AE3A-5A082586E45F}"/>
                </a:ext>
              </a:extLst>
            </p:cNvPr>
            <p:cNvSpPr txBox="1"/>
            <p:nvPr userDrawn="1"/>
          </p:nvSpPr>
          <p:spPr>
            <a:xfrm>
              <a:off x="-1351052" y="123778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54" name="Triangle 20">
              <a:extLst>
                <a:ext uri="{FF2B5EF4-FFF2-40B4-BE49-F238E27FC236}">
                  <a16:creationId xmlns:a16="http://schemas.microsoft.com/office/drawing/2014/main" id="{5F6BB872-7452-D5A8-42F6-FB044B207267}"/>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22">
              <a:extLst>
                <a:ext uri="{FF2B5EF4-FFF2-40B4-BE49-F238E27FC236}">
                  <a16:creationId xmlns:a16="http://schemas.microsoft.com/office/drawing/2014/main" id="{7ABC8ED3-35BE-3005-C4F5-CE56B7C3290E}"/>
                </a:ext>
              </a:extLst>
            </p:cNvPr>
            <p:cNvCxnSpPr>
              <a:cxnSpLocks/>
            </p:cNvCxnSpPr>
            <p:nvPr userDrawn="1"/>
          </p:nvCxnSpPr>
          <p:spPr>
            <a:xfrm flipH="1">
              <a:off x="-1377504" y="1254498"/>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80">
              <a:extLst>
                <a:ext uri="{FF2B5EF4-FFF2-40B4-BE49-F238E27FC236}">
                  <a16:creationId xmlns:a16="http://schemas.microsoft.com/office/drawing/2014/main" id="{4DFCD810-B71B-1937-A748-B404B5D5D35B}"/>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81">
              <a:extLst>
                <a:ext uri="{FF2B5EF4-FFF2-40B4-BE49-F238E27FC236}">
                  <a16:creationId xmlns:a16="http://schemas.microsoft.com/office/drawing/2014/main" id="{CC59845C-9422-C747-98C4-6BE996939962}"/>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58" name="TextBox 225">
              <a:extLst>
                <a:ext uri="{FF2B5EF4-FFF2-40B4-BE49-F238E27FC236}">
                  <a16:creationId xmlns:a16="http://schemas.microsoft.com/office/drawing/2014/main" id="{DF4979DD-C143-00E2-257F-D2A99369298A}"/>
                </a:ext>
              </a:extLst>
            </p:cNvPr>
            <p:cNvSpPr txBox="1"/>
            <p:nvPr userDrawn="1"/>
          </p:nvSpPr>
          <p:spPr>
            <a:xfrm>
              <a:off x="-1021213" y="1877242"/>
              <a:ext cx="1209678" cy="369332"/>
            </a:xfrm>
            <a:prstGeom prst="rect">
              <a:avLst/>
            </a:prstGeom>
            <a:noFill/>
          </p:spPr>
          <p:txBody>
            <a:bodyPr wrap="square" rtlCol="0" anchor="b">
              <a:spAutoFit/>
            </a:bodyPr>
            <a:lstStyle/>
            <a:p>
              <a:pPr algn="r"/>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0" i="0">
                  <a:solidFill>
                    <a:srgbClr val="929292"/>
                  </a:solidFill>
                  <a:effectLst/>
                  <a:latin typeface="Noir Pro" pitchFamily="2" charset="0"/>
                </a:rPr>
                <a:t>        </a:t>
              </a:r>
              <a:r>
                <a:rPr lang="en-US" sz="900" b="1" i="0">
                  <a:solidFill>
                    <a:srgbClr val="929292"/>
                  </a:solidFill>
                  <a:effectLst/>
                  <a:latin typeface="Noir Pro Semi Bold" pitchFamily="2" charset="0"/>
                </a:rPr>
                <a:t>LEFT</a:t>
              </a:r>
              <a:r>
                <a:rPr lang="en-US" sz="900" b="0" i="0">
                  <a:solidFill>
                    <a:srgbClr val="929292"/>
                  </a:solidFill>
                  <a:effectLst/>
                  <a:latin typeface="Noir Pro" pitchFamily="2" charset="0"/>
                </a:rPr>
                <a:t> OF HERE</a:t>
              </a:r>
            </a:p>
          </p:txBody>
        </p:sp>
        <p:sp>
          <p:nvSpPr>
            <p:cNvPr id="59" name="Triangle 226">
              <a:extLst>
                <a:ext uri="{FF2B5EF4-FFF2-40B4-BE49-F238E27FC236}">
                  <a16:creationId xmlns:a16="http://schemas.microsoft.com/office/drawing/2014/main" id="{FD27ABA0-7135-DACE-FC6C-8A9EAAD90783}"/>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iangle 226">
              <a:extLst>
                <a:ext uri="{FF2B5EF4-FFF2-40B4-BE49-F238E27FC236}">
                  <a16:creationId xmlns:a16="http://schemas.microsoft.com/office/drawing/2014/main" id="{2F3941FD-9462-C017-A887-F06C79F528F4}"/>
                </a:ext>
              </a:extLst>
            </p:cNvPr>
            <p:cNvSpPr/>
            <p:nvPr userDrawn="1"/>
          </p:nvSpPr>
          <p:spPr>
            <a:xfrm rot="16200000">
              <a:off x="225082"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22">
              <a:extLst>
                <a:ext uri="{FF2B5EF4-FFF2-40B4-BE49-F238E27FC236}">
                  <a16:creationId xmlns:a16="http://schemas.microsoft.com/office/drawing/2014/main" id="{9C81FCA9-FCE4-FEF4-4B6B-AA410333A9E2}"/>
                </a:ext>
              </a:extLst>
            </p:cNvPr>
            <p:cNvCxnSpPr>
              <a:cxnSpLocks/>
            </p:cNvCxnSpPr>
            <p:nvPr userDrawn="1"/>
          </p:nvCxnSpPr>
          <p:spPr>
            <a:xfrm flipH="1">
              <a:off x="-1377504" y="1127619"/>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62" name="TextBox 6">
              <a:extLst>
                <a:ext uri="{FF2B5EF4-FFF2-40B4-BE49-F238E27FC236}">
                  <a16:creationId xmlns:a16="http://schemas.microsoft.com/office/drawing/2014/main" id="{A2E9BB0C-D35B-4116-2AC4-90E9717E5237}"/>
                </a:ext>
              </a:extLst>
            </p:cNvPr>
            <p:cNvSpPr txBox="1"/>
            <p:nvPr userDrawn="1"/>
          </p:nvSpPr>
          <p:spPr>
            <a:xfrm>
              <a:off x="-1266826" y="909673"/>
              <a:ext cx="1144135" cy="397746"/>
            </a:xfrm>
            <a:prstGeom prst="rect">
              <a:avLst/>
            </a:prstGeom>
            <a:noFill/>
          </p:spPr>
          <p:txBody>
            <a:bodyPr wrap="square" rtlCol="0" anchor="b">
              <a:noAutofit/>
            </a:bodyPr>
            <a:lstStyle/>
            <a:p>
              <a:pPr algn="r"/>
              <a:r>
                <a:rPr lang="en-US" sz="900" b="0" i="0" dirty="0">
                  <a:solidFill>
                    <a:srgbClr val="74A2FF"/>
                  </a:solidFill>
                  <a:effectLst/>
                  <a:latin typeface="Noir Pro" pitchFamily="2" charset="0"/>
                </a:rPr>
                <a:t>NO TEXT </a:t>
              </a:r>
              <a:r>
                <a:rPr lang="en-US" sz="900" b="1" i="0" dirty="0">
                  <a:solidFill>
                    <a:srgbClr val="74A2FF"/>
                  </a:solidFill>
                  <a:effectLst/>
                  <a:latin typeface="Noir Pro" pitchFamily="2" charset="0"/>
                </a:rPr>
                <a:t>IN </a:t>
              </a:r>
              <a:br>
                <a:rPr lang="en-US" sz="900" b="1"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63" name="Triangle 20">
              <a:extLst>
                <a:ext uri="{FF2B5EF4-FFF2-40B4-BE49-F238E27FC236}">
                  <a16:creationId xmlns:a16="http://schemas.microsoft.com/office/drawing/2014/main" id="{E8031D7B-7681-7AE4-A37D-529EC4686204}"/>
                </a:ext>
              </a:extLst>
            </p:cNvPr>
            <p:cNvSpPr/>
            <p:nvPr userDrawn="1"/>
          </p:nvSpPr>
          <p:spPr>
            <a:xfrm rot="10800000">
              <a:off x="-169889" y="1151710"/>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9" name="Rechthoek 148">
            <a:extLst>
              <a:ext uri="{FF2B5EF4-FFF2-40B4-BE49-F238E27FC236}">
                <a16:creationId xmlns:a16="http://schemas.microsoft.com/office/drawing/2014/main" id="{912E8D36-CEBC-F4A4-DC48-0FFC029F5CDB}"/>
              </a:ext>
            </a:extLst>
          </p:cNvPr>
          <p:cNvSpPr/>
          <p:nvPr userDrawn="1"/>
        </p:nvSpPr>
        <p:spPr>
          <a:xfrm>
            <a:off x="0" y="6334783"/>
            <a:ext cx="12192000" cy="522161"/>
          </a:xfrm>
          <a:prstGeom prst="rect">
            <a:avLst/>
          </a:prstGeom>
          <a:gradFill>
            <a:gsLst>
              <a:gs pos="100000">
                <a:srgbClr val="1847B2"/>
              </a:gs>
              <a:gs pos="16000">
                <a:srgbClr val="151632"/>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nl-NL"/>
          </a:p>
        </p:txBody>
      </p:sp>
      <p:sp>
        <p:nvSpPr>
          <p:cNvPr id="150" name="Rounded Rectangle 11">
            <a:extLst>
              <a:ext uri="{FF2B5EF4-FFF2-40B4-BE49-F238E27FC236}">
                <a16:creationId xmlns:a16="http://schemas.microsoft.com/office/drawing/2014/main" id="{2D4AC5C1-8471-5765-EE2F-B91C401EEABC}"/>
              </a:ext>
            </a:extLst>
          </p:cNvPr>
          <p:cNvSpPr/>
          <p:nvPr userDrawn="1"/>
        </p:nvSpPr>
        <p:spPr>
          <a:xfrm>
            <a:off x="1" y="6247564"/>
            <a:ext cx="12192000" cy="530113"/>
          </a:xfrm>
          <a:prstGeom prst="roundRect">
            <a:avLst>
              <a:gd name="adj" fmla="val 25380"/>
            </a:avLst>
          </a:prstGeom>
          <a:gradFill>
            <a:gsLst>
              <a:gs pos="5000">
                <a:srgbClr val="003AAE"/>
              </a:gs>
              <a:gs pos="12000">
                <a:srgbClr val="002E8B"/>
              </a:gs>
              <a:gs pos="32000">
                <a:srgbClr val="151632"/>
              </a:gs>
            </a:gsLst>
            <a:lin ang="4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62" name="Rectangle 22">
            <a:extLst>
              <a:ext uri="{FF2B5EF4-FFF2-40B4-BE49-F238E27FC236}">
                <a16:creationId xmlns:a16="http://schemas.microsoft.com/office/drawing/2014/main" id="{A9735FA5-2FA2-C8BE-D5A8-A0118D2693E8}"/>
              </a:ext>
            </a:extLst>
          </p:cNvPr>
          <p:cNvSpPr/>
          <p:nvPr userDrawn="1"/>
        </p:nvSpPr>
        <p:spPr>
          <a:xfrm>
            <a:off x="0" y="0"/>
            <a:ext cx="12192000" cy="6334783"/>
          </a:xfrm>
          <a:prstGeom prst="rect">
            <a:avLst/>
          </a:prstGeom>
          <a:solidFill>
            <a:srgbClr val="15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2">
            <a:extLst>
              <a:ext uri="{FF2B5EF4-FFF2-40B4-BE49-F238E27FC236}">
                <a16:creationId xmlns:a16="http://schemas.microsoft.com/office/drawing/2014/main" id="{47AF9F50-B0AE-A4D9-6892-D5B682DB31A2}"/>
              </a:ext>
            </a:extLst>
          </p:cNvPr>
          <p:cNvSpPr/>
          <p:nvPr userDrawn="1"/>
        </p:nvSpPr>
        <p:spPr>
          <a:xfrm>
            <a:off x="0" y="0"/>
            <a:ext cx="1381059" cy="416209"/>
          </a:xfrm>
          <a:prstGeom prst="rect">
            <a:avLst/>
          </a:prstGeom>
          <a:gradFill>
            <a:gsLst>
              <a:gs pos="0">
                <a:srgbClr val="F9C716">
                  <a:alpha val="78258"/>
                </a:srgbClr>
              </a:gs>
              <a:gs pos="18000">
                <a:srgbClr val="F8C716">
                  <a:alpha val="30000"/>
                </a:srgbClr>
              </a:gs>
              <a:gs pos="45000">
                <a:srgbClr val="F9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65" name="Rounded Rectangle 92">
            <a:extLst>
              <a:ext uri="{FF2B5EF4-FFF2-40B4-BE49-F238E27FC236}">
                <a16:creationId xmlns:a16="http://schemas.microsoft.com/office/drawing/2014/main" id="{B6B0EA6D-93FA-0E47-82BC-6E9A5D82BC56}"/>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66" name="Rectangle 3">
            <a:extLst>
              <a:ext uri="{FF2B5EF4-FFF2-40B4-BE49-F238E27FC236}">
                <a16:creationId xmlns:a16="http://schemas.microsoft.com/office/drawing/2014/main" id="{929202E0-FBA3-6D1C-5DB2-A7003046CE87}"/>
              </a:ext>
            </a:extLst>
          </p:cNvPr>
          <p:cNvSpPr/>
          <p:nvPr userDrawn="1"/>
        </p:nvSpPr>
        <p:spPr>
          <a:xfrm>
            <a:off x="0" y="358781"/>
            <a:ext cx="2835408" cy="307889"/>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7" name="Straight Connector 9">
            <a:extLst>
              <a:ext uri="{FF2B5EF4-FFF2-40B4-BE49-F238E27FC236}">
                <a16:creationId xmlns:a16="http://schemas.microsoft.com/office/drawing/2014/main" id="{B175B565-7FF3-C6FA-3AEF-FECA88B3E490}"/>
              </a:ext>
            </a:extLst>
          </p:cNvPr>
          <p:cNvCxnSpPr>
            <a:cxnSpLocks/>
          </p:cNvCxnSpPr>
          <p:nvPr userDrawn="1"/>
        </p:nvCxnSpPr>
        <p:spPr>
          <a:xfrm>
            <a:off x="154800" y="1254633"/>
            <a:ext cx="11879999" cy="0"/>
          </a:xfrm>
          <a:prstGeom prst="line">
            <a:avLst/>
          </a:prstGeom>
          <a:ln w="9525">
            <a:solidFill>
              <a:srgbClr val="B0B0B0">
                <a:alpha val="40000"/>
              </a:srgbClr>
            </a:solidFill>
            <a:prstDash val="sysDot"/>
          </a:ln>
        </p:spPr>
        <p:style>
          <a:lnRef idx="1">
            <a:schemeClr val="accent1"/>
          </a:lnRef>
          <a:fillRef idx="0">
            <a:schemeClr val="accent1"/>
          </a:fillRef>
          <a:effectRef idx="0">
            <a:schemeClr val="accent1"/>
          </a:effectRef>
          <a:fontRef idx="minor">
            <a:schemeClr val="tx1"/>
          </a:fontRef>
        </p:style>
      </p:cxnSp>
      <p:sp>
        <p:nvSpPr>
          <p:cNvPr id="170" name="Rechthoek 169">
            <a:extLst>
              <a:ext uri="{FF2B5EF4-FFF2-40B4-BE49-F238E27FC236}">
                <a16:creationId xmlns:a16="http://schemas.microsoft.com/office/drawing/2014/main" id="{A86F3B83-6262-41A8-700E-61C3B1838F75}"/>
              </a:ext>
            </a:extLst>
          </p:cNvPr>
          <p:cNvSpPr/>
          <p:nvPr userDrawn="1"/>
        </p:nvSpPr>
        <p:spPr>
          <a:xfrm>
            <a:off x="11535226" y="6427757"/>
            <a:ext cx="443898" cy="26160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2" name="Rectangle 22">
            <a:extLst>
              <a:ext uri="{FF2B5EF4-FFF2-40B4-BE49-F238E27FC236}">
                <a16:creationId xmlns:a16="http://schemas.microsoft.com/office/drawing/2014/main" id="{A60FFE3A-8FA1-676B-EFFA-9F7E31AFE577}"/>
              </a:ext>
            </a:extLst>
          </p:cNvPr>
          <p:cNvSpPr/>
          <p:nvPr userDrawn="1"/>
        </p:nvSpPr>
        <p:spPr>
          <a:xfrm>
            <a:off x="0" y="4806022"/>
            <a:ext cx="12192000" cy="1584363"/>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8399" y="6469694"/>
            <a:ext cx="626400"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spAutoFit/>
          </a:bodyPr>
          <a:lstStyle>
            <a:lvl1pPr algn="ctr">
              <a:defRPr lang="en-US" sz="900" b="0" spc="10" baseline="0" smtClean="0">
                <a:solidFill>
                  <a:srgbClr val="FFFFFF"/>
                </a:solidFill>
                <a:latin typeface="Azeret Mono" pitchFamily="2" charset="77"/>
                <a:cs typeface="Azeret Mono" pitchFamily="2" charset="77"/>
              </a:defRPr>
            </a:lvl1pPr>
          </a:lstStyle>
          <a:p>
            <a:fld id="{E242BD21-9B61-2246-BCB1-4BE5E1BEBE1C}" type="slidenum">
              <a:rPr lang="nl-NL" smtClean="0"/>
              <a:pPr/>
              <a:t>‹#›</a:t>
            </a:fld>
            <a:endParaRPr lang="nl-NL"/>
          </a:p>
        </p:txBody>
      </p:sp>
      <p:cxnSp>
        <p:nvCxnSpPr>
          <p:cNvPr id="173" name="Straight Connector 9">
            <a:extLst>
              <a:ext uri="{FF2B5EF4-FFF2-40B4-BE49-F238E27FC236}">
                <a16:creationId xmlns:a16="http://schemas.microsoft.com/office/drawing/2014/main" id="{8D280FE2-26DA-3F87-A7A0-367871842674}"/>
              </a:ext>
            </a:extLst>
          </p:cNvPr>
          <p:cNvCxnSpPr>
            <a:cxnSpLocks/>
          </p:cNvCxnSpPr>
          <p:nvPr userDrawn="1"/>
        </p:nvCxnSpPr>
        <p:spPr>
          <a:xfrm>
            <a:off x="144162" y="6382737"/>
            <a:ext cx="11903676" cy="0"/>
          </a:xfrm>
          <a:prstGeom prst="line">
            <a:avLst/>
          </a:prstGeom>
          <a:ln w="9525">
            <a:gradFill>
              <a:gsLst>
                <a:gs pos="18000">
                  <a:srgbClr val="B0B0B0">
                    <a:alpha val="0"/>
                  </a:srgbClr>
                </a:gs>
                <a:gs pos="43000">
                  <a:srgbClr val="B0B0B0">
                    <a:alpha val="40000"/>
                  </a:srgb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153" name="Rectangle 4">
            <a:extLst>
              <a:ext uri="{FF2B5EF4-FFF2-40B4-BE49-F238E27FC236}">
                <a16:creationId xmlns:a16="http://schemas.microsoft.com/office/drawing/2014/main" id="{73B235D3-3C1A-926C-96F7-876AEA7F759F}"/>
              </a:ext>
            </a:extLst>
          </p:cNvPr>
          <p:cNvSpPr/>
          <p:nvPr userDrawn="1"/>
        </p:nvSpPr>
        <p:spPr>
          <a:xfrm>
            <a:off x="0" y="3429001"/>
            <a:ext cx="8134958" cy="2964608"/>
          </a:xfrm>
          <a:prstGeom prst="rect">
            <a:avLst/>
          </a:prstGeom>
          <a:gradFill>
            <a:gsLst>
              <a:gs pos="0">
                <a:srgbClr val="1864FF">
                  <a:alpha val="66667"/>
                </a:srgbClr>
              </a:gs>
              <a:gs pos="45000">
                <a:srgbClr val="151632">
                  <a:alpha val="0"/>
                </a:srgbClr>
              </a:gs>
              <a:gs pos="11000">
                <a:srgbClr val="1864FF">
                  <a:alpha val="56863"/>
                </a:srgbClr>
              </a:gs>
              <a:gs pos="35000">
                <a:srgbClr val="173D99">
                  <a:alpha val="24023"/>
                </a:srgbClr>
              </a:gs>
              <a:gs pos="22000">
                <a:srgbClr val="1864FF">
                  <a:alpha val="35686"/>
                </a:srgbClr>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52" name="Rectangle 4">
            <a:extLst>
              <a:ext uri="{FF2B5EF4-FFF2-40B4-BE49-F238E27FC236}">
                <a16:creationId xmlns:a16="http://schemas.microsoft.com/office/drawing/2014/main" id="{C05BC534-2B27-A9B7-CEAE-FECCCD47CBF9}"/>
              </a:ext>
            </a:extLst>
          </p:cNvPr>
          <p:cNvSpPr/>
          <p:nvPr userDrawn="1"/>
        </p:nvSpPr>
        <p:spPr>
          <a:xfrm>
            <a:off x="154800" y="5446799"/>
            <a:ext cx="8134958" cy="946809"/>
          </a:xfrm>
          <a:prstGeom prst="rect">
            <a:avLst/>
          </a:prstGeom>
          <a:gradFill>
            <a:gsLst>
              <a:gs pos="0">
                <a:srgbClr val="1864FF">
                  <a:alpha val="62745"/>
                </a:srgbClr>
              </a:gs>
              <a:gs pos="14000">
                <a:srgbClr val="1864FF">
                  <a:alpha val="16863"/>
                </a:srgbClr>
              </a:gs>
              <a:gs pos="28000">
                <a:srgbClr val="1864FF">
                  <a:alpha val="0"/>
                </a:srgb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295208" y="6407914"/>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marL="0" algn="l" defTabSz="914400" rtl="0" eaLnBrk="1" latinLnBrk="0" hangingPunct="1">
              <a:defRPr lang="en-US" sz="900" b="0" cap="none" spc="0" baseline="0" dirty="0">
                <a:solidFill>
                  <a:srgbClr val="FFFFFF"/>
                </a:solidFill>
                <a:latin typeface="Azeret Mono" pitchFamily="2" charset="77"/>
                <a:cs typeface="Azeret Mono" pitchFamily="2" charset="77"/>
              </a:defRPr>
            </a:lvl1pPr>
          </a:lstStyle>
          <a:p>
            <a:r>
              <a:rPr lang="nl-NL" sz="900" b="0" kern="1200" cap="none" spc="0" baseline="0" dirty="0" err="1">
                <a:solidFill>
                  <a:srgbClr val="FFFFFF"/>
                </a:solidFill>
                <a:latin typeface="Azeret Mono" pitchFamily="2" charset="77"/>
                <a:ea typeface="+mn-ea"/>
                <a:cs typeface="Azeret Mono" pitchFamily="2" charset="77"/>
              </a:rPr>
              <a:t>Generated</a:t>
            </a:r>
            <a:r>
              <a:rPr lang="nl-NL" sz="900" b="0" kern="1200" cap="none" spc="0" baseline="0" dirty="0">
                <a:solidFill>
                  <a:srgbClr val="FFFFFF"/>
                </a:solidFill>
                <a:latin typeface="Azeret Mono" pitchFamily="2" charset="77"/>
                <a:ea typeface="+mn-ea"/>
                <a:cs typeface="Azeret Mono" pitchFamily="2" charset="77"/>
              </a:rPr>
              <a:t> </a:t>
            </a:r>
            <a:r>
              <a:rPr lang="nl-NL" sz="900" b="0" kern="1200" cap="none" spc="0" baseline="0" dirty="0" err="1">
                <a:solidFill>
                  <a:srgbClr val="FFFFFF"/>
                </a:solidFill>
                <a:latin typeface="Azeret Mono" pitchFamily="2" charset="77"/>
                <a:ea typeface="+mn-ea"/>
                <a:cs typeface="Azeret Mono" pitchFamily="2" charset="77"/>
              </a:rPr>
              <a:t>with</a:t>
            </a:r>
            <a:r>
              <a:rPr lang="nl-NL" sz="900" b="0" kern="1200" cap="none" spc="0" baseline="0" dirty="0">
                <a:solidFill>
                  <a:srgbClr val="FFFFFF"/>
                </a:solidFill>
                <a:latin typeface="Azeret Mono" pitchFamily="2" charset="77"/>
                <a:ea typeface="+mn-ea"/>
                <a:cs typeface="Azeret Mono" pitchFamily="2" charset="77"/>
              </a:rPr>
              <a:t> Sigrid</a:t>
            </a:r>
          </a:p>
          <a:p>
            <a:r>
              <a:rPr lang="nl-NL" sz="900" b="0" kern="1200" cap="none" spc="0" baseline="0" dirty="0" err="1">
                <a:solidFill>
                  <a:srgbClr val="FFFFFF"/>
                </a:solidFill>
                <a:latin typeface="Azeret Mono" pitchFamily="2" charset="77"/>
                <a:ea typeface="+mn-ea"/>
                <a:cs typeface="Azeret Mono" pitchFamily="2" charset="77"/>
              </a:rPr>
              <a:t>for</a:t>
            </a:r>
            <a:r>
              <a:rPr lang="nl-NL" sz="900" b="0" kern="1200" cap="none" spc="0" baseline="0" dirty="0">
                <a:solidFill>
                  <a:srgbClr val="FFFFFF"/>
                </a:solidFill>
                <a:latin typeface="Azeret Mono" pitchFamily="2" charset="77"/>
                <a:ea typeface="+mn-ea"/>
                <a:cs typeface="Azeret Mono" pitchFamily="2" charset="77"/>
              </a:rPr>
              <a:t> CUSTOMER_NAME</a:t>
            </a:r>
          </a:p>
        </p:txBody>
      </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200"/>
            <a:ext cx="11880000" cy="4842000"/>
          </a:xfrm>
          <a:prstGeom prst="rect">
            <a:avLst/>
          </a:prstGeom>
        </p:spPr>
        <p:txBody>
          <a:bodyPr vert="horz" lIns="216000" tIns="45720" rIns="234000" bIns="45720" rtlCol="0">
            <a:no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grpSp>
        <p:nvGrpSpPr>
          <p:cNvPr id="31" name="Groep 30">
            <a:extLst>
              <a:ext uri="{FF2B5EF4-FFF2-40B4-BE49-F238E27FC236}">
                <a16:creationId xmlns:a16="http://schemas.microsoft.com/office/drawing/2014/main" id="{9E6A6A6B-50E5-38EF-4BD3-D020EE8689B3}"/>
              </a:ext>
            </a:extLst>
          </p:cNvPr>
          <p:cNvGrpSpPr/>
          <p:nvPr userDrawn="1"/>
        </p:nvGrpSpPr>
        <p:grpSpPr>
          <a:xfrm>
            <a:off x="12194479" y="1557707"/>
            <a:ext cx="1757701" cy="4093925"/>
            <a:chOff x="12194479" y="1557707"/>
            <a:chExt cx="1757701" cy="4093925"/>
          </a:xfrm>
        </p:grpSpPr>
        <p:sp>
          <p:nvSpPr>
            <p:cNvPr id="32" name="TextBox 221">
              <a:extLst>
                <a:ext uri="{FF2B5EF4-FFF2-40B4-BE49-F238E27FC236}">
                  <a16:creationId xmlns:a16="http://schemas.microsoft.com/office/drawing/2014/main" id="{066C03D8-F9E0-2E6A-1D60-4703BFF4BF08}"/>
                </a:ext>
              </a:extLst>
            </p:cNvPr>
            <p:cNvSpPr txBox="1"/>
            <p:nvPr userDrawn="1"/>
          </p:nvSpPr>
          <p:spPr>
            <a:xfrm>
              <a:off x="12207792" y="3617036"/>
              <a:ext cx="1744388" cy="200055"/>
            </a:xfrm>
            <a:prstGeom prst="rect">
              <a:avLst/>
            </a:prstGeom>
            <a:noFill/>
          </p:spPr>
          <p:txBody>
            <a:bodyPr wrap="none" rtlCol="0">
              <a:spAutoFit/>
            </a:bodyPr>
            <a:lstStyle/>
            <a:p>
              <a:r>
                <a:rPr lang="en-US" sz="700" b="0" i="0" dirty="0">
                  <a:solidFill>
                    <a:srgbClr val="929292"/>
                  </a:solidFill>
                  <a:latin typeface="Noir Pro Medium" pitchFamily="2" charset="0"/>
                </a:rPr>
                <a:t>TEXT COLORS – LIGHT BACKGROUND</a:t>
              </a:r>
            </a:p>
          </p:txBody>
        </p:sp>
        <p:sp>
          <p:nvSpPr>
            <p:cNvPr id="33" name="TextBox 224">
              <a:extLst>
                <a:ext uri="{FF2B5EF4-FFF2-40B4-BE49-F238E27FC236}">
                  <a16:creationId xmlns:a16="http://schemas.microsoft.com/office/drawing/2014/main" id="{6DA5FEDC-18D6-8CDA-F9D2-422186B578C7}"/>
                </a:ext>
              </a:extLst>
            </p:cNvPr>
            <p:cNvSpPr txBox="1"/>
            <p:nvPr userDrawn="1"/>
          </p:nvSpPr>
          <p:spPr>
            <a:xfrm>
              <a:off x="12207792" y="4073549"/>
              <a:ext cx="1733167" cy="200055"/>
            </a:xfrm>
            <a:prstGeom prst="rect">
              <a:avLst/>
            </a:prstGeom>
            <a:noFill/>
          </p:spPr>
          <p:txBody>
            <a:bodyPr wrap="none" rtlCol="0">
              <a:spAutoFit/>
            </a:bodyPr>
            <a:lstStyle/>
            <a:p>
              <a:r>
                <a:rPr lang="en-US" sz="700" b="0" i="0">
                  <a:solidFill>
                    <a:srgbClr val="929292"/>
                  </a:solidFill>
                  <a:latin typeface="Noir Pro Medium" pitchFamily="2" charset="0"/>
                </a:rPr>
                <a:t>TEXT COLORS – DARK BACKGROUND</a:t>
              </a:r>
            </a:p>
          </p:txBody>
        </p:sp>
        <p:grpSp>
          <p:nvGrpSpPr>
            <p:cNvPr id="34" name="Groep 33">
              <a:extLst>
                <a:ext uri="{FF2B5EF4-FFF2-40B4-BE49-F238E27FC236}">
                  <a16:creationId xmlns:a16="http://schemas.microsoft.com/office/drawing/2014/main" id="{35CE28EB-FFCD-D541-EA26-34F53FBD21EB}"/>
                </a:ext>
              </a:extLst>
            </p:cNvPr>
            <p:cNvGrpSpPr/>
            <p:nvPr userDrawn="1"/>
          </p:nvGrpSpPr>
          <p:grpSpPr>
            <a:xfrm>
              <a:off x="12301425" y="3044549"/>
              <a:ext cx="1288114" cy="238539"/>
              <a:chOff x="12298208" y="4999574"/>
              <a:chExt cx="1288114" cy="238539"/>
            </a:xfrm>
          </p:grpSpPr>
          <p:sp>
            <p:nvSpPr>
              <p:cNvPr id="203" name="Rounded Rectangle 192">
                <a:extLst>
                  <a:ext uri="{FF2B5EF4-FFF2-40B4-BE49-F238E27FC236}">
                    <a16:creationId xmlns:a16="http://schemas.microsoft.com/office/drawing/2014/main" id="{9618C981-28CD-9B62-AEA5-B72309EBC59D}"/>
                  </a:ext>
                </a:extLst>
              </p:cNvPr>
              <p:cNvSpPr/>
              <p:nvPr userDrawn="1"/>
            </p:nvSpPr>
            <p:spPr>
              <a:xfrm>
                <a:off x="12298208" y="4999574"/>
                <a:ext cx="238539" cy="238539"/>
              </a:xfrm>
              <a:prstGeom prst="roundRect">
                <a:avLst/>
              </a:prstGeom>
              <a:solidFill>
                <a:srgbClr val="04040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204" name="Rounded Rectangle 192">
                <a:extLst>
                  <a:ext uri="{FF2B5EF4-FFF2-40B4-BE49-F238E27FC236}">
                    <a16:creationId xmlns:a16="http://schemas.microsoft.com/office/drawing/2014/main" id="{21ED55EF-4A66-C250-0552-ABF809B489CB}"/>
                  </a:ext>
                </a:extLst>
              </p:cNvPr>
              <p:cNvSpPr/>
              <p:nvPr userDrawn="1"/>
            </p:nvSpPr>
            <p:spPr>
              <a:xfrm>
                <a:off x="12403166" y="4999574"/>
                <a:ext cx="238539" cy="238539"/>
              </a:xfrm>
              <a:prstGeom prst="roundRect">
                <a:avLst/>
              </a:prstGeom>
              <a:solidFill>
                <a:srgbClr val="1723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205" name="Rounded Rectangle 192">
                <a:extLst>
                  <a:ext uri="{FF2B5EF4-FFF2-40B4-BE49-F238E27FC236}">
                    <a16:creationId xmlns:a16="http://schemas.microsoft.com/office/drawing/2014/main" id="{F7C1226B-DED1-9D42-E63A-DCDE41AA8DE0}"/>
                  </a:ext>
                </a:extLst>
              </p:cNvPr>
              <p:cNvSpPr/>
              <p:nvPr userDrawn="1"/>
            </p:nvSpPr>
            <p:spPr>
              <a:xfrm>
                <a:off x="12508124" y="4999574"/>
                <a:ext cx="238539" cy="238539"/>
              </a:xfrm>
              <a:prstGeom prst="roundRect">
                <a:avLst/>
              </a:prstGeom>
              <a:solidFill>
                <a:srgbClr val="162F7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206" name="Rounded Rectangle 192">
                <a:extLst>
                  <a:ext uri="{FF2B5EF4-FFF2-40B4-BE49-F238E27FC236}">
                    <a16:creationId xmlns:a16="http://schemas.microsoft.com/office/drawing/2014/main" id="{41D16ED5-3FC1-934D-18D3-1AC9E84848DA}"/>
                  </a:ext>
                </a:extLst>
              </p:cNvPr>
              <p:cNvSpPr/>
              <p:nvPr userDrawn="1"/>
            </p:nvSpPr>
            <p:spPr>
              <a:xfrm>
                <a:off x="12613082" y="4999574"/>
                <a:ext cx="238539" cy="238539"/>
              </a:xfrm>
              <a:prstGeom prst="roundRect">
                <a:avLst/>
              </a:prstGeom>
              <a:solidFill>
                <a:srgbClr val="1947B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207" name="Rounded Rectangle 192">
                <a:extLst>
                  <a:ext uri="{FF2B5EF4-FFF2-40B4-BE49-F238E27FC236}">
                    <a16:creationId xmlns:a16="http://schemas.microsoft.com/office/drawing/2014/main" id="{ACA6061C-537F-FA8B-CE4A-032AC58CEA09}"/>
                  </a:ext>
                </a:extLst>
              </p:cNvPr>
              <p:cNvSpPr/>
              <p:nvPr userDrawn="1"/>
            </p:nvSpPr>
            <p:spPr>
              <a:xfrm>
                <a:off x="12718040" y="4999574"/>
                <a:ext cx="238539" cy="238539"/>
              </a:xfrm>
              <a:prstGeom prst="roundRect">
                <a:avLst/>
              </a:prstGeom>
              <a:solidFill>
                <a:srgbClr val="1859D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208" name="Rounded Rectangle 192">
                <a:extLst>
                  <a:ext uri="{FF2B5EF4-FFF2-40B4-BE49-F238E27FC236}">
                    <a16:creationId xmlns:a16="http://schemas.microsoft.com/office/drawing/2014/main" id="{03490847-C703-37B9-668D-B2C6CD6F6E1F}"/>
                  </a:ext>
                </a:extLst>
              </p:cNvPr>
              <p:cNvSpPr/>
              <p:nvPr userDrawn="1"/>
            </p:nvSpPr>
            <p:spPr>
              <a:xfrm>
                <a:off x="13347783" y="4999574"/>
                <a:ext cx="238539" cy="238539"/>
              </a:xfrm>
              <a:prstGeom prst="roundRect">
                <a:avLst/>
              </a:prstGeom>
              <a:solidFill>
                <a:srgbClr val="BCCBF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209" name="Rounded Rectangle 192">
                <a:extLst>
                  <a:ext uri="{FF2B5EF4-FFF2-40B4-BE49-F238E27FC236}">
                    <a16:creationId xmlns:a16="http://schemas.microsoft.com/office/drawing/2014/main" id="{FEF3ED4D-4C0B-FD8D-5F10-E3E70506234C}"/>
                  </a:ext>
                </a:extLst>
              </p:cNvPr>
              <p:cNvSpPr/>
              <p:nvPr userDrawn="1"/>
            </p:nvSpPr>
            <p:spPr>
              <a:xfrm>
                <a:off x="13242830" y="4999574"/>
                <a:ext cx="238539" cy="238539"/>
              </a:xfrm>
              <a:prstGeom prst="roundRect">
                <a:avLst/>
              </a:prstGeom>
              <a:solidFill>
                <a:srgbClr val="88ADF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210" name="Rounded Rectangle 192">
                <a:extLst>
                  <a:ext uri="{FF2B5EF4-FFF2-40B4-BE49-F238E27FC236}">
                    <a16:creationId xmlns:a16="http://schemas.microsoft.com/office/drawing/2014/main" id="{E311E1CA-1EAF-037A-CF4A-0BC946DE7638}"/>
                  </a:ext>
                </a:extLst>
              </p:cNvPr>
              <p:cNvSpPr/>
              <p:nvPr userDrawn="1"/>
            </p:nvSpPr>
            <p:spPr>
              <a:xfrm>
                <a:off x="13137872" y="4999574"/>
                <a:ext cx="238539" cy="238539"/>
              </a:xfrm>
              <a:prstGeom prst="roundRect">
                <a:avLst/>
              </a:prstGeom>
              <a:solidFill>
                <a:srgbClr val="6997F7"/>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211" name="Rounded Rectangle 192">
                <a:extLst>
                  <a:ext uri="{FF2B5EF4-FFF2-40B4-BE49-F238E27FC236}">
                    <a16:creationId xmlns:a16="http://schemas.microsoft.com/office/drawing/2014/main" id="{1BC20D0D-8762-EB82-DED6-2289162CBC7C}"/>
                  </a:ext>
                </a:extLst>
              </p:cNvPr>
              <p:cNvSpPr/>
              <p:nvPr userDrawn="1"/>
            </p:nvSpPr>
            <p:spPr>
              <a:xfrm>
                <a:off x="13032914" y="4999574"/>
                <a:ext cx="238539" cy="238539"/>
              </a:xfrm>
              <a:prstGeom prst="roundRect">
                <a:avLst/>
              </a:prstGeom>
              <a:solidFill>
                <a:srgbClr val="4D85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212" name="Rounded Rectangle 192">
                <a:extLst>
                  <a:ext uri="{FF2B5EF4-FFF2-40B4-BE49-F238E27FC236}">
                    <a16:creationId xmlns:a16="http://schemas.microsoft.com/office/drawing/2014/main" id="{E782A8F1-F9DF-534B-B1D3-B3E7CF2C38A3}"/>
                  </a:ext>
                </a:extLst>
              </p:cNvPr>
              <p:cNvSpPr/>
              <p:nvPr userDrawn="1"/>
            </p:nvSpPr>
            <p:spPr>
              <a:xfrm>
                <a:off x="12927956" y="4999574"/>
                <a:ext cx="238539" cy="238539"/>
              </a:xfrm>
              <a:prstGeom prst="roundRect">
                <a:avLst/>
              </a:prstGeom>
              <a:solidFill>
                <a:srgbClr val="307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213" name="Rounded Rectangle 192">
                <a:extLst>
                  <a:ext uri="{FF2B5EF4-FFF2-40B4-BE49-F238E27FC236}">
                    <a16:creationId xmlns:a16="http://schemas.microsoft.com/office/drawing/2014/main" id="{30B61454-8575-F166-5B53-203715E93CD9}"/>
                  </a:ext>
                </a:extLst>
              </p:cNvPr>
              <p:cNvSpPr/>
              <p:nvPr userDrawn="1"/>
            </p:nvSpPr>
            <p:spPr>
              <a:xfrm>
                <a:off x="12822998" y="4999574"/>
                <a:ext cx="238539" cy="238539"/>
              </a:xfrm>
              <a:prstGeom prst="roundRect">
                <a:avLst/>
              </a:prstGeom>
              <a:solidFill>
                <a:srgbClr val="1864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35" name="Freeform 9">
              <a:extLst>
                <a:ext uri="{FF2B5EF4-FFF2-40B4-BE49-F238E27FC236}">
                  <a16:creationId xmlns:a16="http://schemas.microsoft.com/office/drawing/2014/main" id="{75A30032-DA97-85EF-C5DD-4AD304FCB16B}"/>
                </a:ext>
              </a:extLst>
            </p:cNvPr>
            <p:cNvSpPr/>
            <p:nvPr userDrawn="1"/>
          </p:nvSpPr>
          <p:spPr>
            <a:xfrm>
              <a:off x="12194479" y="1557707"/>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5000">
                  <a:schemeClr val="tx1">
                    <a:lumMod val="50000"/>
                    <a:lumOff val="50000"/>
                  </a:schemeClr>
                </a:gs>
                <a:gs pos="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rtlCol="0" anchor="ctr">
              <a:noAutofit/>
            </a:bodyPr>
            <a:lstStyle/>
            <a:p>
              <a:pPr lvl="0"/>
              <a:r>
                <a:rPr lang="en-US" sz="900" b="1" i="0" dirty="0">
                  <a:solidFill>
                    <a:schemeClr val="bg1"/>
                  </a:solidFill>
                  <a:latin typeface="Noir Pro Semi Bold" pitchFamily="2" charset="0"/>
                </a:rPr>
                <a:t>COLOR PALETTE</a:t>
              </a:r>
            </a:p>
            <a:p>
              <a:pPr lvl="0"/>
              <a:r>
                <a:rPr lang="en-US" sz="700" b="0" i="0" dirty="0">
                  <a:solidFill>
                    <a:schemeClr val="bg1"/>
                  </a:solidFill>
                  <a:latin typeface="Calibri Bold"/>
                </a:rPr>
                <a:t>Master template v20250902a</a:t>
              </a:r>
              <a:endParaRPr lang="en-US" sz="1000" b="0" i="0" dirty="0">
                <a:solidFill>
                  <a:schemeClr val="bg1"/>
                </a:solidFill>
                <a:latin typeface="Calibri Bold"/>
              </a:endParaRPr>
            </a:p>
          </p:txBody>
        </p:sp>
        <p:grpSp>
          <p:nvGrpSpPr>
            <p:cNvPr id="36" name="Group 168">
              <a:extLst>
                <a:ext uri="{FF2B5EF4-FFF2-40B4-BE49-F238E27FC236}">
                  <a16:creationId xmlns:a16="http://schemas.microsoft.com/office/drawing/2014/main" id="{6075733B-694E-4ADB-47EF-DAD37DFCB3E6}"/>
                </a:ext>
              </a:extLst>
            </p:cNvPr>
            <p:cNvGrpSpPr/>
            <p:nvPr userDrawn="1"/>
          </p:nvGrpSpPr>
          <p:grpSpPr>
            <a:xfrm>
              <a:off x="12301425" y="2133519"/>
              <a:ext cx="1288114" cy="238539"/>
              <a:chOff x="8158038" y="2122998"/>
              <a:chExt cx="1288114" cy="238539"/>
            </a:xfrm>
          </p:grpSpPr>
          <p:sp>
            <p:nvSpPr>
              <p:cNvPr id="198" name="Rounded Rectangle 169">
                <a:extLst>
                  <a:ext uri="{FF2B5EF4-FFF2-40B4-BE49-F238E27FC236}">
                    <a16:creationId xmlns:a16="http://schemas.microsoft.com/office/drawing/2014/main" id="{036B0188-C38A-4AA3-A501-88A117107627}"/>
                  </a:ext>
                </a:extLst>
              </p:cNvPr>
              <p:cNvSpPr/>
              <p:nvPr userDrawn="1"/>
            </p:nvSpPr>
            <p:spPr>
              <a:xfrm>
                <a:off x="8158038" y="2122998"/>
                <a:ext cx="238539" cy="238539"/>
              </a:xfrm>
              <a:prstGeom prst="roundRect">
                <a:avLst/>
              </a:prstGeom>
              <a:solidFill>
                <a:srgbClr val="41414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9" name="Rounded Rectangle 170">
                <a:extLst>
                  <a:ext uri="{FF2B5EF4-FFF2-40B4-BE49-F238E27FC236}">
                    <a16:creationId xmlns:a16="http://schemas.microsoft.com/office/drawing/2014/main" id="{29B23501-C1C3-45AC-B948-965728636D3A}"/>
                  </a:ext>
                </a:extLst>
              </p:cNvPr>
              <p:cNvSpPr/>
              <p:nvPr userDrawn="1"/>
            </p:nvSpPr>
            <p:spPr>
              <a:xfrm>
                <a:off x="8420432" y="2122998"/>
                <a:ext cx="238539" cy="238539"/>
              </a:xfrm>
              <a:prstGeom prst="roundRect">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0" name="Rounded Rectangle 171">
                <a:extLst>
                  <a:ext uri="{FF2B5EF4-FFF2-40B4-BE49-F238E27FC236}">
                    <a16:creationId xmlns:a16="http://schemas.microsoft.com/office/drawing/2014/main" id="{BCE68616-B923-1F9F-989B-083E77D5EE74}"/>
                  </a:ext>
                </a:extLst>
              </p:cNvPr>
              <p:cNvSpPr/>
              <p:nvPr userDrawn="1"/>
            </p:nvSpPr>
            <p:spPr>
              <a:xfrm>
                <a:off x="8682826" y="2122998"/>
                <a:ext cx="238539" cy="238539"/>
              </a:xfrm>
              <a:prstGeom prst="roundRect">
                <a:avLst/>
              </a:prstGeom>
              <a:solidFill>
                <a:srgbClr val="C0C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1" name="Rounded Rectangle 172">
                <a:extLst>
                  <a:ext uri="{FF2B5EF4-FFF2-40B4-BE49-F238E27FC236}">
                    <a16:creationId xmlns:a16="http://schemas.microsoft.com/office/drawing/2014/main" id="{A6282074-B719-7DB3-F40F-EFF54687964E}"/>
                  </a:ext>
                </a:extLst>
              </p:cNvPr>
              <p:cNvSpPr/>
              <p:nvPr userDrawn="1"/>
            </p:nvSpPr>
            <p:spPr>
              <a:xfrm>
                <a:off x="8945220" y="2122998"/>
                <a:ext cx="238539" cy="238539"/>
              </a:xfrm>
              <a:prstGeom prst="round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2" name="Rounded Rectangle 173">
                <a:extLst>
                  <a:ext uri="{FF2B5EF4-FFF2-40B4-BE49-F238E27FC236}">
                    <a16:creationId xmlns:a16="http://schemas.microsoft.com/office/drawing/2014/main" id="{82087B6D-1646-4381-597B-95BAD5F312E5}"/>
                  </a:ext>
                </a:extLst>
              </p:cNvPr>
              <p:cNvSpPr/>
              <p:nvPr userDrawn="1"/>
            </p:nvSpPr>
            <p:spPr>
              <a:xfrm>
                <a:off x="9207613" y="2122998"/>
                <a:ext cx="238539" cy="238539"/>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37" name="Group 174">
              <a:extLst>
                <a:ext uri="{FF2B5EF4-FFF2-40B4-BE49-F238E27FC236}">
                  <a16:creationId xmlns:a16="http://schemas.microsoft.com/office/drawing/2014/main" id="{E0E0AE85-94F3-D4B8-309B-7CF8DA82E049}"/>
                </a:ext>
              </a:extLst>
            </p:cNvPr>
            <p:cNvGrpSpPr/>
            <p:nvPr userDrawn="1"/>
          </p:nvGrpSpPr>
          <p:grpSpPr>
            <a:xfrm>
              <a:off x="12301425" y="2589990"/>
              <a:ext cx="1288114" cy="238539"/>
              <a:chOff x="8158038" y="2385390"/>
              <a:chExt cx="1288114" cy="238539"/>
            </a:xfrm>
          </p:grpSpPr>
          <p:sp>
            <p:nvSpPr>
              <p:cNvPr id="193" name="Rounded Rectangle 175">
                <a:extLst>
                  <a:ext uri="{FF2B5EF4-FFF2-40B4-BE49-F238E27FC236}">
                    <a16:creationId xmlns:a16="http://schemas.microsoft.com/office/drawing/2014/main" id="{AC692AB7-9650-95DE-45A4-45AC1EEF33B3}"/>
                  </a:ext>
                </a:extLst>
              </p:cNvPr>
              <p:cNvSpPr/>
              <p:nvPr userDrawn="1"/>
            </p:nvSpPr>
            <p:spPr>
              <a:xfrm>
                <a:off x="8158038" y="2385390"/>
                <a:ext cx="238539" cy="238539"/>
              </a:xfrm>
              <a:prstGeom prst="roundRect">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4" name="Rounded Rectangle 176">
                <a:extLst>
                  <a:ext uri="{FF2B5EF4-FFF2-40B4-BE49-F238E27FC236}">
                    <a16:creationId xmlns:a16="http://schemas.microsoft.com/office/drawing/2014/main" id="{79093604-9E98-AE5D-C7BD-6A4D8C330F50}"/>
                  </a:ext>
                </a:extLst>
              </p:cNvPr>
              <p:cNvSpPr/>
              <p:nvPr userDrawn="1"/>
            </p:nvSpPr>
            <p:spPr>
              <a:xfrm>
                <a:off x="8420432" y="2385390"/>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5" name="Rounded Rectangle 177">
                <a:extLst>
                  <a:ext uri="{FF2B5EF4-FFF2-40B4-BE49-F238E27FC236}">
                    <a16:creationId xmlns:a16="http://schemas.microsoft.com/office/drawing/2014/main" id="{CBFE2210-2034-3457-2CCB-9011AE38EC1E}"/>
                  </a:ext>
                </a:extLst>
              </p:cNvPr>
              <p:cNvSpPr/>
              <p:nvPr userDrawn="1"/>
            </p:nvSpPr>
            <p:spPr>
              <a:xfrm>
                <a:off x="8682826" y="2385390"/>
                <a:ext cx="238539" cy="238539"/>
              </a:xfrm>
              <a:prstGeom prst="roundRect">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6" name="Rounded Rectangle 178">
                <a:extLst>
                  <a:ext uri="{FF2B5EF4-FFF2-40B4-BE49-F238E27FC236}">
                    <a16:creationId xmlns:a16="http://schemas.microsoft.com/office/drawing/2014/main" id="{6B3E5BC2-7DE5-C849-120F-41E1D4E164A8}"/>
                  </a:ext>
                </a:extLst>
              </p:cNvPr>
              <p:cNvSpPr/>
              <p:nvPr userDrawn="1"/>
            </p:nvSpPr>
            <p:spPr>
              <a:xfrm>
                <a:off x="8945220" y="2385390"/>
                <a:ext cx="238539" cy="238539"/>
              </a:xfrm>
              <a:prstGeom prst="roundRect">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7" name="Rounded Rectangle 179">
                <a:extLst>
                  <a:ext uri="{FF2B5EF4-FFF2-40B4-BE49-F238E27FC236}">
                    <a16:creationId xmlns:a16="http://schemas.microsoft.com/office/drawing/2014/main" id="{08002A18-EDE4-0B6C-B2CB-36B12AF681F5}"/>
                  </a:ext>
                </a:extLst>
              </p:cNvPr>
              <p:cNvSpPr/>
              <p:nvPr userDrawn="1"/>
            </p:nvSpPr>
            <p:spPr>
              <a:xfrm>
                <a:off x="9207613" y="2385390"/>
                <a:ext cx="238539" cy="238539"/>
              </a:xfrm>
              <a:prstGeom prst="roundRect">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sp>
          <p:nvSpPr>
            <p:cNvPr id="38" name="Rounded Rectangle 181">
              <a:extLst>
                <a:ext uri="{FF2B5EF4-FFF2-40B4-BE49-F238E27FC236}">
                  <a16:creationId xmlns:a16="http://schemas.microsoft.com/office/drawing/2014/main" id="{0A605A1A-0F44-2C3C-5DE2-3F97F6C99194}"/>
                </a:ext>
              </a:extLst>
            </p:cNvPr>
            <p:cNvSpPr/>
            <p:nvPr userDrawn="1"/>
          </p:nvSpPr>
          <p:spPr>
            <a:xfrm>
              <a:off x="12301425" y="4689997"/>
              <a:ext cx="238539" cy="238539"/>
            </a:xfrm>
            <a:prstGeom prst="roundRect">
              <a:avLst/>
            </a:prstGeom>
            <a:gradFill>
              <a:gsLst>
                <a:gs pos="100000">
                  <a:srgbClr val="E88C36"/>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n-US" sz="800" b="0" i="0">
                <a:latin typeface="Noir Pro Medium" pitchFamily="2" charset="0"/>
              </a:endParaRPr>
            </a:p>
          </p:txBody>
        </p:sp>
        <p:sp>
          <p:nvSpPr>
            <p:cNvPr id="39" name="Rounded Rectangle 182">
              <a:extLst>
                <a:ext uri="{FF2B5EF4-FFF2-40B4-BE49-F238E27FC236}">
                  <a16:creationId xmlns:a16="http://schemas.microsoft.com/office/drawing/2014/main" id="{6AB693B8-DF04-6F44-B853-D2B72B164D30}"/>
                </a:ext>
              </a:extLst>
            </p:cNvPr>
            <p:cNvSpPr/>
            <p:nvPr userDrawn="1"/>
          </p:nvSpPr>
          <p:spPr>
            <a:xfrm>
              <a:off x="12563819" y="4689997"/>
              <a:ext cx="238539" cy="238539"/>
            </a:xfrm>
            <a:prstGeom prst="roundRect">
              <a:avLst/>
            </a:prstGeom>
            <a:gradFill>
              <a:gsLst>
                <a:gs pos="100000">
                  <a:srgbClr val="1864FF"/>
                </a:gs>
                <a:gs pos="0">
                  <a:srgbClr val="00205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0" name="Rounded Rectangle 183">
              <a:extLst>
                <a:ext uri="{FF2B5EF4-FFF2-40B4-BE49-F238E27FC236}">
                  <a16:creationId xmlns:a16="http://schemas.microsoft.com/office/drawing/2014/main" id="{9974CB12-0B3D-D0CC-A465-BE0E7CF7E28B}"/>
                </a:ext>
              </a:extLst>
            </p:cNvPr>
            <p:cNvSpPr/>
            <p:nvPr userDrawn="1"/>
          </p:nvSpPr>
          <p:spPr>
            <a:xfrm>
              <a:off x="12826213" y="4689997"/>
              <a:ext cx="238539" cy="238539"/>
            </a:xfrm>
            <a:prstGeom prst="roundRect">
              <a:avLst/>
            </a:prstGeom>
            <a:gradFill>
              <a:gsLst>
                <a:gs pos="100000">
                  <a:srgbClr val="DF6838"/>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1" name="Rounded Rectangle 184">
              <a:extLst>
                <a:ext uri="{FF2B5EF4-FFF2-40B4-BE49-F238E27FC236}">
                  <a16:creationId xmlns:a16="http://schemas.microsoft.com/office/drawing/2014/main" id="{5E0E721B-2F4B-5CEA-47CC-BF07256AC84B}"/>
                </a:ext>
              </a:extLst>
            </p:cNvPr>
            <p:cNvSpPr/>
            <p:nvPr userDrawn="1"/>
          </p:nvSpPr>
          <p:spPr>
            <a:xfrm>
              <a:off x="13088607" y="4689997"/>
              <a:ext cx="238539" cy="238539"/>
            </a:xfrm>
            <a:prstGeom prst="roundRect">
              <a:avLst/>
            </a:prstGeom>
            <a:gradFill>
              <a:gsLst>
                <a:gs pos="100000">
                  <a:srgbClr val="FBDD72"/>
                </a:gs>
                <a:gs pos="0">
                  <a:srgbClr val="C6CD59"/>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2" name="Rounded Rectangle 185">
              <a:extLst>
                <a:ext uri="{FF2B5EF4-FFF2-40B4-BE49-F238E27FC236}">
                  <a16:creationId xmlns:a16="http://schemas.microsoft.com/office/drawing/2014/main" id="{4429CC0F-ACB9-993B-34A8-03B1CA880403}"/>
                </a:ext>
              </a:extLst>
            </p:cNvPr>
            <p:cNvSpPr/>
            <p:nvPr userDrawn="1"/>
          </p:nvSpPr>
          <p:spPr>
            <a:xfrm>
              <a:off x="13351000" y="4689997"/>
              <a:ext cx="238539" cy="238539"/>
            </a:xfrm>
            <a:prstGeom prst="roundRect">
              <a:avLst/>
            </a:prstGeom>
            <a:gradFill>
              <a:gsLst>
                <a:gs pos="100000">
                  <a:srgbClr val="00B150"/>
                </a:gs>
                <a:gs pos="0">
                  <a:srgbClr val="92D15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grpSp>
          <p:nvGrpSpPr>
            <p:cNvPr id="43" name="Group 191">
              <a:extLst>
                <a:ext uri="{FF2B5EF4-FFF2-40B4-BE49-F238E27FC236}">
                  <a16:creationId xmlns:a16="http://schemas.microsoft.com/office/drawing/2014/main" id="{61EA541D-279D-8CC0-646D-ACF2BB264F30}"/>
                </a:ext>
              </a:extLst>
            </p:cNvPr>
            <p:cNvGrpSpPr/>
            <p:nvPr userDrawn="1"/>
          </p:nvGrpSpPr>
          <p:grpSpPr>
            <a:xfrm>
              <a:off x="12301425" y="5413093"/>
              <a:ext cx="1288114" cy="238539"/>
              <a:chOff x="8158038" y="4031086"/>
              <a:chExt cx="1288114" cy="238539"/>
            </a:xfrm>
          </p:grpSpPr>
          <p:sp>
            <p:nvSpPr>
              <p:cNvPr id="188" name="Rounded Rectangle 192">
                <a:extLst>
                  <a:ext uri="{FF2B5EF4-FFF2-40B4-BE49-F238E27FC236}">
                    <a16:creationId xmlns:a16="http://schemas.microsoft.com/office/drawing/2014/main" id="{C8120719-4B42-211E-750D-2868797FCAA8}"/>
                  </a:ext>
                </a:extLst>
              </p:cNvPr>
              <p:cNvSpPr/>
              <p:nvPr userDrawn="1"/>
            </p:nvSpPr>
            <p:spPr>
              <a:xfrm>
                <a:off x="8158038" y="4031086"/>
                <a:ext cx="238539" cy="238539"/>
              </a:xfrm>
              <a:prstGeom prst="roundRect">
                <a:avLst/>
              </a:prstGeom>
              <a:solidFill>
                <a:srgbClr val="DC4A3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89" name="Rounded Rectangle 193">
                <a:extLst>
                  <a:ext uri="{FF2B5EF4-FFF2-40B4-BE49-F238E27FC236}">
                    <a16:creationId xmlns:a16="http://schemas.microsoft.com/office/drawing/2014/main" id="{E6DA9266-1CE3-DBEB-F12B-2E5F01C250CE}"/>
                  </a:ext>
                </a:extLst>
              </p:cNvPr>
              <p:cNvSpPr/>
              <p:nvPr userDrawn="1"/>
            </p:nvSpPr>
            <p:spPr>
              <a:xfrm>
                <a:off x="8420432" y="4031086"/>
                <a:ext cx="238539" cy="238539"/>
              </a:xfrm>
              <a:prstGeom prst="roundRect">
                <a:avLst/>
              </a:prstGeom>
              <a:solidFill>
                <a:srgbClr val="EF981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0" name="Rounded Rectangle 194">
                <a:extLst>
                  <a:ext uri="{FF2B5EF4-FFF2-40B4-BE49-F238E27FC236}">
                    <a16:creationId xmlns:a16="http://schemas.microsoft.com/office/drawing/2014/main" id="{E8ACC418-88AC-22EE-E9AA-B514AC46EE89}"/>
                  </a:ext>
                </a:extLst>
              </p:cNvPr>
              <p:cNvSpPr/>
              <p:nvPr userDrawn="1"/>
            </p:nvSpPr>
            <p:spPr>
              <a:xfrm>
                <a:off x="8682826" y="4031086"/>
                <a:ext cx="238539" cy="238539"/>
              </a:xfrm>
              <a:prstGeom prst="roundRect">
                <a:avLst/>
              </a:prstGeom>
              <a:solidFill>
                <a:srgbClr val="F9C64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1" name="Rounded Rectangle 195">
                <a:extLst>
                  <a:ext uri="{FF2B5EF4-FFF2-40B4-BE49-F238E27FC236}">
                    <a16:creationId xmlns:a16="http://schemas.microsoft.com/office/drawing/2014/main" id="{6D246CA1-3294-78C8-11DD-54EE9695C7D9}"/>
                  </a:ext>
                </a:extLst>
              </p:cNvPr>
              <p:cNvSpPr/>
              <p:nvPr userDrawn="1"/>
            </p:nvSpPr>
            <p:spPr>
              <a:xfrm>
                <a:off x="8945220" y="4031086"/>
                <a:ext cx="238539" cy="238539"/>
              </a:xfrm>
              <a:prstGeom prst="roundRect">
                <a:avLst/>
              </a:prstGeom>
              <a:solidFill>
                <a:srgbClr val="57C96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2" name="Rounded Rectangle 196">
                <a:extLst>
                  <a:ext uri="{FF2B5EF4-FFF2-40B4-BE49-F238E27FC236}">
                    <a16:creationId xmlns:a16="http://schemas.microsoft.com/office/drawing/2014/main" id="{E433F45C-755C-90B8-4C78-87E3AEFE2D2A}"/>
                  </a:ext>
                </a:extLst>
              </p:cNvPr>
              <p:cNvSpPr/>
              <p:nvPr userDrawn="1"/>
            </p:nvSpPr>
            <p:spPr>
              <a:xfrm>
                <a:off x="9207613" y="4031086"/>
                <a:ext cx="238539" cy="238539"/>
              </a:xfrm>
              <a:prstGeom prst="roundRect">
                <a:avLst/>
              </a:prstGeom>
              <a:solidFill>
                <a:srgbClr val="2B96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45" name="Group 197">
              <a:extLst>
                <a:ext uri="{FF2B5EF4-FFF2-40B4-BE49-F238E27FC236}">
                  <a16:creationId xmlns:a16="http://schemas.microsoft.com/office/drawing/2014/main" id="{B457501E-E91F-0C01-36D0-DF2C479CD7F6}"/>
                </a:ext>
              </a:extLst>
            </p:cNvPr>
            <p:cNvGrpSpPr/>
            <p:nvPr userDrawn="1"/>
          </p:nvGrpSpPr>
          <p:grpSpPr>
            <a:xfrm>
              <a:off x="12301425" y="4231124"/>
              <a:ext cx="1288114" cy="238539"/>
              <a:chOff x="8158038" y="3021495"/>
              <a:chExt cx="1288114" cy="238539"/>
            </a:xfrm>
          </p:grpSpPr>
          <p:sp>
            <p:nvSpPr>
              <p:cNvPr id="178" name="Rounded Rectangle 198">
                <a:extLst>
                  <a:ext uri="{FF2B5EF4-FFF2-40B4-BE49-F238E27FC236}">
                    <a16:creationId xmlns:a16="http://schemas.microsoft.com/office/drawing/2014/main" id="{3D8DF291-751C-2723-5B19-846B093985F1}"/>
                  </a:ext>
                </a:extLst>
              </p:cNvPr>
              <p:cNvSpPr/>
              <p:nvPr userDrawn="1"/>
            </p:nvSpPr>
            <p:spPr>
              <a:xfrm>
                <a:off x="8158038"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FFFFFF"/>
                    </a:solidFill>
                    <a:latin typeface="Noir Pro Medium" pitchFamily="2" charset="0"/>
                  </a:rPr>
                  <a:t>Aa</a:t>
                </a:r>
              </a:p>
            </p:txBody>
          </p:sp>
          <p:sp>
            <p:nvSpPr>
              <p:cNvPr id="179" name="Rounded Rectangle 199">
                <a:extLst>
                  <a:ext uri="{FF2B5EF4-FFF2-40B4-BE49-F238E27FC236}">
                    <a16:creationId xmlns:a16="http://schemas.microsoft.com/office/drawing/2014/main" id="{F9A70E4A-677D-A207-67D1-C31F9AB8878D}"/>
                  </a:ext>
                </a:extLst>
              </p:cNvPr>
              <p:cNvSpPr/>
              <p:nvPr userDrawn="1"/>
            </p:nvSpPr>
            <p:spPr>
              <a:xfrm>
                <a:off x="8420432"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ADADA"/>
                    </a:solidFill>
                    <a:latin typeface="Noir Pro Medium" pitchFamily="2" charset="0"/>
                  </a:rPr>
                  <a:t>Aa</a:t>
                </a:r>
              </a:p>
            </p:txBody>
          </p:sp>
          <p:sp>
            <p:nvSpPr>
              <p:cNvPr id="180" name="Rounded Rectangle 200">
                <a:extLst>
                  <a:ext uri="{FF2B5EF4-FFF2-40B4-BE49-F238E27FC236}">
                    <a16:creationId xmlns:a16="http://schemas.microsoft.com/office/drawing/2014/main" id="{2639B44B-BC7E-A2D4-2D29-516670B612F2}"/>
                  </a:ext>
                </a:extLst>
              </p:cNvPr>
              <p:cNvSpPr/>
              <p:nvPr userDrawn="1"/>
            </p:nvSpPr>
            <p:spPr>
              <a:xfrm>
                <a:off x="8682826"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F8C716"/>
                    </a:solidFill>
                    <a:latin typeface="Noir Pro Medium" pitchFamily="2" charset="0"/>
                  </a:rPr>
                  <a:t>Aa</a:t>
                </a:r>
              </a:p>
            </p:txBody>
          </p:sp>
          <p:sp>
            <p:nvSpPr>
              <p:cNvPr id="181" name="Rounded Rectangle 201">
                <a:extLst>
                  <a:ext uri="{FF2B5EF4-FFF2-40B4-BE49-F238E27FC236}">
                    <a16:creationId xmlns:a16="http://schemas.microsoft.com/office/drawing/2014/main" id="{75122786-9C32-FA9D-AE3A-F854A6F4BFE6}"/>
                  </a:ext>
                </a:extLst>
              </p:cNvPr>
              <p:cNvSpPr/>
              <p:nvPr userDrawn="1"/>
            </p:nvSpPr>
            <p:spPr>
              <a:xfrm>
                <a:off x="8945220"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E2A3F2"/>
                    </a:solidFill>
                    <a:latin typeface="Noir Pro Medium" pitchFamily="2" charset="0"/>
                  </a:rPr>
                  <a:t>Aa</a:t>
                </a:r>
              </a:p>
            </p:txBody>
          </p:sp>
          <p:sp>
            <p:nvSpPr>
              <p:cNvPr id="182" name="Rounded Rectangle 202">
                <a:extLst>
                  <a:ext uri="{FF2B5EF4-FFF2-40B4-BE49-F238E27FC236}">
                    <a16:creationId xmlns:a16="http://schemas.microsoft.com/office/drawing/2014/main" id="{4A7B7D7B-0A58-948A-807A-01BC60071F11}"/>
                  </a:ext>
                </a:extLst>
              </p:cNvPr>
              <p:cNvSpPr/>
              <p:nvPr userDrawn="1"/>
            </p:nvSpPr>
            <p:spPr>
              <a:xfrm>
                <a:off x="9207613"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8BC26D"/>
                    </a:solidFill>
                    <a:latin typeface="Noir Pro Medium" pitchFamily="2" charset="0"/>
                  </a:rPr>
                  <a:t>Aa</a:t>
                </a:r>
              </a:p>
            </p:txBody>
          </p:sp>
          <p:sp>
            <p:nvSpPr>
              <p:cNvPr id="183" name="Rounded Rectangle 203">
                <a:extLst>
                  <a:ext uri="{FF2B5EF4-FFF2-40B4-BE49-F238E27FC236}">
                    <a16:creationId xmlns:a16="http://schemas.microsoft.com/office/drawing/2014/main" id="{5CC4700A-5BC2-0296-15C9-7BCCCFF40FB6}"/>
                  </a:ext>
                </a:extLst>
              </p:cNvPr>
              <p:cNvSpPr/>
              <p:nvPr userDrawn="1"/>
            </p:nvSpPr>
            <p:spPr>
              <a:xfrm>
                <a:off x="8182056" y="3167741"/>
                <a:ext cx="190503" cy="63712"/>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ounded Rectangle 204">
                <a:extLst>
                  <a:ext uri="{FF2B5EF4-FFF2-40B4-BE49-F238E27FC236}">
                    <a16:creationId xmlns:a16="http://schemas.microsoft.com/office/drawing/2014/main" id="{F5A72D55-0AEB-4B09-A9B5-0149E7B59F5D}"/>
                  </a:ext>
                </a:extLst>
              </p:cNvPr>
              <p:cNvSpPr/>
              <p:nvPr userDrawn="1"/>
            </p:nvSpPr>
            <p:spPr>
              <a:xfrm>
                <a:off x="8444450" y="3167741"/>
                <a:ext cx="190503" cy="63712"/>
              </a:xfrm>
              <a:prstGeom prst="roundRect">
                <a:avLst>
                  <a:gd name="adj" fmla="val 50000"/>
                </a:avLst>
              </a:prstGeom>
              <a:solidFill>
                <a:srgbClr val="DBDB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ounded Rectangle 205">
                <a:extLst>
                  <a:ext uri="{FF2B5EF4-FFF2-40B4-BE49-F238E27FC236}">
                    <a16:creationId xmlns:a16="http://schemas.microsoft.com/office/drawing/2014/main" id="{565366B5-E56E-81F3-C8C8-AEEF70297232}"/>
                  </a:ext>
                </a:extLst>
              </p:cNvPr>
              <p:cNvSpPr/>
              <p:nvPr userDrawn="1"/>
            </p:nvSpPr>
            <p:spPr>
              <a:xfrm>
                <a:off x="8706844" y="3167741"/>
                <a:ext cx="190503" cy="63712"/>
              </a:xfrm>
              <a:prstGeom prst="roundRect">
                <a:avLst>
                  <a:gd name="adj" fmla="val 50000"/>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206">
                <a:extLst>
                  <a:ext uri="{FF2B5EF4-FFF2-40B4-BE49-F238E27FC236}">
                    <a16:creationId xmlns:a16="http://schemas.microsoft.com/office/drawing/2014/main" id="{58EF4AB1-15D5-3B6B-AAAB-673933E17880}"/>
                  </a:ext>
                </a:extLst>
              </p:cNvPr>
              <p:cNvSpPr/>
              <p:nvPr userDrawn="1"/>
            </p:nvSpPr>
            <p:spPr>
              <a:xfrm>
                <a:off x="8969238" y="3167741"/>
                <a:ext cx="190503" cy="63712"/>
              </a:xfrm>
              <a:prstGeom prst="roundRect">
                <a:avLst>
                  <a:gd name="adj" fmla="val 50000"/>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207">
                <a:extLst>
                  <a:ext uri="{FF2B5EF4-FFF2-40B4-BE49-F238E27FC236}">
                    <a16:creationId xmlns:a16="http://schemas.microsoft.com/office/drawing/2014/main" id="{F8CFDDFC-0F47-B231-5FB0-727F0D81DF38}"/>
                  </a:ext>
                </a:extLst>
              </p:cNvPr>
              <p:cNvSpPr/>
              <p:nvPr userDrawn="1"/>
            </p:nvSpPr>
            <p:spPr>
              <a:xfrm>
                <a:off x="9231631" y="3167741"/>
                <a:ext cx="190503" cy="63712"/>
              </a:xfrm>
              <a:prstGeom prst="roundRect">
                <a:avLst>
                  <a:gd name="adj" fmla="val 50000"/>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ounded Rectangle 209">
              <a:extLst>
                <a:ext uri="{FF2B5EF4-FFF2-40B4-BE49-F238E27FC236}">
                  <a16:creationId xmlns:a16="http://schemas.microsoft.com/office/drawing/2014/main" id="{D0671745-9691-ACD2-8DFC-F206A61EB352}"/>
                </a:ext>
              </a:extLst>
            </p:cNvPr>
            <p:cNvSpPr/>
            <p:nvPr userDrawn="1"/>
          </p:nvSpPr>
          <p:spPr>
            <a:xfrm>
              <a:off x="12301425"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010101"/>
                  </a:solidFill>
                  <a:latin typeface="Noir Pro Medium" pitchFamily="2" charset="0"/>
                </a:rPr>
                <a:t>Aa</a:t>
              </a:r>
            </a:p>
          </p:txBody>
        </p:sp>
        <p:sp>
          <p:nvSpPr>
            <p:cNvPr id="47" name="Rounded Rectangle 210">
              <a:extLst>
                <a:ext uri="{FF2B5EF4-FFF2-40B4-BE49-F238E27FC236}">
                  <a16:creationId xmlns:a16="http://schemas.microsoft.com/office/drawing/2014/main" id="{60D59DF8-30D0-FF50-FB2E-9C66E1234B9F}"/>
                </a:ext>
              </a:extLst>
            </p:cNvPr>
            <p:cNvSpPr/>
            <p:nvPr userDrawn="1"/>
          </p:nvSpPr>
          <p:spPr>
            <a:xfrm>
              <a:off x="12563819" y="3775695"/>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010101"/>
                  </a:solidFill>
                  <a:latin typeface="Noir Pro Medium" pitchFamily="2" charset="0"/>
                </a:rPr>
                <a:t>Aa</a:t>
              </a:r>
            </a:p>
          </p:txBody>
        </p:sp>
        <p:sp>
          <p:nvSpPr>
            <p:cNvPr id="64" name="Rounded Rectangle 211">
              <a:extLst>
                <a:ext uri="{FF2B5EF4-FFF2-40B4-BE49-F238E27FC236}">
                  <a16:creationId xmlns:a16="http://schemas.microsoft.com/office/drawing/2014/main" id="{2F36D0C6-C39A-9B5F-8EB9-27463903D769}"/>
                </a:ext>
              </a:extLst>
            </p:cNvPr>
            <p:cNvSpPr/>
            <p:nvPr userDrawn="1"/>
          </p:nvSpPr>
          <p:spPr>
            <a:xfrm>
              <a:off x="12826213"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818181"/>
                  </a:solidFill>
                  <a:latin typeface="Noir Pro Medium" pitchFamily="2" charset="0"/>
                </a:rPr>
                <a:t>Aa</a:t>
              </a:r>
            </a:p>
          </p:txBody>
        </p:sp>
        <p:sp>
          <p:nvSpPr>
            <p:cNvPr id="65" name="Rounded Rectangle 212">
              <a:extLst>
                <a:ext uri="{FF2B5EF4-FFF2-40B4-BE49-F238E27FC236}">
                  <a16:creationId xmlns:a16="http://schemas.microsoft.com/office/drawing/2014/main" id="{0ADBA08E-81A8-97B6-DE53-FA396190B430}"/>
                </a:ext>
              </a:extLst>
            </p:cNvPr>
            <p:cNvSpPr/>
            <p:nvPr userDrawn="1"/>
          </p:nvSpPr>
          <p:spPr>
            <a:xfrm>
              <a:off x="13088607"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1864FF"/>
                  </a:solidFill>
                  <a:latin typeface="Noir Pro Medium" pitchFamily="2" charset="0"/>
                </a:rPr>
                <a:t>Aa</a:t>
              </a:r>
            </a:p>
          </p:txBody>
        </p:sp>
        <p:sp>
          <p:nvSpPr>
            <p:cNvPr id="66" name="Rounded Rectangle 213">
              <a:extLst>
                <a:ext uri="{FF2B5EF4-FFF2-40B4-BE49-F238E27FC236}">
                  <a16:creationId xmlns:a16="http://schemas.microsoft.com/office/drawing/2014/main" id="{AB2BFFF9-6049-26DE-5969-5F83C0ECC2B4}"/>
                </a:ext>
              </a:extLst>
            </p:cNvPr>
            <p:cNvSpPr/>
            <p:nvPr userDrawn="1"/>
          </p:nvSpPr>
          <p:spPr>
            <a:xfrm>
              <a:off x="13351000"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F6838"/>
                  </a:solidFill>
                  <a:latin typeface="Noir Pro Medium" pitchFamily="2" charset="0"/>
                </a:rPr>
                <a:t>Aa</a:t>
              </a:r>
            </a:p>
          </p:txBody>
        </p:sp>
        <p:sp>
          <p:nvSpPr>
            <p:cNvPr id="67" name="Rounded Rectangle 214">
              <a:extLst>
                <a:ext uri="{FF2B5EF4-FFF2-40B4-BE49-F238E27FC236}">
                  <a16:creationId xmlns:a16="http://schemas.microsoft.com/office/drawing/2014/main" id="{DAE8DA0F-943B-B2BA-8A03-61406E8171A9}"/>
                </a:ext>
              </a:extLst>
            </p:cNvPr>
            <p:cNvSpPr/>
            <p:nvPr userDrawn="1"/>
          </p:nvSpPr>
          <p:spPr>
            <a:xfrm>
              <a:off x="12325443" y="3922877"/>
              <a:ext cx="190503" cy="63712"/>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215">
              <a:extLst>
                <a:ext uri="{FF2B5EF4-FFF2-40B4-BE49-F238E27FC236}">
                  <a16:creationId xmlns:a16="http://schemas.microsoft.com/office/drawing/2014/main" id="{7DC515E9-8E21-049E-9C1A-9C1E666F4F4D}"/>
                </a:ext>
              </a:extLst>
            </p:cNvPr>
            <p:cNvSpPr/>
            <p:nvPr userDrawn="1"/>
          </p:nvSpPr>
          <p:spPr>
            <a:xfrm>
              <a:off x="12587837" y="3922877"/>
              <a:ext cx="190503" cy="63712"/>
            </a:xfrm>
            <a:prstGeom prst="roundRect">
              <a:avLst>
                <a:gd name="adj" fmla="val 50000"/>
              </a:avLst>
            </a:prstGeom>
            <a:solidFill>
              <a:srgbClr val="010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216">
              <a:extLst>
                <a:ext uri="{FF2B5EF4-FFF2-40B4-BE49-F238E27FC236}">
                  <a16:creationId xmlns:a16="http://schemas.microsoft.com/office/drawing/2014/main" id="{4F13DD30-AC8C-5BAF-7D9E-17F37BF14CB1}"/>
                </a:ext>
              </a:extLst>
            </p:cNvPr>
            <p:cNvSpPr/>
            <p:nvPr userDrawn="1"/>
          </p:nvSpPr>
          <p:spPr>
            <a:xfrm>
              <a:off x="12850231" y="3922877"/>
              <a:ext cx="190503" cy="63712"/>
            </a:xfrm>
            <a:prstGeom prst="roundRect">
              <a:avLst>
                <a:gd name="adj" fmla="val 50000"/>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217">
              <a:extLst>
                <a:ext uri="{FF2B5EF4-FFF2-40B4-BE49-F238E27FC236}">
                  <a16:creationId xmlns:a16="http://schemas.microsoft.com/office/drawing/2014/main" id="{E2AEF98F-B06C-F55B-CA49-DD758CEA97A3}"/>
                </a:ext>
              </a:extLst>
            </p:cNvPr>
            <p:cNvSpPr/>
            <p:nvPr userDrawn="1"/>
          </p:nvSpPr>
          <p:spPr>
            <a:xfrm>
              <a:off x="13112625" y="3922877"/>
              <a:ext cx="190503" cy="63712"/>
            </a:xfrm>
            <a:prstGeom prst="roundRect">
              <a:avLst>
                <a:gd name="adj" fmla="val 50000"/>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218">
              <a:extLst>
                <a:ext uri="{FF2B5EF4-FFF2-40B4-BE49-F238E27FC236}">
                  <a16:creationId xmlns:a16="http://schemas.microsoft.com/office/drawing/2014/main" id="{7D56B7A7-845C-60E2-31FD-20ABDD7B2125}"/>
                </a:ext>
              </a:extLst>
            </p:cNvPr>
            <p:cNvSpPr/>
            <p:nvPr userDrawn="1"/>
          </p:nvSpPr>
          <p:spPr>
            <a:xfrm>
              <a:off x="13375018" y="3922877"/>
              <a:ext cx="190503" cy="63712"/>
            </a:xfrm>
            <a:prstGeom prst="roundRect">
              <a:avLst>
                <a:gd name="adj" fmla="val 50000"/>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219">
              <a:extLst>
                <a:ext uri="{FF2B5EF4-FFF2-40B4-BE49-F238E27FC236}">
                  <a16:creationId xmlns:a16="http://schemas.microsoft.com/office/drawing/2014/main" id="{4A15EBF2-1689-F73E-531A-974E9DD60DCB}"/>
                </a:ext>
              </a:extLst>
            </p:cNvPr>
            <p:cNvSpPr txBox="1"/>
            <p:nvPr userDrawn="1"/>
          </p:nvSpPr>
          <p:spPr>
            <a:xfrm>
              <a:off x="12207792" y="1974299"/>
              <a:ext cx="720069" cy="200055"/>
            </a:xfrm>
            <a:prstGeom prst="rect">
              <a:avLst/>
            </a:prstGeom>
            <a:noFill/>
          </p:spPr>
          <p:txBody>
            <a:bodyPr wrap="none" rtlCol="0">
              <a:spAutoFit/>
            </a:bodyPr>
            <a:lstStyle/>
            <a:p>
              <a:r>
                <a:rPr lang="en-US" sz="700" b="0" i="0">
                  <a:solidFill>
                    <a:srgbClr val="929292"/>
                  </a:solidFill>
                  <a:latin typeface="Noir Pro Medium" pitchFamily="2" charset="0"/>
                </a:rPr>
                <a:t>GREY TONES</a:t>
              </a:r>
            </a:p>
          </p:txBody>
        </p:sp>
        <p:sp>
          <p:nvSpPr>
            <p:cNvPr id="73" name="TextBox 220">
              <a:extLst>
                <a:ext uri="{FF2B5EF4-FFF2-40B4-BE49-F238E27FC236}">
                  <a16:creationId xmlns:a16="http://schemas.microsoft.com/office/drawing/2014/main" id="{83FD25DF-A8C4-97E8-16EE-50D23B1DB381}"/>
                </a:ext>
              </a:extLst>
            </p:cNvPr>
            <p:cNvSpPr txBox="1"/>
            <p:nvPr userDrawn="1"/>
          </p:nvSpPr>
          <p:spPr>
            <a:xfrm>
              <a:off x="12207792" y="2430257"/>
              <a:ext cx="1253869" cy="200055"/>
            </a:xfrm>
            <a:prstGeom prst="rect">
              <a:avLst/>
            </a:prstGeom>
            <a:noFill/>
          </p:spPr>
          <p:txBody>
            <a:bodyPr wrap="none" rtlCol="0">
              <a:spAutoFit/>
            </a:bodyPr>
            <a:lstStyle/>
            <a:p>
              <a:r>
                <a:rPr lang="en-US" sz="700" b="0" i="0">
                  <a:solidFill>
                    <a:srgbClr val="929292"/>
                  </a:solidFill>
                  <a:latin typeface="Noir Pro Medium" pitchFamily="2" charset="0"/>
                </a:rPr>
                <a:t>BRAND IDENTITY COLORS</a:t>
              </a:r>
            </a:p>
          </p:txBody>
        </p:sp>
        <p:sp>
          <p:nvSpPr>
            <p:cNvPr id="74" name="TextBox 222">
              <a:extLst>
                <a:ext uri="{FF2B5EF4-FFF2-40B4-BE49-F238E27FC236}">
                  <a16:creationId xmlns:a16="http://schemas.microsoft.com/office/drawing/2014/main" id="{4F150177-1E56-683E-55ED-3CCF98AA4117}"/>
                </a:ext>
              </a:extLst>
            </p:cNvPr>
            <p:cNvSpPr txBox="1"/>
            <p:nvPr userDrawn="1"/>
          </p:nvSpPr>
          <p:spPr>
            <a:xfrm>
              <a:off x="12207792" y="4531335"/>
              <a:ext cx="665567" cy="200055"/>
            </a:xfrm>
            <a:prstGeom prst="rect">
              <a:avLst/>
            </a:prstGeom>
            <a:noFill/>
          </p:spPr>
          <p:txBody>
            <a:bodyPr wrap="none" rtlCol="0">
              <a:spAutoFit/>
            </a:bodyPr>
            <a:lstStyle/>
            <a:p>
              <a:r>
                <a:rPr lang="en-US" sz="700" b="0" i="0">
                  <a:solidFill>
                    <a:srgbClr val="929292"/>
                  </a:solidFill>
                  <a:latin typeface="Noir Pro Medium" pitchFamily="2" charset="0"/>
                </a:rPr>
                <a:t>GRADIENTS</a:t>
              </a:r>
            </a:p>
          </p:txBody>
        </p:sp>
        <p:sp>
          <p:nvSpPr>
            <p:cNvPr id="75" name="TextBox 223">
              <a:extLst>
                <a:ext uri="{FF2B5EF4-FFF2-40B4-BE49-F238E27FC236}">
                  <a16:creationId xmlns:a16="http://schemas.microsoft.com/office/drawing/2014/main" id="{762DD877-F163-49C0-9F2B-CE9A7CBD3D92}"/>
                </a:ext>
              </a:extLst>
            </p:cNvPr>
            <p:cNvSpPr txBox="1"/>
            <p:nvPr userDrawn="1"/>
          </p:nvSpPr>
          <p:spPr>
            <a:xfrm>
              <a:off x="12207792" y="5252309"/>
              <a:ext cx="1168910" cy="200055"/>
            </a:xfrm>
            <a:prstGeom prst="rect">
              <a:avLst/>
            </a:prstGeom>
            <a:noFill/>
          </p:spPr>
          <p:txBody>
            <a:bodyPr wrap="none" rtlCol="0">
              <a:spAutoFit/>
            </a:bodyPr>
            <a:lstStyle/>
            <a:p>
              <a:r>
                <a:rPr lang="en-US" sz="700" b="0" i="0">
                  <a:solidFill>
                    <a:srgbClr val="929292"/>
                  </a:solidFill>
                  <a:latin typeface="Noir Pro Medium" pitchFamily="2" charset="0"/>
                </a:rPr>
                <a:t>TRAFFIC LIGHT COLORS</a:t>
              </a:r>
            </a:p>
          </p:txBody>
        </p:sp>
        <p:pic>
          <p:nvPicPr>
            <p:cNvPr id="76" name="Picture 2" descr="color picker&quot; Icon - Download for free – Iconduck">
              <a:extLst>
                <a:ext uri="{FF2B5EF4-FFF2-40B4-BE49-F238E27FC236}">
                  <a16:creationId xmlns:a16="http://schemas.microsoft.com/office/drawing/2014/main" id="{DF8BA090-A25D-2EE1-1A71-E7DB99333FF1}"/>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3543048" y="1646506"/>
              <a:ext cx="178747" cy="178581"/>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ep 76">
              <a:extLst>
                <a:ext uri="{FF2B5EF4-FFF2-40B4-BE49-F238E27FC236}">
                  <a16:creationId xmlns:a16="http://schemas.microsoft.com/office/drawing/2014/main" id="{879CA836-68ED-E044-092E-BF8651058649}"/>
                </a:ext>
              </a:extLst>
            </p:cNvPr>
            <p:cNvGrpSpPr/>
            <p:nvPr userDrawn="1"/>
          </p:nvGrpSpPr>
          <p:grpSpPr>
            <a:xfrm>
              <a:off x="12301425" y="3311063"/>
              <a:ext cx="1288114" cy="238539"/>
              <a:chOff x="12298208" y="5356993"/>
              <a:chExt cx="1288114" cy="238539"/>
            </a:xfrm>
          </p:grpSpPr>
          <p:sp>
            <p:nvSpPr>
              <p:cNvPr id="157" name="Rounded Rectangle 192">
                <a:extLst>
                  <a:ext uri="{FF2B5EF4-FFF2-40B4-BE49-F238E27FC236}">
                    <a16:creationId xmlns:a16="http://schemas.microsoft.com/office/drawing/2014/main" id="{F993CC58-58CA-2456-419A-28263CD7BB8F}"/>
                  </a:ext>
                </a:extLst>
              </p:cNvPr>
              <p:cNvSpPr/>
              <p:nvPr userDrawn="1"/>
            </p:nvSpPr>
            <p:spPr>
              <a:xfrm>
                <a:off x="12298208" y="5356993"/>
                <a:ext cx="238539" cy="238539"/>
              </a:xfrm>
              <a:prstGeom prst="roundRect">
                <a:avLst/>
              </a:prstGeom>
              <a:solidFill>
                <a:srgbClr val="14163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158" name="Rounded Rectangle 192">
                <a:extLst>
                  <a:ext uri="{FF2B5EF4-FFF2-40B4-BE49-F238E27FC236}">
                    <a16:creationId xmlns:a16="http://schemas.microsoft.com/office/drawing/2014/main" id="{A67E78A3-0778-9F29-B935-C89976310177}"/>
                  </a:ext>
                </a:extLst>
              </p:cNvPr>
              <p:cNvSpPr/>
              <p:nvPr userDrawn="1"/>
            </p:nvSpPr>
            <p:spPr>
              <a:xfrm>
                <a:off x="12403166" y="5356993"/>
                <a:ext cx="238539" cy="238539"/>
              </a:xfrm>
              <a:prstGeom prst="roundRect">
                <a:avLst/>
              </a:prstGeom>
              <a:solidFill>
                <a:srgbClr val="37302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159" name="Rounded Rectangle 192">
                <a:extLst>
                  <a:ext uri="{FF2B5EF4-FFF2-40B4-BE49-F238E27FC236}">
                    <a16:creationId xmlns:a16="http://schemas.microsoft.com/office/drawing/2014/main" id="{7653AA1D-C39A-A623-4D3B-538509434DB1}"/>
                  </a:ext>
                </a:extLst>
              </p:cNvPr>
              <p:cNvSpPr/>
              <p:nvPr userDrawn="1"/>
            </p:nvSpPr>
            <p:spPr>
              <a:xfrm>
                <a:off x="12508124" y="5356993"/>
                <a:ext cx="238539" cy="238539"/>
              </a:xfrm>
              <a:prstGeom prst="roundRect">
                <a:avLst/>
              </a:prstGeom>
              <a:solidFill>
                <a:srgbClr val="61522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160" name="Rounded Rectangle 192">
                <a:extLst>
                  <a:ext uri="{FF2B5EF4-FFF2-40B4-BE49-F238E27FC236}">
                    <a16:creationId xmlns:a16="http://schemas.microsoft.com/office/drawing/2014/main" id="{55D8BDCD-C25B-7886-9130-72592531F970}"/>
                  </a:ext>
                </a:extLst>
              </p:cNvPr>
              <p:cNvSpPr/>
              <p:nvPr userDrawn="1"/>
            </p:nvSpPr>
            <p:spPr>
              <a:xfrm>
                <a:off x="12613082" y="5356993"/>
                <a:ext cx="238539" cy="238539"/>
              </a:xfrm>
              <a:prstGeom prst="roundRect">
                <a:avLst/>
              </a:prstGeom>
              <a:solidFill>
                <a:srgbClr val="967B2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161" name="Rounded Rectangle 192">
                <a:extLst>
                  <a:ext uri="{FF2B5EF4-FFF2-40B4-BE49-F238E27FC236}">
                    <a16:creationId xmlns:a16="http://schemas.microsoft.com/office/drawing/2014/main" id="{B8FDA659-633D-A288-BEDE-927F2ADAA3AB}"/>
                  </a:ext>
                </a:extLst>
              </p:cNvPr>
              <p:cNvSpPr/>
              <p:nvPr userDrawn="1"/>
            </p:nvSpPr>
            <p:spPr>
              <a:xfrm>
                <a:off x="12718040" y="5356993"/>
                <a:ext cx="238539" cy="238539"/>
              </a:xfrm>
              <a:prstGeom prst="roundRect">
                <a:avLst/>
              </a:prstGeom>
              <a:solidFill>
                <a:srgbClr val="D7AE1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164" name="Rounded Rectangle 192">
                <a:extLst>
                  <a:ext uri="{FF2B5EF4-FFF2-40B4-BE49-F238E27FC236}">
                    <a16:creationId xmlns:a16="http://schemas.microsoft.com/office/drawing/2014/main" id="{F5F9A153-09FD-30C6-88AF-87F80EC600BA}"/>
                  </a:ext>
                </a:extLst>
              </p:cNvPr>
              <p:cNvSpPr/>
              <p:nvPr userDrawn="1"/>
            </p:nvSpPr>
            <p:spPr>
              <a:xfrm>
                <a:off x="13347783" y="5356993"/>
                <a:ext cx="238539" cy="238539"/>
              </a:xfrm>
              <a:prstGeom prst="roundRect">
                <a:avLst/>
              </a:prstGeom>
              <a:solidFill>
                <a:srgbClr val="F8EBC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171" name="Rounded Rectangle 192">
                <a:extLst>
                  <a:ext uri="{FF2B5EF4-FFF2-40B4-BE49-F238E27FC236}">
                    <a16:creationId xmlns:a16="http://schemas.microsoft.com/office/drawing/2014/main" id="{B7873913-C7E2-2303-9072-56FA55830009}"/>
                  </a:ext>
                </a:extLst>
              </p:cNvPr>
              <p:cNvSpPr/>
              <p:nvPr userDrawn="1"/>
            </p:nvSpPr>
            <p:spPr>
              <a:xfrm>
                <a:off x="13242830" y="5356993"/>
                <a:ext cx="238539" cy="238539"/>
              </a:xfrm>
              <a:prstGeom prst="roundRect">
                <a:avLst/>
              </a:prstGeom>
              <a:solidFill>
                <a:srgbClr val="F8E39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174" name="Rounded Rectangle 192">
                <a:extLst>
                  <a:ext uri="{FF2B5EF4-FFF2-40B4-BE49-F238E27FC236}">
                    <a16:creationId xmlns:a16="http://schemas.microsoft.com/office/drawing/2014/main" id="{F21ACD13-F33D-2338-B166-B265A58E000A}"/>
                  </a:ext>
                </a:extLst>
              </p:cNvPr>
              <p:cNvSpPr/>
              <p:nvPr userDrawn="1"/>
            </p:nvSpPr>
            <p:spPr>
              <a:xfrm>
                <a:off x="13137872" y="5356993"/>
                <a:ext cx="238539" cy="238539"/>
              </a:xfrm>
              <a:prstGeom prst="roundRect">
                <a:avLst/>
              </a:prstGeom>
              <a:solidFill>
                <a:srgbClr val="F8DB6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175" name="Rounded Rectangle 192">
                <a:extLst>
                  <a:ext uri="{FF2B5EF4-FFF2-40B4-BE49-F238E27FC236}">
                    <a16:creationId xmlns:a16="http://schemas.microsoft.com/office/drawing/2014/main" id="{ED37EB85-248C-AAF4-5A6A-FB10B7F64600}"/>
                  </a:ext>
                </a:extLst>
              </p:cNvPr>
              <p:cNvSpPr/>
              <p:nvPr userDrawn="1"/>
            </p:nvSpPr>
            <p:spPr>
              <a:xfrm>
                <a:off x="13032914" y="5356993"/>
                <a:ext cx="238539" cy="238539"/>
              </a:xfrm>
              <a:prstGeom prst="roundRect">
                <a:avLst/>
              </a:prstGeom>
              <a:solidFill>
                <a:srgbClr val="F7D55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176" name="Rounded Rectangle 192">
                <a:extLst>
                  <a:ext uri="{FF2B5EF4-FFF2-40B4-BE49-F238E27FC236}">
                    <a16:creationId xmlns:a16="http://schemas.microsoft.com/office/drawing/2014/main" id="{8DC91DB4-2566-7C71-8BE3-EAA149BEF36E}"/>
                  </a:ext>
                </a:extLst>
              </p:cNvPr>
              <p:cNvSpPr/>
              <p:nvPr userDrawn="1"/>
            </p:nvSpPr>
            <p:spPr>
              <a:xfrm>
                <a:off x="12927956" y="5356993"/>
                <a:ext cx="238539" cy="238539"/>
              </a:xfrm>
              <a:prstGeom prst="roundRect">
                <a:avLst/>
              </a:prstGeom>
              <a:solidFill>
                <a:srgbClr val="FAD33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177" name="Rounded Rectangle 192">
                <a:extLst>
                  <a:ext uri="{FF2B5EF4-FFF2-40B4-BE49-F238E27FC236}">
                    <a16:creationId xmlns:a16="http://schemas.microsoft.com/office/drawing/2014/main" id="{5B2250DE-B47C-DE83-2A84-09EACF752A95}"/>
                  </a:ext>
                </a:extLst>
              </p:cNvPr>
              <p:cNvSpPr/>
              <p:nvPr userDrawn="1"/>
            </p:nvSpPr>
            <p:spPr>
              <a:xfrm>
                <a:off x="12822998" y="5356993"/>
                <a:ext cx="238539" cy="238539"/>
              </a:xfrm>
              <a:prstGeom prst="roundRect">
                <a:avLst/>
              </a:prstGeom>
              <a:solidFill>
                <a:srgbClr val="F8C716"/>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78" name="TextBox 220">
              <a:extLst>
                <a:ext uri="{FF2B5EF4-FFF2-40B4-BE49-F238E27FC236}">
                  <a16:creationId xmlns:a16="http://schemas.microsoft.com/office/drawing/2014/main" id="{B584D808-91BB-7BCD-9C3E-5F6058E4E2AF}"/>
                </a:ext>
              </a:extLst>
            </p:cNvPr>
            <p:cNvSpPr txBox="1"/>
            <p:nvPr userDrawn="1"/>
          </p:nvSpPr>
          <p:spPr>
            <a:xfrm>
              <a:off x="12207792" y="2884595"/>
              <a:ext cx="1555234" cy="200055"/>
            </a:xfrm>
            <a:prstGeom prst="rect">
              <a:avLst/>
            </a:prstGeom>
            <a:noFill/>
          </p:spPr>
          <p:txBody>
            <a:bodyPr wrap="none" rtlCol="0">
              <a:spAutoFit/>
            </a:bodyPr>
            <a:lstStyle/>
            <a:p>
              <a:r>
                <a:rPr lang="en-US" sz="700" b="0" i="0">
                  <a:solidFill>
                    <a:srgbClr val="929292"/>
                  </a:solidFill>
                  <a:latin typeface="Noir Pro Medium" pitchFamily="2" charset="0"/>
                </a:rPr>
                <a:t>MAIN COLORS – COLOR GRADES</a:t>
              </a:r>
            </a:p>
          </p:txBody>
        </p:sp>
        <p:grpSp>
          <p:nvGrpSpPr>
            <p:cNvPr id="79" name="Groep 78">
              <a:extLst>
                <a:ext uri="{FF2B5EF4-FFF2-40B4-BE49-F238E27FC236}">
                  <a16:creationId xmlns:a16="http://schemas.microsoft.com/office/drawing/2014/main" id="{AD2A4754-1E4F-4068-2170-DFBC5D3316F6}"/>
                </a:ext>
              </a:extLst>
            </p:cNvPr>
            <p:cNvGrpSpPr/>
            <p:nvPr userDrawn="1"/>
          </p:nvGrpSpPr>
          <p:grpSpPr>
            <a:xfrm>
              <a:off x="12301425" y="4952389"/>
              <a:ext cx="238539" cy="238539"/>
              <a:chOff x="12301425" y="4952389"/>
              <a:chExt cx="238539" cy="238539"/>
            </a:xfrm>
          </p:grpSpPr>
          <p:sp>
            <p:nvSpPr>
              <p:cNvPr id="155" name="Vrije vorm 154">
                <a:extLst>
                  <a:ext uri="{FF2B5EF4-FFF2-40B4-BE49-F238E27FC236}">
                    <a16:creationId xmlns:a16="http://schemas.microsoft.com/office/drawing/2014/main" id="{532D1363-26B6-F938-D22C-D85CDE9B8657}"/>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6" name="Vrije vorm 155">
                <a:extLst>
                  <a:ext uri="{FF2B5EF4-FFF2-40B4-BE49-F238E27FC236}">
                    <a16:creationId xmlns:a16="http://schemas.microsoft.com/office/drawing/2014/main" id="{AD2EDC69-F434-FEFE-DED5-EAC10B2F6FD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E88C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0" name="Groep 79">
              <a:extLst>
                <a:ext uri="{FF2B5EF4-FFF2-40B4-BE49-F238E27FC236}">
                  <a16:creationId xmlns:a16="http://schemas.microsoft.com/office/drawing/2014/main" id="{43A159D0-3A59-0104-1C93-27959CC49CA9}"/>
                </a:ext>
              </a:extLst>
            </p:cNvPr>
            <p:cNvGrpSpPr/>
            <p:nvPr userDrawn="1"/>
          </p:nvGrpSpPr>
          <p:grpSpPr>
            <a:xfrm>
              <a:off x="12563819" y="4952389"/>
              <a:ext cx="238539" cy="238539"/>
              <a:chOff x="12301425" y="4952389"/>
              <a:chExt cx="238539" cy="238539"/>
            </a:xfrm>
          </p:grpSpPr>
          <p:sp>
            <p:nvSpPr>
              <p:cNvPr id="148" name="Vrije vorm 147">
                <a:extLst>
                  <a:ext uri="{FF2B5EF4-FFF2-40B4-BE49-F238E27FC236}">
                    <a16:creationId xmlns:a16="http://schemas.microsoft.com/office/drawing/2014/main" id="{3FE35D56-0BBE-9C75-BD0D-254A011F45CB}"/>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00215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4" name="Vrije vorm 153">
                <a:extLst>
                  <a:ext uri="{FF2B5EF4-FFF2-40B4-BE49-F238E27FC236}">
                    <a16:creationId xmlns:a16="http://schemas.microsoft.com/office/drawing/2014/main" id="{A1AE8FAA-D517-EE1D-BC44-E771B569D42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1" name="Groep 80">
              <a:extLst>
                <a:ext uri="{FF2B5EF4-FFF2-40B4-BE49-F238E27FC236}">
                  <a16:creationId xmlns:a16="http://schemas.microsoft.com/office/drawing/2014/main" id="{964AABD8-3BED-C343-6EA4-A3AFFC623BE5}"/>
                </a:ext>
              </a:extLst>
            </p:cNvPr>
            <p:cNvGrpSpPr/>
            <p:nvPr userDrawn="1"/>
          </p:nvGrpSpPr>
          <p:grpSpPr>
            <a:xfrm>
              <a:off x="12826213" y="4952389"/>
              <a:ext cx="238539" cy="238539"/>
              <a:chOff x="12301425" y="4952389"/>
              <a:chExt cx="238539" cy="238539"/>
            </a:xfrm>
          </p:grpSpPr>
          <p:sp>
            <p:nvSpPr>
              <p:cNvPr id="88" name="Vrije vorm 87">
                <a:extLst>
                  <a:ext uri="{FF2B5EF4-FFF2-40B4-BE49-F238E27FC236}">
                    <a16:creationId xmlns:a16="http://schemas.microsoft.com/office/drawing/2014/main" id="{CF408804-496A-4CEF-6352-5ED21F535C7A}"/>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9" name="Vrije vorm 88">
                <a:extLst>
                  <a:ext uri="{FF2B5EF4-FFF2-40B4-BE49-F238E27FC236}">
                    <a16:creationId xmlns:a16="http://schemas.microsoft.com/office/drawing/2014/main" id="{8D4DE3F5-B0B2-DCBB-0720-888ABA857B1F}"/>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DF673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2" name="Groep 81">
              <a:extLst>
                <a:ext uri="{FF2B5EF4-FFF2-40B4-BE49-F238E27FC236}">
                  <a16:creationId xmlns:a16="http://schemas.microsoft.com/office/drawing/2014/main" id="{AACF694F-9A3B-50EF-7841-C1F2EA0B1B70}"/>
                </a:ext>
              </a:extLst>
            </p:cNvPr>
            <p:cNvGrpSpPr/>
            <p:nvPr userDrawn="1"/>
          </p:nvGrpSpPr>
          <p:grpSpPr>
            <a:xfrm>
              <a:off x="13088607" y="4952389"/>
              <a:ext cx="238539" cy="238539"/>
              <a:chOff x="12301425" y="4952389"/>
              <a:chExt cx="238539" cy="238539"/>
            </a:xfrm>
          </p:grpSpPr>
          <p:sp>
            <p:nvSpPr>
              <p:cNvPr id="86" name="Vrije vorm 85">
                <a:extLst>
                  <a:ext uri="{FF2B5EF4-FFF2-40B4-BE49-F238E27FC236}">
                    <a16:creationId xmlns:a16="http://schemas.microsoft.com/office/drawing/2014/main" id="{7B74DFF1-5E09-B811-88D1-9B54957539EC}"/>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C7CD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7" name="Vrije vorm 86">
                <a:extLst>
                  <a:ext uri="{FF2B5EF4-FFF2-40B4-BE49-F238E27FC236}">
                    <a16:creationId xmlns:a16="http://schemas.microsoft.com/office/drawing/2014/main" id="{CE6419B6-B15D-1FE3-CE6C-28FC30953400}"/>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FBDE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3" name="Groep 82">
              <a:extLst>
                <a:ext uri="{FF2B5EF4-FFF2-40B4-BE49-F238E27FC236}">
                  <a16:creationId xmlns:a16="http://schemas.microsoft.com/office/drawing/2014/main" id="{AD7F2593-8F27-9D4E-266E-1AB2FF9361C3}"/>
                </a:ext>
              </a:extLst>
            </p:cNvPr>
            <p:cNvGrpSpPr/>
            <p:nvPr userDrawn="1"/>
          </p:nvGrpSpPr>
          <p:grpSpPr>
            <a:xfrm>
              <a:off x="13351000" y="4952389"/>
              <a:ext cx="238539" cy="238539"/>
              <a:chOff x="12301425" y="4952389"/>
              <a:chExt cx="238539" cy="238539"/>
            </a:xfrm>
          </p:grpSpPr>
          <p:sp>
            <p:nvSpPr>
              <p:cNvPr id="84" name="Vrije vorm 83">
                <a:extLst>
                  <a:ext uri="{FF2B5EF4-FFF2-40B4-BE49-F238E27FC236}">
                    <a16:creationId xmlns:a16="http://schemas.microsoft.com/office/drawing/2014/main" id="{6DCC535E-7254-C522-301C-D26974CE165D}"/>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93D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5" name="Vrije vorm 84">
                <a:extLst>
                  <a:ext uri="{FF2B5EF4-FFF2-40B4-BE49-F238E27FC236}">
                    <a16:creationId xmlns:a16="http://schemas.microsoft.com/office/drawing/2014/main" id="{29C2DACA-3E2D-64DB-DCDB-AB641F33D906}"/>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00B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spTree>
    <p:extLst>
      <p:ext uri="{BB962C8B-B14F-4D97-AF65-F5344CB8AC3E}">
        <p14:creationId xmlns:p14="http://schemas.microsoft.com/office/powerpoint/2010/main" val="1843736170"/>
      </p:ext>
    </p:extLst>
  </p:cSld>
  <p:clrMap bg1="lt1" tx1="dk1" bg2="lt2" tx2="dk2" accent1="accent1" accent2="accent2" accent3="accent3" accent4="accent4" accent5="accent5" accent6="accent6" hlink="hlink" folHlink="folHlink"/>
  <p:sldLayoutIdLst>
    <p:sldLayoutId id="2147483795" r:id="rId1"/>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F8C716"/>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defRPr lang="en-US" sz="1600" kern="1200" smtClean="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p15:clr>
            <a:srgbClr val="F26B43"/>
          </p15:clr>
        </p15:guide>
        <p15:guide id="2" pos="98">
          <p15:clr>
            <a:srgbClr val="F26B43"/>
          </p15:clr>
        </p15:guide>
        <p15:guide id="3" pos="234">
          <p15:clr>
            <a:srgbClr val="5ACBF0"/>
          </p15:clr>
        </p15:guide>
        <p15:guide id="4" orient="horz" pos="4024">
          <p15:clr>
            <a:srgbClr val="F26B43"/>
          </p15:clr>
        </p15:guide>
        <p15:guide id="5" pos="7582">
          <p15:clr>
            <a:srgbClr val="F26B43"/>
          </p15:clr>
        </p15:guide>
        <p15:guide id="6" orient="horz" pos="3941">
          <p15:clr>
            <a:srgbClr val="5ACBF0"/>
          </p15:clr>
        </p15:guide>
        <p15:guide id="7" pos="7446">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 Id="rId6" Type="http://schemas.openxmlformats.org/officeDocument/2006/relationships/chart" Target="../charts/chart4.xml"/><Relationship Id="rId7" Type="http://schemas.openxmlformats.org/officeDocument/2006/relationships/chart" Target="../charts/char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chart" Target="../charts/chart8.xml"/><Relationship Id="rId6" Type="http://schemas.openxmlformats.org/officeDocument/2006/relationships/chart" Target="../charts/chart9.xml"/><Relationship Id="rId7" Type="http://schemas.openxmlformats.org/officeDocument/2006/relationships/chart" Target="../charts/char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chart" Target="../charts/chart13.xml"/><Relationship Id="rId6" Type="http://schemas.openxmlformats.org/officeDocument/2006/relationships/chart" Target="../charts/chart14.xml"/><Relationship Id="rId7" Type="http://schemas.openxmlformats.org/officeDocument/2006/relationships/chart" Target="../charts/char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B1408E6-E399-3AB5-FA0C-216DAFB328EE}"/>
              </a:ext>
            </a:extLst>
          </p:cNvPr>
          <p:cNvSpPr>
            <a:spLocks noGrp="1"/>
          </p:cNvSpPr>
          <p:nvPr>
            <p:ph type="body" sz="quarter" idx="13"/>
          </p:nvPr>
        </p:nvSpPr>
        <p:spPr/>
        <p:txBody>
          <a:bodyPr/>
          <a:lstStyle/>
          <a:p>
            <a:r>
              <a:rPr lang="en-GB" dirty="0"/>
              <a:t>CUSTOMER_NAME</a:t>
            </a:r>
          </a:p>
        </p:txBody>
      </p:sp>
      <p:sp>
        <p:nvSpPr>
          <p:cNvPr id="3" name="Tijdelijke aanduiding voor tekst 2">
            <a:extLst>
              <a:ext uri="{FF2B5EF4-FFF2-40B4-BE49-F238E27FC236}">
                <a16:creationId xmlns:a16="http://schemas.microsoft.com/office/drawing/2014/main" id="{7344417F-5869-1AA1-3CB1-C663D0AA7B91}"/>
              </a:ext>
            </a:extLst>
          </p:cNvPr>
          <p:cNvSpPr>
            <a:spLocks noGrp="1"/>
          </p:cNvSpPr>
          <p:nvPr>
            <p:ph type="body" sz="quarter" idx="14"/>
          </p:nvPr>
        </p:nvSpPr>
        <p:spPr/>
        <p:txBody>
          <a:bodyPr/>
          <a:lstStyle/>
          <a:p>
            <a:r>
              <a:rPr lang="en-GB" dirty="0"/>
              <a:t>System Monitoring Report</a:t>
            </a:r>
          </a:p>
        </p:txBody>
      </p:sp>
      <p:sp>
        <p:nvSpPr>
          <p:cNvPr id="7" name="Tijdelijke aanduiding voor voettekst 6">
            <a:extLst>
              <a:ext uri="{FF2B5EF4-FFF2-40B4-BE49-F238E27FC236}">
                <a16:creationId xmlns:a16="http://schemas.microsoft.com/office/drawing/2014/main" id="{F8AE1EA7-9945-5054-6361-8E1EAAA9FC90}"/>
              </a:ext>
            </a:extLst>
          </p:cNvPr>
          <p:cNvSpPr>
            <a:spLocks noGrp="1"/>
          </p:cNvSpPr>
          <p:nvPr>
            <p:ph type="ftr" sz="quarter" idx="44"/>
          </p:nvPr>
        </p:nvSpPr>
        <p:spPr/>
        <p:txBody>
          <a:bodyPr/>
          <a:lstStyle/>
          <a:p>
            <a:r>
              <a:rPr lang="nl-NL" dirty="0" err="1"/>
              <a:t>Generated</a:t>
            </a:r>
            <a:r>
              <a:rPr lang="nl-NL" dirty="0"/>
              <a:t> </a:t>
            </a:r>
            <a:r>
              <a:rPr lang="nl-NL" dirty="0" err="1"/>
              <a:t>with</a:t>
            </a:r>
            <a:r>
              <a:rPr lang="nl-NL" dirty="0"/>
              <a:t> Sigrid</a:t>
            </a:r>
          </a:p>
          <a:p>
            <a:r>
              <a:rPr lang="nl-NL" dirty="0" err="1"/>
              <a:t>for</a:t>
            </a:r>
            <a:r>
              <a:rPr lang="nl-NL" dirty="0"/>
              <a:t> CUSTOMER_NAME</a:t>
            </a:r>
          </a:p>
          <a:p>
            <a:endParaRPr lang="en-GB" dirty="0"/>
          </a:p>
        </p:txBody>
      </p:sp>
      <p:sp>
        <p:nvSpPr>
          <p:cNvPr id="4" name="Tijdelijke aanduiding voor tekst 1">
            <a:extLst>
              <a:ext uri="{FF2B5EF4-FFF2-40B4-BE49-F238E27FC236}">
                <a16:creationId xmlns:a16="http://schemas.microsoft.com/office/drawing/2014/main" id="{9AD8A29F-88B6-1458-3D23-92698A071436}"/>
              </a:ext>
            </a:extLst>
          </p:cNvPr>
          <p:cNvSpPr txBox="1">
            <a:spLocks/>
          </p:cNvSpPr>
          <p:nvPr/>
        </p:nvSpPr>
        <p:spPr>
          <a:xfrm>
            <a:off x="395999" y="2959200"/>
            <a:ext cx="11174400" cy="450000"/>
          </a:xfrm>
          <a:prstGeom prst="rect">
            <a:avLst/>
          </a:prstGeom>
        </p:spPr>
        <p:txBody>
          <a:bodyPr vert="horz" wrap="none" lIns="216000" tIns="46800" rIns="234000" bIns="46800" rtlCol="0" anchor="ctr" anchorCtr="0">
            <a:noAutofit/>
          </a:bodyPr>
          <a:lstStyle>
            <a:lvl1pPr marL="0" indent="0" algn="l" defTabSz="914400" rtl="0" eaLnBrk="1" latinLnBrk="0" hangingPunct="1">
              <a:lnSpc>
                <a:spcPct val="100000"/>
              </a:lnSpc>
              <a:spcBef>
                <a:spcPts val="0"/>
              </a:spcBef>
              <a:spcAft>
                <a:spcPts val="0"/>
              </a:spcAft>
              <a:buClr>
                <a:srgbClr val="1864FF"/>
              </a:buClr>
              <a:buFont typeface="Arial" panose="020B0604020202020204" pitchFamily="34" charset="0"/>
              <a:buNone/>
              <a:defRPr lang="en-US" sz="2800" b="0" i="0" kern="1200" spc="-30" baseline="0">
                <a:solidFill>
                  <a:srgbClr val="D1E0FF">
                    <a:alpha val="80000"/>
                  </a:srgbClr>
                </a:solidFill>
                <a:latin typeface="Noir Pro" pitchFamily="2" charset="0"/>
                <a:ea typeface="+mn-ea"/>
                <a:cs typeface="Calibri Light" panose="020F0302020204030204" pitchFamily="34" charset="0"/>
              </a:defRPr>
            </a:lvl1pPr>
            <a:lvl2pPr marL="457200" indent="0" algn="l" defTabSz="914400" rtl="0" eaLnBrk="1" latinLnBrk="0" hangingPunct="1">
              <a:lnSpc>
                <a:spcPct val="114000"/>
              </a:lnSpc>
              <a:spcBef>
                <a:spcPts val="0"/>
              </a:spcBef>
              <a:spcAft>
                <a:spcPts val="600"/>
              </a:spcAft>
              <a:buClr>
                <a:srgbClr val="1864FF"/>
              </a:buClr>
              <a:buFont typeface="Arial" panose="020B0604020202020204" pitchFamily="34" charset="0"/>
              <a:buNone/>
              <a:tabLst/>
              <a:defRPr lang="en-US" sz="1600" kern="1200">
                <a:solidFill>
                  <a:srgbClr val="DFC123"/>
                </a:solidFill>
                <a:latin typeface="+mn-lt"/>
                <a:ea typeface="+mn-ea"/>
                <a:cs typeface="+mn-cs"/>
              </a:defRPr>
            </a:lvl2pPr>
            <a:lvl3pPr marL="914400" indent="0" algn="l" defTabSz="914400" rtl="0" eaLnBrk="1" latinLnBrk="0" hangingPunct="1">
              <a:lnSpc>
                <a:spcPct val="114000"/>
              </a:lnSpc>
              <a:spcBef>
                <a:spcPts val="0"/>
              </a:spcBef>
              <a:spcAft>
                <a:spcPts val="600"/>
              </a:spcAft>
              <a:buClr>
                <a:srgbClr val="1864FF"/>
              </a:buClr>
              <a:buFont typeface="Arial" panose="020B0604020202020204" pitchFamily="34" charset="0"/>
              <a:buNone/>
              <a:tabLst/>
              <a:defRPr lang="en-US" sz="1600" kern="1200">
                <a:solidFill>
                  <a:srgbClr val="DFC123"/>
                </a:solidFill>
                <a:latin typeface="+mn-lt"/>
                <a:ea typeface="+mn-ea"/>
                <a:cs typeface="+mn-cs"/>
              </a:defRPr>
            </a:lvl3pPr>
            <a:lvl4pPr marL="1371600" indent="0" algn="l" defTabSz="914400" rtl="0" eaLnBrk="1" latinLnBrk="0" hangingPunct="1">
              <a:lnSpc>
                <a:spcPct val="114000"/>
              </a:lnSpc>
              <a:spcBef>
                <a:spcPts val="0"/>
              </a:spcBef>
              <a:spcAft>
                <a:spcPts val="600"/>
              </a:spcAft>
              <a:buClr>
                <a:srgbClr val="1864FF"/>
              </a:buClr>
              <a:buFont typeface="Arial" panose="020B0604020202020204" pitchFamily="34" charset="0"/>
              <a:buNone/>
              <a:tabLst/>
              <a:defRPr lang="en-US" sz="1600" kern="1200">
                <a:solidFill>
                  <a:srgbClr val="DFC123"/>
                </a:solidFill>
                <a:latin typeface="+mn-lt"/>
                <a:ea typeface="+mn-ea"/>
                <a:cs typeface="+mn-cs"/>
              </a:defRPr>
            </a:lvl4pPr>
            <a:lvl5pPr marL="1828800" indent="0" algn="l" defTabSz="914400" rtl="0" eaLnBrk="1" latinLnBrk="0" hangingPunct="1">
              <a:lnSpc>
                <a:spcPct val="114000"/>
              </a:lnSpc>
              <a:spcBef>
                <a:spcPts val="0"/>
              </a:spcBef>
              <a:spcAft>
                <a:spcPts val="600"/>
              </a:spcAft>
              <a:buClr>
                <a:srgbClr val="1864FF"/>
              </a:buClr>
              <a:buFont typeface="Arial" panose="020B0604020202020204" pitchFamily="34" charset="0"/>
              <a:buNone/>
              <a:tabLst/>
              <a:defRPr lang="en-US" sz="1600" kern="1200">
                <a:solidFill>
                  <a:srgbClr val="DFC123"/>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GB" dirty="0"/>
              <a:t>SYSTEM_NAME</a:t>
            </a:r>
          </a:p>
        </p:txBody>
      </p:sp>
    </p:spTree>
    <p:extLst>
      <p:ext uri="{BB962C8B-B14F-4D97-AF65-F5344CB8AC3E}">
        <p14:creationId xmlns:p14="http://schemas.microsoft.com/office/powerpoint/2010/main" val="1437872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64F2A-CCD9-AFD2-F41B-85DD4736336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7067C36-EEE8-EEC7-0CDF-BEDEDDF1AB37}"/>
              </a:ext>
            </a:extLst>
          </p:cNvPr>
          <p:cNvSpPr>
            <a:spLocks noGrp="1"/>
          </p:cNvSpPr>
          <p:nvPr>
            <p:ph type="body" sz="quarter" idx="12"/>
          </p:nvPr>
        </p:nvSpPr>
        <p:spPr>
          <a:xfrm>
            <a:off x="381600" y="129568"/>
            <a:ext cx="2759263" cy="228209"/>
          </a:xfrm>
        </p:spPr>
        <p:txBody>
          <a:bodyPr/>
          <a:lstStyle/>
          <a:p>
            <a:r>
              <a:rPr lang="en-US" noProof="1"/>
              <a:t>System trends – Maintainability</a:t>
            </a:r>
          </a:p>
        </p:txBody>
      </p:sp>
      <p:sp>
        <p:nvSpPr>
          <p:cNvPr id="5" name="Slide Number Placeholder 4">
            <a:extLst>
              <a:ext uri="{FF2B5EF4-FFF2-40B4-BE49-F238E27FC236}">
                <a16:creationId xmlns:a16="http://schemas.microsoft.com/office/drawing/2014/main" id="{978EDCCA-8857-CD8A-20EE-457E278F5BCD}"/>
              </a:ext>
            </a:extLst>
          </p:cNvPr>
          <p:cNvSpPr>
            <a:spLocks noGrp="1"/>
          </p:cNvSpPr>
          <p:nvPr>
            <p:ph type="sldNum" sz="quarter" idx="15"/>
          </p:nvPr>
        </p:nvSpPr>
        <p:spPr/>
        <p:txBody>
          <a:bodyPr/>
          <a:lstStyle/>
          <a:p>
            <a:fld id="{E242BD21-9B61-2246-BCB1-4BE5E1BEBE1C}" type="slidenum">
              <a:rPr lang="en-US" noProof="1" smtClean="0"/>
              <a:pPr/>
              <a:t>2</a:t>
            </a:fld>
            <a:endParaRPr lang="en-US" noProof="1"/>
          </a:p>
        </p:txBody>
      </p:sp>
      <p:sp>
        <p:nvSpPr>
          <p:cNvPr id="6" name="Title 5">
            <a:extLst>
              <a:ext uri="{FF2B5EF4-FFF2-40B4-BE49-F238E27FC236}">
                <a16:creationId xmlns:a16="http://schemas.microsoft.com/office/drawing/2014/main" id="{988DD567-E5B0-6E7C-6FD5-0EEA0CB8140C}"/>
              </a:ext>
            </a:extLst>
          </p:cNvPr>
          <p:cNvSpPr>
            <a:spLocks noGrp="1"/>
          </p:cNvSpPr>
          <p:nvPr>
            <p:ph type="title"/>
          </p:nvPr>
        </p:nvSpPr>
        <p:spPr>
          <a:xfrm>
            <a:off x="154800" y="440112"/>
            <a:ext cx="11880000" cy="710067"/>
          </a:xfrm>
        </p:spPr>
        <p:txBody>
          <a:bodyPr/>
          <a:lstStyle/>
          <a:p>
            <a:r>
              <a:rPr lang="en-US" noProof="1"/>
              <a:t>Maintainability delta scores for newly added code </a:t>
            </a:r>
            <a:r>
              <a:rPr lang="en-GB" dirty="0"/>
              <a:t>between PERIOD_START_DATE and PERIOD_END_DATE</a:t>
            </a:r>
            <a:endParaRPr lang="en-US" noProof="1"/>
          </a:p>
        </p:txBody>
      </p:sp>
      <p:sp>
        <p:nvSpPr>
          <p:cNvPr id="7" name="Content Placeholder 2">
            <a:extLst>
              <a:ext uri="{FF2B5EF4-FFF2-40B4-BE49-F238E27FC236}">
                <a16:creationId xmlns:a16="http://schemas.microsoft.com/office/drawing/2014/main" id="{805F17F0-A106-A72E-C02B-C607A012A509}"/>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sz="1200" noProof="1">
                <a:ea typeface="Calibri"/>
                <a:cs typeface="Calibri"/>
              </a:rPr>
              <a:t>`@@</a:t>
            </a:r>
          </a:p>
        </p:txBody>
      </p:sp>
      <p:sp>
        <p:nvSpPr>
          <p:cNvPr id="8" name="Rounded Rectangle 7"/>
          <p:cNvSpPr/>
          <p:nvPr/>
        </p:nvSpPr>
        <p:spPr>
          <a:xfrm>
            <a:off x="2155863" y="1923898"/>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9" name="TextBox 8"/>
          <p:cNvSpPr txBox="1"/>
          <p:nvPr/>
        </p:nvSpPr>
        <p:spPr>
          <a:xfrm>
            <a:off x="2280221" y="1986077"/>
            <a:ext cx="2303325" cy="186538"/>
          </a:xfrm>
          <a:prstGeom prst="rect">
            <a:avLst/>
          </a:prstGeom>
          <a:noFill/>
        </p:spPr>
        <p:txBody>
          <a:bodyPr wrap="square" lIns="0" tIns="0" rIns="0" bIns="0">
            <a:spAutoFit/>
          </a:bodyPr>
          <a:lstStyle/>
          <a:p>
            <a:pPr algn="l"/>
            <a:r>
              <a:rPr sz="884" b="1">
                <a:solidFill>
                  <a:srgbClr val="1F2933"/>
                </a:solidFill>
                <a:latin typeface="Arial"/>
              </a:rPr>
              <a:t>New code quality</a:t>
            </a:r>
          </a:p>
        </p:txBody>
      </p:sp>
      <p:sp>
        <p:nvSpPr>
          <p:cNvPr id="10" name="TextBox 9"/>
          <p:cNvSpPr txBox="1"/>
          <p:nvPr/>
        </p:nvSpPr>
        <p:spPr>
          <a:xfrm>
            <a:off x="2280221" y="2234794"/>
            <a:ext cx="2303325" cy="994867"/>
          </a:xfrm>
          <a:prstGeom prst="rect">
            <a:avLst/>
          </a:prstGeom>
          <a:noFill/>
        </p:spPr>
        <p:txBody>
          <a:bodyPr wrap="square" lIns="0" tIns="0" rIns="0" bIns="0">
            <a:spAutoFit/>
          </a:bodyPr>
          <a:lstStyle/>
          <a:p>
            <a:pPr algn="l"/>
            <a:r>
              <a:rPr sz="577" b="0">
                <a:solidFill>
                  <a:srgbClr val="5B6570"/>
                </a:solidFill>
                <a:latin typeface="Arial"/>
              </a:rPr>
              <a:t>This compares the quality of new code against the quality of the existing code. "New code (After)" refers to the quality of code in files that were added in the selected period; "Total code (Before)" refers to the quality of the system as a whole at the start of the selected period.</a:t>
            </a:r>
          </a:p>
        </p:txBody>
      </p:sp>
      <p:sp>
        <p:nvSpPr>
          <p:cNvPr id="11" name="TextBox 10"/>
          <p:cNvSpPr txBox="1"/>
          <p:nvPr/>
        </p:nvSpPr>
        <p:spPr>
          <a:xfrm>
            <a:off x="2280221" y="3453506"/>
            <a:ext cx="767775" cy="136794"/>
          </a:xfrm>
          <a:prstGeom prst="rect">
            <a:avLst/>
          </a:prstGeom>
          <a:noFill/>
        </p:spPr>
        <p:txBody>
          <a:bodyPr wrap="square" lIns="0" tIns="0" rIns="0" bIns="0">
            <a:spAutoFit/>
          </a:bodyPr>
          <a:lstStyle/>
          <a:p>
            <a:pPr algn="l"/>
            <a:r>
              <a:rPr sz="645" b="0">
                <a:solidFill>
                  <a:srgbClr val="5B6570"/>
                </a:solidFill>
                <a:latin typeface="Arial"/>
              </a:rPr>
              <a:t>Volume</a:t>
            </a:r>
          </a:p>
        </p:txBody>
      </p:sp>
      <p:sp>
        <p:nvSpPr>
          <p:cNvPr id="12" name="TextBox 11"/>
          <p:cNvSpPr txBox="1"/>
          <p:nvPr/>
        </p:nvSpPr>
        <p:spPr>
          <a:xfrm>
            <a:off x="2280221" y="3590300"/>
            <a:ext cx="767775" cy="186538"/>
          </a:xfrm>
          <a:prstGeom prst="rect">
            <a:avLst/>
          </a:prstGeom>
          <a:noFill/>
        </p:spPr>
        <p:txBody>
          <a:bodyPr wrap="square" lIns="0" tIns="0" rIns="0" bIns="0">
            <a:spAutoFit/>
          </a:bodyPr>
          <a:lstStyle/>
          <a:p>
            <a:pPr algn="l"/>
            <a:r>
              <a:rPr sz="952" b="1">
                <a:solidFill>
                  <a:srgbClr val="1F2933"/>
                </a:solidFill>
                <a:latin typeface="Arial"/>
              </a:rPr>
              <a:t>—</a:t>
            </a:r>
          </a:p>
        </p:txBody>
      </p:sp>
      <p:sp>
        <p:nvSpPr>
          <p:cNvPr id="13" name="TextBox 12"/>
          <p:cNvSpPr txBox="1"/>
          <p:nvPr/>
        </p:nvSpPr>
        <p:spPr>
          <a:xfrm>
            <a:off x="3047996" y="3453506"/>
            <a:ext cx="767775" cy="136794"/>
          </a:xfrm>
          <a:prstGeom prst="rect">
            <a:avLst/>
          </a:prstGeom>
          <a:noFill/>
        </p:spPr>
        <p:txBody>
          <a:bodyPr wrap="square" lIns="0" tIns="0" rIns="0" bIns="0">
            <a:spAutoFit/>
          </a:bodyPr>
          <a:lstStyle/>
          <a:p>
            <a:pPr algn="l"/>
            <a:r>
              <a:rPr sz="645" b="0">
                <a:solidFill>
                  <a:srgbClr val="5B6570"/>
                </a:solidFill>
                <a:latin typeface="Arial"/>
              </a:rPr>
              <a:t>Rating</a:t>
            </a:r>
          </a:p>
        </p:txBody>
      </p:sp>
      <p:sp>
        <p:nvSpPr>
          <p:cNvPr id="14" name="TextBox 13"/>
          <p:cNvSpPr txBox="1"/>
          <p:nvPr/>
        </p:nvSpPr>
        <p:spPr>
          <a:xfrm>
            <a:off x="3047996" y="3590300"/>
            <a:ext cx="767775" cy="186538"/>
          </a:xfrm>
          <a:prstGeom prst="rect">
            <a:avLst/>
          </a:prstGeom>
          <a:noFill/>
        </p:spPr>
        <p:txBody>
          <a:bodyPr wrap="square" lIns="0" tIns="0" rIns="0" bIns="0">
            <a:spAutoFit/>
          </a:bodyPr>
          <a:lstStyle/>
          <a:p>
            <a:pPr algn="l"/>
            <a:r>
              <a:rPr sz="952" b="1">
                <a:solidFill>
                  <a:srgbClr val="1F2933"/>
                </a:solidFill>
                <a:latin typeface="Arial"/>
              </a:rPr>
              <a:t>DELTA_QUALITY_NEW_CODE_SUMMARY_RATING ★</a:t>
            </a:r>
          </a:p>
        </p:txBody>
      </p:sp>
      <p:sp>
        <p:nvSpPr>
          <p:cNvPr id="15" name="Rounded Rectangle 14"/>
          <p:cNvSpPr/>
          <p:nvPr/>
        </p:nvSpPr>
        <p:spPr>
          <a:xfrm>
            <a:off x="4819827" y="1923898"/>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16" name="TextBox 15"/>
          <p:cNvSpPr txBox="1"/>
          <p:nvPr/>
        </p:nvSpPr>
        <p:spPr>
          <a:xfrm>
            <a:off x="4931749" y="1986077"/>
            <a:ext cx="2328197" cy="186538"/>
          </a:xfrm>
          <a:prstGeom prst="rect">
            <a:avLst/>
          </a:prstGeom>
          <a:noFill/>
        </p:spPr>
        <p:txBody>
          <a:bodyPr wrap="square" lIns="0" tIns="0" rIns="0" bIns="0">
            <a:spAutoFit/>
          </a:bodyPr>
          <a:lstStyle/>
          <a:p>
            <a:pPr algn="l"/>
            <a:r>
              <a:rPr sz="850" b="1">
                <a:solidFill>
                  <a:srgbClr val="1F2933"/>
                </a:solidFill>
                <a:latin typeface="Arial"/>
              </a:rPr>
              <a:t>Duplication</a:t>
            </a:r>
          </a:p>
        </p:txBody>
      </p:sp>
      <p:graphicFrame>
        <p:nvGraphicFramePr>
          <p:cNvPr id="17" name="DELTA_QUALITY_NEW_CODE_DUPLICATION_CHART"/>
          <p:cNvGraphicFramePr>
            <a:graphicFrameLocks noGrp="1"/>
          </p:cNvGraphicFramePr>
          <p:nvPr/>
        </p:nvGraphicFramePr>
        <p:xfrm>
          <a:off x="4857134" y="2197486"/>
          <a:ext cx="2477427" cy="1392814"/>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p:cNvSpPr txBox="1"/>
          <p:nvPr/>
        </p:nvSpPr>
        <p:spPr>
          <a:xfrm>
            <a:off x="4931749" y="3640044"/>
            <a:ext cx="1164098" cy="149230"/>
          </a:xfrm>
          <a:prstGeom prst="rect">
            <a:avLst/>
          </a:prstGeom>
          <a:noFill/>
        </p:spPr>
        <p:txBody>
          <a:bodyPr wrap="square" lIns="0" tIns="0" rIns="0" bIns="0">
            <a:spAutoFit/>
          </a:bodyPr>
          <a:lstStyle/>
          <a:p>
            <a:pPr algn="ctr"/>
            <a:r>
              <a:rPr sz="577" b="0">
                <a:solidFill>
                  <a:srgbClr val="5B6570"/>
                </a:solidFill>
                <a:latin typeface="Arial"/>
              </a:rPr>
              <a:t>New code (After)</a:t>
            </a:r>
          </a:p>
        </p:txBody>
      </p:sp>
      <p:sp>
        <p:nvSpPr>
          <p:cNvPr id="19" name="TextBox 18"/>
          <p:cNvSpPr txBox="1"/>
          <p:nvPr/>
        </p:nvSpPr>
        <p:spPr>
          <a:xfrm>
            <a:off x="4931749" y="3789274"/>
            <a:ext cx="1164098" cy="161666"/>
          </a:xfrm>
          <a:prstGeom prst="rect">
            <a:avLst/>
          </a:prstGeom>
          <a:noFill/>
        </p:spPr>
        <p:txBody>
          <a:bodyPr wrap="square" lIns="0" tIns="0" rIns="0" bIns="0">
            <a:spAutoFit/>
          </a:bodyPr>
          <a:lstStyle/>
          <a:p>
            <a:pPr algn="ctr"/>
            <a:r>
              <a:rPr sz="679" b="0">
                <a:solidFill>
                  <a:srgbClr val="5B6570"/>
                </a:solidFill>
                <a:latin typeface="Arial"/>
              </a:rPr>
              <a:t>DELTA_QUALITY_NEW_CODE_DUPLICATION_RATING_NEW_AFTER ★</a:t>
            </a:r>
          </a:p>
        </p:txBody>
      </p:sp>
      <p:sp>
        <p:nvSpPr>
          <p:cNvPr id="20" name="TextBox 19"/>
          <p:cNvSpPr txBox="1"/>
          <p:nvPr/>
        </p:nvSpPr>
        <p:spPr>
          <a:xfrm>
            <a:off x="6095848" y="3640044"/>
            <a:ext cx="1164098"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21" name="TextBox 20"/>
          <p:cNvSpPr txBox="1"/>
          <p:nvPr/>
        </p:nvSpPr>
        <p:spPr>
          <a:xfrm>
            <a:off x="6095848" y="3789274"/>
            <a:ext cx="1164098" cy="161666"/>
          </a:xfrm>
          <a:prstGeom prst="rect">
            <a:avLst/>
          </a:prstGeom>
          <a:noFill/>
        </p:spPr>
        <p:txBody>
          <a:bodyPr wrap="square" lIns="0" tIns="0" rIns="0" bIns="0">
            <a:spAutoFit/>
          </a:bodyPr>
          <a:lstStyle/>
          <a:p>
            <a:pPr algn="ctr"/>
            <a:r>
              <a:rPr sz="679" b="0">
                <a:solidFill>
                  <a:srgbClr val="5B6570"/>
                </a:solidFill>
                <a:latin typeface="Arial"/>
              </a:rPr>
              <a:t>DELTA_QUALITY_NEW_CODE_DUPLICATION_RATING_TOTAL_BEFORE ★</a:t>
            </a:r>
          </a:p>
        </p:txBody>
      </p:sp>
      <p:sp>
        <p:nvSpPr>
          <p:cNvPr id="22" name="Rounded Rectangle 21"/>
          <p:cNvSpPr/>
          <p:nvPr/>
        </p:nvSpPr>
        <p:spPr>
          <a:xfrm>
            <a:off x="7483791" y="1923898"/>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23" name="TextBox 22"/>
          <p:cNvSpPr txBox="1"/>
          <p:nvPr/>
        </p:nvSpPr>
        <p:spPr>
          <a:xfrm>
            <a:off x="7595714" y="1986077"/>
            <a:ext cx="2328197" cy="186538"/>
          </a:xfrm>
          <a:prstGeom prst="rect">
            <a:avLst/>
          </a:prstGeom>
          <a:noFill/>
        </p:spPr>
        <p:txBody>
          <a:bodyPr wrap="square" lIns="0" tIns="0" rIns="0" bIns="0">
            <a:spAutoFit/>
          </a:bodyPr>
          <a:lstStyle/>
          <a:p>
            <a:pPr algn="l"/>
            <a:r>
              <a:rPr sz="850" b="1">
                <a:solidFill>
                  <a:srgbClr val="1F2933"/>
                </a:solidFill>
                <a:latin typeface="Arial"/>
              </a:rPr>
              <a:t>Unit size</a:t>
            </a:r>
          </a:p>
        </p:txBody>
      </p:sp>
      <p:graphicFrame>
        <p:nvGraphicFramePr>
          <p:cNvPr id="24" name="DELTA_QUALITY_NEW_CODE_UNIT_SIZE_CHART"/>
          <p:cNvGraphicFramePr>
            <a:graphicFrameLocks noGrp="1"/>
          </p:cNvGraphicFramePr>
          <p:nvPr/>
        </p:nvGraphicFramePr>
        <p:xfrm>
          <a:off x="7521098" y="2197486"/>
          <a:ext cx="2477427" cy="1392814"/>
        </p:xfrm>
        <a:graphic>
          <a:graphicData uri="http://schemas.openxmlformats.org/drawingml/2006/chart">
            <c:chart xmlns:c="http://schemas.openxmlformats.org/drawingml/2006/chart" xmlns:r="http://schemas.openxmlformats.org/officeDocument/2006/relationships" r:id="rId4"/>
          </a:graphicData>
        </a:graphic>
      </p:graphicFrame>
      <p:sp>
        <p:nvSpPr>
          <p:cNvPr id="25" name="TextBox 24"/>
          <p:cNvSpPr txBox="1"/>
          <p:nvPr/>
        </p:nvSpPr>
        <p:spPr>
          <a:xfrm>
            <a:off x="7595714" y="3640044"/>
            <a:ext cx="1164098" cy="149230"/>
          </a:xfrm>
          <a:prstGeom prst="rect">
            <a:avLst/>
          </a:prstGeom>
          <a:noFill/>
        </p:spPr>
        <p:txBody>
          <a:bodyPr wrap="square" lIns="0" tIns="0" rIns="0" bIns="0">
            <a:spAutoFit/>
          </a:bodyPr>
          <a:lstStyle/>
          <a:p>
            <a:pPr algn="ctr"/>
            <a:r>
              <a:rPr sz="577" b="0">
                <a:solidFill>
                  <a:srgbClr val="5B6570"/>
                </a:solidFill>
                <a:latin typeface="Arial"/>
              </a:rPr>
              <a:t>New code (After)</a:t>
            </a:r>
          </a:p>
        </p:txBody>
      </p:sp>
      <p:sp>
        <p:nvSpPr>
          <p:cNvPr id="26" name="TextBox 25"/>
          <p:cNvSpPr txBox="1"/>
          <p:nvPr/>
        </p:nvSpPr>
        <p:spPr>
          <a:xfrm>
            <a:off x="7595714" y="3789274"/>
            <a:ext cx="1164098" cy="161666"/>
          </a:xfrm>
          <a:prstGeom prst="rect">
            <a:avLst/>
          </a:prstGeom>
          <a:noFill/>
        </p:spPr>
        <p:txBody>
          <a:bodyPr wrap="square" lIns="0" tIns="0" rIns="0" bIns="0">
            <a:spAutoFit/>
          </a:bodyPr>
          <a:lstStyle/>
          <a:p>
            <a:pPr algn="ctr"/>
            <a:r>
              <a:rPr sz="679" b="0">
                <a:solidFill>
                  <a:srgbClr val="5B6570"/>
                </a:solidFill>
                <a:latin typeface="Arial"/>
              </a:rPr>
              <a:t>DELTA_QUALITY_NEW_CODE_UNIT_SIZE_RATING_NEW_AFTER ★</a:t>
            </a:r>
          </a:p>
        </p:txBody>
      </p:sp>
      <p:sp>
        <p:nvSpPr>
          <p:cNvPr id="27" name="TextBox 26"/>
          <p:cNvSpPr txBox="1"/>
          <p:nvPr/>
        </p:nvSpPr>
        <p:spPr>
          <a:xfrm>
            <a:off x="8759812" y="3640044"/>
            <a:ext cx="1164098"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28" name="TextBox 27"/>
          <p:cNvSpPr txBox="1"/>
          <p:nvPr/>
        </p:nvSpPr>
        <p:spPr>
          <a:xfrm>
            <a:off x="8759812" y="3789274"/>
            <a:ext cx="1164098" cy="161666"/>
          </a:xfrm>
          <a:prstGeom prst="rect">
            <a:avLst/>
          </a:prstGeom>
          <a:noFill/>
        </p:spPr>
        <p:txBody>
          <a:bodyPr wrap="square" lIns="0" tIns="0" rIns="0" bIns="0">
            <a:spAutoFit/>
          </a:bodyPr>
          <a:lstStyle/>
          <a:p>
            <a:pPr algn="ctr"/>
            <a:r>
              <a:rPr sz="679" b="0">
                <a:solidFill>
                  <a:srgbClr val="5B6570"/>
                </a:solidFill>
                <a:latin typeface="Arial"/>
              </a:rPr>
              <a:t>DELTA_QUALITY_NEW_CODE_UNIT_SIZE_RATING_TOTAL_BEFORE ★</a:t>
            </a:r>
          </a:p>
        </p:txBody>
      </p:sp>
      <p:sp>
        <p:nvSpPr>
          <p:cNvPr id="29" name="Rounded Rectangle 28"/>
          <p:cNvSpPr/>
          <p:nvPr/>
        </p:nvSpPr>
        <p:spPr>
          <a:xfrm>
            <a:off x="2155863" y="4125041"/>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30" name="TextBox 29"/>
          <p:cNvSpPr txBox="1"/>
          <p:nvPr/>
        </p:nvSpPr>
        <p:spPr>
          <a:xfrm>
            <a:off x="2267785" y="4187220"/>
            <a:ext cx="2328197" cy="186538"/>
          </a:xfrm>
          <a:prstGeom prst="rect">
            <a:avLst/>
          </a:prstGeom>
          <a:noFill/>
        </p:spPr>
        <p:txBody>
          <a:bodyPr wrap="square" lIns="0" tIns="0" rIns="0" bIns="0">
            <a:spAutoFit/>
          </a:bodyPr>
          <a:lstStyle/>
          <a:p>
            <a:pPr algn="l"/>
            <a:r>
              <a:rPr sz="850" b="1">
                <a:solidFill>
                  <a:srgbClr val="1F2933"/>
                </a:solidFill>
                <a:latin typeface="Arial"/>
              </a:rPr>
              <a:t>Unit complexity</a:t>
            </a:r>
          </a:p>
        </p:txBody>
      </p:sp>
      <p:graphicFrame>
        <p:nvGraphicFramePr>
          <p:cNvPr id="31" name="DELTA_QUALITY_NEW_CODE_UNIT_COMPLEXITY_CHART"/>
          <p:cNvGraphicFramePr>
            <a:graphicFrameLocks noGrp="1"/>
          </p:cNvGraphicFramePr>
          <p:nvPr/>
        </p:nvGraphicFramePr>
        <p:xfrm>
          <a:off x="2193170" y="4398630"/>
          <a:ext cx="2477427" cy="1392814"/>
        </p:xfrm>
        <a:graphic>
          <a:graphicData uri="http://schemas.openxmlformats.org/drawingml/2006/chart">
            <c:chart xmlns:c="http://schemas.openxmlformats.org/drawingml/2006/chart" xmlns:r="http://schemas.openxmlformats.org/officeDocument/2006/relationships" r:id="rId5"/>
          </a:graphicData>
        </a:graphic>
      </p:graphicFrame>
      <p:sp>
        <p:nvSpPr>
          <p:cNvPr id="32" name="TextBox 31"/>
          <p:cNvSpPr txBox="1"/>
          <p:nvPr/>
        </p:nvSpPr>
        <p:spPr>
          <a:xfrm>
            <a:off x="2267785" y="5841187"/>
            <a:ext cx="1164098" cy="149230"/>
          </a:xfrm>
          <a:prstGeom prst="rect">
            <a:avLst/>
          </a:prstGeom>
          <a:noFill/>
        </p:spPr>
        <p:txBody>
          <a:bodyPr wrap="square" lIns="0" tIns="0" rIns="0" bIns="0">
            <a:spAutoFit/>
          </a:bodyPr>
          <a:lstStyle/>
          <a:p>
            <a:pPr algn="ctr"/>
            <a:r>
              <a:rPr sz="577" b="0">
                <a:solidFill>
                  <a:srgbClr val="5B6570"/>
                </a:solidFill>
                <a:latin typeface="Arial"/>
              </a:rPr>
              <a:t>New code (After)</a:t>
            </a:r>
          </a:p>
        </p:txBody>
      </p:sp>
      <p:sp>
        <p:nvSpPr>
          <p:cNvPr id="33" name="TextBox 32"/>
          <p:cNvSpPr txBox="1"/>
          <p:nvPr/>
        </p:nvSpPr>
        <p:spPr>
          <a:xfrm>
            <a:off x="2267785"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DELTA_QUALITY_NEW_CODE_UNIT_COMPLEXITY_RATING_NEW_AFTER ★</a:t>
            </a:r>
          </a:p>
        </p:txBody>
      </p:sp>
      <p:sp>
        <p:nvSpPr>
          <p:cNvPr id="34" name="TextBox 33"/>
          <p:cNvSpPr txBox="1"/>
          <p:nvPr/>
        </p:nvSpPr>
        <p:spPr>
          <a:xfrm>
            <a:off x="3431883" y="5841187"/>
            <a:ext cx="1164098"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35" name="TextBox 34"/>
          <p:cNvSpPr txBox="1"/>
          <p:nvPr/>
        </p:nvSpPr>
        <p:spPr>
          <a:xfrm>
            <a:off x="3431883"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DELTA_QUALITY_NEW_CODE_UNIT_COMPLEXITY_RATING_TOTAL_BEFORE ★</a:t>
            </a:r>
          </a:p>
        </p:txBody>
      </p:sp>
      <p:sp>
        <p:nvSpPr>
          <p:cNvPr id="36" name="Rounded Rectangle 35"/>
          <p:cNvSpPr/>
          <p:nvPr/>
        </p:nvSpPr>
        <p:spPr>
          <a:xfrm>
            <a:off x="4819827" y="4125041"/>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37" name="TextBox 36"/>
          <p:cNvSpPr txBox="1"/>
          <p:nvPr/>
        </p:nvSpPr>
        <p:spPr>
          <a:xfrm>
            <a:off x="4931749" y="4187220"/>
            <a:ext cx="2328197" cy="186538"/>
          </a:xfrm>
          <a:prstGeom prst="rect">
            <a:avLst/>
          </a:prstGeom>
          <a:noFill/>
        </p:spPr>
        <p:txBody>
          <a:bodyPr wrap="square" lIns="0" tIns="0" rIns="0" bIns="0">
            <a:spAutoFit/>
          </a:bodyPr>
          <a:lstStyle/>
          <a:p>
            <a:pPr algn="l"/>
            <a:r>
              <a:rPr sz="850" b="1">
                <a:solidFill>
                  <a:srgbClr val="1F2933"/>
                </a:solidFill>
                <a:latin typeface="Arial"/>
              </a:rPr>
              <a:t>Unit interfacing</a:t>
            </a:r>
          </a:p>
        </p:txBody>
      </p:sp>
      <p:graphicFrame>
        <p:nvGraphicFramePr>
          <p:cNvPr id="38" name="DELTA_QUALITY_NEW_CODE_UNIT_INTERFACING_CHART"/>
          <p:cNvGraphicFramePr>
            <a:graphicFrameLocks noGrp="1"/>
          </p:cNvGraphicFramePr>
          <p:nvPr/>
        </p:nvGraphicFramePr>
        <p:xfrm>
          <a:off x="4857134" y="4398630"/>
          <a:ext cx="2477427" cy="1392814"/>
        </p:xfrm>
        <a:graphic>
          <a:graphicData uri="http://schemas.openxmlformats.org/drawingml/2006/chart">
            <c:chart xmlns:c="http://schemas.openxmlformats.org/drawingml/2006/chart" xmlns:r="http://schemas.openxmlformats.org/officeDocument/2006/relationships" r:id="rId6"/>
          </a:graphicData>
        </a:graphic>
      </p:graphicFrame>
      <p:sp>
        <p:nvSpPr>
          <p:cNvPr id="39" name="TextBox 38"/>
          <p:cNvSpPr txBox="1"/>
          <p:nvPr/>
        </p:nvSpPr>
        <p:spPr>
          <a:xfrm>
            <a:off x="4931749" y="5841187"/>
            <a:ext cx="1164098" cy="149230"/>
          </a:xfrm>
          <a:prstGeom prst="rect">
            <a:avLst/>
          </a:prstGeom>
          <a:noFill/>
        </p:spPr>
        <p:txBody>
          <a:bodyPr wrap="square" lIns="0" tIns="0" rIns="0" bIns="0">
            <a:spAutoFit/>
          </a:bodyPr>
          <a:lstStyle/>
          <a:p>
            <a:pPr algn="ctr"/>
            <a:r>
              <a:rPr sz="577" b="0">
                <a:solidFill>
                  <a:srgbClr val="5B6570"/>
                </a:solidFill>
                <a:latin typeface="Arial"/>
              </a:rPr>
              <a:t>New code (After)</a:t>
            </a:r>
          </a:p>
        </p:txBody>
      </p:sp>
      <p:sp>
        <p:nvSpPr>
          <p:cNvPr id="40" name="TextBox 39"/>
          <p:cNvSpPr txBox="1"/>
          <p:nvPr/>
        </p:nvSpPr>
        <p:spPr>
          <a:xfrm>
            <a:off x="4931749"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DELTA_QUALITY_NEW_CODE_UNIT_INTERFACING_RATING_NEW_AFTER ★</a:t>
            </a:r>
          </a:p>
        </p:txBody>
      </p:sp>
      <p:sp>
        <p:nvSpPr>
          <p:cNvPr id="41" name="TextBox 40"/>
          <p:cNvSpPr txBox="1"/>
          <p:nvPr/>
        </p:nvSpPr>
        <p:spPr>
          <a:xfrm>
            <a:off x="6095848" y="5841187"/>
            <a:ext cx="1164098"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42" name="TextBox 41"/>
          <p:cNvSpPr txBox="1"/>
          <p:nvPr/>
        </p:nvSpPr>
        <p:spPr>
          <a:xfrm>
            <a:off x="6095848"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DELTA_QUALITY_NEW_CODE_UNIT_INTERFACING_RATING_TOTAL_BEFORE ★</a:t>
            </a:r>
          </a:p>
        </p:txBody>
      </p:sp>
      <p:sp>
        <p:nvSpPr>
          <p:cNvPr id="43" name="Rounded Rectangle 42"/>
          <p:cNvSpPr/>
          <p:nvPr/>
        </p:nvSpPr>
        <p:spPr>
          <a:xfrm>
            <a:off x="7483791" y="4125041"/>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44" name="TextBox 43"/>
          <p:cNvSpPr txBox="1"/>
          <p:nvPr/>
        </p:nvSpPr>
        <p:spPr>
          <a:xfrm>
            <a:off x="7595714" y="4187220"/>
            <a:ext cx="2328197" cy="186538"/>
          </a:xfrm>
          <a:prstGeom prst="rect">
            <a:avLst/>
          </a:prstGeom>
          <a:noFill/>
        </p:spPr>
        <p:txBody>
          <a:bodyPr wrap="square" lIns="0" tIns="0" rIns="0" bIns="0">
            <a:spAutoFit/>
          </a:bodyPr>
          <a:lstStyle/>
          <a:p>
            <a:pPr algn="l"/>
            <a:r>
              <a:rPr sz="850" b="1">
                <a:solidFill>
                  <a:srgbClr val="1F2933"/>
                </a:solidFill>
                <a:latin typeface="Arial"/>
              </a:rPr>
              <a:t>Module coupling</a:t>
            </a:r>
          </a:p>
        </p:txBody>
      </p:sp>
      <p:graphicFrame>
        <p:nvGraphicFramePr>
          <p:cNvPr id="45" name="DELTA_QUALITY_NEW_CODE_MODULE_COUPLING_CHART"/>
          <p:cNvGraphicFramePr>
            <a:graphicFrameLocks noGrp="1"/>
          </p:cNvGraphicFramePr>
          <p:nvPr/>
        </p:nvGraphicFramePr>
        <p:xfrm>
          <a:off x="7521098" y="4398630"/>
          <a:ext cx="2477427" cy="1392814"/>
        </p:xfrm>
        <a:graphic>
          <a:graphicData uri="http://schemas.openxmlformats.org/drawingml/2006/chart">
            <c:chart xmlns:c="http://schemas.openxmlformats.org/drawingml/2006/chart" xmlns:r="http://schemas.openxmlformats.org/officeDocument/2006/relationships" r:id="rId7"/>
          </a:graphicData>
        </a:graphic>
      </p:graphicFrame>
      <p:sp>
        <p:nvSpPr>
          <p:cNvPr id="46" name="TextBox 45"/>
          <p:cNvSpPr txBox="1"/>
          <p:nvPr/>
        </p:nvSpPr>
        <p:spPr>
          <a:xfrm>
            <a:off x="7595714" y="5841187"/>
            <a:ext cx="1164098" cy="149230"/>
          </a:xfrm>
          <a:prstGeom prst="rect">
            <a:avLst/>
          </a:prstGeom>
          <a:noFill/>
        </p:spPr>
        <p:txBody>
          <a:bodyPr wrap="square" lIns="0" tIns="0" rIns="0" bIns="0">
            <a:spAutoFit/>
          </a:bodyPr>
          <a:lstStyle/>
          <a:p>
            <a:pPr algn="ctr"/>
            <a:r>
              <a:rPr sz="577" b="0">
                <a:solidFill>
                  <a:srgbClr val="5B6570"/>
                </a:solidFill>
                <a:latin typeface="Arial"/>
              </a:rPr>
              <a:t>New code (After)</a:t>
            </a:r>
          </a:p>
        </p:txBody>
      </p:sp>
      <p:sp>
        <p:nvSpPr>
          <p:cNvPr id="47" name="TextBox 46"/>
          <p:cNvSpPr txBox="1"/>
          <p:nvPr/>
        </p:nvSpPr>
        <p:spPr>
          <a:xfrm>
            <a:off x="7595714"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DELTA_QUALITY_NEW_CODE_MODULE_COUPLING_RATING_NEW_AFTER ★</a:t>
            </a:r>
          </a:p>
        </p:txBody>
      </p:sp>
      <p:sp>
        <p:nvSpPr>
          <p:cNvPr id="48" name="TextBox 47"/>
          <p:cNvSpPr txBox="1"/>
          <p:nvPr/>
        </p:nvSpPr>
        <p:spPr>
          <a:xfrm>
            <a:off x="8759812" y="5841187"/>
            <a:ext cx="1164098"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49" name="TextBox 48"/>
          <p:cNvSpPr txBox="1"/>
          <p:nvPr/>
        </p:nvSpPr>
        <p:spPr>
          <a:xfrm>
            <a:off x="8759812"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DELTA_QUALITY_NEW_CODE_MODULE_COUPLING_RATING_TOTAL_BEFORE ★</a:t>
            </a:r>
          </a:p>
        </p:txBody>
      </p:sp>
      <p:sp>
        <p:nvSpPr>
          <p:cNvPr id="4" name="Footer Placeholder 4">
            <a:extLst>
              <a:ext uri="{FF2B5EF4-FFF2-40B4-BE49-F238E27FC236}">
                <a16:creationId xmlns:a16="http://schemas.microsoft.com/office/drawing/2014/main" id="{69FFB364-0180-D4B1-F605-2D7CBEC3CB1A}"/>
              </a:ext>
            </a:extLst>
          </p:cNvPr>
          <p:cNvSpPr>
            <a:spLocks noGrp="1"/>
          </p:cNvSpPr>
          <p:nvPr>
            <p:ph type="ftr" sz="quarter" idx="3"/>
          </p:nvPr>
        </p:nvSpPr>
        <p:spPr>
          <a:xfrm>
            <a:off x="192158" y="6392274"/>
            <a:ext cx="1763922" cy="370422"/>
          </a:xfrm>
          <a:prstGeom prst="rect">
            <a:avLst/>
          </a:prstGeom>
        </p:spPr>
        <p:txBody>
          <a:body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1516141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E7647-C29B-F3FB-C35C-6901097E5F9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4A742FE-E5E3-DA99-48C4-119332416555}"/>
              </a:ext>
            </a:extLst>
          </p:cNvPr>
          <p:cNvSpPr>
            <a:spLocks noGrp="1"/>
          </p:cNvSpPr>
          <p:nvPr>
            <p:ph type="body" sz="quarter" idx="12"/>
          </p:nvPr>
        </p:nvSpPr>
        <p:spPr>
          <a:xfrm>
            <a:off x="381600" y="129568"/>
            <a:ext cx="2759263" cy="228209"/>
          </a:xfrm>
        </p:spPr>
        <p:txBody>
          <a:bodyPr/>
          <a:lstStyle/>
          <a:p>
            <a:r>
              <a:rPr lang="en-US" noProof="1"/>
              <a:t>System trends – Maintainability</a:t>
            </a:r>
          </a:p>
        </p:txBody>
      </p:sp>
      <p:sp>
        <p:nvSpPr>
          <p:cNvPr id="5" name="Slide Number Placeholder 4">
            <a:extLst>
              <a:ext uri="{FF2B5EF4-FFF2-40B4-BE49-F238E27FC236}">
                <a16:creationId xmlns:a16="http://schemas.microsoft.com/office/drawing/2014/main" id="{E30A5EF7-2B98-F08F-ECD9-8CC3C41F7FE6}"/>
              </a:ext>
            </a:extLst>
          </p:cNvPr>
          <p:cNvSpPr>
            <a:spLocks noGrp="1"/>
          </p:cNvSpPr>
          <p:nvPr>
            <p:ph type="sldNum" sz="quarter" idx="15"/>
          </p:nvPr>
        </p:nvSpPr>
        <p:spPr/>
        <p:txBody>
          <a:bodyPr/>
          <a:lstStyle/>
          <a:p>
            <a:fld id="{E242BD21-9B61-2246-BCB1-4BE5E1BEBE1C}" type="slidenum">
              <a:rPr lang="en-US" noProof="1" smtClean="0"/>
              <a:pPr/>
              <a:t>3</a:t>
            </a:fld>
            <a:endParaRPr lang="en-US" noProof="1"/>
          </a:p>
        </p:txBody>
      </p:sp>
      <p:sp>
        <p:nvSpPr>
          <p:cNvPr id="6" name="Title 5">
            <a:extLst>
              <a:ext uri="{FF2B5EF4-FFF2-40B4-BE49-F238E27FC236}">
                <a16:creationId xmlns:a16="http://schemas.microsoft.com/office/drawing/2014/main" id="{04E15DC9-F420-37AE-E953-48688912CB45}"/>
              </a:ext>
            </a:extLst>
          </p:cNvPr>
          <p:cNvSpPr>
            <a:spLocks noGrp="1"/>
          </p:cNvSpPr>
          <p:nvPr>
            <p:ph type="title"/>
          </p:nvPr>
        </p:nvSpPr>
        <p:spPr>
          <a:xfrm>
            <a:off x="154800" y="440112"/>
            <a:ext cx="11880000" cy="710067"/>
          </a:xfrm>
        </p:spPr>
        <p:txBody>
          <a:bodyPr/>
          <a:lstStyle/>
          <a:p>
            <a:r>
              <a:rPr lang="en-US" noProof="1"/>
              <a:t>Maintainability delta scores for changed code </a:t>
            </a:r>
            <a:r>
              <a:rPr lang="en-GB" dirty="0"/>
              <a:t>between PERIOD_START_DATE and PERIOD_END_DATE</a:t>
            </a:r>
            <a:endParaRPr lang="en-US" noProof="1"/>
          </a:p>
        </p:txBody>
      </p:sp>
      <p:sp>
        <p:nvSpPr>
          <p:cNvPr id="7" name="Content Placeholder 2">
            <a:extLst>
              <a:ext uri="{FF2B5EF4-FFF2-40B4-BE49-F238E27FC236}">
                <a16:creationId xmlns:a16="http://schemas.microsoft.com/office/drawing/2014/main" id="{119ABBDD-ECAE-FEC0-EF09-5680B42D2D44}"/>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sz="1200" noProof="1">
                <a:ea typeface="Calibri"/>
                <a:cs typeface="Calibri"/>
              </a:rPr>
              <a:t>@@</a:t>
            </a:r>
          </a:p>
        </p:txBody>
      </p:sp>
      <p:sp>
        <p:nvSpPr>
          <p:cNvPr id="8" name="Rounded Rectangle 7"/>
          <p:cNvSpPr/>
          <p:nvPr/>
        </p:nvSpPr>
        <p:spPr>
          <a:xfrm>
            <a:off x="2155863" y="1923898"/>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9" name="TextBox 8"/>
          <p:cNvSpPr txBox="1"/>
          <p:nvPr/>
        </p:nvSpPr>
        <p:spPr>
          <a:xfrm>
            <a:off x="2280221" y="1986077"/>
            <a:ext cx="2303325" cy="186538"/>
          </a:xfrm>
          <a:prstGeom prst="rect">
            <a:avLst/>
          </a:prstGeom>
          <a:noFill/>
        </p:spPr>
        <p:txBody>
          <a:bodyPr wrap="square" lIns="0" tIns="0" rIns="0" bIns="0">
            <a:spAutoFit/>
          </a:bodyPr>
          <a:lstStyle/>
          <a:p>
            <a:pPr algn="l"/>
            <a:r>
              <a:rPr sz="884" b="1">
                <a:solidFill>
                  <a:srgbClr val="1F2933"/>
                </a:solidFill>
                <a:latin typeface="Arial"/>
              </a:rPr>
              <a:t>Changed code quality</a:t>
            </a:r>
          </a:p>
        </p:txBody>
      </p:sp>
      <p:sp>
        <p:nvSpPr>
          <p:cNvPr id="10" name="TextBox 9"/>
          <p:cNvSpPr txBox="1"/>
          <p:nvPr/>
        </p:nvSpPr>
        <p:spPr>
          <a:xfrm>
            <a:off x="2280221" y="2234794"/>
            <a:ext cx="2303325" cy="994867"/>
          </a:xfrm>
          <a:prstGeom prst="rect">
            <a:avLst/>
          </a:prstGeom>
          <a:noFill/>
        </p:spPr>
        <p:txBody>
          <a:bodyPr wrap="square" lIns="0" tIns="0" rIns="0" bIns="0">
            <a:spAutoFit/>
          </a:bodyPr>
          <a:lstStyle/>
          <a:p>
            <a:pPr algn="l"/>
            <a:r>
              <a:rPr sz="577" b="0">
                <a:solidFill>
                  <a:srgbClr val="5B6570"/>
                </a:solidFill>
                <a:latin typeface="Arial"/>
              </a:rPr>
              <a:t>This compares the quality of changed code against the quality of the existing code. "Changed code (After)" refers to the quality of code in files that were changed in the selected period; "Changed code (Before)" refers to the quality of those files at the start of the selected period; "Total code (Before)" refers to the quality of the system as a whole at the start of the selected period.</a:t>
            </a:r>
          </a:p>
        </p:txBody>
      </p:sp>
      <p:sp>
        <p:nvSpPr>
          <p:cNvPr id="11" name="TextBox 10"/>
          <p:cNvSpPr txBox="1"/>
          <p:nvPr/>
        </p:nvSpPr>
        <p:spPr>
          <a:xfrm>
            <a:off x="2280221" y="3453506"/>
            <a:ext cx="767775" cy="136794"/>
          </a:xfrm>
          <a:prstGeom prst="rect">
            <a:avLst/>
          </a:prstGeom>
          <a:noFill/>
        </p:spPr>
        <p:txBody>
          <a:bodyPr wrap="square" lIns="0" tIns="0" rIns="0" bIns="0">
            <a:spAutoFit/>
          </a:bodyPr>
          <a:lstStyle/>
          <a:p>
            <a:pPr algn="l"/>
            <a:r>
              <a:rPr sz="645" b="0">
                <a:solidFill>
                  <a:srgbClr val="5B6570"/>
                </a:solidFill>
                <a:latin typeface="Arial"/>
              </a:rPr>
              <a:t>Volume</a:t>
            </a:r>
          </a:p>
        </p:txBody>
      </p:sp>
      <p:sp>
        <p:nvSpPr>
          <p:cNvPr id="12" name="TextBox 11"/>
          <p:cNvSpPr txBox="1"/>
          <p:nvPr/>
        </p:nvSpPr>
        <p:spPr>
          <a:xfrm>
            <a:off x="2280221" y="3590300"/>
            <a:ext cx="767775" cy="186538"/>
          </a:xfrm>
          <a:prstGeom prst="rect">
            <a:avLst/>
          </a:prstGeom>
          <a:noFill/>
        </p:spPr>
        <p:txBody>
          <a:bodyPr wrap="square" lIns="0" tIns="0" rIns="0" bIns="0">
            <a:spAutoFit/>
          </a:bodyPr>
          <a:lstStyle/>
          <a:p>
            <a:pPr algn="l"/>
            <a:r>
              <a:rPr sz="952" b="1" dirty="0">
                <a:solidFill>
                  <a:srgbClr val="1F2933"/>
                </a:solidFill>
                <a:latin typeface="Arial"/>
              </a:rPr>
              <a:t>—</a:t>
            </a:r>
          </a:p>
        </p:txBody>
      </p:sp>
      <p:sp>
        <p:nvSpPr>
          <p:cNvPr id="13" name="TextBox 12"/>
          <p:cNvSpPr txBox="1"/>
          <p:nvPr/>
        </p:nvSpPr>
        <p:spPr>
          <a:xfrm>
            <a:off x="3047996" y="3453506"/>
            <a:ext cx="767775" cy="136794"/>
          </a:xfrm>
          <a:prstGeom prst="rect">
            <a:avLst/>
          </a:prstGeom>
          <a:noFill/>
        </p:spPr>
        <p:txBody>
          <a:bodyPr wrap="square" lIns="0" tIns="0" rIns="0" bIns="0">
            <a:spAutoFit/>
          </a:bodyPr>
          <a:lstStyle/>
          <a:p>
            <a:pPr algn="l"/>
            <a:r>
              <a:rPr sz="645" b="0">
                <a:solidFill>
                  <a:srgbClr val="5B6570"/>
                </a:solidFill>
                <a:latin typeface="Arial"/>
              </a:rPr>
              <a:t>Rating</a:t>
            </a:r>
          </a:p>
        </p:txBody>
      </p:sp>
      <p:sp>
        <p:nvSpPr>
          <p:cNvPr id="14" name="TextBox 13"/>
          <p:cNvSpPr txBox="1"/>
          <p:nvPr/>
        </p:nvSpPr>
        <p:spPr>
          <a:xfrm>
            <a:off x="3047996" y="3590300"/>
            <a:ext cx="767775" cy="186538"/>
          </a:xfrm>
          <a:prstGeom prst="rect">
            <a:avLst/>
          </a:prstGeom>
          <a:noFill/>
        </p:spPr>
        <p:txBody>
          <a:bodyPr wrap="square" lIns="0" tIns="0" rIns="0" bIns="0">
            <a:spAutoFit/>
          </a:bodyPr>
          <a:lstStyle/>
          <a:p>
            <a:pPr algn="l"/>
            <a:r>
              <a:rPr sz="952" b="1">
                <a:solidFill>
                  <a:srgbClr val="1F2933"/>
                </a:solidFill>
                <a:latin typeface="Arial"/>
              </a:rPr>
              <a:t>DELTA_QUALITY_CHANGED_CODE_SUMMARY_RATING ★</a:t>
            </a:r>
          </a:p>
        </p:txBody>
      </p:sp>
      <p:sp>
        <p:nvSpPr>
          <p:cNvPr id="15" name="Rounded Rectangle 14"/>
          <p:cNvSpPr/>
          <p:nvPr/>
        </p:nvSpPr>
        <p:spPr>
          <a:xfrm>
            <a:off x="4819827" y="1923898"/>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16" name="TextBox 15"/>
          <p:cNvSpPr txBox="1"/>
          <p:nvPr/>
        </p:nvSpPr>
        <p:spPr>
          <a:xfrm>
            <a:off x="4931749" y="1986077"/>
            <a:ext cx="2328197" cy="186538"/>
          </a:xfrm>
          <a:prstGeom prst="rect">
            <a:avLst/>
          </a:prstGeom>
          <a:noFill/>
        </p:spPr>
        <p:txBody>
          <a:bodyPr wrap="square" lIns="0" tIns="0" rIns="0" bIns="0">
            <a:spAutoFit/>
          </a:bodyPr>
          <a:lstStyle/>
          <a:p>
            <a:pPr algn="l"/>
            <a:r>
              <a:rPr sz="850" b="1">
                <a:solidFill>
                  <a:srgbClr val="1F2933"/>
                </a:solidFill>
                <a:latin typeface="Arial"/>
              </a:rPr>
              <a:t>Duplication</a:t>
            </a:r>
          </a:p>
        </p:txBody>
      </p:sp>
      <p:graphicFrame>
        <p:nvGraphicFramePr>
          <p:cNvPr id="17" name="DELTA_QUALITY_CHANGED_CODE_DUPLICATION_CHART"/>
          <p:cNvGraphicFramePr>
            <a:graphicFrameLocks noGrp="1"/>
          </p:cNvGraphicFramePr>
          <p:nvPr/>
        </p:nvGraphicFramePr>
        <p:xfrm>
          <a:off x="4857134" y="2197486"/>
          <a:ext cx="2477427" cy="1392814"/>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p:cNvSpPr txBox="1"/>
          <p:nvPr/>
        </p:nvSpPr>
        <p:spPr>
          <a:xfrm>
            <a:off x="4931749" y="3640044"/>
            <a:ext cx="776066" cy="149230"/>
          </a:xfrm>
          <a:prstGeom prst="rect">
            <a:avLst/>
          </a:prstGeom>
          <a:noFill/>
        </p:spPr>
        <p:txBody>
          <a:bodyPr wrap="square" lIns="0" tIns="0" rIns="0" bIns="0">
            <a:spAutoFit/>
          </a:bodyPr>
          <a:lstStyle/>
          <a:p>
            <a:pPr algn="ctr"/>
            <a:r>
              <a:rPr sz="577" b="0">
                <a:solidFill>
                  <a:srgbClr val="5B6570"/>
                </a:solidFill>
                <a:latin typeface="Arial"/>
              </a:rPr>
              <a:t>Changed code (After)</a:t>
            </a:r>
          </a:p>
        </p:txBody>
      </p:sp>
      <p:sp>
        <p:nvSpPr>
          <p:cNvPr id="19" name="TextBox 18"/>
          <p:cNvSpPr txBox="1"/>
          <p:nvPr/>
        </p:nvSpPr>
        <p:spPr>
          <a:xfrm>
            <a:off x="4931749" y="3789274"/>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DELTA_QUALITY_CHANGED_CODE_DUPLICATION_RATING_CHANGED_AFTER ★</a:t>
            </a:r>
          </a:p>
        </p:txBody>
      </p:sp>
      <p:sp>
        <p:nvSpPr>
          <p:cNvPr id="20" name="TextBox 19"/>
          <p:cNvSpPr txBox="1"/>
          <p:nvPr/>
        </p:nvSpPr>
        <p:spPr>
          <a:xfrm>
            <a:off x="5707815" y="3640044"/>
            <a:ext cx="776066" cy="149230"/>
          </a:xfrm>
          <a:prstGeom prst="rect">
            <a:avLst/>
          </a:prstGeom>
          <a:noFill/>
        </p:spPr>
        <p:txBody>
          <a:bodyPr wrap="square" lIns="0" tIns="0" rIns="0" bIns="0">
            <a:spAutoFit/>
          </a:bodyPr>
          <a:lstStyle/>
          <a:p>
            <a:pPr algn="ctr"/>
            <a:r>
              <a:rPr sz="577" b="0">
                <a:solidFill>
                  <a:srgbClr val="5B6570"/>
                </a:solidFill>
                <a:latin typeface="Arial"/>
              </a:rPr>
              <a:t>Changed code (Before)</a:t>
            </a:r>
          </a:p>
        </p:txBody>
      </p:sp>
      <p:sp>
        <p:nvSpPr>
          <p:cNvPr id="21" name="TextBox 20"/>
          <p:cNvSpPr txBox="1"/>
          <p:nvPr/>
        </p:nvSpPr>
        <p:spPr>
          <a:xfrm>
            <a:off x="5707815" y="3789274"/>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DELTA_QUALITY_CHANGED_CODE_DUPLICATION_RATING_CHANGED_BEFORE ★</a:t>
            </a:r>
          </a:p>
        </p:txBody>
      </p:sp>
      <p:sp>
        <p:nvSpPr>
          <p:cNvPr id="22" name="TextBox 21"/>
          <p:cNvSpPr txBox="1"/>
          <p:nvPr/>
        </p:nvSpPr>
        <p:spPr>
          <a:xfrm>
            <a:off x="6483880" y="3640044"/>
            <a:ext cx="776066"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23" name="TextBox 22"/>
          <p:cNvSpPr txBox="1"/>
          <p:nvPr/>
        </p:nvSpPr>
        <p:spPr>
          <a:xfrm>
            <a:off x="6483880" y="3789274"/>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DELTA_QUALITY_CHANGED_CODE_DUPLICATION_RATING_TOTAL_BEFORE ★</a:t>
            </a:r>
          </a:p>
        </p:txBody>
      </p:sp>
      <p:sp>
        <p:nvSpPr>
          <p:cNvPr id="24" name="Rounded Rectangle 23"/>
          <p:cNvSpPr/>
          <p:nvPr/>
        </p:nvSpPr>
        <p:spPr>
          <a:xfrm>
            <a:off x="7483791" y="1923898"/>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25" name="TextBox 24"/>
          <p:cNvSpPr txBox="1"/>
          <p:nvPr/>
        </p:nvSpPr>
        <p:spPr>
          <a:xfrm>
            <a:off x="7595714" y="1986077"/>
            <a:ext cx="2328197" cy="186538"/>
          </a:xfrm>
          <a:prstGeom prst="rect">
            <a:avLst/>
          </a:prstGeom>
          <a:noFill/>
        </p:spPr>
        <p:txBody>
          <a:bodyPr wrap="square" lIns="0" tIns="0" rIns="0" bIns="0">
            <a:spAutoFit/>
          </a:bodyPr>
          <a:lstStyle/>
          <a:p>
            <a:pPr algn="l"/>
            <a:r>
              <a:rPr sz="850" b="1">
                <a:solidFill>
                  <a:srgbClr val="1F2933"/>
                </a:solidFill>
                <a:latin typeface="Arial"/>
              </a:rPr>
              <a:t>Unit size</a:t>
            </a:r>
          </a:p>
        </p:txBody>
      </p:sp>
      <p:graphicFrame>
        <p:nvGraphicFramePr>
          <p:cNvPr id="26" name="DELTA_QUALITY_CHANGED_CODE_UNIT_SIZE_CHART"/>
          <p:cNvGraphicFramePr>
            <a:graphicFrameLocks noGrp="1"/>
          </p:cNvGraphicFramePr>
          <p:nvPr/>
        </p:nvGraphicFramePr>
        <p:xfrm>
          <a:off x="7521098" y="2197486"/>
          <a:ext cx="2477427" cy="1392814"/>
        </p:xfrm>
        <a:graphic>
          <a:graphicData uri="http://schemas.openxmlformats.org/drawingml/2006/chart">
            <c:chart xmlns:c="http://schemas.openxmlformats.org/drawingml/2006/chart" xmlns:r="http://schemas.openxmlformats.org/officeDocument/2006/relationships" r:id="rId4"/>
          </a:graphicData>
        </a:graphic>
      </p:graphicFrame>
      <p:sp>
        <p:nvSpPr>
          <p:cNvPr id="27" name="TextBox 26"/>
          <p:cNvSpPr txBox="1"/>
          <p:nvPr/>
        </p:nvSpPr>
        <p:spPr>
          <a:xfrm>
            <a:off x="7595714" y="3640044"/>
            <a:ext cx="776066" cy="149230"/>
          </a:xfrm>
          <a:prstGeom prst="rect">
            <a:avLst/>
          </a:prstGeom>
          <a:noFill/>
        </p:spPr>
        <p:txBody>
          <a:bodyPr wrap="square" lIns="0" tIns="0" rIns="0" bIns="0">
            <a:spAutoFit/>
          </a:bodyPr>
          <a:lstStyle/>
          <a:p>
            <a:pPr algn="ctr"/>
            <a:r>
              <a:rPr sz="577" b="0">
                <a:solidFill>
                  <a:srgbClr val="5B6570"/>
                </a:solidFill>
                <a:latin typeface="Arial"/>
              </a:rPr>
              <a:t>Changed code (After)</a:t>
            </a:r>
          </a:p>
        </p:txBody>
      </p:sp>
      <p:sp>
        <p:nvSpPr>
          <p:cNvPr id="28" name="TextBox 27"/>
          <p:cNvSpPr txBox="1"/>
          <p:nvPr/>
        </p:nvSpPr>
        <p:spPr>
          <a:xfrm>
            <a:off x="7595714" y="3789274"/>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DELTA_QUALITY_CHANGED_CODE_UNIT_SIZE_RATING_CHANGED_AFTER ★</a:t>
            </a:r>
          </a:p>
        </p:txBody>
      </p:sp>
      <p:sp>
        <p:nvSpPr>
          <p:cNvPr id="29" name="TextBox 28"/>
          <p:cNvSpPr txBox="1"/>
          <p:nvPr/>
        </p:nvSpPr>
        <p:spPr>
          <a:xfrm>
            <a:off x="8371779" y="3640044"/>
            <a:ext cx="776066" cy="149230"/>
          </a:xfrm>
          <a:prstGeom prst="rect">
            <a:avLst/>
          </a:prstGeom>
          <a:noFill/>
        </p:spPr>
        <p:txBody>
          <a:bodyPr wrap="square" lIns="0" tIns="0" rIns="0" bIns="0">
            <a:spAutoFit/>
          </a:bodyPr>
          <a:lstStyle/>
          <a:p>
            <a:pPr algn="ctr"/>
            <a:r>
              <a:rPr sz="577" b="0">
                <a:solidFill>
                  <a:srgbClr val="5B6570"/>
                </a:solidFill>
                <a:latin typeface="Arial"/>
              </a:rPr>
              <a:t>Changed code (Before)</a:t>
            </a:r>
          </a:p>
        </p:txBody>
      </p:sp>
      <p:sp>
        <p:nvSpPr>
          <p:cNvPr id="30" name="TextBox 29"/>
          <p:cNvSpPr txBox="1"/>
          <p:nvPr/>
        </p:nvSpPr>
        <p:spPr>
          <a:xfrm>
            <a:off x="8371779" y="3789274"/>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DELTA_QUALITY_CHANGED_CODE_UNIT_SIZE_RATING_CHANGED_BEFORE ★</a:t>
            </a:r>
          </a:p>
        </p:txBody>
      </p:sp>
      <p:sp>
        <p:nvSpPr>
          <p:cNvPr id="31" name="TextBox 30"/>
          <p:cNvSpPr txBox="1"/>
          <p:nvPr/>
        </p:nvSpPr>
        <p:spPr>
          <a:xfrm>
            <a:off x="9147845" y="3640044"/>
            <a:ext cx="776066"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32" name="TextBox 31"/>
          <p:cNvSpPr txBox="1"/>
          <p:nvPr/>
        </p:nvSpPr>
        <p:spPr>
          <a:xfrm>
            <a:off x="9147845" y="3789274"/>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DELTA_QUALITY_CHANGED_CODE_UNIT_SIZE_RATING_TOTAL_BEFORE ★</a:t>
            </a:r>
          </a:p>
        </p:txBody>
      </p:sp>
      <p:sp>
        <p:nvSpPr>
          <p:cNvPr id="33" name="Rounded Rectangle 32"/>
          <p:cNvSpPr/>
          <p:nvPr/>
        </p:nvSpPr>
        <p:spPr>
          <a:xfrm>
            <a:off x="2155863" y="4125041"/>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34" name="TextBox 33"/>
          <p:cNvSpPr txBox="1"/>
          <p:nvPr/>
        </p:nvSpPr>
        <p:spPr>
          <a:xfrm>
            <a:off x="2267785" y="4187220"/>
            <a:ext cx="2328197" cy="186538"/>
          </a:xfrm>
          <a:prstGeom prst="rect">
            <a:avLst/>
          </a:prstGeom>
          <a:noFill/>
        </p:spPr>
        <p:txBody>
          <a:bodyPr wrap="square" lIns="0" tIns="0" rIns="0" bIns="0">
            <a:spAutoFit/>
          </a:bodyPr>
          <a:lstStyle/>
          <a:p>
            <a:pPr algn="l"/>
            <a:r>
              <a:rPr sz="850" b="1">
                <a:solidFill>
                  <a:srgbClr val="1F2933"/>
                </a:solidFill>
                <a:latin typeface="Arial"/>
              </a:rPr>
              <a:t>Unit complexity</a:t>
            </a:r>
          </a:p>
        </p:txBody>
      </p:sp>
      <p:graphicFrame>
        <p:nvGraphicFramePr>
          <p:cNvPr id="35" name="DELTA_QUALITY_CHANGED_CODE_UNIT_COMPLEXITY_CHART"/>
          <p:cNvGraphicFramePr>
            <a:graphicFrameLocks noGrp="1"/>
          </p:cNvGraphicFramePr>
          <p:nvPr/>
        </p:nvGraphicFramePr>
        <p:xfrm>
          <a:off x="2193170" y="4398630"/>
          <a:ext cx="2477427" cy="1392814"/>
        </p:xfrm>
        <a:graphic>
          <a:graphicData uri="http://schemas.openxmlformats.org/drawingml/2006/chart">
            <c:chart xmlns:c="http://schemas.openxmlformats.org/drawingml/2006/chart" xmlns:r="http://schemas.openxmlformats.org/officeDocument/2006/relationships" r:id="rId5"/>
          </a:graphicData>
        </a:graphic>
      </p:graphicFrame>
      <p:sp>
        <p:nvSpPr>
          <p:cNvPr id="36" name="TextBox 35"/>
          <p:cNvSpPr txBox="1"/>
          <p:nvPr/>
        </p:nvSpPr>
        <p:spPr>
          <a:xfrm>
            <a:off x="2267785" y="5841187"/>
            <a:ext cx="776066" cy="149230"/>
          </a:xfrm>
          <a:prstGeom prst="rect">
            <a:avLst/>
          </a:prstGeom>
          <a:noFill/>
        </p:spPr>
        <p:txBody>
          <a:bodyPr wrap="square" lIns="0" tIns="0" rIns="0" bIns="0">
            <a:spAutoFit/>
          </a:bodyPr>
          <a:lstStyle/>
          <a:p>
            <a:pPr algn="ctr"/>
            <a:r>
              <a:rPr sz="577" b="0">
                <a:solidFill>
                  <a:srgbClr val="5B6570"/>
                </a:solidFill>
                <a:latin typeface="Arial"/>
              </a:rPr>
              <a:t>Changed code (After)</a:t>
            </a:r>
          </a:p>
        </p:txBody>
      </p:sp>
      <p:sp>
        <p:nvSpPr>
          <p:cNvPr id="37" name="TextBox 36"/>
          <p:cNvSpPr txBox="1"/>
          <p:nvPr/>
        </p:nvSpPr>
        <p:spPr>
          <a:xfrm>
            <a:off x="2267785" y="5990417"/>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DELTA_QUALITY_CHANGED_CODE_UNIT_COMPLEXITY_RATING_CHANGED_AFTER ★</a:t>
            </a:r>
          </a:p>
        </p:txBody>
      </p:sp>
      <p:sp>
        <p:nvSpPr>
          <p:cNvPr id="38" name="TextBox 37"/>
          <p:cNvSpPr txBox="1"/>
          <p:nvPr/>
        </p:nvSpPr>
        <p:spPr>
          <a:xfrm>
            <a:off x="3043851" y="5841187"/>
            <a:ext cx="776066" cy="149230"/>
          </a:xfrm>
          <a:prstGeom prst="rect">
            <a:avLst/>
          </a:prstGeom>
          <a:noFill/>
        </p:spPr>
        <p:txBody>
          <a:bodyPr wrap="square" lIns="0" tIns="0" rIns="0" bIns="0">
            <a:spAutoFit/>
          </a:bodyPr>
          <a:lstStyle/>
          <a:p>
            <a:pPr algn="ctr"/>
            <a:r>
              <a:rPr sz="577" b="0">
                <a:solidFill>
                  <a:srgbClr val="5B6570"/>
                </a:solidFill>
                <a:latin typeface="Arial"/>
              </a:rPr>
              <a:t>Changed code (Before)</a:t>
            </a:r>
          </a:p>
        </p:txBody>
      </p:sp>
      <p:sp>
        <p:nvSpPr>
          <p:cNvPr id="39" name="TextBox 38"/>
          <p:cNvSpPr txBox="1"/>
          <p:nvPr/>
        </p:nvSpPr>
        <p:spPr>
          <a:xfrm>
            <a:off x="3043851" y="5990417"/>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DELTA_QUALITY_CHANGED_CODE_UNIT_COMPLEXITY_RATING_CHANGED_BEFORE ★</a:t>
            </a:r>
          </a:p>
        </p:txBody>
      </p:sp>
      <p:sp>
        <p:nvSpPr>
          <p:cNvPr id="40" name="TextBox 39"/>
          <p:cNvSpPr txBox="1"/>
          <p:nvPr/>
        </p:nvSpPr>
        <p:spPr>
          <a:xfrm>
            <a:off x="3819916" y="5841187"/>
            <a:ext cx="776066"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41" name="TextBox 40"/>
          <p:cNvSpPr txBox="1"/>
          <p:nvPr/>
        </p:nvSpPr>
        <p:spPr>
          <a:xfrm>
            <a:off x="3819916" y="5990417"/>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DELTA_QUALITY_CHANGED_CODE_UNIT_COMPLEXITY_RATING_TOTAL_BEFORE ★</a:t>
            </a:r>
          </a:p>
        </p:txBody>
      </p:sp>
      <p:sp>
        <p:nvSpPr>
          <p:cNvPr id="42" name="Rounded Rectangle 41"/>
          <p:cNvSpPr/>
          <p:nvPr/>
        </p:nvSpPr>
        <p:spPr>
          <a:xfrm>
            <a:off x="4819827" y="4125041"/>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43" name="TextBox 42"/>
          <p:cNvSpPr txBox="1"/>
          <p:nvPr/>
        </p:nvSpPr>
        <p:spPr>
          <a:xfrm>
            <a:off x="4931749" y="4187220"/>
            <a:ext cx="2328197" cy="186538"/>
          </a:xfrm>
          <a:prstGeom prst="rect">
            <a:avLst/>
          </a:prstGeom>
          <a:noFill/>
        </p:spPr>
        <p:txBody>
          <a:bodyPr wrap="square" lIns="0" tIns="0" rIns="0" bIns="0">
            <a:spAutoFit/>
          </a:bodyPr>
          <a:lstStyle/>
          <a:p>
            <a:pPr algn="l"/>
            <a:r>
              <a:rPr sz="850" b="1">
                <a:solidFill>
                  <a:srgbClr val="1F2933"/>
                </a:solidFill>
                <a:latin typeface="Arial"/>
              </a:rPr>
              <a:t>Unit interfacing</a:t>
            </a:r>
          </a:p>
        </p:txBody>
      </p:sp>
      <p:graphicFrame>
        <p:nvGraphicFramePr>
          <p:cNvPr id="44" name="DELTA_QUALITY_CHANGED_CODE_UNIT_INTERFACING_CHART"/>
          <p:cNvGraphicFramePr>
            <a:graphicFrameLocks noGrp="1"/>
          </p:cNvGraphicFramePr>
          <p:nvPr/>
        </p:nvGraphicFramePr>
        <p:xfrm>
          <a:off x="4857134" y="4398630"/>
          <a:ext cx="2477427" cy="1392814"/>
        </p:xfrm>
        <a:graphic>
          <a:graphicData uri="http://schemas.openxmlformats.org/drawingml/2006/chart">
            <c:chart xmlns:c="http://schemas.openxmlformats.org/drawingml/2006/chart" xmlns:r="http://schemas.openxmlformats.org/officeDocument/2006/relationships" r:id="rId6"/>
          </a:graphicData>
        </a:graphic>
      </p:graphicFrame>
      <p:sp>
        <p:nvSpPr>
          <p:cNvPr id="45" name="TextBox 44"/>
          <p:cNvSpPr txBox="1"/>
          <p:nvPr/>
        </p:nvSpPr>
        <p:spPr>
          <a:xfrm>
            <a:off x="4931749" y="5841187"/>
            <a:ext cx="776066" cy="149230"/>
          </a:xfrm>
          <a:prstGeom prst="rect">
            <a:avLst/>
          </a:prstGeom>
          <a:noFill/>
        </p:spPr>
        <p:txBody>
          <a:bodyPr wrap="square" lIns="0" tIns="0" rIns="0" bIns="0">
            <a:spAutoFit/>
          </a:bodyPr>
          <a:lstStyle/>
          <a:p>
            <a:pPr algn="ctr"/>
            <a:r>
              <a:rPr sz="577" b="0">
                <a:solidFill>
                  <a:srgbClr val="5B6570"/>
                </a:solidFill>
                <a:latin typeface="Arial"/>
              </a:rPr>
              <a:t>Changed code (After)</a:t>
            </a:r>
          </a:p>
        </p:txBody>
      </p:sp>
      <p:sp>
        <p:nvSpPr>
          <p:cNvPr id="46" name="TextBox 45"/>
          <p:cNvSpPr txBox="1"/>
          <p:nvPr/>
        </p:nvSpPr>
        <p:spPr>
          <a:xfrm>
            <a:off x="4931749" y="5990417"/>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DELTA_QUALITY_CHANGED_CODE_UNIT_INTERFACING_RATING_CHANGED_AFTER ★</a:t>
            </a:r>
          </a:p>
        </p:txBody>
      </p:sp>
      <p:sp>
        <p:nvSpPr>
          <p:cNvPr id="47" name="TextBox 46"/>
          <p:cNvSpPr txBox="1"/>
          <p:nvPr/>
        </p:nvSpPr>
        <p:spPr>
          <a:xfrm>
            <a:off x="5707815" y="5841187"/>
            <a:ext cx="776066" cy="149230"/>
          </a:xfrm>
          <a:prstGeom prst="rect">
            <a:avLst/>
          </a:prstGeom>
          <a:noFill/>
        </p:spPr>
        <p:txBody>
          <a:bodyPr wrap="square" lIns="0" tIns="0" rIns="0" bIns="0">
            <a:spAutoFit/>
          </a:bodyPr>
          <a:lstStyle/>
          <a:p>
            <a:pPr algn="ctr"/>
            <a:r>
              <a:rPr sz="577" b="0">
                <a:solidFill>
                  <a:srgbClr val="5B6570"/>
                </a:solidFill>
                <a:latin typeface="Arial"/>
              </a:rPr>
              <a:t>Changed code (Before)</a:t>
            </a:r>
          </a:p>
        </p:txBody>
      </p:sp>
      <p:sp>
        <p:nvSpPr>
          <p:cNvPr id="48" name="TextBox 47"/>
          <p:cNvSpPr txBox="1"/>
          <p:nvPr/>
        </p:nvSpPr>
        <p:spPr>
          <a:xfrm>
            <a:off x="5707815" y="5990417"/>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DELTA_QUALITY_CHANGED_CODE_UNIT_INTERFACING_RATING_CHANGED_BEFORE ★</a:t>
            </a:r>
          </a:p>
        </p:txBody>
      </p:sp>
      <p:sp>
        <p:nvSpPr>
          <p:cNvPr id="49" name="TextBox 48"/>
          <p:cNvSpPr txBox="1"/>
          <p:nvPr/>
        </p:nvSpPr>
        <p:spPr>
          <a:xfrm>
            <a:off x="6483880" y="5841187"/>
            <a:ext cx="776066"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50" name="TextBox 49"/>
          <p:cNvSpPr txBox="1"/>
          <p:nvPr/>
        </p:nvSpPr>
        <p:spPr>
          <a:xfrm>
            <a:off x="6483880" y="5990417"/>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DELTA_QUALITY_CHANGED_CODE_UNIT_INTERFACING_RATING_TOTAL_BEFORE ★</a:t>
            </a:r>
          </a:p>
        </p:txBody>
      </p:sp>
      <p:sp>
        <p:nvSpPr>
          <p:cNvPr id="51" name="Rounded Rectangle 50"/>
          <p:cNvSpPr/>
          <p:nvPr/>
        </p:nvSpPr>
        <p:spPr>
          <a:xfrm>
            <a:off x="7483791" y="4125041"/>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52" name="TextBox 51"/>
          <p:cNvSpPr txBox="1"/>
          <p:nvPr/>
        </p:nvSpPr>
        <p:spPr>
          <a:xfrm>
            <a:off x="7595714" y="4187220"/>
            <a:ext cx="2328197" cy="186538"/>
          </a:xfrm>
          <a:prstGeom prst="rect">
            <a:avLst/>
          </a:prstGeom>
          <a:noFill/>
        </p:spPr>
        <p:txBody>
          <a:bodyPr wrap="square" lIns="0" tIns="0" rIns="0" bIns="0">
            <a:spAutoFit/>
          </a:bodyPr>
          <a:lstStyle/>
          <a:p>
            <a:pPr algn="l"/>
            <a:r>
              <a:rPr sz="850" b="1">
                <a:solidFill>
                  <a:srgbClr val="1F2933"/>
                </a:solidFill>
                <a:latin typeface="Arial"/>
              </a:rPr>
              <a:t>Module coupling</a:t>
            </a:r>
          </a:p>
        </p:txBody>
      </p:sp>
      <p:graphicFrame>
        <p:nvGraphicFramePr>
          <p:cNvPr id="53" name="DELTA_QUALITY_CHANGED_CODE_MODULE_COUPLING_CHART"/>
          <p:cNvGraphicFramePr>
            <a:graphicFrameLocks noGrp="1"/>
          </p:cNvGraphicFramePr>
          <p:nvPr/>
        </p:nvGraphicFramePr>
        <p:xfrm>
          <a:off x="7521098" y="4398630"/>
          <a:ext cx="2477427" cy="1392814"/>
        </p:xfrm>
        <a:graphic>
          <a:graphicData uri="http://schemas.openxmlformats.org/drawingml/2006/chart">
            <c:chart xmlns:c="http://schemas.openxmlformats.org/drawingml/2006/chart" xmlns:r="http://schemas.openxmlformats.org/officeDocument/2006/relationships" r:id="rId7"/>
          </a:graphicData>
        </a:graphic>
      </p:graphicFrame>
      <p:sp>
        <p:nvSpPr>
          <p:cNvPr id="54" name="TextBox 53"/>
          <p:cNvSpPr txBox="1"/>
          <p:nvPr/>
        </p:nvSpPr>
        <p:spPr>
          <a:xfrm>
            <a:off x="7595714" y="5841187"/>
            <a:ext cx="776066" cy="149230"/>
          </a:xfrm>
          <a:prstGeom prst="rect">
            <a:avLst/>
          </a:prstGeom>
          <a:noFill/>
        </p:spPr>
        <p:txBody>
          <a:bodyPr wrap="square" lIns="0" tIns="0" rIns="0" bIns="0">
            <a:spAutoFit/>
          </a:bodyPr>
          <a:lstStyle/>
          <a:p>
            <a:pPr algn="ctr"/>
            <a:r>
              <a:rPr sz="577" b="0">
                <a:solidFill>
                  <a:srgbClr val="5B6570"/>
                </a:solidFill>
                <a:latin typeface="Arial"/>
              </a:rPr>
              <a:t>Changed code (After)</a:t>
            </a:r>
          </a:p>
        </p:txBody>
      </p:sp>
      <p:sp>
        <p:nvSpPr>
          <p:cNvPr id="55" name="TextBox 54"/>
          <p:cNvSpPr txBox="1"/>
          <p:nvPr/>
        </p:nvSpPr>
        <p:spPr>
          <a:xfrm>
            <a:off x="7595714" y="5990417"/>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DELTA_QUALITY_CHANGED_CODE_MODULE_COUPLING_RATING_CHANGED_AFTER ★</a:t>
            </a:r>
          </a:p>
        </p:txBody>
      </p:sp>
      <p:sp>
        <p:nvSpPr>
          <p:cNvPr id="56" name="TextBox 55"/>
          <p:cNvSpPr txBox="1"/>
          <p:nvPr/>
        </p:nvSpPr>
        <p:spPr>
          <a:xfrm>
            <a:off x="8371779" y="5841187"/>
            <a:ext cx="776066" cy="149230"/>
          </a:xfrm>
          <a:prstGeom prst="rect">
            <a:avLst/>
          </a:prstGeom>
          <a:noFill/>
        </p:spPr>
        <p:txBody>
          <a:bodyPr wrap="square" lIns="0" tIns="0" rIns="0" bIns="0">
            <a:spAutoFit/>
          </a:bodyPr>
          <a:lstStyle/>
          <a:p>
            <a:pPr algn="ctr"/>
            <a:r>
              <a:rPr sz="577" b="0">
                <a:solidFill>
                  <a:srgbClr val="5B6570"/>
                </a:solidFill>
                <a:latin typeface="Arial"/>
              </a:rPr>
              <a:t>Changed code (Before)</a:t>
            </a:r>
          </a:p>
        </p:txBody>
      </p:sp>
      <p:sp>
        <p:nvSpPr>
          <p:cNvPr id="57" name="TextBox 56"/>
          <p:cNvSpPr txBox="1"/>
          <p:nvPr/>
        </p:nvSpPr>
        <p:spPr>
          <a:xfrm>
            <a:off x="8371779" y="5990417"/>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DELTA_QUALITY_CHANGED_CODE_MODULE_COUPLING_RATING_CHANGED_BEFORE ★</a:t>
            </a:r>
          </a:p>
        </p:txBody>
      </p:sp>
      <p:sp>
        <p:nvSpPr>
          <p:cNvPr id="58" name="TextBox 57"/>
          <p:cNvSpPr txBox="1"/>
          <p:nvPr/>
        </p:nvSpPr>
        <p:spPr>
          <a:xfrm>
            <a:off x="9147845" y="5841187"/>
            <a:ext cx="776066"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59" name="TextBox 58"/>
          <p:cNvSpPr txBox="1"/>
          <p:nvPr/>
        </p:nvSpPr>
        <p:spPr>
          <a:xfrm>
            <a:off x="9147845" y="5990417"/>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DELTA_QUALITY_CHANGED_CODE_MODULE_COUPLING_RATING_TOTAL_BEFORE ★</a:t>
            </a:r>
          </a:p>
        </p:txBody>
      </p:sp>
      <p:sp>
        <p:nvSpPr>
          <p:cNvPr id="4" name="Footer Placeholder 4">
            <a:extLst>
              <a:ext uri="{FF2B5EF4-FFF2-40B4-BE49-F238E27FC236}">
                <a16:creationId xmlns:a16="http://schemas.microsoft.com/office/drawing/2014/main" id="{FCEA725B-7BB0-6B39-AA93-5B5A15A67DA2}"/>
              </a:ext>
            </a:extLst>
          </p:cNvPr>
          <p:cNvSpPr>
            <a:spLocks noGrp="1"/>
          </p:cNvSpPr>
          <p:nvPr>
            <p:ph type="ftr" sz="quarter" idx="3"/>
          </p:nvPr>
        </p:nvSpPr>
        <p:spPr>
          <a:xfrm>
            <a:off x="192158" y="6392274"/>
            <a:ext cx="1763922" cy="370422"/>
          </a:xfrm>
          <a:prstGeom prst="rect">
            <a:avLst/>
          </a:prstGeom>
        </p:spPr>
        <p:txBody>
          <a:body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35572106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E734E-33AB-88A0-B78E-567A4C2D23B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6300099-F10A-4F8F-61DE-D6CF607728F5}"/>
              </a:ext>
            </a:extLst>
          </p:cNvPr>
          <p:cNvSpPr>
            <a:spLocks noGrp="1"/>
          </p:cNvSpPr>
          <p:nvPr>
            <p:ph type="body" sz="quarter" idx="12"/>
          </p:nvPr>
        </p:nvSpPr>
        <p:spPr>
          <a:xfrm>
            <a:off x="381600" y="129568"/>
            <a:ext cx="2759263" cy="228209"/>
          </a:xfrm>
        </p:spPr>
        <p:txBody>
          <a:bodyPr/>
          <a:lstStyle/>
          <a:p>
            <a:r>
              <a:rPr lang="en-US" noProof="1"/>
              <a:t>System trends – Maintainability</a:t>
            </a:r>
          </a:p>
        </p:txBody>
      </p:sp>
      <p:sp>
        <p:nvSpPr>
          <p:cNvPr id="5" name="Slide Number Placeholder 4">
            <a:extLst>
              <a:ext uri="{FF2B5EF4-FFF2-40B4-BE49-F238E27FC236}">
                <a16:creationId xmlns:a16="http://schemas.microsoft.com/office/drawing/2014/main" id="{9C522B23-30EC-31B0-2471-76073B70A5F3}"/>
              </a:ext>
            </a:extLst>
          </p:cNvPr>
          <p:cNvSpPr>
            <a:spLocks noGrp="1"/>
          </p:cNvSpPr>
          <p:nvPr>
            <p:ph type="sldNum" sz="quarter" idx="15"/>
          </p:nvPr>
        </p:nvSpPr>
        <p:spPr/>
        <p:txBody>
          <a:bodyPr/>
          <a:lstStyle/>
          <a:p>
            <a:fld id="{E242BD21-9B61-2246-BCB1-4BE5E1BEBE1C}" type="slidenum">
              <a:rPr lang="en-US" noProof="1" smtClean="0"/>
              <a:pPr/>
              <a:t>4</a:t>
            </a:fld>
            <a:endParaRPr lang="en-US" noProof="1"/>
          </a:p>
        </p:txBody>
      </p:sp>
      <p:sp>
        <p:nvSpPr>
          <p:cNvPr id="6" name="Title 5">
            <a:extLst>
              <a:ext uri="{FF2B5EF4-FFF2-40B4-BE49-F238E27FC236}">
                <a16:creationId xmlns:a16="http://schemas.microsoft.com/office/drawing/2014/main" id="{E8BF3CA3-A905-50FB-54DA-F25648C3461A}"/>
              </a:ext>
            </a:extLst>
          </p:cNvPr>
          <p:cNvSpPr>
            <a:spLocks noGrp="1"/>
          </p:cNvSpPr>
          <p:nvPr>
            <p:ph type="title"/>
          </p:nvPr>
        </p:nvSpPr>
        <p:spPr>
          <a:xfrm>
            <a:off x="154800" y="440112"/>
            <a:ext cx="11880000" cy="710067"/>
          </a:xfrm>
        </p:spPr>
        <p:txBody>
          <a:bodyPr/>
          <a:lstStyle/>
          <a:p>
            <a:r>
              <a:rPr lang="en-US" noProof="1"/>
              <a:t>Maintainability delta scores for removed code </a:t>
            </a:r>
            <a:r>
              <a:rPr lang="en-GB" dirty="0"/>
              <a:t>between PERIOD_START_DATE and PERIOD_END_DATE</a:t>
            </a:r>
            <a:endParaRPr lang="en-US" noProof="1"/>
          </a:p>
        </p:txBody>
      </p:sp>
      <p:sp>
        <p:nvSpPr>
          <p:cNvPr id="7" name="Content Placeholder 2">
            <a:extLst>
              <a:ext uri="{FF2B5EF4-FFF2-40B4-BE49-F238E27FC236}">
                <a16:creationId xmlns:a16="http://schemas.microsoft.com/office/drawing/2014/main" id="{CCFDC5B5-1359-7769-07EB-0ABDF08A6234}"/>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sz="1200" noProof="1">
                <a:ea typeface="Calibri"/>
                <a:cs typeface="Calibri"/>
              </a:rPr>
              <a:t>@@</a:t>
            </a:r>
          </a:p>
        </p:txBody>
      </p:sp>
      <p:sp>
        <p:nvSpPr>
          <p:cNvPr id="8" name="Rounded Rectangle 7"/>
          <p:cNvSpPr/>
          <p:nvPr/>
        </p:nvSpPr>
        <p:spPr>
          <a:xfrm>
            <a:off x="2155863" y="1923898"/>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9" name="TextBox 8"/>
          <p:cNvSpPr txBox="1"/>
          <p:nvPr/>
        </p:nvSpPr>
        <p:spPr>
          <a:xfrm>
            <a:off x="2280221" y="1986077"/>
            <a:ext cx="2303325" cy="186538"/>
          </a:xfrm>
          <a:prstGeom prst="rect">
            <a:avLst/>
          </a:prstGeom>
          <a:noFill/>
        </p:spPr>
        <p:txBody>
          <a:bodyPr wrap="square" lIns="0" tIns="0" rIns="0" bIns="0">
            <a:spAutoFit/>
          </a:bodyPr>
          <a:lstStyle/>
          <a:p>
            <a:pPr algn="l"/>
            <a:r>
              <a:rPr sz="884" b="1">
                <a:solidFill>
                  <a:srgbClr val="1F2933"/>
                </a:solidFill>
                <a:latin typeface="Arial"/>
              </a:rPr>
              <a:t>Removed code quality</a:t>
            </a:r>
          </a:p>
        </p:txBody>
      </p:sp>
      <p:sp>
        <p:nvSpPr>
          <p:cNvPr id="10" name="TextBox 9"/>
          <p:cNvSpPr txBox="1"/>
          <p:nvPr/>
        </p:nvSpPr>
        <p:spPr>
          <a:xfrm>
            <a:off x="2280221" y="2234794"/>
            <a:ext cx="2303325" cy="994867"/>
          </a:xfrm>
          <a:prstGeom prst="rect">
            <a:avLst/>
          </a:prstGeom>
          <a:noFill/>
        </p:spPr>
        <p:txBody>
          <a:bodyPr wrap="square" lIns="0" tIns="0" rIns="0" bIns="0">
            <a:spAutoFit/>
          </a:bodyPr>
          <a:lstStyle/>
          <a:p>
            <a:pPr algn="l"/>
            <a:r>
              <a:rPr sz="577" b="0">
                <a:solidFill>
                  <a:srgbClr val="5B6570"/>
                </a:solidFill>
                <a:latin typeface="Arial"/>
              </a:rPr>
              <a:t>This compares the quality of removed code against the quality of the existing code. "Deleted code (Before)" refers to the quality of the code in files that were removed during the selected period, measured at the start of the period; "Total code (Before)" refers to the quality of the system as a whole at the start of the selected period.</a:t>
            </a:r>
          </a:p>
        </p:txBody>
      </p:sp>
      <p:sp>
        <p:nvSpPr>
          <p:cNvPr id="11" name="TextBox 10"/>
          <p:cNvSpPr txBox="1"/>
          <p:nvPr/>
        </p:nvSpPr>
        <p:spPr>
          <a:xfrm>
            <a:off x="2280221" y="3453506"/>
            <a:ext cx="767775" cy="136794"/>
          </a:xfrm>
          <a:prstGeom prst="rect">
            <a:avLst/>
          </a:prstGeom>
          <a:noFill/>
        </p:spPr>
        <p:txBody>
          <a:bodyPr wrap="square" lIns="0" tIns="0" rIns="0" bIns="0">
            <a:spAutoFit/>
          </a:bodyPr>
          <a:lstStyle/>
          <a:p>
            <a:pPr algn="l"/>
            <a:r>
              <a:rPr sz="645" b="0">
                <a:solidFill>
                  <a:srgbClr val="5B6570"/>
                </a:solidFill>
                <a:latin typeface="Arial"/>
              </a:rPr>
              <a:t>Volume</a:t>
            </a:r>
          </a:p>
        </p:txBody>
      </p:sp>
      <p:sp>
        <p:nvSpPr>
          <p:cNvPr id="12" name="TextBox 11"/>
          <p:cNvSpPr txBox="1"/>
          <p:nvPr/>
        </p:nvSpPr>
        <p:spPr>
          <a:xfrm>
            <a:off x="2280221" y="3590300"/>
            <a:ext cx="767775" cy="186538"/>
          </a:xfrm>
          <a:prstGeom prst="rect">
            <a:avLst/>
          </a:prstGeom>
          <a:noFill/>
        </p:spPr>
        <p:txBody>
          <a:bodyPr wrap="square" lIns="0" tIns="0" rIns="0" bIns="0">
            <a:spAutoFit/>
          </a:bodyPr>
          <a:lstStyle/>
          <a:p>
            <a:pPr algn="l"/>
            <a:r>
              <a:rPr sz="952" b="1">
                <a:solidFill>
                  <a:srgbClr val="1F2933"/>
                </a:solidFill>
                <a:latin typeface="Arial"/>
              </a:rPr>
              <a:t>—</a:t>
            </a:r>
          </a:p>
        </p:txBody>
      </p:sp>
      <p:sp>
        <p:nvSpPr>
          <p:cNvPr id="13" name="TextBox 12"/>
          <p:cNvSpPr txBox="1"/>
          <p:nvPr/>
        </p:nvSpPr>
        <p:spPr>
          <a:xfrm>
            <a:off x="3047996" y="3453506"/>
            <a:ext cx="767775" cy="136794"/>
          </a:xfrm>
          <a:prstGeom prst="rect">
            <a:avLst/>
          </a:prstGeom>
          <a:noFill/>
        </p:spPr>
        <p:txBody>
          <a:bodyPr wrap="square" lIns="0" tIns="0" rIns="0" bIns="0">
            <a:spAutoFit/>
          </a:bodyPr>
          <a:lstStyle/>
          <a:p>
            <a:pPr algn="l"/>
            <a:r>
              <a:rPr sz="645" b="0">
                <a:solidFill>
                  <a:srgbClr val="5B6570"/>
                </a:solidFill>
                <a:latin typeface="Arial"/>
              </a:rPr>
              <a:t>Rating</a:t>
            </a:r>
          </a:p>
        </p:txBody>
      </p:sp>
      <p:sp>
        <p:nvSpPr>
          <p:cNvPr id="14" name="TextBox 13"/>
          <p:cNvSpPr txBox="1"/>
          <p:nvPr/>
        </p:nvSpPr>
        <p:spPr>
          <a:xfrm>
            <a:off x="3047996" y="3590300"/>
            <a:ext cx="767775" cy="186538"/>
          </a:xfrm>
          <a:prstGeom prst="rect">
            <a:avLst/>
          </a:prstGeom>
          <a:noFill/>
        </p:spPr>
        <p:txBody>
          <a:bodyPr wrap="square" lIns="0" tIns="0" rIns="0" bIns="0">
            <a:spAutoFit/>
          </a:bodyPr>
          <a:lstStyle/>
          <a:p>
            <a:pPr algn="l"/>
            <a:r>
              <a:rPr sz="952" b="1">
                <a:solidFill>
                  <a:srgbClr val="1F2933"/>
                </a:solidFill>
                <a:latin typeface="Arial"/>
              </a:rPr>
              <a:t>DELTA_QUALITY_REMOVED_CODE_SUMMARY_RATING ★</a:t>
            </a:r>
          </a:p>
        </p:txBody>
      </p:sp>
      <p:sp>
        <p:nvSpPr>
          <p:cNvPr id="15" name="Rounded Rectangle 14"/>
          <p:cNvSpPr/>
          <p:nvPr/>
        </p:nvSpPr>
        <p:spPr>
          <a:xfrm>
            <a:off x="4819827" y="1923898"/>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16" name="TextBox 15"/>
          <p:cNvSpPr txBox="1"/>
          <p:nvPr/>
        </p:nvSpPr>
        <p:spPr>
          <a:xfrm>
            <a:off x="4931749" y="1986077"/>
            <a:ext cx="2328197" cy="186538"/>
          </a:xfrm>
          <a:prstGeom prst="rect">
            <a:avLst/>
          </a:prstGeom>
          <a:noFill/>
        </p:spPr>
        <p:txBody>
          <a:bodyPr wrap="square" lIns="0" tIns="0" rIns="0" bIns="0">
            <a:spAutoFit/>
          </a:bodyPr>
          <a:lstStyle/>
          <a:p>
            <a:pPr algn="l"/>
            <a:r>
              <a:rPr sz="850" b="1">
                <a:solidFill>
                  <a:srgbClr val="1F2933"/>
                </a:solidFill>
                <a:latin typeface="Arial"/>
              </a:rPr>
              <a:t>Duplication</a:t>
            </a:r>
          </a:p>
        </p:txBody>
      </p:sp>
      <p:graphicFrame>
        <p:nvGraphicFramePr>
          <p:cNvPr id="17" name="DELTA_QUALITY_REMOVED_CODE_DUPLICATION_CHART"/>
          <p:cNvGraphicFramePr>
            <a:graphicFrameLocks noGrp="1"/>
          </p:cNvGraphicFramePr>
          <p:nvPr/>
        </p:nvGraphicFramePr>
        <p:xfrm>
          <a:off x="4857134" y="2197486"/>
          <a:ext cx="2477427" cy="1392814"/>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p:cNvSpPr txBox="1"/>
          <p:nvPr/>
        </p:nvSpPr>
        <p:spPr>
          <a:xfrm>
            <a:off x="4931749" y="3640044"/>
            <a:ext cx="1164098" cy="149230"/>
          </a:xfrm>
          <a:prstGeom prst="rect">
            <a:avLst/>
          </a:prstGeom>
          <a:noFill/>
        </p:spPr>
        <p:txBody>
          <a:bodyPr wrap="square" lIns="0" tIns="0" rIns="0" bIns="0">
            <a:spAutoFit/>
          </a:bodyPr>
          <a:lstStyle/>
          <a:p>
            <a:pPr algn="ctr"/>
            <a:r>
              <a:rPr sz="577" b="0">
                <a:solidFill>
                  <a:srgbClr val="5B6570"/>
                </a:solidFill>
                <a:latin typeface="Arial"/>
              </a:rPr>
              <a:t>Deleted code (Before)</a:t>
            </a:r>
          </a:p>
        </p:txBody>
      </p:sp>
      <p:sp>
        <p:nvSpPr>
          <p:cNvPr id="19" name="TextBox 18"/>
          <p:cNvSpPr txBox="1"/>
          <p:nvPr/>
        </p:nvSpPr>
        <p:spPr>
          <a:xfrm>
            <a:off x="4931749" y="3789274"/>
            <a:ext cx="1164098" cy="161666"/>
          </a:xfrm>
          <a:prstGeom prst="rect">
            <a:avLst/>
          </a:prstGeom>
          <a:noFill/>
        </p:spPr>
        <p:txBody>
          <a:bodyPr wrap="square" lIns="0" tIns="0" rIns="0" bIns="0">
            <a:spAutoFit/>
          </a:bodyPr>
          <a:lstStyle/>
          <a:p>
            <a:pPr algn="ctr"/>
            <a:r>
              <a:rPr sz="679" b="0">
                <a:solidFill>
                  <a:srgbClr val="5B6570"/>
                </a:solidFill>
                <a:latin typeface="Arial"/>
              </a:rPr>
              <a:t>DELTA_QUALITY_REMOVED_CODE_DUPLICATION_RATING_DELETED_BEFORE ★</a:t>
            </a:r>
          </a:p>
        </p:txBody>
      </p:sp>
      <p:sp>
        <p:nvSpPr>
          <p:cNvPr id="20" name="TextBox 19"/>
          <p:cNvSpPr txBox="1"/>
          <p:nvPr/>
        </p:nvSpPr>
        <p:spPr>
          <a:xfrm>
            <a:off x="6095848" y="3640044"/>
            <a:ext cx="1164098"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21" name="TextBox 20"/>
          <p:cNvSpPr txBox="1"/>
          <p:nvPr/>
        </p:nvSpPr>
        <p:spPr>
          <a:xfrm>
            <a:off x="6095848" y="3789274"/>
            <a:ext cx="1164098" cy="161666"/>
          </a:xfrm>
          <a:prstGeom prst="rect">
            <a:avLst/>
          </a:prstGeom>
          <a:noFill/>
        </p:spPr>
        <p:txBody>
          <a:bodyPr wrap="square" lIns="0" tIns="0" rIns="0" bIns="0">
            <a:spAutoFit/>
          </a:bodyPr>
          <a:lstStyle/>
          <a:p>
            <a:pPr algn="ctr"/>
            <a:r>
              <a:rPr sz="679" b="0">
                <a:solidFill>
                  <a:srgbClr val="5B6570"/>
                </a:solidFill>
                <a:latin typeface="Arial"/>
              </a:rPr>
              <a:t>DELTA_QUALITY_REMOVED_CODE_DUPLICATION_RATING_TOTAL_BEFORE ★</a:t>
            </a:r>
          </a:p>
        </p:txBody>
      </p:sp>
      <p:sp>
        <p:nvSpPr>
          <p:cNvPr id="22" name="Rounded Rectangle 21"/>
          <p:cNvSpPr/>
          <p:nvPr/>
        </p:nvSpPr>
        <p:spPr>
          <a:xfrm>
            <a:off x="7483791" y="1923898"/>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23" name="TextBox 22"/>
          <p:cNvSpPr txBox="1"/>
          <p:nvPr/>
        </p:nvSpPr>
        <p:spPr>
          <a:xfrm>
            <a:off x="7595714" y="1986077"/>
            <a:ext cx="2328197" cy="186538"/>
          </a:xfrm>
          <a:prstGeom prst="rect">
            <a:avLst/>
          </a:prstGeom>
          <a:noFill/>
        </p:spPr>
        <p:txBody>
          <a:bodyPr wrap="square" lIns="0" tIns="0" rIns="0" bIns="0">
            <a:spAutoFit/>
          </a:bodyPr>
          <a:lstStyle/>
          <a:p>
            <a:pPr algn="l"/>
            <a:r>
              <a:rPr sz="850" b="1">
                <a:solidFill>
                  <a:srgbClr val="1F2933"/>
                </a:solidFill>
                <a:latin typeface="Arial"/>
              </a:rPr>
              <a:t>Unit size</a:t>
            </a:r>
          </a:p>
        </p:txBody>
      </p:sp>
      <p:graphicFrame>
        <p:nvGraphicFramePr>
          <p:cNvPr id="24" name="DELTA_QUALITY_REMOVED_CODE_UNIT_SIZE_CHART"/>
          <p:cNvGraphicFramePr>
            <a:graphicFrameLocks noGrp="1"/>
          </p:cNvGraphicFramePr>
          <p:nvPr/>
        </p:nvGraphicFramePr>
        <p:xfrm>
          <a:off x="7521098" y="2197486"/>
          <a:ext cx="2477427" cy="1392814"/>
        </p:xfrm>
        <a:graphic>
          <a:graphicData uri="http://schemas.openxmlformats.org/drawingml/2006/chart">
            <c:chart xmlns:c="http://schemas.openxmlformats.org/drawingml/2006/chart" xmlns:r="http://schemas.openxmlformats.org/officeDocument/2006/relationships" r:id="rId4"/>
          </a:graphicData>
        </a:graphic>
      </p:graphicFrame>
      <p:sp>
        <p:nvSpPr>
          <p:cNvPr id="25" name="TextBox 24"/>
          <p:cNvSpPr txBox="1"/>
          <p:nvPr/>
        </p:nvSpPr>
        <p:spPr>
          <a:xfrm>
            <a:off x="7595714" y="3640044"/>
            <a:ext cx="1164098" cy="149230"/>
          </a:xfrm>
          <a:prstGeom prst="rect">
            <a:avLst/>
          </a:prstGeom>
          <a:noFill/>
        </p:spPr>
        <p:txBody>
          <a:bodyPr wrap="square" lIns="0" tIns="0" rIns="0" bIns="0">
            <a:spAutoFit/>
          </a:bodyPr>
          <a:lstStyle/>
          <a:p>
            <a:pPr algn="ctr"/>
            <a:r>
              <a:rPr sz="577" b="0">
                <a:solidFill>
                  <a:srgbClr val="5B6570"/>
                </a:solidFill>
                <a:latin typeface="Arial"/>
              </a:rPr>
              <a:t>Deleted code (Before)</a:t>
            </a:r>
          </a:p>
        </p:txBody>
      </p:sp>
      <p:sp>
        <p:nvSpPr>
          <p:cNvPr id="26" name="TextBox 25"/>
          <p:cNvSpPr txBox="1"/>
          <p:nvPr/>
        </p:nvSpPr>
        <p:spPr>
          <a:xfrm>
            <a:off x="7595714" y="3789274"/>
            <a:ext cx="1164098" cy="161666"/>
          </a:xfrm>
          <a:prstGeom prst="rect">
            <a:avLst/>
          </a:prstGeom>
          <a:noFill/>
        </p:spPr>
        <p:txBody>
          <a:bodyPr wrap="square" lIns="0" tIns="0" rIns="0" bIns="0">
            <a:spAutoFit/>
          </a:bodyPr>
          <a:lstStyle/>
          <a:p>
            <a:pPr algn="ctr"/>
            <a:r>
              <a:rPr sz="679" b="0">
                <a:solidFill>
                  <a:srgbClr val="5B6570"/>
                </a:solidFill>
                <a:latin typeface="Arial"/>
              </a:rPr>
              <a:t>DELTA_QUALITY_REMOVED_CODE_UNIT_SIZE_RATING_DELETED_BEFORE ★</a:t>
            </a:r>
          </a:p>
        </p:txBody>
      </p:sp>
      <p:sp>
        <p:nvSpPr>
          <p:cNvPr id="27" name="TextBox 26"/>
          <p:cNvSpPr txBox="1"/>
          <p:nvPr/>
        </p:nvSpPr>
        <p:spPr>
          <a:xfrm>
            <a:off x="8759812" y="3640044"/>
            <a:ext cx="1164098"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28" name="TextBox 27"/>
          <p:cNvSpPr txBox="1"/>
          <p:nvPr/>
        </p:nvSpPr>
        <p:spPr>
          <a:xfrm>
            <a:off x="8759812" y="3789274"/>
            <a:ext cx="1164098" cy="161666"/>
          </a:xfrm>
          <a:prstGeom prst="rect">
            <a:avLst/>
          </a:prstGeom>
          <a:noFill/>
        </p:spPr>
        <p:txBody>
          <a:bodyPr wrap="square" lIns="0" tIns="0" rIns="0" bIns="0">
            <a:spAutoFit/>
          </a:bodyPr>
          <a:lstStyle/>
          <a:p>
            <a:pPr algn="ctr"/>
            <a:r>
              <a:rPr sz="679" b="0">
                <a:solidFill>
                  <a:srgbClr val="5B6570"/>
                </a:solidFill>
                <a:latin typeface="Arial"/>
              </a:rPr>
              <a:t>DELTA_QUALITY_REMOVED_CODE_UNIT_SIZE_RATING_TOTAL_BEFORE ★</a:t>
            </a:r>
          </a:p>
        </p:txBody>
      </p:sp>
      <p:sp>
        <p:nvSpPr>
          <p:cNvPr id="29" name="Rounded Rectangle 28"/>
          <p:cNvSpPr/>
          <p:nvPr/>
        </p:nvSpPr>
        <p:spPr>
          <a:xfrm>
            <a:off x="2155863" y="4125041"/>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30" name="TextBox 29"/>
          <p:cNvSpPr txBox="1"/>
          <p:nvPr/>
        </p:nvSpPr>
        <p:spPr>
          <a:xfrm>
            <a:off x="2267785" y="4187220"/>
            <a:ext cx="2328197" cy="186538"/>
          </a:xfrm>
          <a:prstGeom prst="rect">
            <a:avLst/>
          </a:prstGeom>
          <a:noFill/>
        </p:spPr>
        <p:txBody>
          <a:bodyPr wrap="square" lIns="0" tIns="0" rIns="0" bIns="0">
            <a:spAutoFit/>
          </a:bodyPr>
          <a:lstStyle/>
          <a:p>
            <a:pPr algn="l"/>
            <a:r>
              <a:rPr sz="850" b="1">
                <a:solidFill>
                  <a:srgbClr val="1F2933"/>
                </a:solidFill>
                <a:latin typeface="Arial"/>
              </a:rPr>
              <a:t>Unit complexity</a:t>
            </a:r>
          </a:p>
        </p:txBody>
      </p:sp>
      <p:graphicFrame>
        <p:nvGraphicFramePr>
          <p:cNvPr id="31" name="DELTA_QUALITY_REMOVED_CODE_UNIT_COMPLEXITY_CHART"/>
          <p:cNvGraphicFramePr>
            <a:graphicFrameLocks noGrp="1"/>
          </p:cNvGraphicFramePr>
          <p:nvPr/>
        </p:nvGraphicFramePr>
        <p:xfrm>
          <a:off x="2193170" y="4398630"/>
          <a:ext cx="2477427" cy="1392814"/>
        </p:xfrm>
        <a:graphic>
          <a:graphicData uri="http://schemas.openxmlformats.org/drawingml/2006/chart">
            <c:chart xmlns:c="http://schemas.openxmlformats.org/drawingml/2006/chart" xmlns:r="http://schemas.openxmlformats.org/officeDocument/2006/relationships" r:id="rId5"/>
          </a:graphicData>
        </a:graphic>
      </p:graphicFrame>
      <p:sp>
        <p:nvSpPr>
          <p:cNvPr id="32" name="TextBox 31"/>
          <p:cNvSpPr txBox="1"/>
          <p:nvPr/>
        </p:nvSpPr>
        <p:spPr>
          <a:xfrm>
            <a:off x="2267785" y="5841187"/>
            <a:ext cx="1164098" cy="149230"/>
          </a:xfrm>
          <a:prstGeom prst="rect">
            <a:avLst/>
          </a:prstGeom>
          <a:noFill/>
        </p:spPr>
        <p:txBody>
          <a:bodyPr wrap="square" lIns="0" tIns="0" rIns="0" bIns="0">
            <a:spAutoFit/>
          </a:bodyPr>
          <a:lstStyle/>
          <a:p>
            <a:pPr algn="ctr"/>
            <a:r>
              <a:rPr sz="577" b="0">
                <a:solidFill>
                  <a:srgbClr val="5B6570"/>
                </a:solidFill>
                <a:latin typeface="Arial"/>
              </a:rPr>
              <a:t>Deleted code (Before)</a:t>
            </a:r>
          </a:p>
        </p:txBody>
      </p:sp>
      <p:sp>
        <p:nvSpPr>
          <p:cNvPr id="33" name="TextBox 32"/>
          <p:cNvSpPr txBox="1"/>
          <p:nvPr/>
        </p:nvSpPr>
        <p:spPr>
          <a:xfrm>
            <a:off x="2267785"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DELTA_QUALITY_REMOVED_CODE_UNIT_COMPLEXITY_RATING_DELETED_BEFORE ★</a:t>
            </a:r>
          </a:p>
        </p:txBody>
      </p:sp>
      <p:sp>
        <p:nvSpPr>
          <p:cNvPr id="34" name="TextBox 33"/>
          <p:cNvSpPr txBox="1"/>
          <p:nvPr/>
        </p:nvSpPr>
        <p:spPr>
          <a:xfrm>
            <a:off x="3431883" y="5841187"/>
            <a:ext cx="1164098"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35" name="TextBox 34"/>
          <p:cNvSpPr txBox="1"/>
          <p:nvPr/>
        </p:nvSpPr>
        <p:spPr>
          <a:xfrm>
            <a:off x="3431883"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DELTA_QUALITY_REMOVED_CODE_UNIT_COMPLEXITY_RATING_TOTAL_BEFORE ★</a:t>
            </a:r>
          </a:p>
        </p:txBody>
      </p:sp>
      <p:sp>
        <p:nvSpPr>
          <p:cNvPr id="36" name="Rounded Rectangle 35"/>
          <p:cNvSpPr/>
          <p:nvPr/>
        </p:nvSpPr>
        <p:spPr>
          <a:xfrm>
            <a:off x="4819827" y="4125041"/>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37" name="TextBox 36"/>
          <p:cNvSpPr txBox="1"/>
          <p:nvPr/>
        </p:nvSpPr>
        <p:spPr>
          <a:xfrm>
            <a:off x="4931749" y="4187220"/>
            <a:ext cx="2328197" cy="186538"/>
          </a:xfrm>
          <a:prstGeom prst="rect">
            <a:avLst/>
          </a:prstGeom>
          <a:noFill/>
        </p:spPr>
        <p:txBody>
          <a:bodyPr wrap="square" lIns="0" tIns="0" rIns="0" bIns="0">
            <a:spAutoFit/>
          </a:bodyPr>
          <a:lstStyle/>
          <a:p>
            <a:pPr algn="l"/>
            <a:r>
              <a:rPr sz="850" b="1">
                <a:solidFill>
                  <a:srgbClr val="1F2933"/>
                </a:solidFill>
                <a:latin typeface="Arial"/>
              </a:rPr>
              <a:t>Unit interfacing</a:t>
            </a:r>
          </a:p>
        </p:txBody>
      </p:sp>
      <p:graphicFrame>
        <p:nvGraphicFramePr>
          <p:cNvPr id="38" name="DELTA_QUALITY_REMOVED_CODE_UNIT_INTERFACING_CHART"/>
          <p:cNvGraphicFramePr>
            <a:graphicFrameLocks noGrp="1"/>
          </p:cNvGraphicFramePr>
          <p:nvPr/>
        </p:nvGraphicFramePr>
        <p:xfrm>
          <a:off x="4857134" y="4398630"/>
          <a:ext cx="2477427" cy="1392814"/>
        </p:xfrm>
        <a:graphic>
          <a:graphicData uri="http://schemas.openxmlformats.org/drawingml/2006/chart">
            <c:chart xmlns:c="http://schemas.openxmlformats.org/drawingml/2006/chart" xmlns:r="http://schemas.openxmlformats.org/officeDocument/2006/relationships" r:id="rId6"/>
          </a:graphicData>
        </a:graphic>
      </p:graphicFrame>
      <p:sp>
        <p:nvSpPr>
          <p:cNvPr id="39" name="TextBox 38"/>
          <p:cNvSpPr txBox="1"/>
          <p:nvPr/>
        </p:nvSpPr>
        <p:spPr>
          <a:xfrm>
            <a:off x="4931749" y="5841187"/>
            <a:ext cx="1164098" cy="149230"/>
          </a:xfrm>
          <a:prstGeom prst="rect">
            <a:avLst/>
          </a:prstGeom>
          <a:noFill/>
        </p:spPr>
        <p:txBody>
          <a:bodyPr wrap="square" lIns="0" tIns="0" rIns="0" bIns="0">
            <a:spAutoFit/>
          </a:bodyPr>
          <a:lstStyle/>
          <a:p>
            <a:pPr algn="ctr"/>
            <a:r>
              <a:rPr sz="577" b="0">
                <a:solidFill>
                  <a:srgbClr val="5B6570"/>
                </a:solidFill>
                <a:latin typeface="Arial"/>
              </a:rPr>
              <a:t>Deleted code (Before)</a:t>
            </a:r>
          </a:p>
        </p:txBody>
      </p:sp>
      <p:sp>
        <p:nvSpPr>
          <p:cNvPr id="40" name="TextBox 39"/>
          <p:cNvSpPr txBox="1"/>
          <p:nvPr/>
        </p:nvSpPr>
        <p:spPr>
          <a:xfrm>
            <a:off x="4931749"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DELTA_QUALITY_REMOVED_CODE_UNIT_INTERFACING_RATING_DELETED_BEFORE ★</a:t>
            </a:r>
          </a:p>
        </p:txBody>
      </p:sp>
      <p:sp>
        <p:nvSpPr>
          <p:cNvPr id="41" name="TextBox 40"/>
          <p:cNvSpPr txBox="1"/>
          <p:nvPr/>
        </p:nvSpPr>
        <p:spPr>
          <a:xfrm>
            <a:off x="6095848" y="5841187"/>
            <a:ext cx="1164098"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42" name="TextBox 41"/>
          <p:cNvSpPr txBox="1"/>
          <p:nvPr/>
        </p:nvSpPr>
        <p:spPr>
          <a:xfrm>
            <a:off x="6095848"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DELTA_QUALITY_REMOVED_CODE_UNIT_INTERFACING_RATING_TOTAL_BEFORE ★</a:t>
            </a:r>
          </a:p>
        </p:txBody>
      </p:sp>
      <p:sp>
        <p:nvSpPr>
          <p:cNvPr id="43" name="Rounded Rectangle 42"/>
          <p:cNvSpPr/>
          <p:nvPr/>
        </p:nvSpPr>
        <p:spPr>
          <a:xfrm>
            <a:off x="7483791" y="4125041"/>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44" name="TextBox 43"/>
          <p:cNvSpPr txBox="1"/>
          <p:nvPr/>
        </p:nvSpPr>
        <p:spPr>
          <a:xfrm>
            <a:off x="7595714" y="4187220"/>
            <a:ext cx="2328197" cy="186538"/>
          </a:xfrm>
          <a:prstGeom prst="rect">
            <a:avLst/>
          </a:prstGeom>
          <a:noFill/>
        </p:spPr>
        <p:txBody>
          <a:bodyPr wrap="square" lIns="0" tIns="0" rIns="0" bIns="0">
            <a:spAutoFit/>
          </a:bodyPr>
          <a:lstStyle/>
          <a:p>
            <a:pPr algn="l"/>
            <a:r>
              <a:rPr sz="850" b="1">
                <a:solidFill>
                  <a:srgbClr val="1F2933"/>
                </a:solidFill>
                <a:latin typeface="Arial"/>
              </a:rPr>
              <a:t>Module coupling</a:t>
            </a:r>
          </a:p>
        </p:txBody>
      </p:sp>
      <p:graphicFrame>
        <p:nvGraphicFramePr>
          <p:cNvPr id="45" name="DELTA_QUALITY_REMOVED_CODE_MODULE_COUPLING_CHART"/>
          <p:cNvGraphicFramePr>
            <a:graphicFrameLocks noGrp="1"/>
          </p:cNvGraphicFramePr>
          <p:nvPr/>
        </p:nvGraphicFramePr>
        <p:xfrm>
          <a:off x="7521098" y="4398630"/>
          <a:ext cx="2477427" cy="1392814"/>
        </p:xfrm>
        <a:graphic>
          <a:graphicData uri="http://schemas.openxmlformats.org/drawingml/2006/chart">
            <c:chart xmlns:c="http://schemas.openxmlformats.org/drawingml/2006/chart" xmlns:r="http://schemas.openxmlformats.org/officeDocument/2006/relationships" r:id="rId7"/>
          </a:graphicData>
        </a:graphic>
      </p:graphicFrame>
      <p:sp>
        <p:nvSpPr>
          <p:cNvPr id="46" name="TextBox 45"/>
          <p:cNvSpPr txBox="1"/>
          <p:nvPr/>
        </p:nvSpPr>
        <p:spPr>
          <a:xfrm>
            <a:off x="7595714" y="5841187"/>
            <a:ext cx="1164098" cy="149230"/>
          </a:xfrm>
          <a:prstGeom prst="rect">
            <a:avLst/>
          </a:prstGeom>
          <a:noFill/>
        </p:spPr>
        <p:txBody>
          <a:bodyPr wrap="square" lIns="0" tIns="0" rIns="0" bIns="0">
            <a:spAutoFit/>
          </a:bodyPr>
          <a:lstStyle/>
          <a:p>
            <a:pPr algn="ctr"/>
            <a:r>
              <a:rPr sz="577" b="0">
                <a:solidFill>
                  <a:srgbClr val="5B6570"/>
                </a:solidFill>
                <a:latin typeface="Arial"/>
              </a:rPr>
              <a:t>Deleted code (Before)</a:t>
            </a:r>
          </a:p>
        </p:txBody>
      </p:sp>
      <p:sp>
        <p:nvSpPr>
          <p:cNvPr id="47" name="TextBox 46"/>
          <p:cNvSpPr txBox="1"/>
          <p:nvPr/>
        </p:nvSpPr>
        <p:spPr>
          <a:xfrm>
            <a:off x="7595714"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DELTA_QUALITY_REMOVED_CODE_MODULE_COUPLING_RATING_DELETED_BEFORE ★</a:t>
            </a:r>
          </a:p>
        </p:txBody>
      </p:sp>
      <p:sp>
        <p:nvSpPr>
          <p:cNvPr id="48" name="TextBox 47"/>
          <p:cNvSpPr txBox="1"/>
          <p:nvPr/>
        </p:nvSpPr>
        <p:spPr>
          <a:xfrm>
            <a:off x="8759812" y="5841187"/>
            <a:ext cx="1164098"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49" name="TextBox 48"/>
          <p:cNvSpPr txBox="1"/>
          <p:nvPr/>
        </p:nvSpPr>
        <p:spPr>
          <a:xfrm>
            <a:off x="8759812"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DELTA_QUALITY_REMOVED_CODE_MODULE_COUPLING_RATING_TOTAL_BEFORE ★</a:t>
            </a:r>
          </a:p>
        </p:txBody>
      </p:sp>
      <p:sp>
        <p:nvSpPr>
          <p:cNvPr id="4" name="Footer Placeholder 4">
            <a:extLst>
              <a:ext uri="{FF2B5EF4-FFF2-40B4-BE49-F238E27FC236}">
                <a16:creationId xmlns:a16="http://schemas.microsoft.com/office/drawing/2014/main" id="{5B5C2AB3-8D9F-4FA1-EBF1-976805C59BD4}"/>
              </a:ext>
            </a:extLst>
          </p:cNvPr>
          <p:cNvSpPr>
            <a:spLocks noGrp="1"/>
          </p:cNvSpPr>
          <p:nvPr>
            <p:ph type="ftr" sz="quarter" idx="3"/>
          </p:nvPr>
        </p:nvSpPr>
        <p:spPr>
          <a:xfrm>
            <a:off x="192158" y="6392274"/>
            <a:ext cx="1763922" cy="370422"/>
          </a:xfrm>
          <a:prstGeom prst="rect">
            <a:avLst/>
          </a:prstGeom>
        </p:spPr>
        <p:txBody>
          <a:body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3643982527"/>
      </p:ext>
    </p:extLst>
  </p:cSld>
  <p:clrMapOvr>
    <a:masterClrMapping/>
  </p:clrMapOvr>
</p:sld>
</file>

<file path=ppt/theme/theme1.xml><?xml version="1.0" encoding="utf-8"?>
<a:theme xmlns:a="http://schemas.openxmlformats.org/drawingml/2006/main" name="Light theme (default)">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764FF"/>
        </a:solidFill>
        <a:ln>
          <a:noFill/>
        </a:ln>
      </a:spPr>
      <a:bodyPr lIns="108000" tIns="72000" rIns="108000" bIns="72000" rtlCol="0" anchor="ctr"/>
      <a:lstStyle>
        <a:defPPr algn="ctr">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8" id="{578C6016-95C3-5840-826C-B4226735762A}" vid="{EC50665E-BB8F-7A40-BCAA-233202124359}"/>
    </a:ext>
  </a:extLst>
</a:theme>
</file>

<file path=ppt/theme/theme2.xml><?xml version="1.0" encoding="utf-8"?>
<a:theme xmlns:a="http://schemas.openxmlformats.org/drawingml/2006/main" name="Dark theme">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ctr"/>
      <a:lstStyle>
        <a:defPPr algn="ctr">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11" id="{F42F1492-7701-3649-9008-F8CF56C99C53}" vid="{069A4F46-BACC-A642-BE78-CD3F3EA7293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DEF897B6A9E5243A3BAB7B7BDA55B95" ma:contentTypeVersion="3" ma:contentTypeDescription="Een nieuw document maken." ma:contentTypeScope="" ma:versionID="0a97628efbdf127f23042160181f1d9a">
  <xsd:schema xmlns:xsd="http://www.w3.org/2001/XMLSchema" xmlns:xs="http://www.w3.org/2001/XMLSchema" xmlns:p="http://schemas.microsoft.com/office/2006/metadata/properties" xmlns:ns2="444ebd02-7183-4d1c-abe9-f175efe83725" targetNamespace="http://schemas.microsoft.com/office/2006/metadata/properties" ma:root="true" ma:fieldsID="44a7a3b93c857102c842f6fb1da07824" ns2:_="">
    <xsd:import namespace="444ebd02-7183-4d1c-abe9-f175efe8372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4ebd02-7183-4d1c-abe9-f175efe837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75A4A2-8818-4F4B-AD30-88D568004514}">
  <ds:schemaRefs>
    <ds:schemaRef ds:uri="http://schemas.microsoft.com/office/2006/metadata/properties"/>
    <ds:schemaRef ds:uri="http://purl.org/dc/elements/1.1/"/>
    <ds:schemaRef ds:uri="http://schemas.microsoft.com/office/2006/documentManagement/types"/>
    <ds:schemaRef ds:uri="http://purl.org/dc/terms/"/>
    <ds:schemaRef ds:uri="http://schemas.microsoft.com/office/infopath/2007/PartnerControls"/>
    <ds:schemaRef ds:uri="444ebd02-7183-4d1c-abe9-f175efe83725"/>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88AD9160-B56A-4FCD-857D-8AE63521E7FB}">
  <ds:schemaRefs>
    <ds:schemaRef ds:uri="http://schemas.microsoft.com/sharepoint/v3/contenttype/forms"/>
  </ds:schemaRefs>
</ds:datastoreItem>
</file>

<file path=customXml/itemProps3.xml><?xml version="1.0" encoding="utf-8"?>
<ds:datastoreItem xmlns:ds="http://schemas.openxmlformats.org/officeDocument/2006/customXml" ds:itemID="{3AFAF3E6-8A11-4BDC-9823-6F0ACEBB33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4ebd02-7183-4d1c-abe9-f175efe837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Light theme (default)</Template>
  <TotalTime>18385</TotalTime>
  <Words>634</Words>
  <Application>Microsoft Macintosh PowerPoint</Application>
  <PresentationFormat>Widescreen</PresentationFormat>
  <Paragraphs>129</Paragraphs>
  <Slides>4</Slides>
  <Notes>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vt:i4>
      </vt:variant>
    </vt:vector>
  </HeadingPairs>
  <TitlesOfParts>
    <vt:vector size="15" baseType="lpstr">
      <vt:lpstr>Arial</vt:lpstr>
      <vt:lpstr>Azeret Mono</vt:lpstr>
      <vt:lpstr>Azeret Mono Medium</vt:lpstr>
      <vt:lpstr>Calibri</vt:lpstr>
      <vt:lpstr>Calibri Bold</vt:lpstr>
      <vt:lpstr>Helvetica Neue Bold</vt:lpstr>
      <vt:lpstr>Noir Pro</vt:lpstr>
      <vt:lpstr>Noir Pro Medium</vt:lpstr>
      <vt:lpstr>Noir Pro Semi Bold</vt:lpstr>
      <vt:lpstr>Light theme (default)</vt:lpstr>
      <vt:lpstr>Dark theme</vt:lpstr>
      <vt:lpstr>PowerPoint Presentation</vt:lpstr>
      <vt:lpstr>Maintainability delta scores for newly added code between PORTFOLIO_PERIOD_START_DATE and PORTFOLIO_PERIOD_END_DATE</vt:lpstr>
      <vt:lpstr>Maintainability delta scores for changed code between PORTFOLIO_PERIOD_START_DATE and PORTFOLIO_PERIOD_END_DATE</vt:lpstr>
      <vt:lpstr>Maintainability delta scores for removed code between PORTFOLIO_PERIOD_START_DATE and PORTFOLIO_PERIOD_END_DATE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Andrei Tociu</cp:lastModifiedBy>
  <cp:revision>208</cp:revision>
  <cp:lastPrinted>2020-04-20T09:37:43Z</cp:lastPrinted>
  <dcterms:created xsi:type="dcterms:W3CDTF">2025-10-22T11:22:13Z</dcterms:created>
  <dcterms:modified xsi:type="dcterms:W3CDTF">2026-08-04T19:43:28Z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0x0101004DEF897B6A9E5243A3BAB7B7BDA55B95</vt:lpwstr>
  </property>
</Properties>
</file>