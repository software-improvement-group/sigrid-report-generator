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374" r:id="rId28"/>
    <p:sldId id="11405" r:id="rId29"/>
    <p:sldId id="11406" r:id="rId30"/>
    <p:sldId id="11402" r:id="rId31"/>
    <p:sldId id="11376" r:id="rId32"/>
    <p:sldId id="11284" r:id="rId33"/>
    <p:sldId id="1137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1599</Words>
  <Application>Microsoft Macintosh PowerPoint</Application>
  <PresentationFormat>Widescreen</PresentationFormat>
  <Paragraphs>274</Paragraphs>
  <Slides>30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2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Floris van Leeuwen</cp:lastModifiedBy>
  <cp:revision>169</cp:revision>
  <cp:lastPrinted>2020-04-20T09:37:43Z</cp:lastPrinted>
  <dcterms:created xsi:type="dcterms:W3CDTF">2025-10-22T11:22:13Z</dcterms:created>
  <dcterms:modified xsi:type="dcterms:W3CDTF">2026-03-20T14:29:32Z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