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9"/>
  </p:notesMasterIdLst>
  <p:handoutMasterIdLst>
    <p:handoutMasterId r:id="rId10"/>
  </p:handoutMasterIdLst>
  <p:sldIdLst>
    <p:sldId id="561" r:id="rId5"/>
    <p:sldId id="1507" r:id="rId6"/>
    <p:sldId id="1762" r:id="rId7"/>
    <p:sldId id="597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emplate management" id="{F882C068-ED6C-C445-9194-29C46CFF67E1}">
          <p14:sldIdLst/>
        </p14:section>
        <p14:section name="Front matter" id="{4A730639-607C-0E46-A965-5C2D2651664E}">
          <p14:sldIdLst>
            <p14:sldId id="561"/>
            <p14:sldId id="1507"/>
            <p14:sldId id="1762"/>
          </p14:sldIdLst>
        </p14:section>
        <p14:section name="Back matter" id="{3FD0872C-192F-5B46-895B-A626D88A1562}">
          <p14:sldIdLst>
            <p14:sldId id="597"/>
          </p14:sldIdLst>
        </p14:section>
        <p14:section name="Maintainability metrics" id="{A432B334-BA3D-FA4F-AC8E-C1EF3306B678}">
          <p14:sldIdLst/>
        </p14:section>
        <p14:section name="Architecture Metric Explanations" id="{4D6A3F6C-777D-D047-839D-BEA038349BE6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78E17"/>
    <a:srgbClr val="910813"/>
    <a:srgbClr val="CF4731"/>
    <a:srgbClr val="EBC937"/>
    <a:srgbClr val="DB4A3D"/>
    <a:srgbClr val="F0089F"/>
    <a:srgbClr val="1E354B"/>
    <a:srgbClr val="57C967"/>
    <a:srgbClr val="F9C640"/>
    <a:srgbClr val="1E364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32094BA-3324-E44C-AFE3-01F0E8F31A48}" v="69" dt="2024-01-12T19:24:27.55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7900"/>
    <p:restoredTop sz="96327"/>
  </p:normalViewPr>
  <p:slideViewPr>
    <p:cSldViewPr snapToGrid="0" snapToObjects="1" showGuides="1">
      <p:cViewPr varScale="1">
        <p:scale>
          <a:sx n="127" d="100"/>
          <a:sy n="127" d="100"/>
        </p:scale>
        <p:origin x="1024" y="19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38" d="100"/>
        <a:sy n="38" d="100"/>
      </p:scale>
      <p:origin x="0" y="0"/>
    </p:cViewPr>
  </p:sorterViewPr>
  <p:notesViewPr>
    <p:cSldViewPr snapToGrid="0" snapToObjects="1">
      <p:cViewPr varScale="1">
        <p:scale>
          <a:sx n="163" d="100"/>
          <a:sy n="163" d="100"/>
        </p:scale>
        <p:origin x="6728" y="18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microsoft.com/office/2015/10/relationships/revisionInfo" Target="revisionInfo.xml"/><Relationship Id="rId10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AF400D1-FA8E-6548-A590-873477C843F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B4962C3-51DB-5B49-AE33-9436051173E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1255C68-584F-174D-BB81-51BF91708794}" type="datetimeFigureOut">
              <a:rPr lang="en-US" smtClean="0"/>
              <a:t>6/30/26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4633DF3-39D0-BC4B-8900-A41729E59CD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D735CF-6CE3-3041-89CE-FA86F745DE4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3A955B2-A2D5-2846-95B1-99C033D9F4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890166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1EDAAC4-819D-C544-9EA1-C73624CFD70B}" type="datetimeFigureOut">
              <a:rPr lang="en-US" smtClean="0"/>
              <a:t>6/30/26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08DED6-61EF-5240-95D8-926F20A98C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79981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7" Type="http://schemas.openxmlformats.org/officeDocument/2006/relationships/image" Target="../media/image10.svg"/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svg"/><Relationship Id="rId5" Type="http://schemas.openxmlformats.org/officeDocument/2006/relationships/image" Target="../media/image8.svg"/><Relationship Id="rId4" Type="http://schemas.openxmlformats.org/officeDocument/2006/relationships/image" Target="../media/image7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ont cover Telecom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6D4EE728-E82E-704D-ADEB-24FAC51A507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-9833"/>
            <a:ext cx="12192000" cy="6875783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E1BFBDC1-0F88-404F-8878-DA6B9775F7E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93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7AF298E3-4E90-9E47-86B5-57AC2574438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35414" y="2937600"/>
            <a:ext cx="8486893" cy="366712"/>
          </a:xfrm>
          <a:prstGeom prst="rect">
            <a:avLst/>
          </a:prstGeom>
        </p:spPr>
        <p:txBody>
          <a:bodyPr wrap="none" tIns="0" bIns="0" anchor="t">
            <a:noAutofit/>
          </a:bodyPr>
          <a:lstStyle>
            <a:lvl1pPr marL="0" indent="0">
              <a:lnSpc>
                <a:spcPct val="100000"/>
              </a:lnSpc>
              <a:buNone/>
              <a:defRPr sz="28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457200" indent="0">
              <a:buNone/>
              <a:defRPr>
                <a:solidFill>
                  <a:srgbClr val="DFC123"/>
                </a:solidFill>
              </a:defRPr>
            </a:lvl2pPr>
            <a:lvl3pPr marL="914400" indent="0">
              <a:buNone/>
              <a:defRPr>
                <a:solidFill>
                  <a:srgbClr val="DFC123"/>
                </a:solidFill>
              </a:defRPr>
            </a:lvl3pPr>
            <a:lvl4pPr marL="1371600" indent="0">
              <a:buNone/>
              <a:defRPr>
                <a:solidFill>
                  <a:srgbClr val="DFC123"/>
                </a:solidFill>
              </a:defRPr>
            </a:lvl4pPr>
            <a:lvl5pPr marL="1828800" indent="0">
              <a:buNone/>
              <a:defRPr>
                <a:solidFill>
                  <a:srgbClr val="DFC123"/>
                </a:solidFill>
              </a:defRPr>
            </a:lvl5pPr>
          </a:lstStyle>
          <a:p>
            <a:pPr lvl="0"/>
            <a:r>
              <a:rPr lang="en-US" dirty="0"/>
              <a:t>Client name - System name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67C6FE27-98CB-9247-98B6-B1989EF943B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35415" y="3319200"/>
            <a:ext cx="8486892" cy="344488"/>
          </a:xfrm>
          <a:prstGeom prst="rect">
            <a:avLst/>
          </a:prstGeom>
        </p:spPr>
        <p:txBody>
          <a:bodyPr tIns="0" bIns="0" anchor="t">
            <a:noAutofit/>
          </a:bodyPr>
          <a:lstStyle>
            <a:lvl1pPr marL="0" indent="0">
              <a:lnSpc>
                <a:spcPct val="100000"/>
              </a:lnSpc>
              <a:buNone/>
              <a:defRPr sz="28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Insert presentation subject</a:t>
            </a:r>
          </a:p>
        </p:txBody>
      </p:sp>
      <p:sp>
        <p:nvSpPr>
          <p:cNvPr id="18" name="Text Placeholder 11">
            <a:extLst>
              <a:ext uri="{FF2B5EF4-FFF2-40B4-BE49-F238E27FC236}">
                <a16:creationId xmlns:a16="http://schemas.microsoft.com/office/drawing/2014/main" id="{F0D60B5C-8D30-9A43-A2F0-A420A723845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576161" y="6525935"/>
            <a:ext cx="1146147" cy="257763"/>
          </a:xfrm>
          <a:prstGeom prst="rect">
            <a:avLst/>
          </a:prstGeom>
        </p:spPr>
        <p:txBody>
          <a:bodyPr wrap="none" rIns="0">
            <a:spAutoFit/>
          </a:bodyPr>
          <a:lstStyle>
            <a:lvl1pPr marL="0" indent="0" algn="r">
              <a:buNone/>
              <a:defRPr sz="1000" b="1" cap="all" baseline="0">
                <a:solidFill>
                  <a:schemeClr val="bg1"/>
                </a:solidFill>
                <a:effectLst>
                  <a:outerShdw blurRad="571500" dist="38100" dir="2700000" sx="105000" sy="105000" algn="tl" rotWithShape="0">
                    <a:schemeClr val="tx2"/>
                  </a:outerShdw>
                </a:effectLst>
              </a:defRPr>
            </a:lvl1pPr>
            <a:lvl2pPr>
              <a:defRPr sz="1400" b="1">
                <a:solidFill>
                  <a:schemeClr val="bg1"/>
                </a:solidFill>
              </a:defRPr>
            </a:lvl2pPr>
            <a:lvl3pPr>
              <a:defRPr sz="1400" b="1">
                <a:solidFill>
                  <a:schemeClr val="bg1"/>
                </a:solidFill>
              </a:defRPr>
            </a:lvl3pPr>
            <a:lvl4pPr>
              <a:defRPr sz="1400" b="1">
                <a:solidFill>
                  <a:schemeClr val="bg1"/>
                </a:solidFill>
              </a:defRPr>
            </a:lvl4pPr>
            <a:lvl5pPr>
              <a:defRPr sz="14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INSERT REPORT DATE</a:t>
            </a:r>
          </a:p>
        </p:txBody>
      </p:sp>
    </p:spTree>
    <p:extLst>
      <p:ext uri="{BB962C8B-B14F-4D97-AF65-F5344CB8AC3E}">
        <p14:creationId xmlns:p14="http://schemas.microsoft.com/office/powerpoint/2010/main" val="41823633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of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122E66F4-7F53-DD4A-8713-C073FB230CE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80000" y="1366268"/>
            <a:ext cx="10665667" cy="4952085"/>
          </a:xfrm>
          <a:prstGeom prst="rect">
            <a:avLst/>
          </a:prstGeom>
        </p:spPr>
        <p:txBody>
          <a:bodyPr vert="horz" lIns="90000" tIns="45720" rIns="91440" bIns="45720" rtlCol="0">
            <a:noAutofit/>
          </a:bodyPr>
          <a:lstStyle>
            <a:lvl1pPr marL="342900" indent="-3429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B2BECD"/>
              </a:buClr>
              <a:buFont typeface="+mj-lt"/>
              <a:buAutoNum type="arabicPeriod"/>
              <a:defRPr lang="en-US" sz="1600" b="0" dirty="0">
                <a:solidFill>
                  <a:schemeClr val="tx2"/>
                </a:solidFill>
              </a:defRPr>
            </a:lvl1pPr>
            <a:lvl2pPr>
              <a:defRPr sz="16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600">
                <a:solidFill>
                  <a:schemeClr val="tx2"/>
                </a:solidFill>
              </a:defRPr>
            </a:lvl4pPr>
            <a:lvl5pPr>
              <a:defRPr sz="1600">
                <a:solidFill>
                  <a:schemeClr val="tx2"/>
                </a:solidFill>
              </a:defRPr>
            </a:lvl5pPr>
            <a:lvl6pPr>
              <a:defRPr sz="1600">
                <a:solidFill>
                  <a:schemeClr val="tx2"/>
                </a:solidFill>
              </a:defRPr>
            </a:lvl6pPr>
            <a:lvl7pPr>
              <a:defRPr sz="1600">
                <a:solidFill>
                  <a:schemeClr val="tx2"/>
                </a:solidFill>
              </a:defRPr>
            </a:lvl7pPr>
            <a:lvl8pPr>
              <a:defRPr sz="1600">
                <a:solidFill>
                  <a:schemeClr val="tx2"/>
                </a:solidFill>
              </a:defRPr>
            </a:lvl8pPr>
          </a:lstStyle>
          <a:p>
            <a:pPr marL="342900" indent="-342900">
              <a:lnSpc>
                <a:spcPct val="114000"/>
              </a:lnSpc>
              <a:buClr>
                <a:srgbClr val="9FABB6"/>
              </a:buClr>
              <a:buFont typeface="+mj-lt"/>
              <a:buAutoNum type="arabicPeriod"/>
            </a:pPr>
            <a:r>
              <a:rPr lang="en-US" dirty="0"/>
              <a:t>Insert sections (make bold to highlight sections)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B3FAE89E-5649-9B44-9D8C-7D3C163D27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95599" y="6550219"/>
            <a:ext cx="250068" cy="2364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36000" rtlCol="0" anchor="ctr"/>
          <a:lstStyle>
            <a:lvl1pPr algn="r">
              <a:defRPr lang="en-US" sz="1000" b="1" spc="10" smtClean="0">
                <a:solidFill>
                  <a:srgbClr val="B3BECD"/>
                </a:solidFill>
              </a:defRPr>
            </a:lvl1pPr>
          </a:lstStyle>
          <a:p>
            <a:fld id="{E242BD21-9B61-2246-BCB1-4BE5E1BEBE1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010DD217-089D-C949-BCCE-0C2D8196FA3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35667" y="277522"/>
            <a:ext cx="9810000" cy="282819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>
              <a:defRPr lang="en-US" sz="2000" b="1" spc="-1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228600" lvl="0" indent="-228600">
              <a:spcBef>
                <a:spcPts val="1000"/>
              </a:spcBef>
              <a:buFont typeface="Arial"/>
            </a:pPr>
            <a:r>
              <a:rPr lang="en-US" dirty="0"/>
              <a:t>Insert slide title</a:t>
            </a:r>
          </a:p>
        </p:txBody>
      </p:sp>
      <p:sp>
        <p:nvSpPr>
          <p:cNvPr id="8" name="Footer Placeholder 5">
            <a:extLst>
              <a:ext uri="{FF2B5EF4-FFF2-40B4-BE49-F238E27FC236}">
                <a16:creationId xmlns:a16="http://schemas.microsoft.com/office/drawing/2014/main" id="{B4138DB0-ED82-C84A-8589-E27E32B9B58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669790" y="6549140"/>
            <a:ext cx="804066" cy="2364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36000" rtlCol="0" anchor="ctr"/>
          <a:lstStyle>
            <a:lvl1pPr>
              <a:defRPr lang="en-US" sz="1000" b="1" spc="10" dirty="0">
                <a:solidFill>
                  <a:srgbClr val="B3BECD"/>
                </a:solidFill>
              </a:defRPr>
            </a:lvl1pPr>
          </a:lstStyle>
          <a:p>
            <a:r>
              <a:rPr lang="en-US"/>
              <a:t>Confidential</a:t>
            </a:r>
          </a:p>
        </p:txBody>
      </p:sp>
    </p:spTree>
    <p:extLst>
      <p:ext uri="{BB962C8B-B14F-4D97-AF65-F5344CB8AC3E}">
        <p14:creationId xmlns:p14="http://schemas.microsoft.com/office/powerpoint/2010/main" val="25265752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of contents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D0F7AAF3-E03F-F445-84B7-DEC6FD5CC0B8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48F36FC-ED84-CE49-90C1-FB88EDBAE7F2}"/>
              </a:ext>
            </a:extLst>
          </p:cNvPr>
          <p:cNvSpPr/>
          <p:nvPr userDrawn="1"/>
        </p:nvSpPr>
        <p:spPr>
          <a:xfrm>
            <a:off x="1526401" y="0"/>
            <a:ext cx="10665600" cy="853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B3FAE89E-5649-9B44-9D8C-7D3C163D27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95599" y="6550219"/>
            <a:ext cx="250068" cy="2364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36000" rtlCol="0" anchor="ctr"/>
          <a:lstStyle>
            <a:lvl1pPr algn="r">
              <a:defRPr lang="en-US" sz="1000" b="1" spc="10" smtClean="0">
                <a:solidFill>
                  <a:srgbClr val="B2BECD"/>
                </a:solidFill>
              </a:defRPr>
            </a:lvl1pPr>
          </a:lstStyle>
          <a:p>
            <a:fld id="{E242BD21-9B61-2246-BCB1-4BE5E1BEBE1C}" type="slidenum">
              <a:rPr smtClean="0"/>
              <a:pPr/>
              <a:t>‹#›</a:t>
            </a:fld>
            <a:endParaRPr dirty="0"/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3A2DC225-29A5-1C4E-85B1-B1B58619FC8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35667" y="277522"/>
            <a:ext cx="9810000" cy="282819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>
              <a:defRPr lang="en-US" sz="2000" b="1" spc="-1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228600" lvl="0" indent="-228600">
              <a:spcBef>
                <a:spcPts val="1000"/>
              </a:spcBef>
              <a:buFont typeface="Arial"/>
            </a:pPr>
            <a:r>
              <a:rPr lang="en-US" dirty="0"/>
              <a:t>Insert slide title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D37A1B97-F536-DA40-9B5F-C768D92CAC7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80000" y="1366268"/>
            <a:ext cx="10665667" cy="4952085"/>
          </a:xfrm>
          <a:prstGeom prst="rect">
            <a:avLst/>
          </a:prstGeom>
        </p:spPr>
        <p:txBody>
          <a:bodyPr vert="horz" lIns="90000" tIns="45720" rIns="91440" bIns="45720" rtlCol="0">
            <a:noAutofit/>
          </a:bodyPr>
          <a:lstStyle>
            <a:lvl1pPr marL="342900" indent="-3429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B2BECD"/>
              </a:buClr>
              <a:buFont typeface="+mj-lt"/>
              <a:buAutoNum type="arabicPeriod"/>
              <a:defRPr lang="en-US" sz="1600" b="0" dirty="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600">
                <a:solidFill>
                  <a:schemeClr val="bg1"/>
                </a:solidFill>
              </a:defRPr>
            </a:lvl4pPr>
            <a:lvl5pPr>
              <a:defRPr sz="1600">
                <a:solidFill>
                  <a:schemeClr val="bg1"/>
                </a:solidFill>
              </a:defRPr>
            </a:lvl5pPr>
            <a:lvl6pPr>
              <a:defRPr sz="1600">
                <a:solidFill>
                  <a:schemeClr val="bg1"/>
                </a:solidFill>
              </a:defRPr>
            </a:lvl6pPr>
            <a:lvl7pPr>
              <a:defRPr sz="1600">
                <a:solidFill>
                  <a:schemeClr val="bg1"/>
                </a:solidFill>
              </a:defRPr>
            </a:lvl7pPr>
            <a:lvl8pPr>
              <a:defRPr sz="1600">
                <a:solidFill>
                  <a:schemeClr val="bg1"/>
                </a:solidFill>
              </a:defRPr>
            </a:lvl8pPr>
          </a:lstStyle>
          <a:p>
            <a:pPr marL="342900" indent="-342900">
              <a:lnSpc>
                <a:spcPct val="114000"/>
              </a:lnSpc>
              <a:buClr>
                <a:srgbClr val="9FABB6"/>
              </a:buClr>
              <a:buFont typeface="+mj-lt"/>
              <a:buAutoNum type="arabicPeriod"/>
            </a:pPr>
            <a:r>
              <a:rPr lang="en-US" dirty="0"/>
              <a:t>Insert sections (make bold to highlight sections)</a:t>
            </a:r>
          </a:p>
        </p:txBody>
      </p:sp>
    </p:spTree>
    <p:extLst>
      <p:ext uri="{BB962C8B-B14F-4D97-AF65-F5344CB8AC3E}">
        <p14:creationId xmlns:p14="http://schemas.microsoft.com/office/powerpoint/2010/main" val="35692078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ener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598AB3A5-9E9A-0F4F-B44F-E7B1D1AFFB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95599" y="6550219"/>
            <a:ext cx="250068" cy="2364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36000" rtlCol="0" anchor="ctr"/>
          <a:lstStyle>
            <a:lvl1pPr algn="r">
              <a:defRPr lang="en-US" sz="1000" b="1" spc="10" smtClean="0">
                <a:solidFill>
                  <a:srgbClr val="B2BECD"/>
                </a:solidFill>
              </a:defRPr>
            </a:lvl1pPr>
          </a:lstStyle>
          <a:p>
            <a:fld id="{E242BD21-9B61-2246-BCB1-4BE5E1BEBE1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DD864A3-F6DC-434B-B5BE-5F14C8CEA463}"/>
              </a:ext>
            </a:extLst>
          </p:cNvPr>
          <p:cNvSpPr txBox="1"/>
          <p:nvPr userDrawn="1"/>
        </p:nvSpPr>
        <p:spPr>
          <a:xfrm>
            <a:off x="1848464" y="146728"/>
            <a:ext cx="334297" cy="276999"/>
          </a:xfrm>
          <a:prstGeom prst="rect">
            <a:avLst/>
          </a:prstGeom>
        </p:spPr>
        <p:txBody>
          <a:bodyPr wrap="square" anchor="ctr">
            <a:spAutoFit/>
          </a:bodyPr>
          <a:lstStyle>
            <a:defPPr>
              <a:defRPr lang="en-US"/>
            </a:defPPr>
            <a:lvl1pPr>
              <a:defRPr sz="1200" b="1" spc="-10">
                <a:solidFill>
                  <a:srgbClr val="183142">
                    <a:alpha val="25000"/>
                  </a:srgbClr>
                </a:solidFill>
                <a:latin typeface="TheSans B6 SemiBold" charset="0"/>
                <a:ea typeface="TheSans B6 SemiBold" charset="0"/>
                <a:cs typeface="TheSans B6 SemiBold" charset="0"/>
              </a:defRPr>
            </a:lvl1pPr>
            <a:lvl2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lang="en-US" dirty="0">
                <a:solidFill>
                  <a:srgbClr val="B2BECD"/>
                </a:solidFill>
                <a:latin typeface="+mn-lt"/>
              </a:rPr>
              <a:t>//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CC299468-581B-CC41-8897-C7E1583185E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105790" y="169213"/>
            <a:ext cx="9639877" cy="216756"/>
          </a:xfrm>
          <a:prstGeom prst="rect">
            <a:avLst/>
          </a:prstGeom>
        </p:spPr>
        <p:txBody>
          <a:bodyPr wrap="square" lIns="0" tIns="18000" rIns="90000" bIns="0" anchor="t">
            <a:spAutoFit/>
          </a:bodyPr>
          <a:lstStyle>
            <a:lvl1pPr marL="0" indent="0">
              <a:buNone/>
              <a:defRPr lang="en-US" sz="1200" b="1" cap="all" spc="-10" baseline="0" dirty="0">
                <a:solidFill>
                  <a:srgbClr val="B2BECD"/>
                </a:solidFill>
                <a:latin typeface="+mn-lt"/>
                <a:ea typeface="TheSans B6 SemiBold" charset="0"/>
                <a:cs typeface="TheSans B6 SemiBold" charset="0"/>
              </a:defRPr>
            </a:lvl1pPr>
          </a:lstStyle>
          <a:p>
            <a:pPr marL="0" lvl="0"/>
            <a:r>
              <a:rPr lang="en-US" dirty="0"/>
              <a:t>INSERT PRESENTATION SECTION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8A8B0682-F79C-014E-BF74-DADFA39ECD0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35667" y="391823"/>
            <a:ext cx="9810000" cy="282819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>
              <a:defRPr lang="en-US" sz="2000" b="1" spc="-1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228600" lvl="0" indent="-228600">
              <a:spcBef>
                <a:spcPts val="1000"/>
              </a:spcBef>
              <a:buFont typeface="Arial"/>
            </a:pPr>
            <a:r>
              <a:rPr lang="en-US" dirty="0"/>
              <a:t>Insert key slide message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F750EC08-DA20-234C-8634-75139A01443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14800" y="1368000"/>
            <a:ext cx="11232000" cy="4950000"/>
          </a:xfrm>
        </p:spPr>
        <p:txBody>
          <a:bodyPr>
            <a:noAutofit/>
          </a:bodyPr>
          <a:lstStyle>
            <a:lvl1pPr marL="285750" indent="-285750">
              <a:buFont typeface="Wingdings" pitchFamily="2" charset="2"/>
              <a:buChar char="§"/>
              <a:tabLst/>
              <a:defRPr/>
            </a:lvl1pPr>
          </a:lstStyle>
          <a:p>
            <a:pPr lvl="0"/>
            <a:r>
              <a:rPr lang="en-US" dirty="0"/>
              <a:t>Insert content text (headers in bold)</a:t>
            </a:r>
          </a:p>
        </p:txBody>
      </p:sp>
    </p:spTree>
    <p:extLst>
      <p:ext uri="{BB962C8B-B14F-4D97-AF65-F5344CB8AC3E}">
        <p14:creationId xmlns:p14="http://schemas.microsoft.com/office/powerpoint/2010/main" val="15460373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eneral - 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B3FAE89E-5649-9B44-9D8C-7D3C163D27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95599" y="6550219"/>
            <a:ext cx="250068" cy="2364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36000" rtlCol="0" anchor="ctr"/>
          <a:lstStyle>
            <a:lvl1pPr algn="r">
              <a:defRPr lang="en-US" sz="1000" b="1" spc="10" smtClean="0">
                <a:solidFill>
                  <a:srgbClr val="B3BECD"/>
                </a:solidFill>
              </a:defRPr>
            </a:lvl1pPr>
          </a:lstStyle>
          <a:p>
            <a:fld id="{E242BD21-9B61-2246-BCB1-4BE5E1BEBE1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010DD217-089D-C949-BCCE-0C2D8196FA3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35667" y="277522"/>
            <a:ext cx="9810000" cy="282819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>
              <a:defRPr lang="en-US" sz="2000" b="1" spc="-1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228600" lvl="0" indent="-228600">
              <a:spcBef>
                <a:spcPts val="1000"/>
              </a:spcBef>
              <a:buFont typeface="Arial"/>
            </a:pPr>
            <a:r>
              <a:rPr lang="en-US" dirty="0"/>
              <a:t>Insert slide title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5606E028-6F75-5A40-AE18-EB44D4BC81AB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14800" y="1368000"/>
            <a:ext cx="11232000" cy="4950000"/>
          </a:xfrm>
        </p:spPr>
        <p:txBody>
          <a:bodyPr>
            <a:noAutofit/>
          </a:bodyPr>
          <a:lstStyle>
            <a:lvl1pPr marL="285750" indent="-285750">
              <a:buFont typeface="Wingdings" pitchFamily="2" charset="2"/>
              <a:buChar char="§"/>
              <a:tabLst/>
              <a:defRPr/>
            </a:lvl1pPr>
          </a:lstStyle>
          <a:p>
            <a:pPr lvl="0"/>
            <a:r>
              <a:rPr lang="en-US" dirty="0"/>
              <a:t>Insert content text (headers in bold)</a:t>
            </a:r>
          </a:p>
        </p:txBody>
      </p:sp>
    </p:spTree>
    <p:extLst>
      <p:ext uri="{BB962C8B-B14F-4D97-AF65-F5344CB8AC3E}">
        <p14:creationId xmlns:p14="http://schemas.microsoft.com/office/powerpoint/2010/main" val="24990303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eneral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B299649B-5451-C04E-B29F-B9106BA428C6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8EB6C95-789F-6849-B896-687225A3A848}"/>
              </a:ext>
            </a:extLst>
          </p:cNvPr>
          <p:cNvSpPr/>
          <p:nvPr userDrawn="1"/>
        </p:nvSpPr>
        <p:spPr>
          <a:xfrm>
            <a:off x="1526399" y="1"/>
            <a:ext cx="10665601" cy="853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598AB3A5-9E9A-0F4F-B44F-E7B1D1AFFB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95599" y="6550219"/>
            <a:ext cx="250068" cy="2364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36000" rtlCol="0" anchor="ctr"/>
          <a:lstStyle>
            <a:lvl1pPr algn="r">
              <a:defRPr lang="en-US" sz="1000" b="1" spc="10" smtClean="0">
                <a:solidFill>
                  <a:srgbClr val="B2BECD"/>
                </a:solidFill>
              </a:defRPr>
            </a:lvl1pPr>
          </a:lstStyle>
          <a:p>
            <a:fld id="{E242BD21-9B61-2246-BCB1-4BE5E1BEBE1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AD62445-A202-3741-926B-06A74F654895}"/>
              </a:ext>
            </a:extLst>
          </p:cNvPr>
          <p:cNvSpPr txBox="1"/>
          <p:nvPr userDrawn="1"/>
        </p:nvSpPr>
        <p:spPr>
          <a:xfrm>
            <a:off x="1848464" y="146728"/>
            <a:ext cx="334297" cy="276999"/>
          </a:xfrm>
          <a:prstGeom prst="rect">
            <a:avLst/>
          </a:prstGeom>
        </p:spPr>
        <p:txBody>
          <a:bodyPr wrap="square" anchor="ctr">
            <a:spAutoFit/>
          </a:bodyPr>
          <a:lstStyle>
            <a:defPPr>
              <a:defRPr lang="en-US"/>
            </a:defPPr>
            <a:lvl1pPr>
              <a:defRPr sz="1200" b="1" spc="-10">
                <a:solidFill>
                  <a:srgbClr val="183142">
                    <a:alpha val="25000"/>
                  </a:srgbClr>
                </a:solidFill>
                <a:latin typeface="TheSans B6 SemiBold" charset="0"/>
                <a:ea typeface="TheSans B6 SemiBold" charset="0"/>
                <a:cs typeface="TheSans B6 SemiBold" charset="0"/>
              </a:defRPr>
            </a:lvl1pPr>
            <a:lvl2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lang="en-US" dirty="0">
                <a:solidFill>
                  <a:srgbClr val="B2BECD"/>
                </a:solidFill>
                <a:latin typeface="+mn-lt"/>
              </a:rPr>
              <a:t>//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A7985789-259F-8A45-8AFC-1116A7FBC4C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105790" y="169213"/>
            <a:ext cx="9639877" cy="216756"/>
          </a:xfrm>
          <a:prstGeom prst="rect">
            <a:avLst/>
          </a:prstGeom>
        </p:spPr>
        <p:txBody>
          <a:bodyPr wrap="square" lIns="0" tIns="18000" rIns="90000" bIns="0" anchor="t">
            <a:spAutoFit/>
          </a:bodyPr>
          <a:lstStyle>
            <a:lvl1pPr marL="0" indent="0">
              <a:buNone/>
              <a:defRPr lang="en-US" sz="1200" b="1" cap="all" spc="-10" baseline="0" dirty="0">
                <a:solidFill>
                  <a:srgbClr val="B2BECD"/>
                </a:solidFill>
                <a:latin typeface="+mn-lt"/>
                <a:ea typeface="TheSans B6 SemiBold" charset="0"/>
                <a:cs typeface="TheSans B6 SemiBold" charset="0"/>
              </a:defRPr>
            </a:lvl1pPr>
          </a:lstStyle>
          <a:p>
            <a:pPr marL="0" lvl="0"/>
            <a:r>
              <a:rPr lang="en-US" dirty="0"/>
              <a:t>INSERT PRESENTATION SECTION</a:t>
            </a: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0585523F-AA2C-D94A-8558-94C468B99C3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35667" y="391823"/>
            <a:ext cx="9810000" cy="282819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>
              <a:defRPr lang="en-US" sz="2000" b="1" spc="-1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228600" lvl="0" indent="-228600">
              <a:spcBef>
                <a:spcPts val="1000"/>
              </a:spcBef>
              <a:buFont typeface="Arial"/>
            </a:pPr>
            <a:r>
              <a:rPr lang="en-US" dirty="0"/>
              <a:t>Insert key slide message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5B723CB0-4ECE-354C-B92C-5CCAC7B1422C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14800" y="1368000"/>
            <a:ext cx="11232000" cy="4950000"/>
          </a:xfrm>
        </p:spPr>
        <p:txBody>
          <a:bodyPr>
            <a:noAutofit/>
          </a:bodyPr>
          <a:lstStyle>
            <a:lvl1pPr marL="285750" indent="-285750">
              <a:buFont typeface="Wingdings" pitchFamily="2" charset="2"/>
              <a:buChar char="§"/>
              <a:tabLst/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Insert content text (headers in bold)</a:t>
            </a:r>
          </a:p>
        </p:txBody>
      </p:sp>
    </p:spTree>
    <p:extLst>
      <p:ext uri="{BB962C8B-B14F-4D97-AF65-F5344CB8AC3E}">
        <p14:creationId xmlns:p14="http://schemas.microsoft.com/office/powerpoint/2010/main" val="15734875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ras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B299649B-5451-C04E-B29F-B9106BA428C6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0">
                <a:srgbClr val="AA98C4"/>
              </a:gs>
              <a:gs pos="0">
                <a:srgbClr val="576BAA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4062C32F-BF79-8E4D-80C7-A236088BE3DC}"/>
              </a:ext>
            </a:extLst>
          </p:cNvPr>
          <p:cNvSpPr/>
          <p:nvPr userDrawn="1"/>
        </p:nvSpPr>
        <p:spPr>
          <a:xfrm>
            <a:off x="-230588" y="385969"/>
            <a:ext cx="12730038" cy="7310231"/>
          </a:xfrm>
          <a:prstGeom prst="ellipse">
            <a:avLst/>
          </a:prstGeom>
          <a:gradFill flip="none" rotWithShape="1">
            <a:gsLst>
              <a:gs pos="100000">
                <a:schemeClr val="bg1">
                  <a:alpha val="0"/>
                </a:schemeClr>
              </a:gs>
              <a:gs pos="45000">
                <a:srgbClr val="FFFFFF">
                  <a:alpha val="15000"/>
                </a:srgbClr>
              </a:gs>
              <a:gs pos="0">
                <a:schemeClr val="bg1">
                  <a:alpha val="57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softEdge rad="1270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5B5964A-85C4-E845-8FF0-BCE54011F8F7}"/>
              </a:ext>
            </a:extLst>
          </p:cNvPr>
          <p:cNvSpPr/>
          <p:nvPr userDrawn="1"/>
        </p:nvSpPr>
        <p:spPr>
          <a:xfrm>
            <a:off x="0" y="-4586"/>
            <a:ext cx="12192000" cy="6858000"/>
          </a:xfrm>
          <a:prstGeom prst="rect">
            <a:avLst/>
          </a:prstGeom>
          <a:gradFill>
            <a:gsLst>
              <a:gs pos="100000">
                <a:srgbClr val="576BAA">
                  <a:alpha val="45000"/>
                </a:srgbClr>
              </a:gs>
              <a:gs pos="50000">
                <a:srgbClr val="AA98C4">
                  <a:alpha val="0"/>
                </a:srgbClr>
              </a:gs>
              <a:gs pos="0">
                <a:srgbClr val="576BAA">
                  <a:alpha val="65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8EB6C95-789F-6849-B896-687225A3A848}"/>
              </a:ext>
            </a:extLst>
          </p:cNvPr>
          <p:cNvSpPr/>
          <p:nvPr userDrawn="1"/>
        </p:nvSpPr>
        <p:spPr>
          <a:xfrm>
            <a:off x="1526399" y="1"/>
            <a:ext cx="10665601" cy="853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AD62445-A202-3741-926B-06A74F654895}"/>
              </a:ext>
            </a:extLst>
          </p:cNvPr>
          <p:cNvSpPr txBox="1"/>
          <p:nvPr userDrawn="1"/>
        </p:nvSpPr>
        <p:spPr>
          <a:xfrm>
            <a:off x="1848464" y="146728"/>
            <a:ext cx="334297" cy="276999"/>
          </a:xfrm>
          <a:prstGeom prst="rect">
            <a:avLst/>
          </a:prstGeom>
        </p:spPr>
        <p:txBody>
          <a:bodyPr wrap="square" anchor="ctr">
            <a:spAutoFit/>
          </a:bodyPr>
          <a:lstStyle>
            <a:defPPr>
              <a:defRPr lang="en-US"/>
            </a:defPPr>
            <a:lvl1pPr>
              <a:defRPr sz="1200" b="1" spc="-10">
                <a:solidFill>
                  <a:srgbClr val="183142">
                    <a:alpha val="25000"/>
                  </a:srgbClr>
                </a:solidFill>
                <a:latin typeface="TheSans B6 SemiBold" charset="0"/>
                <a:ea typeface="TheSans B6 SemiBold" charset="0"/>
                <a:cs typeface="TheSans B6 SemiBold" charset="0"/>
              </a:defRPr>
            </a:lvl1pPr>
            <a:lvl2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lang="en-US" dirty="0">
                <a:solidFill>
                  <a:srgbClr val="B2BECD"/>
                </a:solidFill>
                <a:latin typeface="+mn-lt"/>
              </a:rPr>
              <a:t>//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A7985789-259F-8A45-8AFC-1116A7FBC4C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105790" y="169213"/>
            <a:ext cx="9639877" cy="216756"/>
          </a:xfrm>
          <a:prstGeom prst="rect">
            <a:avLst/>
          </a:prstGeom>
        </p:spPr>
        <p:txBody>
          <a:bodyPr wrap="square" lIns="0" tIns="18000" rIns="90000" bIns="0" anchor="t">
            <a:spAutoFit/>
          </a:bodyPr>
          <a:lstStyle>
            <a:lvl1pPr marL="0" indent="0">
              <a:buNone/>
              <a:defRPr lang="en-US" sz="1200" b="1" cap="all" spc="-10" baseline="0" dirty="0">
                <a:solidFill>
                  <a:srgbClr val="B2BECD"/>
                </a:solidFill>
                <a:latin typeface="+mn-lt"/>
                <a:ea typeface="TheSans B6 SemiBold" charset="0"/>
                <a:cs typeface="TheSans B6 SemiBold" charset="0"/>
              </a:defRPr>
            </a:lvl1pPr>
          </a:lstStyle>
          <a:p>
            <a:pPr marL="0" lvl="0"/>
            <a:r>
              <a:rPr lang="en-US" dirty="0"/>
              <a:t>INSERT PRESENTATION SECTION</a:t>
            </a: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0585523F-AA2C-D94A-8558-94C468B99C3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35667" y="391823"/>
            <a:ext cx="9810000" cy="282819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>
              <a:defRPr lang="en-US" sz="2000" b="1" spc="-1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228600" lvl="0" indent="-228600">
              <a:spcBef>
                <a:spcPts val="1000"/>
              </a:spcBef>
              <a:buFont typeface="Arial"/>
            </a:pPr>
            <a:r>
              <a:rPr lang="en-US" dirty="0"/>
              <a:t>Insert key slide message</a:t>
            </a:r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598AB3A5-9E9A-0F4F-B44F-E7B1D1AFFB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95599" y="6550219"/>
            <a:ext cx="250068" cy="2364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36000" rtlCol="0" anchor="ctr"/>
          <a:lstStyle>
            <a:lvl1pPr algn="r">
              <a:defRPr lang="en-US" sz="1000" b="1" spc="10" smtClean="0">
                <a:solidFill>
                  <a:schemeClr val="bg1"/>
                </a:solidFill>
              </a:defRPr>
            </a:lvl1pPr>
          </a:lstStyle>
          <a:p>
            <a:fld id="{E242BD21-9B61-2246-BCB1-4BE5E1BEBE1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5B723CB0-4ECE-354C-B92C-5CCAC7B1422C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14800" y="1368000"/>
            <a:ext cx="11232000" cy="4950000"/>
          </a:xfrm>
        </p:spPr>
        <p:txBody>
          <a:bodyPr>
            <a:noAutofit/>
          </a:bodyPr>
          <a:lstStyle>
            <a:lvl1pPr marL="285750" indent="-285750">
              <a:buFont typeface="Wingdings" pitchFamily="2" charset="2"/>
              <a:buChar char="§"/>
              <a:tabLst/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Insert content text (headers in bold)</a:t>
            </a:r>
          </a:p>
        </p:txBody>
      </p:sp>
    </p:spTree>
    <p:extLst>
      <p:ext uri="{BB962C8B-B14F-4D97-AF65-F5344CB8AC3E}">
        <p14:creationId xmlns:p14="http://schemas.microsoft.com/office/powerpoint/2010/main" val="15048214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ark with graphic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Picture 29">
            <a:extLst>
              <a:ext uri="{FF2B5EF4-FFF2-40B4-BE49-F238E27FC236}">
                <a16:creationId xmlns:a16="http://schemas.microsoft.com/office/drawing/2014/main" id="{7F570A5C-1465-F949-AFD7-E381D9043BB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-2749"/>
            <a:ext cx="12192000" cy="68687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B299649B-5451-C04E-B29F-B9106BA428C6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24000">
                <a:schemeClr val="tx2">
                  <a:alpha val="80000"/>
                </a:schemeClr>
              </a:gs>
              <a:gs pos="0">
                <a:schemeClr val="tx2">
                  <a:alpha val="74000"/>
                </a:schemeClr>
              </a:gs>
              <a:gs pos="93000">
                <a:schemeClr val="tx2">
                  <a:alpha val="25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44">
              <a:solidFill>
                <a:schemeClr val="accent2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9FB5ABF-597D-DA40-9F8B-5743780B79A1}"/>
              </a:ext>
            </a:extLst>
          </p:cNvPr>
          <p:cNvSpPr/>
          <p:nvPr userDrawn="1"/>
        </p:nvSpPr>
        <p:spPr>
          <a:xfrm>
            <a:off x="0" y="1720892"/>
            <a:ext cx="12192000" cy="5145061"/>
          </a:xfrm>
          <a:prstGeom prst="rect">
            <a:avLst/>
          </a:prstGeom>
          <a:gradFill>
            <a:gsLst>
              <a:gs pos="46000">
                <a:schemeClr val="accent2">
                  <a:alpha val="0"/>
                </a:schemeClr>
              </a:gs>
              <a:gs pos="100000">
                <a:srgbClr val="DFC101">
                  <a:alpha val="32000"/>
                </a:srgbClr>
              </a:gs>
              <a:gs pos="82000">
                <a:schemeClr val="accent2">
                  <a:alpha val="1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5912" tIns="57275" rIns="85912" bIns="57275" rtlCol="0" anchor="t"/>
          <a:lstStyle/>
          <a:p>
            <a:pPr algn="l"/>
            <a:endParaRPr lang="en-US" sz="1273" dirty="0" err="1">
              <a:solidFill>
                <a:schemeClr val="bg1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0B229FA-CC1D-8949-846A-2C092B3B8178}"/>
              </a:ext>
            </a:extLst>
          </p:cNvPr>
          <p:cNvSpPr/>
          <p:nvPr userDrawn="1"/>
        </p:nvSpPr>
        <p:spPr>
          <a:xfrm>
            <a:off x="1526399" y="1"/>
            <a:ext cx="10665601" cy="853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Slide Number Placeholder 5">
            <a:extLst>
              <a:ext uri="{FF2B5EF4-FFF2-40B4-BE49-F238E27FC236}">
                <a16:creationId xmlns:a16="http://schemas.microsoft.com/office/drawing/2014/main" id="{F1029506-2B22-D540-9093-4B18C0BD13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95599" y="6550219"/>
            <a:ext cx="250068" cy="2364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36000" rtlCol="0" anchor="ctr"/>
          <a:lstStyle>
            <a:lvl1pPr algn="r">
              <a:defRPr lang="en-US" sz="1000" b="1" spc="10" smtClean="0">
                <a:solidFill>
                  <a:srgbClr val="B2BECD"/>
                </a:solidFill>
              </a:defRPr>
            </a:lvl1pPr>
          </a:lstStyle>
          <a:p>
            <a:fld id="{E242BD21-9B61-2246-BCB1-4BE5E1BEBE1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4543FC0-FA8A-4842-8FC2-F203AF9029D4}"/>
              </a:ext>
            </a:extLst>
          </p:cNvPr>
          <p:cNvSpPr txBox="1"/>
          <p:nvPr userDrawn="1"/>
        </p:nvSpPr>
        <p:spPr>
          <a:xfrm>
            <a:off x="1848464" y="146728"/>
            <a:ext cx="334297" cy="276999"/>
          </a:xfrm>
          <a:prstGeom prst="rect">
            <a:avLst/>
          </a:prstGeom>
        </p:spPr>
        <p:txBody>
          <a:bodyPr wrap="square" anchor="ctr">
            <a:spAutoFit/>
          </a:bodyPr>
          <a:lstStyle>
            <a:defPPr>
              <a:defRPr lang="en-US"/>
            </a:defPPr>
            <a:lvl1pPr>
              <a:defRPr sz="1200" b="1" spc="-10">
                <a:solidFill>
                  <a:srgbClr val="183142">
                    <a:alpha val="25000"/>
                  </a:srgbClr>
                </a:solidFill>
                <a:latin typeface="TheSans B6 SemiBold" charset="0"/>
                <a:ea typeface="TheSans B6 SemiBold" charset="0"/>
                <a:cs typeface="TheSans B6 SemiBold" charset="0"/>
              </a:defRPr>
            </a:lvl1pPr>
            <a:lvl2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lang="en-US" dirty="0">
                <a:solidFill>
                  <a:srgbClr val="B2BECD"/>
                </a:solidFill>
                <a:latin typeface="+mn-lt"/>
              </a:rPr>
              <a:t>//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B0B6AD95-6CA1-134E-A06C-BEECADF70E0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105790" y="169213"/>
            <a:ext cx="9639877" cy="216756"/>
          </a:xfrm>
          <a:prstGeom prst="rect">
            <a:avLst/>
          </a:prstGeom>
        </p:spPr>
        <p:txBody>
          <a:bodyPr wrap="square" lIns="0" tIns="18000" rIns="90000" bIns="0" anchor="t">
            <a:spAutoFit/>
          </a:bodyPr>
          <a:lstStyle>
            <a:lvl1pPr marL="0" indent="0">
              <a:buNone/>
              <a:defRPr lang="en-US" sz="1200" b="1" cap="all" spc="-10" baseline="0" dirty="0">
                <a:solidFill>
                  <a:srgbClr val="B2BECD"/>
                </a:solidFill>
                <a:latin typeface="+mn-lt"/>
                <a:ea typeface="TheSans B6 SemiBold" charset="0"/>
                <a:cs typeface="TheSans B6 SemiBold" charset="0"/>
              </a:defRPr>
            </a:lvl1pPr>
          </a:lstStyle>
          <a:p>
            <a:pPr marL="0" lvl="0"/>
            <a:r>
              <a:rPr lang="en-US" dirty="0"/>
              <a:t>INSERT PRESENTATION SECTION</a:t>
            </a:r>
          </a:p>
        </p:txBody>
      </p:sp>
      <p:sp>
        <p:nvSpPr>
          <p:cNvPr id="26" name="Title 1">
            <a:extLst>
              <a:ext uri="{FF2B5EF4-FFF2-40B4-BE49-F238E27FC236}">
                <a16:creationId xmlns:a16="http://schemas.microsoft.com/office/drawing/2014/main" id="{EC2317AA-E47D-1A45-A701-485ECFFE29F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35667" y="391823"/>
            <a:ext cx="9810000" cy="282819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>
              <a:defRPr lang="en-US" sz="2000" b="1" spc="-1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228600" lvl="0" indent="-228600">
              <a:spcBef>
                <a:spcPts val="1000"/>
              </a:spcBef>
              <a:buFont typeface="Arial"/>
            </a:pPr>
            <a:r>
              <a:rPr lang="en-US" dirty="0"/>
              <a:t>Insert key slide message</a:t>
            </a:r>
          </a:p>
        </p:txBody>
      </p:sp>
      <p:sp>
        <p:nvSpPr>
          <p:cNvPr id="33" name="Content Placeholder 2">
            <a:extLst>
              <a:ext uri="{FF2B5EF4-FFF2-40B4-BE49-F238E27FC236}">
                <a16:creationId xmlns:a16="http://schemas.microsoft.com/office/drawing/2014/main" id="{B399D4FA-CC06-BB46-A0F0-A490F2F22187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14800" y="1368000"/>
            <a:ext cx="11232000" cy="4950000"/>
          </a:xfrm>
        </p:spPr>
        <p:txBody>
          <a:bodyPr>
            <a:noAutofit/>
          </a:bodyPr>
          <a:lstStyle>
            <a:lvl1pPr marL="285750" indent="-285750">
              <a:buFont typeface="Wingdings" pitchFamily="2" charset="2"/>
              <a:buChar char="§"/>
              <a:tabLst/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Insert content text (headers in bold)</a:t>
            </a:r>
          </a:p>
        </p:txBody>
      </p:sp>
    </p:spTree>
    <p:extLst>
      <p:ext uri="{BB962C8B-B14F-4D97-AF65-F5344CB8AC3E}">
        <p14:creationId xmlns:p14="http://schemas.microsoft.com/office/powerpoint/2010/main" val="8475046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eneral reversed colo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B299649B-5451-C04E-B29F-B9106BA428C6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8EB6C95-789F-6849-B896-687225A3A848}"/>
              </a:ext>
            </a:extLst>
          </p:cNvPr>
          <p:cNvSpPr/>
          <p:nvPr userDrawn="1"/>
        </p:nvSpPr>
        <p:spPr>
          <a:xfrm>
            <a:off x="1526401" y="0"/>
            <a:ext cx="10665600" cy="8568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598AB3A5-9E9A-0F4F-B44F-E7B1D1AFFB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95599" y="6550219"/>
            <a:ext cx="250068" cy="2364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36000" rtlCol="0" anchor="ctr"/>
          <a:lstStyle>
            <a:lvl1pPr algn="r">
              <a:defRPr lang="en-US" sz="1000" b="1" spc="10" smtClean="0">
                <a:solidFill>
                  <a:srgbClr val="B2BECD"/>
                </a:solidFill>
              </a:defRPr>
            </a:lvl1pPr>
          </a:lstStyle>
          <a:p>
            <a:fld id="{E242BD21-9B61-2246-BCB1-4BE5E1BEBE1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DD864A3-F6DC-434B-B5BE-5F14C8CEA463}"/>
              </a:ext>
            </a:extLst>
          </p:cNvPr>
          <p:cNvSpPr txBox="1"/>
          <p:nvPr userDrawn="1"/>
        </p:nvSpPr>
        <p:spPr>
          <a:xfrm>
            <a:off x="1848464" y="146728"/>
            <a:ext cx="334297" cy="276999"/>
          </a:xfrm>
          <a:prstGeom prst="rect">
            <a:avLst/>
          </a:prstGeom>
        </p:spPr>
        <p:txBody>
          <a:bodyPr wrap="square" anchor="ctr">
            <a:spAutoFit/>
          </a:bodyPr>
          <a:lstStyle>
            <a:defPPr>
              <a:defRPr lang="en-US"/>
            </a:defPPr>
            <a:lvl1pPr>
              <a:defRPr sz="1200" b="1" spc="-10">
                <a:solidFill>
                  <a:srgbClr val="183142">
                    <a:alpha val="25000"/>
                  </a:srgbClr>
                </a:solidFill>
                <a:latin typeface="TheSans B6 SemiBold" charset="0"/>
                <a:ea typeface="TheSans B6 SemiBold" charset="0"/>
                <a:cs typeface="TheSans B6 SemiBold" charset="0"/>
              </a:defRPr>
            </a:lvl1pPr>
            <a:lvl2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lang="en-US" dirty="0">
                <a:solidFill>
                  <a:srgbClr val="B2BECD"/>
                </a:solidFill>
                <a:latin typeface="+mn-lt"/>
              </a:rPr>
              <a:t>//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CC299468-581B-CC41-8897-C7E1583185E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105790" y="169213"/>
            <a:ext cx="9639877" cy="216756"/>
          </a:xfrm>
          <a:prstGeom prst="rect">
            <a:avLst/>
          </a:prstGeom>
        </p:spPr>
        <p:txBody>
          <a:bodyPr wrap="square" lIns="0" tIns="18000" rIns="90000" bIns="0" anchor="t">
            <a:spAutoFit/>
          </a:bodyPr>
          <a:lstStyle>
            <a:lvl1pPr marL="0" indent="0">
              <a:buNone/>
              <a:defRPr lang="en-US" sz="1200" b="1" cap="all" spc="-10" baseline="0" dirty="0">
                <a:solidFill>
                  <a:srgbClr val="B2BECD"/>
                </a:solidFill>
                <a:latin typeface="+mn-lt"/>
                <a:ea typeface="TheSans B6 SemiBold" charset="0"/>
                <a:cs typeface="TheSans B6 SemiBold" charset="0"/>
              </a:defRPr>
            </a:lvl1pPr>
          </a:lstStyle>
          <a:p>
            <a:pPr marL="0" lvl="0"/>
            <a:r>
              <a:rPr lang="en-US" dirty="0"/>
              <a:t>INSERT PRESENTATION SECTION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8A8B0682-F79C-014E-BF74-DADFA39ECD0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35667" y="391823"/>
            <a:ext cx="9810000" cy="282819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>
              <a:defRPr lang="en-US" sz="2000" b="1" spc="-1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228600" lvl="0" indent="-228600">
              <a:spcBef>
                <a:spcPts val="1000"/>
              </a:spcBef>
              <a:buFont typeface="Arial"/>
            </a:pPr>
            <a:r>
              <a:rPr lang="en-US" dirty="0"/>
              <a:t>Insert key slide message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F750EC08-DA20-234C-8634-75139A01443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14800" y="1368000"/>
            <a:ext cx="11232000" cy="4950000"/>
          </a:xfrm>
        </p:spPr>
        <p:txBody>
          <a:bodyPr>
            <a:noAutofit/>
          </a:bodyPr>
          <a:lstStyle>
            <a:lvl1pPr marL="285750" indent="-285750">
              <a:buFont typeface="Wingdings" pitchFamily="2" charset="2"/>
              <a:buChar char="§"/>
              <a:tabLst/>
              <a:defRPr/>
            </a:lvl1pPr>
          </a:lstStyle>
          <a:p>
            <a:pPr lvl="0"/>
            <a:r>
              <a:rPr lang="en-US" dirty="0"/>
              <a:t>Insert content text (headers in bold)</a:t>
            </a:r>
          </a:p>
        </p:txBody>
      </p:sp>
    </p:spTree>
    <p:extLst>
      <p:ext uri="{BB962C8B-B14F-4D97-AF65-F5344CB8AC3E}">
        <p14:creationId xmlns:p14="http://schemas.microsoft.com/office/powerpoint/2010/main" val="1880141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C0CA7ACA-36F1-CC4B-B88F-E30BC3BB7F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95599" y="6550219"/>
            <a:ext cx="250068" cy="2364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36000" rtlCol="0" anchor="ctr"/>
          <a:lstStyle>
            <a:lvl1pPr algn="r">
              <a:defRPr lang="en-US" sz="1000" b="1" spc="10" smtClean="0">
                <a:solidFill>
                  <a:srgbClr val="B2BECD"/>
                </a:solidFill>
              </a:defRPr>
            </a:lvl1pPr>
          </a:lstStyle>
          <a:p>
            <a:fld id="{E242BD21-9B61-2246-BCB1-4BE5E1BEBE1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E70E661-2568-014D-9679-50866771DD38}"/>
              </a:ext>
            </a:extLst>
          </p:cNvPr>
          <p:cNvSpPr txBox="1"/>
          <p:nvPr userDrawn="1"/>
        </p:nvSpPr>
        <p:spPr>
          <a:xfrm>
            <a:off x="1848464" y="146728"/>
            <a:ext cx="334297" cy="276999"/>
          </a:xfrm>
          <a:prstGeom prst="rect">
            <a:avLst/>
          </a:prstGeom>
        </p:spPr>
        <p:txBody>
          <a:bodyPr wrap="square" anchor="ctr">
            <a:spAutoFit/>
          </a:bodyPr>
          <a:lstStyle>
            <a:defPPr>
              <a:defRPr lang="en-US"/>
            </a:defPPr>
            <a:lvl1pPr>
              <a:defRPr sz="1200" b="1" spc="-10">
                <a:solidFill>
                  <a:srgbClr val="183142">
                    <a:alpha val="25000"/>
                  </a:srgbClr>
                </a:solidFill>
                <a:latin typeface="TheSans B6 SemiBold" charset="0"/>
                <a:ea typeface="TheSans B6 SemiBold" charset="0"/>
                <a:cs typeface="TheSans B6 SemiBold" charset="0"/>
              </a:defRPr>
            </a:lvl1pPr>
            <a:lvl2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lang="en-US" dirty="0">
                <a:solidFill>
                  <a:srgbClr val="B2BECD"/>
                </a:solidFill>
                <a:latin typeface="+mn-lt"/>
              </a:rPr>
              <a:t>//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5E177DEE-B705-3E43-89AC-7B3420354C3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105790" y="169213"/>
            <a:ext cx="9639877" cy="216756"/>
          </a:xfrm>
          <a:prstGeom prst="rect">
            <a:avLst/>
          </a:prstGeom>
        </p:spPr>
        <p:txBody>
          <a:bodyPr wrap="square" lIns="0" tIns="18000" rIns="90000" bIns="0" anchor="t">
            <a:spAutoFit/>
          </a:bodyPr>
          <a:lstStyle>
            <a:lvl1pPr marL="0" indent="0">
              <a:buNone/>
              <a:defRPr lang="en-US" sz="1200" b="1" cap="all" spc="-10" baseline="0" dirty="0">
                <a:solidFill>
                  <a:srgbClr val="B2BECD"/>
                </a:solidFill>
                <a:latin typeface="+mn-lt"/>
                <a:ea typeface="TheSans B6 SemiBold" charset="0"/>
                <a:cs typeface="TheSans B6 SemiBold" charset="0"/>
              </a:defRPr>
            </a:lvl1pPr>
          </a:lstStyle>
          <a:p>
            <a:pPr marL="0" lvl="0"/>
            <a:r>
              <a:rPr lang="en-US" dirty="0"/>
              <a:t>INSERT PRESENTATION SECTION</a:t>
            </a: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17FC6343-20BF-144E-82D5-AAFFD46B946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35667" y="391823"/>
            <a:ext cx="9810000" cy="282819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>
              <a:defRPr lang="en-US" sz="2000" b="1" spc="-1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228600" lvl="0" indent="-228600">
              <a:spcBef>
                <a:spcPts val="1000"/>
              </a:spcBef>
              <a:buFont typeface="Arial"/>
            </a:pPr>
            <a:r>
              <a:rPr lang="en-US" dirty="0"/>
              <a:t>Insert key slide message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21934A-DE0A-C841-9479-688B6BBD6022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425450" y="1366838"/>
            <a:ext cx="5421313" cy="4950149"/>
          </a:xfrm>
        </p:spPr>
        <p:txBody>
          <a:bodyPr lIns="90000" rIns="90000">
            <a:noAutofit/>
          </a:bodyPr>
          <a:lstStyle>
            <a:lvl1pPr marL="268288" indent="-268288">
              <a:tabLst/>
              <a:defRPr/>
            </a:lvl1pPr>
          </a:lstStyle>
          <a:p>
            <a:pPr lvl="0"/>
            <a:r>
              <a:rPr lang="en-US" dirty="0"/>
              <a:t>Insert content text (headers in bold)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0DA720B1-8ADB-B746-A933-6029EBDCC50B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6345667" y="1366837"/>
            <a:ext cx="5421313" cy="4950150"/>
          </a:xfrm>
        </p:spPr>
        <p:txBody>
          <a:bodyPr lIns="90000" rIns="90000">
            <a:noAutofit/>
          </a:bodyPr>
          <a:lstStyle>
            <a:lvl1pPr marL="268288" indent="-268288">
              <a:tabLst/>
              <a:defRPr/>
            </a:lvl1pPr>
          </a:lstStyle>
          <a:p>
            <a:pPr lvl="0"/>
            <a:r>
              <a:rPr lang="en-US" dirty="0"/>
              <a:t>Insert content text (headers in bold)</a:t>
            </a:r>
          </a:p>
        </p:txBody>
      </p:sp>
    </p:spTree>
    <p:extLst>
      <p:ext uri="{BB962C8B-B14F-4D97-AF65-F5344CB8AC3E}">
        <p14:creationId xmlns:p14="http://schemas.microsoft.com/office/powerpoint/2010/main" val="19905615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s contra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602F3CE-3A89-6048-9903-A3ECEDE9519E}"/>
              </a:ext>
            </a:extLst>
          </p:cNvPr>
          <p:cNvSpPr/>
          <p:nvPr userDrawn="1"/>
        </p:nvSpPr>
        <p:spPr>
          <a:xfrm>
            <a:off x="6092456" y="857977"/>
            <a:ext cx="6099544" cy="600954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A4A2A52-2842-B847-AEC4-CBD2BA3484C4}"/>
              </a:ext>
            </a:extLst>
          </p:cNvPr>
          <p:cNvSpPr txBox="1"/>
          <p:nvPr userDrawn="1"/>
        </p:nvSpPr>
        <p:spPr>
          <a:xfrm>
            <a:off x="1848464" y="146728"/>
            <a:ext cx="334297" cy="276999"/>
          </a:xfrm>
          <a:prstGeom prst="rect">
            <a:avLst/>
          </a:prstGeom>
        </p:spPr>
        <p:txBody>
          <a:bodyPr wrap="square" anchor="ctr">
            <a:spAutoFit/>
          </a:bodyPr>
          <a:lstStyle>
            <a:defPPr>
              <a:defRPr lang="en-US"/>
            </a:defPPr>
            <a:lvl1pPr>
              <a:defRPr sz="1200" b="1" spc="-10">
                <a:solidFill>
                  <a:srgbClr val="183142">
                    <a:alpha val="25000"/>
                  </a:srgbClr>
                </a:solidFill>
                <a:latin typeface="TheSans B6 SemiBold" charset="0"/>
                <a:ea typeface="TheSans B6 SemiBold" charset="0"/>
                <a:cs typeface="TheSans B6 SemiBold" charset="0"/>
              </a:defRPr>
            </a:lvl1pPr>
            <a:lvl2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lang="en-US" dirty="0">
                <a:solidFill>
                  <a:srgbClr val="B2BECD"/>
                </a:solidFill>
                <a:latin typeface="+mn-lt"/>
              </a:rPr>
              <a:t>//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49C73C1F-AEDD-7D45-8181-915FDFA1014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105790" y="169213"/>
            <a:ext cx="9639877" cy="216756"/>
          </a:xfrm>
          <a:prstGeom prst="rect">
            <a:avLst/>
          </a:prstGeom>
        </p:spPr>
        <p:txBody>
          <a:bodyPr wrap="square" lIns="0" tIns="18000" rIns="90000" bIns="0" anchor="t">
            <a:spAutoFit/>
          </a:bodyPr>
          <a:lstStyle>
            <a:lvl1pPr marL="0" indent="0">
              <a:buNone/>
              <a:defRPr lang="en-US" sz="1200" b="1" cap="all" spc="-10" baseline="0" dirty="0">
                <a:solidFill>
                  <a:srgbClr val="B2BECD"/>
                </a:solidFill>
                <a:latin typeface="+mn-lt"/>
                <a:ea typeface="TheSans B6 SemiBold" charset="0"/>
                <a:cs typeface="TheSans B6 SemiBold" charset="0"/>
              </a:defRPr>
            </a:lvl1pPr>
          </a:lstStyle>
          <a:p>
            <a:pPr marL="0" lvl="0"/>
            <a:r>
              <a:rPr lang="en-US" dirty="0"/>
              <a:t>INSERT PRESENTATION SECTION</a:t>
            </a:r>
          </a:p>
        </p:txBody>
      </p:sp>
      <p:sp>
        <p:nvSpPr>
          <p:cNvPr id="24" name="Title 1">
            <a:extLst>
              <a:ext uri="{FF2B5EF4-FFF2-40B4-BE49-F238E27FC236}">
                <a16:creationId xmlns:a16="http://schemas.microsoft.com/office/drawing/2014/main" id="{E9CA1143-6585-1C41-BCC0-F6D86454877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35667" y="391823"/>
            <a:ext cx="9810000" cy="282819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>
              <a:defRPr lang="en-US" sz="2000" b="1" spc="-1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228600" lvl="0" indent="-228600">
              <a:spcBef>
                <a:spcPts val="1000"/>
              </a:spcBef>
              <a:buFont typeface="Arial"/>
            </a:pPr>
            <a:r>
              <a:rPr lang="en-US" dirty="0"/>
              <a:t>Insert key slide message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F3655483-73D5-1842-B980-1CB68BC0E61E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425450" y="1366838"/>
            <a:ext cx="5421313" cy="4950149"/>
          </a:xfrm>
        </p:spPr>
        <p:txBody>
          <a:bodyPr lIns="90000" rIns="90000">
            <a:noAutofit/>
          </a:bodyPr>
          <a:lstStyle>
            <a:lvl1pPr marL="268288" indent="-268288">
              <a:tabLst/>
              <a:defRPr/>
            </a:lvl1pPr>
          </a:lstStyle>
          <a:p>
            <a:pPr lvl="0"/>
            <a:r>
              <a:rPr lang="en-US" dirty="0"/>
              <a:t>Insert content text (headers in bold)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DC502811-F846-1F49-AD36-092A6CA4C35B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6345667" y="1366837"/>
            <a:ext cx="5421313" cy="4950150"/>
          </a:xfrm>
        </p:spPr>
        <p:txBody>
          <a:bodyPr lIns="90000" rIns="90000">
            <a:noAutofit/>
          </a:bodyPr>
          <a:lstStyle>
            <a:lvl1pPr marL="268288" indent="-268288">
              <a:tabLst/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Insert content text (headers in bold)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33317707-F6BD-BC43-AFE4-EF3A58BA0D6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95599" y="6550219"/>
            <a:ext cx="250068" cy="2364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36000" rtlCol="0" anchor="ctr"/>
          <a:lstStyle>
            <a:lvl1pPr algn="r">
              <a:defRPr lang="en-US" sz="1000" b="1" spc="10" smtClean="0">
                <a:solidFill>
                  <a:srgbClr val="B2BECD"/>
                </a:solidFill>
              </a:defRPr>
            </a:lvl1pPr>
          </a:lstStyle>
          <a:p>
            <a:fld id="{E242BD21-9B61-2246-BCB1-4BE5E1BEBE1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65944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9">
            <a:extLst>
              <a:ext uri="{FF2B5EF4-FFF2-40B4-BE49-F238E27FC236}">
                <a16:creationId xmlns:a16="http://schemas.microsoft.com/office/drawing/2014/main" id="{EAB487C9-ECA1-B54D-8C96-3D8551EC5901}"/>
              </a:ext>
            </a:extLst>
          </p:cNvPr>
          <p:cNvSpPr txBox="1"/>
          <p:nvPr userDrawn="1"/>
        </p:nvSpPr>
        <p:spPr>
          <a:xfrm>
            <a:off x="1848464" y="146728"/>
            <a:ext cx="334297" cy="276999"/>
          </a:xfrm>
          <a:prstGeom prst="rect">
            <a:avLst/>
          </a:prstGeom>
        </p:spPr>
        <p:txBody>
          <a:bodyPr wrap="square" anchor="ctr">
            <a:spAutoFit/>
          </a:bodyPr>
          <a:lstStyle>
            <a:defPPr>
              <a:defRPr lang="en-US"/>
            </a:defPPr>
            <a:lvl1pPr>
              <a:defRPr sz="1200" b="1" spc="-10">
                <a:solidFill>
                  <a:srgbClr val="183142">
                    <a:alpha val="25000"/>
                  </a:srgbClr>
                </a:solidFill>
                <a:latin typeface="TheSans B6 SemiBold" charset="0"/>
                <a:ea typeface="TheSans B6 SemiBold" charset="0"/>
                <a:cs typeface="TheSans B6 SemiBold" charset="0"/>
              </a:defRPr>
            </a:lvl1pPr>
            <a:lvl2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lang="en-US" dirty="0">
                <a:solidFill>
                  <a:srgbClr val="B2BECD"/>
                </a:solidFill>
                <a:latin typeface="+mn-lt"/>
              </a:rPr>
              <a:t>//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AFA66B3B-E195-4A46-97EC-4F5B8E0BC80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105790" y="169213"/>
            <a:ext cx="9639877" cy="216756"/>
          </a:xfrm>
          <a:prstGeom prst="rect">
            <a:avLst/>
          </a:prstGeom>
        </p:spPr>
        <p:txBody>
          <a:bodyPr wrap="square" lIns="0" tIns="18000" rIns="90000" bIns="0" anchor="t">
            <a:spAutoFit/>
          </a:bodyPr>
          <a:lstStyle>
            <a:lvl1pPr marL="0" indent="0">
              <a:buNone/>
              <a:defRPr lang="en-US" sz="1200" b="1" cap="all" spc="-10" baseline="0" dirty="0">
                <a:solidFill>
                  <a:srgbClr val="B2BECD"/>
                </a:solidFill>
                <a:latin typeface="+mn-lt"/>
                <a:ea typeface="TheSans B6 SemiBold" charset="0"/>
                <a:cs typeface="TheSans B6 SemiBold" charset="0"/>
              </a:defRPr>
            </a:lvl1pPr>
          </a:lstStyle>
          <a:p>
            <a:pPr marL="0" lvl="0"/>
            <a:r>
              <a:rPr lang="en-US" dirty="0"/>
              <a:t>INSERT PRESENTATION SECTION</a:t>
            </a:r>
          </a:p>
        </p:txBody>
      </p:sp>
      <p:sp>
        <p:nvSpPr>
          <p:cNvPr id="22" name="Title 1">
            <a:extLst>
              <a:ext uri="{FF2B5EF4-FFF2-40B4-BE49-F238E27FC236}">
                <a16:creationId xmlns:a16="http://schemas.microsoft.com/office/drawing/2014/main" id="{3163FBFA-31D9-6B47-A169-FE02B11448F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35667" y="391823"/>
            <a:ext cx="9810000" cy="282819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>
              <a:defRPr lang="en-US" sz="2000" b="1" spc="-1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228600" lvl="0" indent="-228600">
              <a:spcBef>
                <a:spcPts val="1000"/>
              </a:spcBef>
              <a:buFont typeface="Arial"/>
            </a:pPr>
            <a:r>
              <a:rPr lang="en-US" dirty="0"/>
              <a:t>Insert key slide message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7C84D26-9EDC-F949-AC1A-A72B1BBE389A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425304" y="1366988"/>
            <a:ext cx="3548218" cy="4950000"/>
          </a:xfrm>
        </p:spPr>
        <p:txBody>
          <a:bodyPr lIns="90000" tIns="46800" rIns="90000">
            <a:noAutofit/>
          </a:bodyPr>
          <a:lstStyle>
            <a:lvl1pPr marL="268288" indent="-268288">
              <a:tabLst/>
              <a:defRPr/>
            </a:lvl1pPr>
          </a:lstStyle>
          <a:p>
            <a:pPr lvl="0"/>
            <a:r>
              <a:rPr lang="en-US" dirty="0"/>
              <a:t>Insert content text (headers in bold)</a:t>
            </a:r>
          </a:p>
        </p:txBody>
      </p:sp>
      <p:sp>
        <p:nvSpPr>
          <p:cNvPr id="18" name="Content Placeholder 4">
            <a:extLst>
              <a:ext uri="{FF2B5EF4-FFF2-40B4-BE49-F238E27FC236}">
                <a16:creationId xmlns:a16="http://schemas.microsoft.com/office/drawing/2014/main" id="{3817169C-C0BF-0A40-9984-FECFBA08563F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4332642" y="1366988"/>
            <a:ext cx="3548218" cy="4950000"/>
          </a:xfrm>
        </p:spPr>
        <p:txBody>
          <a:bodyPr lIns="90000" tIns="46800" rIns="90000">
            <a:noAutofit/>
          </a:bodyPr>
          <a:lstStyle>
            <a:lvl1pPr marL="268288" indent="-268288">
              <a:tabLst/>
              <a:defRPr/>
            </a:lvl1pPr>
          </a:lstStyle>
          <a:p>
            <a:pPr lvl="0"/>
            <a:r>
              <a:rPr lang="en-US" dirty="0"/>
              <a:t>Insert content text (headers in bold)</a:t>
            </a:r>
          </a:p>
        </p:txBody>
      </p:sp>
      <p:sp>
        <p:nvSpPr>
          <p:cNvPr id="19" name="Content Placeholder 4">
            <a:extLst>
              <a:ext uri="{FF2B5EF4-FFF2-40B4-BE49-F238E27FC236}">
                <a16:creationId xmlns:a16="http://schemas.microsoft.com/office/drawing/2014/main" id="{6FEB4DC9-D693-9443-81DF-3152226B1930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8197449" y="1366988"/>
            <a:ext cx="3548218" cy="4950000"/>
          </a:xfrm>
        </p:spPr>
        <p:txBody>
          <a:bodyPr lIns="90000" tIns="46800" rIns="90000">
            <a:noAutofit/>
          </a:bodyPr>
          <a:lstStyle>
            <a:lvl1pPr marL="268288" indent="-268288">
              <a:tabLst/>
              <a:defRPr/>
            </a:lvl1pPr>
          </a:lstStyle>
          <a:p>
            <a:pPr lvl="0"/>
            <a:r>
              <a:rPr lang="en-US" dirty="0"/>
              <a:t>Insert content text (headers in bold)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F45A2829-FFCA-D14F-91DA-F2D5FAE26F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95599" y="6550219"/>
            <a:ext cx="250068" cy="2364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36000" rtlCol="0" anchor="ctr"/>
          <a:lstStyle>
            <a:lvl1pPr algn="r">
              <a:defRPr lang="en-US" sz="1000" b="1" spc="10" smtClean="0">
                <a:solidFill>
                  <a:srgbClr val="B2BECD"/>
                </a:solidFill>
              </a:defRPr>
            </a:lvl1pPr>
          </a:lstStyle>
          <a:p>
            <a:fld id="{E242BD21-9B61-2246-BCB1-4BE5E1BEBE1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126539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s +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9">
            <a:extLst>
              <a:ext uri="{FF2B5EF4-FFF2-40B4-BE49-F238E27FC236}">
                <a16:creationId xmlns:a16="http://schemas.microsoft.com/office/drawing/2014/main" id="{EAB487C9-ECA1-B54D-8C96-3D8551EC5901}"/>
              </a:ext>
            </a:extLst>
          </p:cNvPr>
          <p:cNvSpPr txBox="1"/>
          <p:nvPr userDrawn="1"/>
        </p:nvSpPr>
        <p:spPr>
          <a:xfrm>
            <a:off x="1848464" y="146728"/>
            <a:ext cx="334297" cy="276999"/>
          </a:xfrm>
          <a:prstGeom prst="rect">
            <a:avLst/>
          </a:prstGeom>
        </p:spPr>
        <p:txBody>
          <a:bodyPr wrap="square" anchor="ctr">
            <a:spAutoFit/>
          </a:bodyPr>
          <a:lstStyle>
            <a:defPPr>
              <a:defRPr lang="en-US"/>
            </a:defPPr>
            <a:lvl1pPr>
              <a:defRPr sz="1200" b="1" spc="-10">
                <a:solidFill>
                  <a:srgbClr val="183142">
                    <a:alpha val="25000"/>
                  </a:srgbClr>
                </a:solidFill>
                <a:latin typeface="TheSans B6 SemiBold" charset="0"/>
                <a:ea typeface="TheSans B6 SemiBold" charset="0"/>
                <a:cs typeface="TheSans B6 SemiBold" charset="0"/>
              </a:defRPr>
            </a:lvl1pPr>
            <a:lvl2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lang="en-US" dirty="0">
                <a:solidFill>
                  <a:srgbClr val="B2BECD"/>
                </a:solidFill>
                <a:latin typeface="+mn-lt"/>
              </a:rPr>
              <a:t>//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AFA66B3B-E195-4A46-97EC-4F5B8E0BC80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105790" y="169213"/>
            <a:ext cx="9639877" cy="216756"/>
          </a:xfrm>
          <a:prstGeom prst="rect">
            <a:avLst/>
          </a:prstGeom>
        </p:spPr>
        <p:txBody>
          <a:bodyPr wrap="square" lIns="0" tIns="18000" rIns="90000" bIns="0" anchor="t">
            <a:spAutoFit/>
          </a:bodyPr>
          <a:lstStyle>
            <a:lvl1pPr marL="0" indent="0">
              <a:buNone/>
              <a:defRPr lang="en-US" sz="1200" b="1" cap="all" spc="-10" baseline="0" dirty="0">
                <a:solidFill>
                  <a:srgbClr val="B2BECD"/>
                </a:solidFill>
                <a:latin typeface="+mn-lt"/>
                <a:ea typeface="TheSans B6 SemiBold" charset="0"/>
                <a:cs typeface="TheSans B6 SemiBold" charset="0"/>
              </a:defRPr>
            </a:lvl1pPr>
          </a:lstStyle>
          <a:p>
            <a:pPr marL="0" lvl="0"/>
            <a:r>
              <a:rPr lang="en-US" dirty="0"/>
              <a:t>INSERT PRESENTATION SECTION</a:t>
            </a:r>
          </a:p>
        </p:txBody>
      </p:sp>
      <p:sp>
        <p:nvSpPr>
          <p:cNvPr id="22" name="Title 1">
            <a:extLst>
              <a:ext uri="{FF2B5EF4-FFF2-40B4-BE49-F238E27FC236}">
                <a16:creationId xmlns:a16="http://schemas.microsoft.com/office/drawing/2014/main" id="{3163FBFA-31D9-6B47-A169-FE02B11448F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35667" y="391823"/>
            <a:ext cx="9810000" cy="282819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>
              <a:defRPr lang="en-US" sz="2000" b="1" spc="-1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228600" lvl="0" indent="-228600">
              <a:spcBef>
                <a:spcPts val="1000"/>
              </a:spcBef>
              <a:buFont typeface="Arial"/>
            </a:pPr>
            <a:r>
              <a:rPr lang="en-US" dirty="0"/>
              <a:t>Insert key slide message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3A7E353-A588-4F4A-90F0-66ACD5821690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8218715" y="1366988"/>
            <a:ext cx="3526952" cy="4950000"/>
          </a:xfrm>
          <a:prstGeom prst="rect">
            <a:avLst/>
          </a:prstGeom>
        </p:spPr>
        <p:txBody>
          <a:bodyPr wrap="square" lIns="0" rIns="0" bIns="46800" anchor="ctr"/>
          <a:lstStyle>
            <a:lvl1pPr marL="0" indent="0" algn="ctr">
              <a:buNone/>
              <a:defRPr lang="en-US" sz="1400" b="0">
                <a:solidFill>
                  <a:schemeClr val="tx2"/>
                </a:solidFill>
              </a:defRPr>
            </a:lvl1pPr>
          </a:lstStyle>
          <a:p>
            <a:pPr marL="228600" lvl="0" indent="-228600">
              <a:lnSpc>
                <a:spcPct val="114000"/>
              </a:lnSpc>
            </a:pPr>
            <a:r>
              <a:rPr lang="en-US" dirty="0"/>
              <a:t>Insert a picture here. </a:t>
            </a:r>
            <a:br>
              <a:rPr lang="en-US" dirty="0"/>
            </a:br>
            <a:r>
              <a:rPr lang="en-US" dirty="0"/>
              <a:t>The picture will be cropped to placeholder.</a:t>
            </a:r>
            <a:br>
              <a:rPr lang="en-US" dirty="0"/>
            </a:br>
            <a:r>
              <a:rPr lang="en-US" dirty="0"/>
              <a:t>The position can be set via picture settings.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sp>
        <p:nvSpPr>
          <p:cNvPr id="12" name="Content Placeholder 4">
            <a:extLst>
              <a:ext uri="{FF2B5EF4-FFF2-40B4-BE49-F238E27FC236}">
                <a16:creationId xmlns:a16="http://schemas.microsoft.com/office/drawing/2014/main" id="{0930E766-BD21-724F-ADBE-C3AA43F4CD87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425304" y="1366988"/>
            <a:ext cx="3548218" cy="4950000"/>
          </a:xfrm>
        </p:spPr>
        <p:txBody>
          <a:bodyPr lIns="90000" rIns="90000">
            <a:noAutofit/>
          </a:bodyPr>
          <a:lstStyle>
            <a:lvl1pPr marL="268288" indent="-268288">
              <a:tabLst/>
              <a:defRPr/>
            </a:lvl1pPr>
          </a:lstStyle>
          <a:p>
            <a:pPr lvl="0"/>
            <a:r>
              <a:rPr lang="en-US" dirty="0"/>
              <a:t>Insert content text (headers in bold)</a:t>
            </a:r>
          </a:p>
        </p:txBody>
      </p:sp>
      <p:sp>
        <p:nvSpPr>
          <p:cNvPr id="13" name="Content Placeholder 4">
            <a:extLst>
              <a:ext uri="{FF2B5EF4-FFF2-40B4-BE49-F238E27FC236}">
                <a16:creationId xmlns:a16="http://schemas.microsoft.com/office/drawing/2014/main" id="{F11B0C39-D009-B544-B7E4-F06D9BA4A5A7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4332642" y="1366988"/>
            <a:ext cx="3548218" cy="4950000"/>
          </a:xfrm>
        </p:spPr>
        <p:txBody>
          <a:bodyPr lIns="90000" rIns="90000">
            <a:noAutofit/>
          </a:bodyPr>
          <a:lstStyle>
            <a:lvl1pPr marL="268288" indent="-268288">
              <a:tabLst/>
              <a:defRPr/>
            </a:lvl1pPr>
          </a:lstStyle>
          <a:p>
            <a:pPr lvl="0"/>
            <a:r>
              <a:rPr lang="en-US" dirty="0"/>
              <a:t>Insert content text (headers in bold)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9D44F31D-ED30-0B48-8DF3-597B351FA8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95599" y="6550219"/>
            <a:ext cx="250068" cy="2364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36000" rtlCol="0" anchor="ctr"/>
          <a:lstStyle>
            <a:lvl1pPr algn="r">
              <a:defRPr lang="en-US" sz="1000" b="1" spc="10" smtClean="0">
                <a:solidFill>
                  <a:srgbClr val="B2BECD"/>
                </a:solidFill>
              </a:defRPr>
            </a:lvl1pPr>
          </a:lstStyle>
          <a:p>
            <a:fld id="{E242BD21-9B61-2246-BCB1-4BE5E1BEBE1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531192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5A208878-2260-3E4C-BBF0-1ABC5DE85308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8218713" y="1366988"/>
            <a:ext cx="3526953" cy="4951412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400" b="0" i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Insert a picture here. </a:t>
            </a:r>
            <a:br>
              <a:rPr lang="en-US" dirty="0"/>
            </a:br>
            <a:r>
              <a:rPr lang="en-US" dirty="0"/>
              <a:t>The picture will be cropped to placeholder size.</a:t>
            </a:r>
            <a:br>
              <a:rPr lang="en-US" dirty="0"/>
            </a:br>
            <a:r>
              <a:rPr lang="en-US" dirty="0"/>
              <a:t>The position can be set via picture settings.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E2F1FF5-0CB8-5244-87C9-8C167EB6734D}"/>
              </a:ext>
            </a:extLst>
          </p:cNvPr>
          <p:cNvSpPr txBox="1"/>
          <p:nvPr userDrawn="1"/>
        </p:nvSpPr>
        <p:spPr>
          <a:xfrm>
            <a:off x="1848464" y="146728"/>
            <a:ext cx="334297" cy="276999"/>
          </a:xfrm>
          <a:prstGeom prst="rect">
            <a:avLst/>
          </a:prstGeom>
        </p:spPr>
        <p:txBody>
          <a:bodyPr wrap="square" anchor="ctr">
            <a:spAutoFit/>
          </a:bodyPr>
          <a:lstStyle>
            <a:defPPr>
              <a:defRPr lang="en-US"/>
            </a:defPPr>
            <a:lvl1pPr>
              <a:defRPr sz="1200" b="1" spc="-10">
                <a:solidFill>
                  <a:srgbClr val="183142">
                    <a:alpha val="25000"/>
                  </a:srgbClr>
                </a:solidFill>
                <a:latin typeface="TheSans B6 SemiBold" charset="0"/>
                <a:ea typeface="TheSans B6 SemiBold" charset="0"/>
                <a:cs typeface="TheSans B6 SemiBold" charset="0"/>
              </a:defRPr>
            </a:lvl1pPr>
            <a:lvl2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lang="en-US" dirty="0">
                <a:solidFill>
                  <a:srgbClr val="B2BECD"/>
                </a:solidFill>
                <a:latin typeface="+mn-lt"/>
              </a:rPr>
              <a:t>//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8289E72B-8537-DA46-B51A-1764BAD110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105790" y="169213"/>
            <a:ext cx="9639877" cy="216756"/>
          </a:xfrm>
          <a:prstGeom prst="rect">
            <a:avLst/>
          </a:prstGeom>
        </p:spPr>
        <p:txBody>
          <a:bodyPr wrap="square" lIns="0" tIns="18000" rIns="90000" bIns="0" anchor="t">
            <a:spAutoFit/>
          </a:bodyPr>
          <a:lstStyle>
            <a:lvl1pPr marL="0" indent="0">
              <a:buNone/>
              <a:defRPr lang="en-US" sz="1200" b="1" cap="all" spc="-10" baseline="0" dirty="0">
                <a:solidFill>
                  <a:srgbClr val="B2BECD"/>
                </a:solidFill>
                <a:latin typeface="+mn-lt"/>
                <a:ea typeface="TheSans B6 SemiBold" charset="0"/>
                <a:cs typeface="TheSans B6 SemiBold" charset="0"/>
              </a:defRPr>
            </a:lvl1pPr>
          </a:lstStyle>
          <a:p>
            <a:pPr marL="0" lvl="0"/>
            <a:r>
              <a:rPr lang="en-US" dirty="0"/>
              <a:t>INSERT PRESENTATION SECTION</a:t>
            </a:r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DCAD90D6-8AB2-DE4E-A1B2-D53B38CD257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35667" y="391823"/>
            <a:ext cx="9810000" cy="282819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>
              <a:defRPr lang="en-US" sz="2000" b="1" spc="-1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228600" lvl="0" indent="-228600">
              <a:spcBef>
                <a:spcPts val="1000"/>
              </a:spcBef>
              <a:buFont typeface="Arial"/>
            </a:pPr>
            <a:r>
              <a:rPr lang="en-US" dirty="0"/>
              <a:t>Insert key slide message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61AE6A-17BD-3C43-B24D-A3D22CFBB4AC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514372" y="1366988"/>
            <a:ext cx="7345113" cy="4951412"/>
          </a:xfrm>
        </p:spPr>
        <p:txBody>
          <a:bodyPr>
            <a:noAutofit/>
          </a:bodyPr>
          <a:lstStyle>
            <a:lvl1pPr marL="268288" indent="-268288">
              <a:tabLst/>
              <a:defRPr/>
            </a:lvl1pPr>
          </a:lstStyle>
          <a:p>
            <a:pPr lvl="0"/>
            <a:r>
              <a:rPr lang="en-US" dirty="0"/>
              <a:t>Insert content text (headers in bold)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A1EFC51B-F0FA-CF4B-AC2A-30474AC390B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95599" y="6550219"/>
            <a:ext cx="250068" cy="2364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36000" rtlCol="0" anchor="ctr"/>
          <a:lstStyle>
            <a:lvl1pPr algn="r">
              <a:defRPr lang="en-US" sz="1000" b="1" spc="10" smtClean="0">
                <a:solidFill>
                  <a:srgbClr val="B2BECD"/>
                </a:solidFill>
              </a:defRPr>
            </a:lvl1pPr>
          </a:lstStyle>
          <a:p>
            <a:fld id="{E242BD21-9B61-2246-BCB1-4BE5E1BEBE1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178396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tric overvie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EE4B9930-CD1C-CA44-8C43-D95C6097D120}"/>
              </a:ext>
            </a:extLst>
          </p:cNvPr>
          <p:cNvSpPr/>
          <p:nvPr userDrawn="1"/>
        </p:nvSpPr>
        <p:spPr>
          <a:xfrm>
            <a:off x="4989841" y="5698067"/>
            <a:ext cx="7202159" cy="115993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2A564C0-5D9C-5145-B29A-05DCBD35ED69}"/>
              </a:ext>
            </a:extLst>
          </p:cNvPr>
          <p:cNvSpPr txBox="1"/>
          <p:nvPr userDrawn="1"/>
        </p:nvSpPr>
        <p:spPr>
          <a:xfrm>
            <a:off x="1848464" y="146728"/>
            <a:ext cx="334297" cy="276999"/>
          </a:xfrm>
          <a:prstGeom prst="rect">
            <a:avLst/>
          </a:prstGeom>
        </p:spPr>
        <p:txBody>
          <a:bodyPr wrap="square" anchor="ctr">
            <a:spAutoFit/>
          </a:bodyPr>
          <a:lstStyle>
            <a:defPPr>
              <a:defRPr lang="en-US"/>
            </a:defPPr>
            <a:lvl1pPr>
              <a:defRPr sz="1200" b="1" spc="-10">
                <a:solidFill>
                  <a:srgbClr val="183142">
                    <a:alpha val="25000"/>
                  </a:srgbClr>
                </a:solidFill>
                <a:latin typeface="TheSans B6 SemiBold" charset="0"/>
                <a:ea typeface="TheSans B6 SemiBold" charset="0"/>
                <a:cs typeface="TheSans B6 SemiBold" charset="0"/>
              </a:defRPr>
            </a:lvl1pPr>
            <a:lvl2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lang="en-US" dirty="0">
                <a:solidFill>
                  <a:srgbClr val="B2BECD"/>
                </a:solidFill>
                <a:latin typeface="+mn-lt"/>
              </a:rPr>
              <a:t>//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5F98EE3B-D03A-DD43-A8E2-3C5AB37DAAE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105790" y="169213"/>
            <a:ext cx="9639877" cy="216756"/>
          </a:xfrm>
          <a:prstGeom prst="rect">
            <a:avLst/>
          </a:prstGeom>
        </p:spPr>
        <p:txBody>
          <a:bodyPr wrap="square" lIns="0" tIns="18000" rIns="90000" bIns="0" anchor="t">
            <a:spAutoFit/>
          </a:bodyPr>
          <a:lstStyle>
            <a:lvl1pPr marL="0" indent="0">
              <a:buNone/>
              <a:defRPr lang="en-US" sz="1200" b="1" cap="all" spc="-10" baseline="0" dirty="0">
                <a:solidFill>
                  <a:srgbClr val="B2BECD"/>
                </a:solidFill>
                <a:latin typeface="+mn-lt"/>
                <a:ea typeface="TheSans B6 SemiBold" charset="0"/>
                <a:cs typeface="TheSans B6 SemiBold" charset="0"/>
              </a:defRPr>
            </a:lvl1pPr>
          </a:lstStyle>
          <a:p>
            <a:pPr marL="0" lvl="0"/>
            <a:r>
              <a:rPr lang="en-US" dirty="0"/>
              <a:t>INSERT PRESENTATION SECTION</a:t>
            </a: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7A393E49-A939-1E42-9494-C19B9F240D9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35667" y="391823"/>
            <a:ext cx="9810000" cy="282819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>
              <a:defRPr lang="en-US" sz="2000" b="1" spc="-1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228600" lvl="0" indent="-228600">
              <a:spcBef>
                <a:spcPts val="1000"/>
              </a:spcBef>
              <a:buFont typeface="Arial"/>
            </a:pPr>
            <a:r>
              <a:rPr lang="en-US" dirty="0"/>
              <a:t>Insert key slide message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C01FCD5-EE6E-3543-8FD5-9B4F7C1A74C1}"/>
              </a:ext>
            </a:extLst>
          </p:cNvPr>
          <p:cNvSpPr/>
          <p:nvPr userDrawn="1"/>
        </p:nvSpPr>
        <p:spPr>
          <a:xfrm>
            <a:off x="0" y="5505561"/>
            <a:ext cx="4253241" cy="78671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41" name="Text Placeholder 11">
            <a:extLst>
              <a:ext uri="{FF2B5EF4-FFF2-40B4-BE49-F238E27FC236}">
                <a16:creationId xmlns:a16="http://schemas.microsoft.com/office/drawing/2014/main" id="{ECB82676-C1C3-D348-AF83-1EF35EDE361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983832" y="5908297"/>
            <a:ext cx="984550" cy="199737"/>
          </a:xfrm>
          <a:prstGeom prst="rect">
            <a:avLst/>
          </a:prstGeom>
          <a:noFill/>
        </p:spPr>
        <p:txBody>
          <a:bodyPr lIns="0" tIns="0" rIns="0" bIns="0" anchor="ctr"/>
          <a:lstStyle>
            <a:lvl1pPr marL="0" indent="0" algn="ctr">
              <a:lnSpc>
                <a:spcPct val="70000"/>
              </a:lnSpc>
              <a:spcBef>
                <a:spcPts val="0"/>
              </a:spcBef>
              <a:buNone/>
              <a:defRPr sz="1800" b="0" i="0">
                <a:solidFill>
                  <a:schemeClr val="bg1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IIIII</a:t>
            </a:r>
          </a:p>
        </p:txBody>
      </p:sp>
      <p:sp>
        <p:nvSpPr>
          <p:cNvPr id="46" name="Text Placeholder 11">
            <a:extLst>
              <a:ext uri="{FF2B5EF4-FFF2-40B4-BE49-F238E27FC236}">
                <a16:creationId xmlns:a16="http://schemas.microsoft.com/office/drawing/2014/main" id="{835C75AB-59F9-834C-8767-A3EB61616D94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234754" y="5695488"/>
            <a:ext cx="482705" cy="198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buNone/>
              <a:defRPr sz="1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#.#</a:t>
            </a:r>
          </a:p>
        </p:txBody>
      </p:sp>
      <p:sp>
        <p:nvSpPr>
          <p:cNvPr id="44" name="Text Placeholder 11">
            <a:extLst>
              <a:ext uri="{FF2B5EF4-FFF2-40B4-BE49-F238E27FC236}">
                <a16:creationId xmlns:a16="http://schemas.microsoft.com/office/drawing/2014/main" id="{430E3A36-E8DA-6C49-9EB1-E22666F652A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14373" y="5798438"/>
            <a:ext cx="2397600" cy="223200"/>
          </a:xfrm>
          <a:prstGeom prst="rect">
            <a:avLst/>
          </a:prstGeom>
          <a:noFill/>
        </p:spPr>
        <p:txBody>
          <a:bodyPr wrap="square" lIns="0" tIns="0" rIns="90000" bIns="0" anchor="ctr">
            <a:spAutoFit/>
          </a:bodyPr>
          <a:lstStyle>
            <a:lvl1pPr marL="0" indent="0" algn="l">
              <a:lnSpc>
                <a:spcPct val="90000"/>
              </a:lnSpc>
              <a:buNone/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metric name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45AD301B-75B6-8D48-80C0-A4199B9A02BF}"/>
              </a:ext>
            </a:extLst>
          </p:cNvPr>
          <p:cNvSpPr/>
          <p:nvPr userDrawn="1"/>
        </p:nvSpPr>
        <p:spPr>
          <a:xfrm>
            <a:off x="2517735" y="859129"/>
            <a:ext cx="1721491" cy="4674369"/>
          </a:xfrm>
          <a:prstGeom prst="rect">
            <a:avLst/>
          </a:prstGeom>
          <a:gradFill>
            <a:gsLst>
              <a:gs pos="10000">
                <a:srgbClr val="AFB9C2">
                  <a:alpha val="1000"/>
                </a:srgbClr>
              </a:gs>
              <a:gs pos="90000">
                <a:srgbClr val="AFB9C2">
                  <a:alpha val="0"/>
                </a:srgbClr>
              </a:gs>
              <a:gs pos="50000">
                <a:srgbClr val="AFB9C2">
                  <a:alpha val="2500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23E1BDCF-5BFE-FE49-A911-63130C874BA0}"/>
              </a:ext>
            </a:extLst>
          </p:cNvPr>
          <p:cNvSpPr/>
          <p:nvPr userDrawn="1"/>
        </p:nvSpPr>
        <p:spPr>
          <a:xfrm>
            <a:off x="2515428" y="860920"/>
            <a:ext cx="1715709" cy="4644640"/>
          </a:xfrm>
          <a:prstGeom prst="rect">
            <a:avLst/>
          </a:prstGeom>
          <a:gradFill>
            <a:gsLst>
              <a:gs pos="0">
                <a:schemeClr val="bg2"/>
              </a:gs>
              <a:gs pos="100000">
                <a:schemeClr val="bg2"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A7677BE5-1E8F-1041-94D8-7FE480E767C2}"/>
              </a:ext>
            </a:extLst>
          </p:cNvPr>
          <p:cNvCxnSpPr>
            <a:cxnSpLocks/>
          </p:cNvCxnSpPr>
          <p:nvPr userDrawn="1"/>
        </p:nvCxnSpPr>
        <p:spPr>
          <a:xfrm>
            <a:off x="4246367" y="1366988"/>
            <a:ext cx="0" cy="4025055"/>
          </a:xfrm>
          <a:prstGeom prst="line">
            <a:avLst/>
          </a:prstGeom>
          <a:ln w="19050">
            <a:solidFill>
              <a:srgbClr val="AFB9C2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 Placeholder 11">
            <a:extLst>
              <a:ext uri="{FF2B5EF4-FFF2-40B4-BE49-F238E27FC236}">
                <a16:creationId xmlns:a16="http://schemas.microsoft.com/office/drawing/2014/main" id="{FAF313A3-FEEC-CE41-9CC2-83C432778B2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727221" y="5734485"/>
            <a:ext cx="466644" cy="1593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lvl1pPr marL="0" indent="0" algn="l">
              <a:buNone/>
              <a:defRPr sz="1200" b="0">
                <a:solidFill>
                  <a:srgbClr val="B2BECD"/>
                </a:solidFill>
              </a:defRPr>
            </a:lvl1pPr>
          </a:lstStyle>
          <a:p>
            <a:pPr lvl="0"/>
            <a:r>
              <a:rPr lang="en-US" dirty="0"/>
              <a:t>+-#.##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FD34E09-B672-CF47-8451-5270CB616A87}"/>
              </a:ext>
            </a:extLst>
          </p:cNvPr>
          <p:cNvSpPr/>
          <p:nvPr userDrawn="1"/>
        </p:nvSpPr>
        <p:spPr>
          <a:xfrm>
            <a:off x="4255741" y="5505560"/>
            <a:ext cx="7936259" cy="503364"/>
          </a:xfrm>
          <a:prstGeom prst="rect">
            <a:avLst/>
          </a:prstGeom>
          <a:gradFill>
            <a:gsLst>
              <a:gs pos="100000">
                <a:schemeClr val="bg1">
                  <a:alpha val="0"/>
                </a:schemeClr>
              </a:gs>
              <a:gs pos="0">
                <a:schemeClr val="bg1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89B80F2-D674-0E4C-842B-7A30702B1C06}"/>
              </a:ext>
            </a:extLst>
          </p:cNvPr>
          <p:cNvSpPr/>
          <p:nvPr userDrawn="1"/>
        </p:nvSpPr>
        <p:spPr>
          <a:xfrm>
            <a:off x="9343381" y="5238893"/>
            <a:ext cx="2848620" cy="1306286"/>
          </a:xfrm>
          <a:prstGeom prst="rect">
            <a:avLst/>
          </a:prstGeom>
          <a:gradFill>
            <a:gsLst>
              <a:gs pos="100000">
                <a:schemeClr val="bg2"/>
              </a:gs>
              <a:gs pos="0">
                <a:schemeClr val="bg2"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28" name="Content Placeholder 2">
            <a:extLst>
              <a:ext uri="{FF2B5EF4-FFF2-40B4-BE49-F238E27FC236}">
                <a16:creationId xmlns:a16="http://schemas.microsoft.com/office/drawing/2014/main" id="{D3F50C4B-7039-1045-AB59-6FDD08E2573A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514372" y="1366988"/>
            <a:ext cx="3354895" cy="3954086"/>
          </a:xfrm>
        </p:spPr>
        <p:txBody>
          <a:bodyPr>
            <a:noAutofit/>
          </a:bodyPr>
          <a:lstStyle>
            <a:lvl1pPr marL="268288" indent="-268288">
              <a:tabLst/>
              <a:defRPr/>
            </a:lvl1pPr>
          </a:lstStyle>
          <a:p>
            <a:pPr lvl="0"/>
            <a:r>
              <a:rPr lang="en-US" dirty="0"/>
              <a:t>Insert content text (headers in bold)</a:t>
            </a:r>
          </a:p>
        </p:txBody>
      </p:sp>
      <p:sp>
        <p:nvSpPr>
          <p:cNvPr id="25" name="Slide Number Placeholder 5">
            <a:extLst>
              <a:ext uri="{FF2B5EF4-FFF2-40B4-BE49-F238E27FC236}">
                <a16:creationId xmlns:a16="http://schemas.microsoft.com/office/drawing/2014/main" id="{C4B0E93E-75EE-6A4B-8272-3D8D30E3A8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95599" y="6550219"/>
            <a:ext cx="250068" cy="2364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36000" rtlCol="0" anchor="ctr"/>
          <a:lstStyle>
            <a:lvl1pPr algn="r">
              <a:defRPr lang="en-US" sz="1000" b="1" spc="10" smtClean="0">
                <a:solidFill>
                  <a:srgbClr val="B2BECD"/>
                </a:solidFill>
              </a:defRPr>
            </a:lvl1pPr>
          </a:lstStyle>
          <a:p>
            <a:fld id="{E242BD21-9B61-2246-BCB1-4BE5E1BEBE1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386434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tric overview - Qualitativ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EE4B9930-CD1C-CA44-8C43-D95C6097D120}"/>
              </a:ext>
            </a:extLst>
          </p:cNvPr>
          <p:cNvSpPr/>
          <p:nvPr userDrawn="1"/>
        </p:nvSpPr>
        <p:spPr>
          <a:xfrm>
            <a:off x="4989841" y="5698067"/>
            <a:ext cx="7202159" cy="115993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2A564C0-5D9C-5145-B29A-05DCBD35ED69}"/>
              </a:ext>
            </a:extLst>
          </p:cNvPr>
          <p:cNvSpPr txBox="1"/>
          <p:nvPr userDrawn="1"/>
        </p:nvSpPr>
        <p:spPr>
          <a:xfrm>
            <a:off x="1848464" y="146728"/>
            <a:ext cx="334297" cy="276999"/>
          </a:xfrm>
          <a:prstGeom prst="rect">
            <a:avLst/>
          </a:prstGeom>
        </p:spPr>
        <p:txBody>
          <a:bodyPr wrap="square" anchor="ctr">
            <a:spAutoFit/>
          </a:bodyPr>
          <a:lstStyle>
            <a:defPPr>
              <a:defRPr lang="en-US"/>
            </a:defPPr>
            <a:lvl1pPr>
              <a:defRPr sz="1200" b="1" spc="-10">
                <a:solidFill>
                  <a:srgbClr val="183142">
                    <a:alpha val="25000"/>
                  </a:srgbClr>
                </a:solidFill>
                <a:latin typeface="TheSans B6 SemiBold" charset="0"/>
                <a:ea typeface="TheSans B6 SemiBold" charset="0"/>
                <a:cs typeface="TheSans B6 SemiBold" charset="0"/>
              </a:defRPr>
            </a:lvl1pPr>
            <a:lvl2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lang="en-US" dirty="0">
                <a:solidFill>
                  <a:srgbClr val="B2BECD"/>
                </a:solidFill>
                <a:latin typeface="+mn-lt"/>
              </a:rPr>
              <a:t>//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5F98EE3B-D03A-DD43-A8E2-3C5AB37DAAE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105790" y="169213"/>
            <a:ext cx="9639877" cy="216756"/>
          </a:xfrm>
          <a:prstGeom prst="rect">
            <a:avLst/>
          </a:prstGeom>
        </p:spPr>
        <p:txBody>
          <a:bodyPr wrap="square" lIns="0" tIns="18000" rIns="90000" bIns="0" anchor="t">
            <a:spAutoFit/>
          </a:bodyPr>
          <a:lstStyle>
            <a:lvl1pPr marL="0" indent="0">
              <a:buNone/>
              <a:defRPr lang="en-US" sz="1200" b="1" cap="all" spc="-10" baseline="0" dirty="0">
                <a:solidFill>
                  <a:srgbClr val="B2BECD"/>
                </a:solidFill>
                <a:latin typeface="+mn-lt"/>
                <a:ea typeface="TheSans B6 SemiBold" charset="0"/>
                <a:cs typeface="TheSans B6 SemiBold" charset="0"/>
              </a:defRPr>
            </a:lvl1pPr>
          </a:lstStyle>
          <a:p>
            <a:pPr marL="0" lvl="0"/>
            <a:r>
              <a:rPr lang="en-US" dirty="0"/>
              <a:t>INSERT PRESENTATION SECTION</a:t>
            </a: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7A393E49-A939-1E42-9494-C19B9F240D9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35667" y="391823"/>
            <a:ext cx="9810000" cy="282819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>
              <a:defRPr lang="en-US" sz="2000" b="1" spc="-1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228600" lvl="0" indent="-228600">
              <a:spcBef>
                <a:spcPts val="1000"/>
              </a:spcBef>
              <a:buFont typeface="Arial"/>
            </a:pPr>
            <a:r>
              <a:rPr lang="en-US" dirty="0"/>
              <a:t>Insert key slide message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C01FCD5-EE6E-3543-8FD5-9B4F7C1A74C1}"/>
              </a:ext>
            </a:extLst>
          </p:cNvPr>
          <p:cNvSpPr/>
          <p:nvPr userDrawn="1"/>
        </p:nvSpPr>
        <p:spPr>
          <a:xfrm>
            <a:off x="0" y="5505561"/>
            <a:ext cx="4253241" cy="78671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41" name="Text Placeholder 11">
            <a:extLst>
              <a:ext uri="{FF2B5EF4-FFF2-40B4-BE49-F238E27FC236}">
                <a16:creationId xmlns:a16="http://schemas.microsoft.com/office/drawing/2014/main" id="{ECB82676-C1C3-D348-AF83-1EF35EDE361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983832" y="5908297"/>
            <a:ext cx="984550" cy="199737"/>
          </a:xfrm>
          <a:prstGeom prst="rect">
            <a:avLst/>
          </a:prstGeom>
          <a:noFill/>
        </p:spPr>
        <p:txBody>
          <a:bodyPr lIns="0" tIns="0" rIns="0" bIns="0" anchor="ctr"/>
          <a:lstStyle>
            <a:lvl1pPr marL="0" indent="0" algn="ctr">
              <a:lnSpc>
                <a:spcPct val="70000"/>
              </a:lnSpc>
              <a:spcBef>
                <a:spcPts val="0"/>
              </a:spcBef>
              <a:buNone/>
              <a:defRPr sz="1800" b="0" i="0">
                <a:solidFill>
                  <a:schemeClr val="bg1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IIIII</a:t>
            </a:r>
          </a:p>
        </p:txBody>
      </p:sp>
      <p:sp>
        <p:nvSpPr>
          <p:cNvPr id="46" name="Text Placeholder 11">
            <a:extLst>
              <a:ext uri="{FF2B5EF4-FFF2-40B4-BE49-F238E27FC236}">
                <a16:creationId xmlns:a16="http://schemas.microsoft.com/office/drawing/2014/main" id="{835C75AB-59F9-834C-8767-A3EB61616D94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234754" y="5695488"/>
            <a:ext cx="482705" cy="198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buNone/>
              <a:defRPr sz="1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#.#</a:t>
            </a:r>
          </a:p>
        </p:txBody>
      </p:sp>
      <p:sp>
        <p:nvSpPr>
          <p:cNvPr id="44" name="Text Placeholder 11">
            <a:extLst>
              <a:ext uri="{FF2B5EF4-FFF2-40B4-BE49-F238E27FC236}">
                <a16:creationId xmlns:a16="http://schemas.microsoft.com/office/drawing/2014/main" id="{430E3A36-E8DA-6C49-9EB1-E22666F652A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14373" y="5799858"/>
            <a:ext cx="2397600" cy="223200"/>
          </a:xfrm>
          <a:prstGeom prst="rect">
            <a:avLst/>
          </a:prstGeom>
          <a:noFill/>
        </p:spPr>
        <p:txBody>
          <a:bodyPr vert="horz" wrap="square" lIns="0" tIns="0" rIns="90000" bIns="0" rtlCol="0" anchor="ctr">
            <a:spAutoFit/>
          </a:bodyPr>
          <a:lstStyle>
            <a:lvl1pPr marL="0" indent="0">
              <a:lnSpc>
                <a:spcPct val="90000"/>
              </a:lnSpc>
              <a:buNone/>
              <a:defRPr lang="en-US" b="1" dirty="0">
                <a:solidFill>
                  <a:schemeClr val="bg1"/>
                </a:solidFill>
              </a:defRPr>
            </a:lvl1pPr>
          </a:lstStyle>
          <a:p>
            <a:pPr marL="285750" lvl="0" indent="-285750"/>
            <a:r>
              <a:rPr lang="en-US" dirty="0"/>
              <a:t>metric name</a:t>
            </a: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A7677BE5-1E8F-1041-94D8-7FE480E767C2}"/>
              </a:ext>
            </a:extLst>
          </p:cNvPr>
          <p:cNvCxnSpPr>
            <a:cxnSpLocks/>
          </p:cNvCxnSpPr>
          <p:nvPr userDrawn="1"/>
        </p:nvCxnSpPr>
        <p:spPr>
          <a:xfrm>
            <a:off x="522333" y="1488831"/>
            <a:ext cx="0" cy="3903212"/>
          </a:xfrm>
          <a:prstGeom prst="line">
            <a:avLst/>
          </a:prstGeom>
          <a:ln w="19050">
            <a:solidFill>
              <a:srgbClr val="AFB9C2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 Placeholder 11">
            <a:extLst>
              <a:ext uri="{FF2B5EF4-FFF2-40B4-BE49-F238E27FC236}">
                <a16:creationId xmlns:a16="http://schemas.microsoft.com/office/drawing/2014/main" id="{FAF313A3-FEEC-CE41-9CC2-83C432778B2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727221" y="5734485"/>
            <a:ext cx="466644" cy="1593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lvl1pPr marL="0" indent="0" algn="l">
              <a:buNone/>
              <a:defRPr sz="1200" b="0">
                <a:solidFill>
                  <a:srgbClr val="B2BECD"/>
                </a:solidFill>
              </a:defRPr>
            </a:lvl1pPr>
          </a:lstStyle>
          <a:p>
            <a:pPr lvl="0"/>
            <a:r>
              <a:rPr lang="en-US" dirty="0"/>
              <a:t>+-#.##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FD34E09-B672-CF47-8451-5270CB616A87}"/>
              </a:ext>
            </a:extLst>
          </p:cNvPr>
          <p:cNvSpPr/>
          <p:nvPr userDrawn="1"/>
        </p:nvSpPr>
        <p:spPr>
          <a:xfrm>
            <a:off x="4255741" y="5505560"/>
            <a:ext cx="7936259" cy="503364"/>
          </a:xfrm>
          <a:prstGeom prst="rect">
            <a:avLst/>
          </a:prstGeom>
          <a:gradFill>
            <a:gsLst>
              <a:gs pos="100000">
                <a:schemeClr val="bg1">
                  <a:alpha val="0"/>
                </a:schemeClr>
              </a:gs>
              <a:gs pos="0">
                <a:schemeClr val="bg1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89B80F2-D674-0E4C-842B-7A30702B1C06}"/>
              </a:ext>
            </a:extLst>
          </p:cNvPr>
          <p:cNvSpPr/>
          <p:nvPr userDrawn="1"/>
        </p:nvSpPr>
        <p:spPr>
          <a:xfrm>
            <a:off x="9343381" y="5238893"/>
            <a:ext cx="2848620" cy="1306286"/>
          </a:xfrm>
          <a:prstGeom prst="rect">
            <a:avLst/>
          </a:prstGeom>
          <a:gradFill>
            <a:gsLst>
              <a:gs pos="100000">
                <a:schemeClr val="bg2"/>
              </a:gs>
              <a:gs pos="0">
                <a:schemeClr val="bg2"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28" name="Content Placeholder 2">
            <a:extLst>
              <a:ext uri="{FF2B5EF4-FFF2-40B4-BE49-F238E27FC236}">
                <a16:creationId xmlns:a16="http://schemas.microsoft.com/office/drawing/2014/main" id="{D3F50C4B-7039-1045-AB59-6FDD08E2573A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514372" y="1366988"/>
            <a:ext cx="11231295" cy="3954086"/>
          </a:xfrm>
        </p:spPr>
        <p:txBody>
          <a:bodyPr lIns="180000">
            <a:noAutofit/>
          </a:bodyPr>
          <a:lstStyle>
            <a:lvl1pPr marL="268288" indent="-268288">
              <a:tabLst/>
              <a:defRPr/>
            </a:lvl1pPr>
          </a:lstStyle>
          <a:p>
            <a:pPr lvl="0"/>
            <a:r>
              <a:rPr lang="en-US" dirty="0"/>
              <a:t>Insert content text (headers in bold)</a:t>
            </a:r>
          </a:p>
        </p:txBody>
      </p:sp>
      <p:sp>
        <p:nvSpPr>
          <p:cNvPr id="25" name="Slide Number Placeholder 5">
            <a:extLst>
              <a:ext uri="{FF2B5EF4-FFF2-40B4-BE49-F238E27FC236}">
                <a16:creationId xmlns:a16="http://schemas.microsoft.com/office/drawing/2014/main" id="{7F9FF7DA-17F8-2241-8F5E-D615FB44FF6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95599" y="6550219"/>
            <a:ext cx="250068" cy="2364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36000" rtlCol="0" anchor="ctr"/>
          <a:lstStyle>
            <a:lvl1pPr algn="r">
              <a:defRPr lang="en-US" sz="1000" b="1" spc="10" smtClean="0">
                <a:solidFill>
                  <a:srgbClr val="B2BECD"/>
                </a:solidFill>
              </a:defRPr>
            </a:lvl1pPr>
          </a:lstStyle>
          <a:p>
            <a:fld id="{E242BD21-9B61-2246-BCB1-4BE5E1BEBE1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752863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 page gener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Picture 29">
            <a:extLst>
              <a:ext uri="{FF2B5EF4-FFF2-40B4-BE49-F238E27FC236}">
                <a16:creationId xmlns:a16="http://schemas.microsoft.com/office/drawing/2014/main" id="{7F570A5C-1465-F949-AFD7-E381D9043BB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-2749"/>
            <a:ext cx="12192000" cy="68687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0565017-894C-E344-A8B5-B1F451E1E1C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98EB6C95-789F-6849-B896-687225A3A848}"/>
              </a:ext>
            </a:extLst>
          </p:cNvPr>
          <p:cNvSpPr/>
          <p:nvPr userDrawn="1"/>
        </p:nvSpPr>
        <p:spPr>
          <a:xfrm>
            <a:off x="1526399" y="1"/>
            <a:ext cx="10665601" cy="853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0585523F-AA2C-D94A-8558-94C468B99C3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35667" y="277200"/>
            <a:ext cx="9810000" cy="282819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>
              <a:defRPr lang="en-US" sz="2000" b="1" spc="-1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228600" lvl="0" indent="-228600">
              <a:spcBef>
                <a:spcPts val="1000"/>
              </a:spcBef>
              <a:buFont typeface="Arial"/>
            </a:pPr>
            <a:r>
              <a:rPr lang="en-US" dirty="0"/>
              <a:t>Insert slide title</a:t>
            </a:r>
          </a:p>
        </p:txBody>
      </p:sp>
      <p:sp>
        <p:nvSpPr>
          <p:cNvPr id="35" name="Text Placeholder 2">
            <a:extLst>
              <a:ext uri="{FF2B5EF4-FFF2-40B4-BE49-F238E27FC236}">
                <a16:creationId xmlns:a16="http://schemas.microsoft.com/office/drawing/2014/main" id="{EA732E99-E093-BA43-9D65-ED4C138D063D}"/>
              </a:ext>
            </a:extLst>
          </p:cNvPr>
          <p:cNvSpPr txBox="1">
            <a:spLocks/>
          </p:cNvSpPr>
          <p:nvPr userDrawn="1"/>
        </p:nvSpPr>
        <p:spPr>
          <a:xfrm>
            <a:off x="1869429" y="1504098"/>
            <a:ext cx="2881289" cy="216792"/>
          </a:xfrm>
          <a:prstGeom prst="rect">
            <a:avLst/>
          </a:prstGeom>
        </p:spPr>
        <p:txBody>
          <a:bodyPr wrap="square" tIns="0" bIns="0" anchor="t">
            <a:noAutofit/>
          </a:bodyPr>
          <a:lstStyle>
            <a:defPPr>
              <a:defRPr lang="en-US"/>
            </a:defPPr>
            <a:lvl1pPr marL="228600" lvl="0" indent="-228600">
              <a:lnSpc>
                <a:spcPct val="80000"/>
              </a:lnSpc>
              <a:spcBef>
                <a:spcPts val="1000"/>
              </a:spcBef>
              <a:buFont typeface="Arial"/>
              <a:buNone/>
              <a:defRPr sz="2000" b="0">
                <a:solidFill>
                  <a:srgbClr val="AFB9C2"/>
                </a:solidFill>
                <a:ea typeface="TheSans B6 SemiBold" charset="0"/>
                <a:cs typeface="TheSans B6 SemiBold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/>
              <a:buChar char="•"/>
            </a:lvl9pPr>
          </a:lstStyle>
          <a:p>
            <a:pPr lvl="0" algn="l"/>
            <a:r>
              <a:rPr lang="en-US" sz="2400" b="1" i="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Presented </a:t>
            </a:r>
            <a:r>
              <a:rPr lang="en-US" sz="2400" b="0" i="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by</a:t>
            </a:r>
            <a:endParaRPr lang="en-US" sz="2400" b="1" i="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7A240597-FB20-6A42-8EA6-4B770828805B}"/>
              </a:ext>
            </a:extLst>
          </p:cNvPr>
          <p:cNvSpPr/>
          <p:nvPr userDrawn="1"/>
        </p:nvSpPr>
        <p:spPr>
          <a:xfrm>
            <a:off x="6096000" y="853201"/>
            <a:ext cx="6095999" cy="6012750"/>
          </a:xfrm>
          <a:prstGeom prst="rect">
            <a:avLst/>
          </a:prstGeom>
          <a:gradFill>
            <a:gsLst>
              <a:gs pos="0">
                <a:srgbClr val="DFC101"/>
              </a:gs>
              <a:gs pos="30000">
                <a:schemeClr val="accent2">
                  <a:alpha val="85000"/>
                </a:schemeClr>
              </a:gs>
              <a:gs pos="100000">
                <a:schemeClr val="accent2">
                  <a:alpha val="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dirty="0" err="1">
              <a:solidFill>
                <a:schemeClr val="bg1"/>
              </a:solidFill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F12D71D-5C15-3F47-9ACB-1C4A8CF8A4B8}"/>
              </a:ext>
            </a:extLst>
          </p:cNvPr>
          <p:cNvCxnSpPr/>
          <p:nvPr userDrawn="1"/>
        </p:nvCxnSpPr>
        <p:spPr>
          <a:xfrm>
            <a:off x="6096000" y="853201"/>
            <a:ext cx="0" cy="4067142"/>
          </a:xfrm>
          <a:prstGeom prst="line">
            <a:avLst/>
          </a:prstGeom>
          <a:ln w="15875">
            <a:gradFill>
              <a:gsLst>
                <a:gs pos="19000">
                  <a:schemeClr val="accent2"/>
                </a:gs>
                <a:gs pos="100000">
                  <a:schemeClr val="accent2">
                    <a:alpha val="0"/>
                  </a:schemeClr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780D622-8466-B04C-8DFD-B730E797EA3F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935666" y="2195270"/>
            <a:ext cx="3691927" cy="261936"/>
          </a:xfrm>
        </p:spPr>
        <p:txBody>
          <a:bodyPr wrap="none" t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1800" b="1">
                <a:solidFill>
                  <a:schemeClr val="accent2"/>
                </a:solidFill>
              </a:defRPr>
            </a:lvl1pPr>
            <a:lvl2pPr marL="270000" indent="0">
              <a:buFont typeface="Arial" panose="020B0604020202020204" pitchFamily="34" charset="0"/>
              <a:buNone/>
              <a:defRPr/>
            </a:lvl2pPr>
            <a:lvl3pPr marL="522000" indent="0">
              <a:buFont typeface="Arial" panose="020B0604020202020204" pitchFamily="34" charset="0"/>
              <a:buNone/>
              <a:defRPr/>
            </a:lvl3pPr>
            <a:lvl4pPr marL="774000" indent="0">
              <a:buFont typeface="Arial" panose="020B0604020202020204" pitchFamily="34" charset="0"/>
              <a:buNone/>
              <a:defRPr/>
            </a:lvl4pPr>
            <a:lvl5pPr marL="102600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Speaker</a:t>
            </a:r>
          </a:p>
        </p:txBody>
      </p:sp>
      <p:sp>
        <p:nvSpPr>
          <p:cNvPr id="45" name="Text Placeholder 7">
            <a:extLst>
              <a:ext uri="{FF2B5EF4-FFF2-40B4-BE49-F238E27FC236}">
                <a16:creationId xmlns:a16="http://schemas.microsoft.com/office/drawing/2014/main" id="{56FEDB43-2B74-1B40-B33C-A25AAD8DD99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935666" y="3808800"/>
            <a:ext cx="3691927" cy="261936"/>
          </a:xfrm>
        </p:spPr>
        <p:txBody>
          <a:bodyPr wrap="none" t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1800" b="1">
                <a:solidFill>
                  <a:schemeClr val="accent2"/>
                </a:solidFill>
              </a:defRPr>
            </a:lvl1pPr>
            <a:lvl2pPr marL="270000" indent="0">
              <a:buFont typeface="Arial" panose="020B0604020202020204" pitchFamily="34" charset="0"/>
              <a:buNone/>
              <a:defRPr/>
            </a:lvl2pPr>
            <a:lvl3pPr marL="522000" indent="0">
              <a:buFont typeface="Arial" panose="020B0604020202020204" pitchFamily="34" charset="0"/>
              <a:buNone/>
              <a:defRPr/>
            </a:lvl3pPr>
            <a:lvl4pPr marL="774000" indent="0">
              <a:buFont typeface="Arial" panose="020B0604020202020204" pitchFamily="34" charset="0"/>
              <a:buNone/>
              <a:defRPr/>
            </a:lvl4pPr>
            <a:lvl5pPr marL="102600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Speaker</a:t>
            </a:r>
          </a:p>
        </p:txBody>
      </p:sp>
      <p:sp>
        <p:nvSpPr>
          <p:cNvPr id="47" name="Text Placeholder 10">
            <a:extLst>
              <a:ext uri="{FF2B5EF4-FFF2-40B4-BE49-F238E27FC236}">
                <a16:creationId xmlns:a16="http://schemas.microsoft.com/office/drawing/2014/main" id="{18E3A589-B95B-D14B-8B35-827248735BAF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935666" y="4078800"/>
            <a:ext cx="3691927" cy="201426"/>
          </a:xfrm>
        </p:spPr>
        <p:txBody>
          <a:bodyPr wrap="none" t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1pPr>
            <a:lvl2pPr marL="270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2pPr>
            <a:lvl3pPr marL="522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3pPr>
            <a:lvl4pPr marL="774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4pPr>
            <a:lvl5pPr marL="1026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5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48" name="Text Placeholder 10">
            <a:extLst>
              <a:ext uri="{FF2B5EF4-FFF2-40B4-BE49-F238E27FC236}">
                <a16:creationId xmlns:a16="http://schemas.microsoft.com/office/drawing/2014/main" id="{8FBC5404-48F5-3F4D-9830-C71054E2212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1935666" y="2663507"/>
            <a:ext cx="3691927" cy="201426"/>
          </a:xfrm>
        </p:spPr>
        <p:txBody>
          <a:bodyPr wrap="none" t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1pPr>
            <a:lvl2pPr marL="270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2pPr>
            <a:lvl3pPr marL="522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3pPr>
            <a:lvl4pPr marL="774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4pPr>
            <a:lvl5pPr marL="1026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5pPr>
          </a:lstStyle>
          <a:p>
            <a:pPr lvl="0"/>
            <a:r>
              <a:rPr lang="en-US" dirty="0"/>
              <a:t>Email address</a:t>
            </a:r>
          </a:p>
        </p:txBody>
      </p:sp>
      <p:sp>
        <p:nvSpPr>
          <p:cNvPr id="49" name="Text Placeholder 7">
            <a:extLst>
              <a:ext uri="{FF2B5EF4-FFF2-40B4-BE49-F238E27FC236}">
                <a16:creationId xmlns:a16="http://schemas.microsoft.com/office/drawing/2014/main" id="{2B2F3057-76A4-6B43-818A-38CCFBF40B34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935666" y="3000701"/>
            <a:ext cx="3691927" cy="261936"/>
          </a:xfrm>
        </p:spPr>
        <p:txBody>
          <a:bodyPr wrap="none" t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1800" b="1">
                <a:solidFill>
                  <a:schemeClr val="accent2"/>
                </a:solidFill>
              </a:defRPr>
            </a:lvl1pPr>
            <a:lvl2pPr marL="270000" indent="0">
              <a:buFont typeface="Arial" panose="020B0604020202020204" pitchFamily="34" charset="0"/>
              <a:buNone/>
              <a:defRPr/>
            </a:lvl2pPr>
            <a:lvl3pPr marL="522000" indent="0">
              <a:buFont typeface="Arial" panose="020B0604020202020204" pitchFamily="34" charset="0"/>
              <a:buNone/>
              <a:defRPr/>
            </a:lvl3pPr>
            <a:lvl4pPr marL="774000" indent="0">
              <a:buFont typeface="Arial" panose="020B0604020202020204" pitchFamily="34" charset="0"/>
              <a:buNone/>
              <a:defRPr/>
            </a:lvl4pPr>
            <a:lvl5pPr marL="102600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Speaker</a:t>
            </a:r>
          </a:p>
        </p:txBody>
      </p:sp>
      <p:sp>
        <p:nvSpPr>
          <p:cNvPr id="50" name="Text Placeholder 10">
            <a:extLst>
              <a:ext uri="{FF2B5EF4-FFF2-40B4-BE49-F238E27FC236}">
                <a16:creationId xmlns:a16="http://schemas.microsoft.com/office/drawing/2014/main" id="{6F444726-1D68-A94E-B387-A55930D429BD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935666" y="3468938"/>
            <a:ext cx="3691927" cy="201426"/>
          </a:xfrm>
        </p:spPr>
        <p:txBody>
          <a:bodyPr wrap="none" t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1pPr>
            <a:lvl2pPr marL="270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2pPr>
            <a:lvl3pPr marL="522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3pPr>
            <a:lvl4pPr marL="774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4pPr>
            <a:lvl5pPr marL="1026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5pPr>
          </a:lstStyle>
          <a:p>
            <a:pPr lvl="0"/>
            <a:r>
              <a:rPr lang="en-US" dirty="0"/>
              <a:t>Email address</a:t>
            </a:r>
          </a:p>
        </p:txBody>
      </p:sp>
      <p:sp>
        <p:nvSpPr>
          <p:cNvPr id="53" name="Text Placeholder 7">
            <a:extLst>
              <a:ext uri="{FF2B5EF4-FFF2-40B4-BE49-F238E27FC236}">
                <a16:creationId xmlns:a16="http://schemas.microsoft.com/office/drawing/2014/main" id="{013CFE9D-2F23-0946-B34E-FF8D67DEBB02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935666" y="4615200"/>
            <a:ext cx="3691927" cy="261936"/>
          </a:xfrm>
        </p:spPr>
        <p:txBody>
          <a:bodyPr wrap="none" t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1800" b="1">
                <a:solidFill>
                  <a:schemeClr val="accent2"/>
                </a:solidFill>
              </a:defRPr>
            </a:lvl1pPr>
            <a:lvl2pPr marL="270000" indent="0">
              <a:buFont typeface="Arial" panose="020B0604020202020204" pitchFamily="34" charset="0"/>
              <a:buNone/>
              <a:defRPr/>
            </a:lvl2pPr>
            <a:lvl3pPr marL="522000" indent="0">
              <a:buFont typeface="Arial" panose="020B0604020202020204" pitchFamily="34" charset="0"/>
              <a:buNone/>
              <a:defRPr/>
            </a:lvl3pPr>
            <a:lvl4pPr marL="774000" indent="0">
              <a:buFont typeface="Arial" panose="020B0604020202020204" pitchFamily="34" charset="0"/>
              <a:buNone/>
              <a:defRPr/>
            </a:lvl4pPr>
            <a:lvl5pPr marL="102600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Speaker</a:t>
            </a:r>
          </a:p>
        </p:txBody>
      </p:sp>
      <p:sp>
        <p:nvSpPr>
          <p:cNvPr id="56" name="Text Placeholder 10">
            <a:extLst>
              <a:ext uri="{FF2B5EF4-FFF2-40B4-BE49-F238E27FC236}">
                <a16:creationId xmlns:a16="http://schemas.microsoft.com/office/drawing/2014/main" id="{CAEE56BA-F636-814A-A890-4BBAAE750F46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935666" y="4885200"/>
            <a:ext cx="3691927" cy="201426"/>
          </a:xfrm>
        </p:spPr>
        <p:txBody>
          <a:bodyPr wrap="none" t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1pPr>
            <a:lvl2pPr marL="270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2pPr>
            <a:lvl3pPr marL="522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3pPr>
            <a:lvl4pPr marL="774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4pPr>
            <a:lvl5pPr marL="1026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5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57" name="Text Placeholder 7">
            <a:extLst>
              <a:ext uri="{FF2B5EF4-FFF2-40B4-BE49-F238E27FC236}">
                <a16:creationId xmlns:a16="http://schemas.microsoft.com/office/drawing/2014/main" id="{9813E48C-419C-714D-8526-2AA43F81E71B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935666" y="5421600"/>
            <a:ext cx="3691927" cy="261936"/>
          </a:xfrm>
        </p:spPr>
        <p:txBody>
          <a:bodyPr wrap="none" t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1800" b="1">
                <a:solidFill>
                  <a:schemeClr val="accent2"/>
                </a:solidFill>
              </a:defRPr>
            </a:lvl1pPr>
            <a:lvl2pPr marL="270000" indent="0">
              <a:buFont typeface="Arial" panose="020B0604020202020204" pitchFamily="34" charset="0"/>
              <a:buNone/>
              <a:defRPr/>
            </a:lvl2pPr>
            <a:lvl3pPr marL="522000" indent="0">
              <a:buFont typeface="Arial" panose="020B0604020202020204" pitchFamily="34" charset="0"/>
              <a:buNone/>
              <a:defRPr/>
            </a:lvl3pPr>
            <a:lvl4pPr marL="774000" indent="0">
              <a:buFont typeface="Arial" panose="020B0604020202020204" pitchFamily="34" charset="0"/>
              <a:buNone/>
              <a:defRPr/>
            </a:lvl4pPr>
            <a:lvl5pPr marL="102600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Speaker</a:t>
            </a:r>
          </a:p>
        </p:txBody>
      </p:sp>
      <p:sp>
        <p:nvSpPr>
          <p:cNvPr id="58" name="Text Placeholder 10">
            <a:extLst>
              <a:ext uri="{FF2B5EF4-FFF2-40B4-BE49-F238E27FC236}">
                <a16:creationId xmlns:a16="http://schemas.microsoft.com/office/drawing/2014/main" id="{4D4FD237-047E-9B4E-8E24-7614DA39C6D7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1935666" y="5691600"/>
            <a:ext cx="3691927" cy="201426"/>
          </a:xfrm>
        </p:spPr>
        <p:txBody>
          <a:bodyPr wrap="none" t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1pPr>
            <a:lvl2pPr marL="270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2pPr>
            <a:lvl3pPr marL="522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3pPr>
            <a:lvl4pPr marL="774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4pPr>
            <a:lvl5pPr marL="1026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5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5D1CEA7-9339-3848-B2B0-9A6116B9924B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1935665" y="2464345"/>
            <a:ext cx="3691928" cy="201426"/>
          </a:xfrm>
        </p:spPr>
        <p:txBody>
          <a:bodyPr vert="horz" wrap="none" lIns="0" tIns="0" rIns="0" bIns="0" rtlCol="0">
            <a:noAutofit/>
          </a:bodyPr>
          <a:lstStyle>
            <a:lvl1pPr marL="0" indent="0">
              <a:buNone/>
              <a:defRPr lang="en-US" sz="1400" dirty="0">
                <a:solidFill>
                  <a:srgbClr val="B3BECD"/>
                </a:solidFill>
              </a:defRPr>
            </a:lvl1pPr>
          </a:lstStyle>
          <a:p>
            <a:pPr marL="285750" lvl="0" indent="-285750"/>
            <a:r>
              <a:rPr lang="en-US" dirty="0"/>
              <a:t>Title</a:t>
            </a:r>
          </a:p>
        </p:txBody>
      </p:sp>
      <p:sp>
        <p:nvSpPr>
          <p:cNvPr id="39" name="Text Placeholder 5">
            <a:extLst>
              <a:ext uri="{FF2B5EF4-FFF2-40B4-BE49-F238E27FC236}">
                <a16:creationId xmlns:a16="http://schemas.microsoft.com/office/drawing/2014/main" id="{6C3551FB-2F8C-B345-A30C-01137E5F3115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1935665" y="3265605"/>
            <a:ext cx="3691928" cy="201426"/>
          </a:xfrm>
        </p:spPr>
        <p:txBody>
          <a:bodyPr vert="horz" wrap="none" lIns="0" tIns="0" rIns="0" bIns="0" rtlCol="0">
            <a:noAutofit/>
          </a:bodyPr>
          <a:lstStyle>
            <a:lvl1pPr marL="0" indent="0">
              <a:buNone/>
              <a:defRPr lang="en-US" sz="1400" dirty="0">
                <a:solidFill>
                  <a:srgbClr val="B3BECD"/>
                </a:solidFill>
              </a:defRPr>
            </a:lvl1pPr>
          </a:lstStyle>
          <a:p>
            <a:pPr marL="285750" lvl="0" indent="-285750"/>
            <a:r>
              <a:rPr lang="en-US" dirty="0"/>
              <a:t>Title</a:t>
            </a:r>
          </a:p>
        </p:txBody>
      </p:sp>
      <p:sp>
        <p:nvSpPr>
          <p:cNvPr id="40" name="Text Placeholder 10">
            <a:extLst>
              <a:ext uri="{FF2B5EF4-FFF2-40B4-BE49-F238E27FC236}">
                <a16:creationId xmlns:a16="http://schemas.microsoft.com/office/drawing/2014/main" id="{AAEDB36D-8075-864A-96B7-0874A127938B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1935666" y="4276800"/>
            <a:ext cx="3691927" cy="201426"/>
          </a:xfrm>
        </p:spPr>
        <p:txBody>
          <a:bodyPr wrap="none" t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1pPr>
            <a:lvl2pPr marL="270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2pPr>
            <a:lvl3pPr marL="522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3pPr>
            <a:lvl4pPr marL="774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4pPr>
            <a:lvl5pPr marL="1026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5pPr>
          </a:lstStyle>
          <a:p>
            <a:pPr lvl="0"/>
            <a:r>
              <a:rPr lang="en-US" dirty="0"/>
              <a:t>Email address</a:t>
            </a:r>
          </a:p>
        </p:txBody>
      </p:sp>
      <p:sp>
        <p:nvSpPr>
          <p:cNvPr id="41" name="Text Placeholder 10">
            <a:extLst>
              <a:ext uri="{FF2B5EF4-FFF2-40B4-BE49-F238E27FC236}">
                <a16:creationId xmlns:a16="http://schemas.microsoft.com/office/drawing/2014/main" id="{EB7E0FE4-1626-7944-B91A-5691F585869E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1935666" y="5083200"/>
            <a:ext cx="3691927" cy="201426"/>
          </a:xfrm>
        </p:spPr>
        <p:txBody>
          <a:bodyPr wrap="none" t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1pPr>
            <a:lvl2pPr marL="270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2pPr>
            <a:lvl3pPr marL="522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3pPr>
            <a:lvl4pPr marL="774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4pPr>
            <a:lvl5pPr marL="1026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5pPr>
          </a:lstStyle>
          <a:p>
            <a:pPr lvl="0"/>
            <a:r>
              <a:rPr lang="en-US" dirty="0"/>
              <a:t>Email address</a:t>
            </a:r>
          </a:p>
        </p:txBody>
      </p:sp>
      <p:sp>
        <p:nvSpPr>
          <p:cNvPr id="42" name="Text Placeholder 10">
            <a:extLst>
              <a:ext uri="{FF2B5EF4-FFF2-40B4-BE49-F238E27FC236}">
                <a16:creationId xmlns:a16="http://schemas.microsoft.com/office/drawing/2014/main" id="{14A15AB8-FF15-5A48-948F-7B9B55B0F0DE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1935666" y="5889600"/>
            <a:ext cx="3691927" cy="201426"/>
          </a:xfrm>
        </p:spPr>
        <p:txBody>
          <a:bodyPr wrap="none" t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1pPr>
            <a:lvl2pPr marL="270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2pPr>
            <a:lvl3pPr marL="522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3pPr>
            <a:lvl4pPr marL="774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4pPr>
            <a:lvl5pPr marL="1026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5pPr>
          </a:lstStyle>
          <a:p>
            <a:pPr lvl="0"/>
            <a:r>
              <a:rPr lang="en-US" dirty="0"/>
              <a:t>Email address</a:t>
            </a:r>
          </a:p>
        </p:txBody>
      </p:sp>
      <p:sp>
        <p:nvSpPr>
          <p:cNvPr id="43" name="Slide Number Placeholder 5">
            <a:extLst>
              <a:ext uri="{FF2B5EF4-FFF2-40B4-BE49-F238E27FC236}">
                <a16:creationId xmlns:a16="http://schemas.microsoft.com/office/drawing/2014/main" id="{B688E3D0-C02A-B94C-A130-548294B8EE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95599" y="6550219"/>
            <a:ext cx="250068" cy="2364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36000" rtlCol="0" anchor="ctr"/>
          <a:lstStyle>
            <a:lvl1pPr algn="r">
              <a:defRPr lang="en-US" sz="1000" b="1" spc="10" smtClean="0">
                <a:solidFill>
                  <a:schemeClr val="bg1"/>
                </a:solidFill>
              </a:defRPr>
            </a:lvl1pPr>
          </a:lstStyle>
          <a:p>
            <a:fld id="{E242BD21-9B61-2246-BCB1-4BE5E1BEBE1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148066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ck cover Defaul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9B226EB-715A-5F46-819A-D97E866136E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" y="0"/>
            <a:ext cx="12192001" cy="686890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F796445-AFA9-D44D-80A5-7B00312D6B1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62392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OSH system resul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B299649B-5451-C04E-B29F-B9106BA428C6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8EB6C95-789F-6849-B896-687225A3A848}"/>
              </a:ext>
            </a:extLst>
          </p:cNvPr>
          <p:cNvSpPr/>
          <p:nvPr userDrawn="1"/>
        </p:nvSpPr>
        <p:spPr>
          <a:xfrm>
            <a:off x="1526399" y="1"/>
            <a:ext cx="10665601" cy="853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598AB3A5-9E9A-0F4F-B44F-E7B1D1AFFB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95599" y="6550219"/>
            <a:ext cx="250068" cy="2364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36000" rtlCol="0" anchor="ctr"/>
          <a:lstStyle>
            <a:lvl1pPr algn="r">
              <a:defRPr lang="en-US" sz="1000" b="1" spc="10" smtClean="0">
                <a:solidFill>
                  <a:srgbClr val="B2BECD"/>
                </a:solidFill>
              </a:defRPr>
            </a:lvl1pPr>
          </a:lstStyle>
          <a:p>
            <a:fld id="{E242BD21-9B61-2246-BCB1-4BE5E1BEBE1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AD62445-A202-3741-926B-06A74F654895}"/>
              </a:ext>
            </a:extLst>
          </p:cNvPr>
          <p:cNvSpPr txBox="1"/>
          <p:nvPr userDrawn="1"/>
        </p:nvSpPr>
        <p:spPr>
          <a:xfrm>
            <a:off x="1848464" y="146728"/>
            <a:ext cx="334297" cy="276999"/>
          </a:xfrm>
          <a:prstGeom prst="rect">
            <a:avLst/>
          </a:prstGeom>
        </p:spPr>
        <p:txBody>
          <a:bodyPr wrap="square" anchor="ctr">
            <a:spAutoFit/>
          </a:bodyPr>
          <a:lstStyle>
            <a:defPPr>
              <a:defRPr lang="en-US"/>
            </a:defPPr>
            <a:lvl1pPr>
              <a:defRPr sz="1200" b="1" spc="-10">
                <a:solidFill>
                  <a:srgbClr val="183142">
                    <a:alpha val="25000"/>
                  </a:srgbClr>
                </a:solidFill>
                <a:latin typeface="TheSans B6 SemiBold" charset="0"/>
                <a:ea typeface="TheSans B6 SemiBold" charset="0"/>
                <a:cs typeface="TheSans B6 SemiBold" charset="0"/>
              </a:defRPr>
            </a:lvl1pPr>
            <a:lvl2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lang="en-US" dirty="0">
                <a:solidFill>
                  <a:srgbClr val="B2BECD"/>
                </a:solidFill>
                <a:latin typeface="+mn-lt"/>
              </a:rPr>
              <a:t>//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A7985789-259F-8A45-8AFC-1116A7FBC4C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105790" y="169213"/>
            <a:ext cx="9639877" cy="216756"/>
          </a:xfrm>
          <a:prstGeom prst="rect">
            <a:avLst/>
          </a:prstGeom>
        </p:spPr>
        <p:txBody>
          <a:bodyPr wrap="square" lIns="0" tIns="18000" rIns="90000" bIns="0" anchor="t">
            <a:spAutoFit/>
          </a:bodyPr>
          <a:lstStyle>
            <a:lvl1pPr marL="0" indent="0">
              <a:buNone/>
              <a:defRPr lang="en-US" sz="1200" b="1" cap="all" spc="-10" baseline="0" dirty="0">
                <a:solidFill>
                  <a:srgbClr val="B2BECD"/>
                </a:solidFill>
                <a:latin typeface="+mn-lt"/>
                <a:ea typeface="TheSans B6 SemiBold" charset="0"/>
                <a:cs typeface="TheSans B6 SemiBold" charset="0"/>
              </a:defRPr>
            </a:lvl1pPr>
          </a:lstStyle>
          <a:p>
            <a:pPr marL="0" lvl="0"/>
            <a:r>
              <a:rPr lang="en-US" dirty="0"/>
              <a:t>INSERT PRESENTATION SECTION</a:t>
            </a: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0585523F-AA2C-D94A-8558-94C468B99C3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35667" y="391823"/>
            <a:ext cx="9810000" cy="282819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>
              <a:defRPr lang="en-US" sz="2000" b="1" spc="-1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228600" lvl="0" indent="-228600">
              <a:spcBef>
                <a:spcPts val="1000"/>
              </a:spcBef>
              <a:buFont typeface="Arial"/>
            </a:pPr>
            <a:r>
              <a:rPr lang="en-US" dirty="0"/>
              <a:t>Insert key slide message</a:t>
            </a: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5E3D95FD-87E1-8242-936D-A016724AAC60}"/>
              </a:ext>
            </a:extLst>
          </p:cNvPr>
          <p:cNvGrpSpPr/>
          <p:nvPr userDrawn="1"/>
        </p:nvGrpSpPr>
        <p:grpSpPr>
          <a:xfrm>
            <a:off x="340066" y="1737023"/>
            <a:ext cx="5561970" cy="1324829"/>
            <a:chOff x="340066" y="1721909"/>
            <a:chExt cx="5561970" cy="1324829"/>
          </a:xfrm>
        </p:grpSpPr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5D59DCD9-95CA-2849-8561-B2216ED23288}"/>
                </a:ext>
              </a:extLst>
            </p:cNvPr>
            <p:cNvSpPr/>
            <p:nvPr/>
          </p:nvSpPr>
          <p:spPr>
            <a:xfrm>
              <a:off x="340066" y="2357792"/>
              <a:ext cx="5405506" cy="688946"/>
            </a:xfrm>
            <a:prstGeom prst="ellipse">
              <a:avLst/>
            </a:prstGeom>
            <a:solidFill>
              <a:srgbClr val="000000">
                <a:alpha val="25000"/>
              </a:srgbClr>
            </a:solidFill>
            <a:ln>
              <a:noFill/>
            </a:ln>
            <a:effectLst>
              <a:softEdge rad="2667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US" sz="1600" dirty="0" err="1">
                <a:solidFill>
                  <a:schemeClr val="bg1"/>
                </a:solidFill>
              </a:endParaRP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26731D74-9128-1544-855C-A1FEBA1CA2CF}"/>
                </a:ext>
              </a:extLst>
            </p:cNvPr>
            <p:cNvSpPr/>
            <p:nvPr/>
          </p:nvSpPr>
          <p:spPr>
            <a:xfrm>
              <a:off x="429915" y="1721909"/>
              <a:ext cx="5472121" cy="972886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US" sz="1600" dirty="0" err="1">
                <a:solidFill>
                  <a:schemeClr val="bg1"/>
                </a:solidFill>
              </a:endParaRPr>
            </a:p>
          </p:txBody>
        </p:sp>
      </p:grpSp>
      <p:sp>
        <p:nvSpPr>
          <p:cNvPr id="30" name="TextBox 29">
            <a:extLst>
              <a:ext uri="{FF2B5EF4-FFF2-40B4-BE49-F238E27FC236}">
                <a16:creationId xmlns:a16="http://schemas.microsoft.com/office/drawing/2014/main" id="{F21ED1E9-7DDE-7349-A824-0A8F7F613A5A}"/>
              </a:ext>
            </a:extLst>
          </p:cNvPr>
          <p:cNvSpPr txBox="1"/>
          <p:nvPr userDrawn="1"/>
        </p:nvSpPr>
        <p:spPr>
          <a:xfrm>
            <a:off x="429915" y="1364824"/>
            <a:ext cx="4469780" cy="357085"/>
          </a:xfrm>
          <a:prstGeom prst="rect">
            <a:avLst/>
          </a:prstGeom>
          <a:solidFill>
            <a:schemeClr val="accent1"/>
          </a:solidFill>
        </p:spPr>
        <p:txBody>
          <a:bodyPr wrap="square" lIns="90000" rtlCol="0" anchor="t">
            <a:spAutoFit/>
          </a:bodyPr>
          <a:lstStyle/>
          <a:p>
            <a:pPr>
              <a:lnSpc>
                <a:spcPct val="114000"/>
              </a:lnSpc>
            </a:pPr>
            <a:r>
              <a:rPr lang="en-US" sz="1600" b="1" dirty="0">
                <a:solidFill>
                  <a:schemeClr val="bg1"/>
                </a:solidFill>
              </a:rPr>
              <a:t>Risks in external dependencies</a:t>
            </a:r>
            <a:r>
              <a:rPr lang="en-US" sz="1600" b="0" dirty="0">
                <a:solidFill>
                  <a:schemeClr val="bg1"/>
                </a:solidFill>
              </a:rPr>
              <a:t> – System overview</a:t>
            </a:r>
          </a:p>
        </p:txBody>
      </p:sp>
      <p:sp>
        <p:nvSpPr>
          <p:cNvPr id="31" name="Content Placeholder 2">
            <a:extLst>
              <a:ext uri="{FF2B5EF4-FFF2-40B4-BE49-F238E27FC236}">
                <a16:creationId xmlns:a16="http://schemas.microsoft.com/office/drawing/2014/main" id="{B90D4AFC-98E5-0C4A-9707-F2559B9A97DC}"/>
              </a:ext>
            </a:extLst>
          </p:cNvPr>
          <p:cNvSpPr txBox="1">
            <a:spLocks/>
          </p:cNvSpPr>
          <p:nvPr userDrawn="1"/>
        </p:nvSpPr>
        <p:spPr>
          <a:xfrm>
            <a:off x="1204383" y="1831229"/>
            <a:ext cx="3695312" cy="26210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70000" indent="-270000" algn="l" defTabSz="274638" rtl="0" eaLnBrk="1" latinLnBrk="0" hangingPunct="1">
              <a:lnSpc>
                <a:spcPts val="2400"/>
              </a:lnSpc>
              <a:spcBef>
                <a:spcPts val="0"/>
              </a:spcBef>
              <a:spcAft>
                <a:spcPts val="567"/>
              </a:spcAft>
              <a:buClr>
                <a:schemeClr val="accent2"/>
              </a:buClr>
              <a:buFont typeface="TheSans B4 SemiLight"/>
              <a:buChar char="&gt;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540000" indent="-270000" algn="l" defTabSz="457200" rtl="0" eaLnBrk="1" latinLnBrk="0" hangingPunct="1">
              <a:lnSpc>
                <a:spcPts val="2400"/>
              </a:lnSpc>
              <a:spcBef>
                <a:spcPts val="0"/>
              </a:spcBef>
              <a:spcAft>
                <a:spcPts val="567"/>
              </a:spcAft>
              <a:buClr>
                <a:schemeClr val="accent2"/>
              </a:buClr>
              <a:buFont typeface="Arial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10000" marR="0" indent="-270000" algn="l" defTabSz="457200" rtl="0" eaLnBrk="1" fontAlgn="auto" latinLnBrk="0" hangingPunct="1">
              <a:lnSpc>
                <a:spcPts val="2400"/>
              </a:lnSpc>
              <a:spcBef>
                <a:spcPts val="0"/>
              </a:spcBef>
              <a:spcAft>
                <a:spcPts val="567"/>
              </a:spcAft>
              <a:buClrTx/>
              <a:buSzTx/>
              <a:buFont typeface="Lucida Grande"/>
              <a:buChar char="-"/>
              <a:tabLst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41400" indent="0" algn="l" defTabSz="457200" rtl="0" eaLnBrk="1" latinLnBrk="0" hangingPunct="1">
              <a:lnSpc>
                <a:spcPts val="2400"/>
              </a:lnSpc>
              <a:spcBef>
                <a:spcPts val="0"/>
              </a:spcBef>
              <a:buClr>
                <a:schemeClr val="accent2"/>
              </a:buClr>
              <a:buFont typeface="Lucida Grande"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70000" indent="-228600" algn="l" defTabSz="457200" rtl="0" eaLnBrk="1" latinLnBrk="0" hangingPunct="1">
              <a:lnSpc>
                <a:spcPts val="2400"/>
              </a:lnSpc>
              <a:spcBef>
                <a:spcPts val="0"/>
              </a:spcBef>
              <a:buClr>
                <a:schemeClr val="accent2"/>
              </a:buClr>
              <a:buFont typeface="Lucida Grande"/>
              <a:buChar char="&gt;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None/>
            </a:pPr>
            <a:r>
              <a:rPr lang="en-GB" sz="1400" b="1" dirty="0">
                <a:solidFill>
                  <a:schemeClr val="accent1"/>
                </a:solidFill>
                <a:latin typeface="Calibri Regular"/>
              </a:rPr>
              <a:t>Risk categories</a:t>
            </a: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C56613CA-FC98-E948-8B09-66C076B53E70}"/>
              </a:ext>
            </a:extLst>
          </p:cNvPr>
          <p:cNvCxnSpPr>
            <a:cxnSpLocks/>
          </p:cNvCxnSpPr>
          <p:nvPr/>
        </p:nvCxnSpPr>
        <p:spPr>
          <a:xfrm>
            <a:off x="2533868" y="2164896"/>
            <a:ext cx="720000" cy="0"/>
          </a:xfrm>
          <a:prstGeom prst="line">
            <a:avLst/>
          </a:prstGeom>
          <a:ln w="57150" cap="rnd">
            <a:solidFill>
              <a:srgbClr val="DB493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AutoShape 5">
            <a:extLst>
              <a:ext uri="{FF2B5EF4-FFF2-40B4-BE49-F238E27FC236}">
                <a16:creationId xmlns:a16="http://schemas.microsoft.com/office/drawing/2014/main" id="{9C79926D-A7E4-AB44-88CA-35B39C0B0F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61038" y="2243219"/>
            <a:ext cx="649538" cy="184666"/>
          </a:xfrm>
          <a:prstGeom prst="foldedCorner">
            <a:avLst>
              <a:gd name="adj" fmla="val 0"/>
            </a:avLst>
          </a:prstGeom>
          <a:noFill/>
          <a:ln w="6350" cmpd="sng">
            <a:noFill/>
            <a:round/>
            <a:headEnd/>
            <a:tailEnd/>
          </a:ln>
          <a:effectLst/>
        </p:spPr>
        <p:txBody>
          <a:bodyPr wrap="none" tIns="0" bIns="0">
            <a:spAutoFit/>
          </a:bodyPr>
          <a:lstStyle/>
          <a:p>
            <a:pPr algn="ctr" eaLnBrk="1" hangingPunct="1">
              <a:spcAft>
                <a:spcPts val="0"/>
              </a:spcAft>
              <a:defRPr/>
            </a:pPr>
            <a:r>
              <a:rPr lang="en-US" sz="1200" spc="-50" noProof="1">
                <a:solidFill>
                  <a:srgbClr val="DB493D"/>
                </a:solidFill>
                <a:cs typeface="TheSansMono M5"/>
              </a:rPr>
              <a:t>high risk</a:t>
            </a:r>
          </a:p>
        </p:txBody>
      </p:sp>
      <p:sp>
        <p:nvSpPr>
          <p:cNvPr id="37" name="AutoShape 5">
            <a:extLst>
              <a:ext uri="{FF2B5EF4-FFF2-40B4-BE49-F238E27FC236}">
                <a16:creationId xmlns:a16="http://schemas.microsoft.com/office/drawing/2014/main" id="{A0F466DD-E497-0B47-9C89-D4A346F119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90395" y="2241262"/>
            <a:ext cx="888385" cy="184666"/>
          </a:xfrm>
          <a:prstGeom prst="foldedCorner">
            <a:avLst>
              <a:gd name="adj" fmla="val 0"/>
            </a:avLst>
          </a:prstGeom>
          <a:noFill/>
          <a:ln w="6350" cmpd="sng">
            <a:noFill/>
            <a:round/>
            <a:headEnd/>
            <a:tailEnd/>
          </a:ln>
          <a:effectLst/>
        </p:spPr>
        <p:txBody>
          <a:bodyPr wrap="none" tIns="0" bIns="0">
            <a:spAutoFit/>
          </a:bodyPr>
          <a:lstStyle/>
          <a:p>
            <a:pPr algn="ctr" eaLnBrk="1" hangingPunct="1">
              <a:spcAft>
                <a:spcPts val="0"/>
              </a:spcAft>
              <a:defRPr/>
            </a:pPr>
            <a:r>
              <a:rPr lang="en-US" sz="1200" spc="-50" noProof="1">
                <a:solidFill>
                  <a:srgbClr val="EF981A"/>
                </a:solidFill>
                <a:cs typeface="TheSansMono M5"/>
              </a:rPr>
              <a:t>medium risk</a:t>
            </a:r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D061AE6C-EBE9-4F46-A618-ED7896ACA29D}"/>
              </a:ext>
            </a:extLst>
          </p:cNvPr>
          <p:cNvCxnSpPr>
            <a:cxnSpLocks/>
          </p:cNvCxnSpPr>
          <p:nvPr/>
        </p:nvCxnSpPr>
        <p:spPr>
          <a:xfrm>
            <a:off x="3373046" y="2164896"/>
            <a:ext cx="720000" cy="0"/>
          </a:xfrm>
          <a:prstGeom prst="line">
            <a:avLst/>
          </a:prstGeom>
          <a:ln w="57150" cap="rnd">
            <a:solidFill>
              <a:srgbClr val="EF981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AutoShape 5">
            <a:extLst>
              <a:ext uri="{FF2B5EF4-FFF2-40B4-BE49-F238E27FC236}">
                <a16:creationId xmlns:a16="http://schemas.microsoft.com/office/drawing/2014/main" id="{EA2FDCAB-455C-4E49-AF74-1E4FA9011B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50436" y="2236451"/>
            <a:ext cx="615297" cy="184666"/>
          </a:xfrm>
          <a:prstGeom prst="foldedCorner">
            <a:avLst>
              <a:gd name="adj" fmla="val 0"/>
            </a:avLst>
          </a:prstGeom>
          <a:noFill/>
          <a:ln w="6350" cmpd="sng">
            <a:noFill/>
            <a:round/>
            <a:headEnd/>
            <a:tailEnd/>
          </a:ln>
          <a:effectLst/>
        </p:spPr>
        <p:txBody>
          <a:bodyPr wrap="none" tIns="0" bIns="0">
            <a:spAutoFit/>
          </a:bodyPr>
          <a:lstStyle/>
          <a:p>
            <a:pPr algn="ctr" eaLnBrk="1" hangingPunct="1">
              <a:spcAft>
                <a:spcPts val="0"/>
              </a:spcAft>
              <a:defRPr/>
            </a:pPr>
            <a:r>
              <a:rPr lang="en-US" sz="1200" spc="-50" noProof="1">
                <a:solidFill>
                  <a:srgbClr val="F8C740"/>
                </a:solidFill>
                <a:cs typeface="TheSansMono M5"/>
              </a:rPr>
              <a:t>low risk</a:t>
            </a:r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8D80D8D2-64AB-5B45-9E98-3024038CA8F5}"/>
              </a:ext>
            </a:extLst>
          </p:cNvPr>
          <p:cNvCxnSpPr>
            <a:cxnSpLocks/>
          </p:cNvCxnSpPr>
          <p:nvPr/>
        </p:nvCxnSpPr>
        <p:spPr>
          <a:xfrm>
            <a:off x="4206995" y="2164896"/>
            <a:ext cx="720000" cy="0"/>
          </a:xfrm>
          <a:prstGeom prst="line">
            <a:avLst/>
          </a:prstGeom>
          <a:ln w="57150" cap="rnd">
            <a:solidFill>
              <a:srgbClr val="F8C74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AutoShape 5">
            <a:extLst>
              <a:ext uri="{FF2B5EF4-FFF2-40B4-BE49-F238E27FC236}">
                <a16:creationId xmlns:a16="http://schemas.microsoft.com/office/drawing/2014/main" id="{83EAF45F-0735-074F-B8DE-661963E387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35071" y="2240877"/>
            <a:ext cx="697627" cy="184666"/>
          </a:xfrm>
          <a:prstGeom prst="foldedCorner">
            <a:avLst>
              <a:gd name="adj" fmla="val 0"/>
            </a:avLst>
          </a:prstGeom>
          <a:noFill/>
          <a:ln w="6350" cmpd="sng">
            <a:noFill/>
            <a:round/>
            <a:headEnd/>
            <a:tailEnd/>
          </a:ln>
          <a:effectLst/>
        </p:spPr>
        <p:txBody>
          <a:bodyPr wrap="none" tIns="0" bIns="0">
            <a:spAutoFit/>
          </a:bodyPr>
          <a:lstStyle/>
          <a:p>
            <a:pPr algn="ctr">
              <a:defRPr/>
            </a:pPr>
            <a:r>
              <a:rPr lang="en-US" sz="1100" b="1" dirty="0">
                <a:solidFill>
                  <a:srgbClr val="57C96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✓</a:t>
            </a:r>
            <a:r>
              <a:rPr lang="en-US" sz="1200" dirty="0">
                <a:solidFill>
                  <a:srgbClr val="57C968"/>
                </a:solidFill>
              </a:rPr>
              <a:t> </a:t>
            </a:r>
            <a:r>
              <a:rPr lang="en-US" sz="1200" spc="-50" noProof="1">
                <a:solidFill>
                  <a:srgbClr val="57C968"/>
                </a:solidFill>
                <a:cs typeface="TheSansMono M5"/>
              </a:rPr>
              <a:t>no risk</a:t>
            </a:r>
          </a:p>
        </p:txBody>
      </p: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99335F77-CBBF-B24B-8F0A-85FCA257B10A}"/>
              </a:ext>
            </a:extLst>
          </p:cNvPr>
          <p:cNvCxnSpPr>
            <a:cxnSpLocks/>
          </p:cNvCxnSpPr>
          <p:nvPr/>
        </p:nvCxnSpPr>
        <p:spPr>
          <a:xfrm>
            <a:off x="5040951" y="2164896"/>
            <a:ext cx="720000" cy="0"/>
          </a:xfrm>
          <a:prstGeom prst="line">
            <a:avLst/>
          </a:prstGeom>
          <a:ln w="57150" cap="rnd">
            <a:solidFill>
              <a:srgbClr val="57C96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Freeform 47">
            <a:extLst>
              <a:ext uri="{FF2B5EF4-FFF2-40B4-BE49-F238E27FC236}">
                <a16:creationId xmlns:a16="http://schemas.microsoft.com/office/drawing/2014/main" id="{91356441-694B-B541-8959-E690A83565FC}"/>
              </a:ext>
            </a:extLst>
          </p:cNvPr>
          <p:cNvSpPr/>
          <p:nvPr userDrawn="1"/>
        </p:nvSpPr>
        <p:spPr>
          <a:xfrm>
            <a:off x="529948" y="1793444"/>
            <a:ext cx="1078883" cy="721276"/>
          </a:xfrm>
          <a:custGeom>
            <a:avLst/>
            <a:gdLst>
              <a:gd name="connsiteX0" fmla="*/ 28050 w 1078883"/>
              <a:gd name="connsiteY0" fmla="*/ 0 h 721276"/>
              <a:gd name="connsiteX1" fmla="*/ 915239 w 1078883"/>
              <a:gd name="connsiteY1" fmla="*/ 0 h 721276"/>
              <a:gd name="connsiteX2" fmla="*/ 1078883 w 1078883"/>
              <a:gd name="connsiteY2" fmla="*/ 364710 h 721276"/>
              <a:gd name="connsiteX3" fmla="*/ 918893 w 1078883"/>
              <a:gd name="connsiteY3" fmla="*/ 721276 h 721276"/>
              <a:gd name="connsiteX4" fmla="*/ 28050 w 1078883"/>
              <a:gd name="connsiteY4" fmla="*/ 721276 h 721276"/>
              <a:gd name="connsiteX5" fmla="*/ 0 w 1078883"/>
              <a:gd name="connsiteY5" fmla="*/ 693226 h 721276"/>
              <a:gd name="connsiteX6" fmla="*/ 0 w 1078883"/>
              <a:gd name="connsiteY6" fmla="*/ 28050 h 721276"/>
              <a:gd name="connsiteX7" fmla="*/ 28050 w 1078883"/>
              <a:gd name="connsiteY7" fmla="*/ 0 h 7212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78883" h="721276">
                <a:moveTo>
                  <a:pt x="28050" y="0"/>
                </a:moveTo>
                <a:lnTo>
                  <a:pt x="915239" y="0"/>
                </a:lnTo>
                <a:lnTo>
                  <a:pt x="1078883" y="364710"/>
                </a:lnTo>
                <a:lnTo>
                  <a:pt x="918893" y="721276"/>
                </a:lnTo>
                <a:lnTo>
                  <a:pt x="28050" y="721276"/>
                </a:lnTo>
                <a:cubicBezTo>
                  <a:pt x="12558" y="721276"/>
                  <a:pt x="0" y="708718"/>
                  <a:pt x="0" y="693226"/>
                </a:cubicBezTo>
                <a:lnTo>
                  <a:pt x="0" y="28050"/>
                </a:lnTo>
                <a:cubicBezTo>
                  <a:pt x="0" y="12558"/>
                  <a:pt x="12558" y="0"/>
                  <a:pt x="28050" y="0"/>
                </a:cubicBezTo>
                <a:close/>
              </a:path>
            </a:pathLst>
          </a:custGeom>
          <a:gradFill>
            <a:gsLst>
              <a:gs pos="0">
                <a:schemeClr val="bg2">
                  <a:alpha val="25000"/>
                </a:schemeClr>
              </a:gs>
              <a:gs pos="100000">
                <a:schemeClr val="bg2">
                  <a:alpha val="0"/>
                </a:schemeClr>
              </a:gs>
            </a:gsLst>
            <a:lin ang="2700000" scaled="0"/>
          </a:gradFill>
          <a:ln w="9525">
            <a:solidFill>
              <a:schemeClr val="bg2">
                <a:alpha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50" name="AutoShape 5">
            <a:extLst>
              <a:ext uri="{FF2B5EF4-FFF2-40B4-BE49-F238E27FC236}">
                <a16:creationId xmlns:a16="http://schemas.microsoft.com/office/drawing/2014/main" id="{A85B6768-8DD0-3840-98FF-EA35442768A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29948" y="2082563"/>
            <a:ext cx="946336" cy="338554"/>
          </a:xfrm>
          <a:prstGeom prst="foldedCorner">
            <a:avLst>
              <a:gd name="adj" fmla="val 0"/>
            </a:avLst>
          </a:prstGeom>
          <a:noFill/>
          <a:ln w="6350" cmpd="sng">
            <a:noFill/>
            <a:round/>
            <a:headEnd/>
            <a:tailEnd/>
          </a:ln>
          <a:effectLst/>
        </p:spPr>
        <p:txBody>
          <a:bodyPr wrap="square" lIns="36000" tIns="0" rIns="36000" bIns="0">
            <a:spAutoFit/>
          </a:bodyPr>
          <a:lstStyle/>
          <a:p>
            <a:pPr algn="ctr">
              <a:defRPr/>
            </a:pPr>
            <a:r>
              <a:rPr lang="en-US" sz="1100" dirty="0">
                <a:solidFill>
                  <a:schemeClr val="bg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external</a:t>
            </a:r>
            <a:br>
              <a:rPr lang="en-US" sz="1100" dirty="0">
                <a:solidFill>
                  <a:schemeClr val="bg2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100" dirty="0">
                <a:solidFill>
                  <a:schemeClr val="bg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dependencies</a:t>
            </a:r>
            <a:endParaRPr lang="en-US" sz="1200" spc="-50" noProof="1">
              <a:solidFill>
                <a:schemeClr val="bg2"/>
              </a:solidFill>
              <a:cs typeface="TheSansMono M5"/>
            </a:endParaRP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97CD0235-CB15-C949-BCBD-9E062FB24F3A}"/>
              </a:ext>
            </a:extLst>
          </p:cNvPr>
          <p:cNvSpPr/>
          <p:nvPr userDrawn="1"/>
        </p:nvSpPr>
        <p:spPr>
          <a:xfrm>
            <a:off x="6116295" y="730293"/>
            <a:ext cx="6075705" cy="612770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dirty="0" err="1">
              <a:solidFill>
                <a:schemeClr val="accent1"/>
              </a:solidFill>
            </a:endParaRPr>
          </a:p>
        </p:txBody>
      </p:sp>
      <p:sp>
        <p:nvSpPr>
          <p:cNvPr id="55" name="Content Placeholder 2">
            <a:extLst>
              <a:ext uri="{FF2B5EF4-FFF2-40B4-BE49-F238E27FC236}">
                <a16:creationId xmlns:a16="http://schemas.microsoft.com/office/drawing/2014/main" id="{C8989BBF-287E-B847-9CAC-6DA102EFBD4A}"/>
              </a:ext>
            </a:extLst>
          </p:cNvPr>
          <p:cNvSpPr>
            <a:spLocks noGrp="1"/>
          </p:cNvSpPr>
          <p:nvPr userDrawn="1">
            <p:ph sz="quarter" idx="13" hasCustomPrompt="1"/>
          </p:nvPr>
        </p:nvSpPr>
        <p:spPr>
          <a:xfrm>
            <a:off x="6420006" y="1368000"/>
            <a:ext cx="5326793" cy="4950000"/>
          </a:xfrm>
        </p:spPr>
        <p:txBody>
          <a:bodyPr>
            <a:noAutofit/>
          </a:bodyPr>
          <a:lstStyle>
            <a:lvl1pPr marL="285750" indent="-285750">
              <a:buFont typeface="Wingdings" pitchFamily="2" charset="2"/>
              <a:buChar char="§"/>
              <a:tabLst/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Insert content text (headers in bold)</a:t>
            </a:r>
          </a:p>
        </p:txBody>
      </p:sp>
      <p:sp>
        <p:nvSpPr>
          <p:cNvPr id="56" name="Text Placeholder 2">
            <a:extLst>
              <a:ext uri="{FF2B5EF4-FFF2-40B4-BE49-F238E27FC236}">
                <a16:creationId xmlns:a16="http://schemas.microsoft.com/office/drawing/2014/main" id="{8FE26B8D-BD73-4444-8D0F-1248DE1DD5B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97149" y="1816783"/>
            <a:ext cx="835106" cy="265112"/>
          </a:xfrm>
        </p:spPr>
        <p:txBody>
          <a:bodyPr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600" b="1">
                <a:solidFill>
                  <a:schemeClr val="bg2"/>
                </a:solidFill>
              </a:defRPr>
            </a:lvl1pPr>
            <a:lvl2pPr marL="270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2pPr>
            <a:lvl3pPr marL="522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3pPr>
            <a:lvl4pPr marL="774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4pPr>
            <a:lvl5pPr marL="1026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&lt;#&gt;</a:t>
            </a:r>
          </a:p>
        </p:txBody>
      </p:sp>
      <p:sp>
        <p:nvSpPr>
          <p:cNvPr id="58" name="Text Placeholder 2">
            <a:extLst>
              <a:ext uri="{FF2B5EF4-FFF2-40B4-BE49-F238E27FC236}">
                <a16:creationId xmlns:a16="http://schemas.microsoft.com/office/drawing/2014/main" id="{EDC22544-D9BC-B244-939B-9E83862D4E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522570" y="1816783"/>
            <a:ext cx="734436" cy="265112"/>
          </a:xfrm>
        </p:spPr>
        <p:txBody>
          <a:bodyPr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600" b="1">
                <a:solidFill>
                  <a:schemeClr val="bg2"/>
                </a:solidFill>
              </a:defRPr>
            </a:lvl1pPr>
            <a:lvl2pPr marL="270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2pPr>
            <a:lvl3pPr marL="522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3pPr>
            <a:lvl4pPr marL="774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4pPr>
            <a:lvl5pPr marL="1026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&lt;#&gt;</a:t>
            </a:r>
          </a:p>
        </p:txBody>
      </p:sp>
      <p:sp>
        <p:nvSpPr>
          <p:cNvPr id="60" name="Text Placeholder 2">
            <a:extLst>
              <a:ext uri="{FF2B5EF4-FFF2-40B4-BE49-F238E27FC236}">
                <a16:creationId xmlns:a16="http://schemas.microsoft.com/office/drawing/2014/main" id="{BB9C82F9-0A2D-9945-BB70-9C792404433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45172" y="1816783"/>
            <a:ext cx="760514" cy="265112"/>
          </a:xfrm>
        </p:spPr>
        <p:txBody>
          <a:bodyPr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600" b="1">
                <a:solidFill>
                  <a:schemeClr val="bg2"/>
                </a:solidFill>
              </a:defRPr>
            </a:lvl1pPr>
            <a:lvl2pPr marL="270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2pPr>
            <a:lvl3pPr marL="522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3pPr>
            <a:lvl4pPr marL="774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4pPr>
            <a:lvl5pPr marL="1026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&lt;#&gt;</a:t>
            </a:r>
          </a:p>
        </p:txBody>
      </p:sp>
      <p:sp>
        <p:nvSpPr>
          <p:cNvPr id="61" name="Text Placeholder 2">
            <a:extLst>
              <a:ext uri="{FF2B5EF4-FFF2-40B4-BE49-F238E27FC236}">
                <a16:creationId xmlns:a16="http://schemas.microsoft.com/office/drawing/2014/main" id="{4F6EE5E4-7412-804B-AB0B-2612A9AEF19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180072" y="1816783"/>
            <a:ext cx="760514" cy="265112"/>
          </a:xfrm>
        </p:spPr>
        <p:txBody>
          <a:bodyPr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600" b="1">
                <a:solidFill>
                  <a:schemeClr val="bg2"/>
                </a:solidFill>
              </a:defRPr>
            </a:lvl1pPr>
            <a:lvl2pPr marL="270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2pPr>
            <a:lvl3pPr marL="522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3pPr>
            <a:lvl4pPr marL="774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4pPr>
            <a:lvl5pPr marL="1026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&lt;#&gt;</a:t>
            </a:r>
          </a:p>
        </p:txBody>
      </p:sp>
      <p:sp>
        <p:nvSpPr>
          <p:cNvPr id="62" name="Text Placeholder 2">
            <a:extLst>
              <a:ext uri="{FF2B5EF4-FFF2-40B4-BE49-F238E27FC236}">
                <a16:creationId xmlns:a16="http://schemas.microsoft.com/office/drawing/2014/main" id="{20222DCE-C402-BC42-9510-1717F16DF89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998590" y="1816783"/>
            <a:ext cx="776867" cy="265112"/>
          </a:xfrm>
        </p:spPr>
        <p:txBody>
          <a:bodyPr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600" b="1">
                <a:solidFill>
                  <a:srgbClr val="57C968"/>
                </a:solidFill>
              </a:defRPr>
            </a:lvl1pPr>
            <a:lvl2pPr marL="270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2pPr>
            <a:lvl3pPr marL="522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3pPr>
            <a:lvl4pPr marL="774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4pPr>
            <a:lvl5pPr marL="1026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&lt;#&gt;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3B0C8CF-791F-18E5-4333-1B6A84495D38}"/>
              </a:ext>
            </a:extLst>
          </p:cNvPr>
          <p:cNvCxnSpPr>
            <a:cxnSpLocks/>
          </p:cNvCxnSpPr>
          <p:nvPr userDrawn="1"/>
        </p:nvCxnSpPr>
        <p:spPr>
          <a:xfrm>
            <a:off x="1696774" y="2159781"/>
            <a:ext cx="720000" cy="0"/>
          </a:xfrm>
          <a:prstGeom prst="line">
            <a:avLst/>
          </a:prstGeom>
          <a:ln w="57150" cap="rnd">
            <a:solidFill>
              <a:srgbClr val="91071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AutoShape 5">
            <a:extLst>
              <a:ext uri="{FF2B5EF4-FFF2-40B4-BE49-F238E27FC236}">
                <a16:creationId xmlns:a16="http://schemas.microsoft.com/office/drawing/2014/main" id="{D8BC2DDE-6625-F621-EC94-783A87A7B4F3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663674" y="2238104"/>
            <a:ext cx="770084" cy="184666"/>
          </a:xfrm>
          <a:prstGeom prst="foldedCorner">
            <a:avLst>
              <a:gd name="adj" fmla="val 0"/>
            </a:avLst>
          </a:prstGeom>
          <a:noFill/>
          <a:ln w="6350" cmpd="sng">
            <a:noFill/>
            <a:round/>
            <a:headEnd/>
            <a:tailEnd/>
          </a:ln>
          <a:effectLst/>
        </p:spPr>
        <p:txBody>
          <a:bodyPr wrap="none" tIns="0" bIns="0">
            <a:spAutoFit/>
          </a:bodyPr>
          <a:lstStyle/>
          <a:p>
            <a:pPr algn="ctr" eaLnBrk="1" hangingPunct="1">
              <a:spcAft>
                <a:spcPts val="0"/>
              </a:spcAft>
              <a:defRPr/>
            </a:pPr>
            <a:r>
              <a:rPr lang="en-US" sz="1200" spc="-50" noProof="1">
                <a:solidFill>
                  <a:srgbClr val="910714"/>
                </a:solidFill>
                <a:cs typeface="TheSansMono M5"/>
              </a:rPr>
              <a:t>critical risk</a:t>
            </a:r>
          </a:p>
        </p:txBody>
      </p:sp>
      <p:sp>
        <p:nvSpPr>
          <p:cNvPr id="43" name="Text Placeholder 2">
            <a:extLst>
              <a:ext uri="{FF2B5EF4-FFF2-40B4-BE49-F238E27FC236}">
                <a16:creationId xmlns:a16="http://schemas.microsoft.com/office/drawing/2014/main" id="{CAAE3B6A-A32C-2E31-61A0-D3B86C8941C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685476" y="1811668"/>
            <a:ext cx="734436" cy="265112"/>
          </a:xfrm>
        </p:spPr>
        <p:txBody>
          <a:bodyPr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600" b="1">
                <a:solidFill>
                  <a:schemeClr val="bg2"/>
                </a:solidFill>
              </a:defRPr>
            </a:lvl1pPr>
            <a:lvl2pPr marL="270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2pPr>
            <a:lvl3pPr marL="522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3pPr>
            <a:lvl4pPr marL="774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4pPr>
            <a:lvl5pPr marL="1026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&lt;#&gt;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546E4A2-084F-9B55-1A76-59A9E48860A4}"/>
              </a:ext>
            </a:extLst>
          </p:cNvPr>
          <p:cNvSpPr txBox="1"/>
          <p:nvPr userDrawn="1"/>
        </p:nvSpPr>
        <p:spPr>
          <a:xfrm>
            <a:off x="-143206" y="5881381"/>
            <a:ext cx="2549071" cy="289438"/>
          </a:xfrm>
          <a:prstGeom prst="rect">
            <a:avLst/>
          </a:prstGeom>
          <a:noFill/>
        </p:spPr>
        <p:txBody>
          <a:bodyPr wrap="square" lIns="90000" rtlCol="0" anchor="t">
            <a:spAutoFit/>
          </a:bodyPr>
          <a:lstStyle/>
          <a:p>
            <a:pPr algn="r">
              <a:lnSpc>
                <a:spcPct val="113000"/>
              </a:lnSpc>
            </a:pPr>
            <a:r>
              <a:rPr lang="en-US" sz="1200" dirty="0">
                <a:solidFill>
                  <a:schemeClr val="tx1">
                    <a:lumMod val="60000"/>
                    <a:lumOff val="40000"/>
                    <a:alpha val="50000"/>
                  </a:schemeClr>
                </a:solidFill>
              </a:rPr>
              <a:t>Number of dependencies: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14748B4A-7DD2-00DB-AD86-FD93B244FC19}"/>
              </a:ext>
            </a:extLst>
          </p:cNvPr>
          <p:cNvGrpSpPr/>
          <p:nvPr userDrawn="1"/>
        </p:nvGrpSpPr>
        <p:grpSpPr>
          <a:xfrm>
            <a:off x="184167" y="2938848"/>
            <a:ext cx="2176758" cy="478914"/>
            <a:chOff x="184167" y="2938848"/>
            <a:chExt cx="2176758" cy="478914"/>
          </a:xfrm>
        </p:grpSpPr>
        <p:pic>
          <p:nvPicPr>
            <p:cNvPr id="5" name="Graphic 4">
              <a:extLst>
                <a:ext uri="{FF2B5EF4-FFF2-40B4-BE49-F238E27FC236}">
                  <a16:creationId xmlns:a16="http://schemas.microsoft.com/office/drawing/2014/main" id="{FD8BF416-6FD7-D2A6-2D79-58E7A1832B08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lum bright="100000"/>
              <a:alphaModFix amt="80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2132325" y="3145777"/>
              <a:ext cx="228600" cy="228600"/>
            </a:xfrm>
            <a:prstGeom prst="rect">
              <a:avLst/>
            </a:prstGeom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88FA3170-93BB-C32C-D469-8D7B377640BD}"/>
                </a:ext>
              </a:extLst>
            </p:cNvPr>
            <p:cNvSpPr txBox="1"/>
            <p:nvPr userDrawn="1"/>
          </p:nvSpPr>
          <p:spPr>
            <a:xfrm>
              <a:off x="184167" y="2938848"/>
              <a:ext cx="1930982" cy="47891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>
                <a:lnSpc>
                  <a:spcPct val="180000"/>
                </a:lnSpc>
              </a:pPr>
              <a:r>
                <a:rPr lang="en-US" sz="1600" b="1" dirty="0">
                  <a:solidFill>
                    <a:schemeClr val="tx1">
                      <a:lumMod val="40000"/>
                      <a:lumOff val="60000"/>
                    </a:schemeClr>
                  </a:solidFill>
                </a:rPr>
                <a:t>vulnerability </a:t>
              </a:r>
              <a:r>
                <a:rPr lang="en-US" sz="1600" dirty="0">
                  <a:solidFill>
                    <a:schemeClr val="tx1">
                      <a:lumMod val="40000"/>
                      <a:lumOff val="60000"/>
                    </a:schemeClr>
                  </a:solidFill>
                </a:rPr>
                <a:t>risk</a:t>
              </a: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55DD96C8-3ACF-1DFF-CF73-0AF5F066614E}"/>
              </a:ext>
            </a:extLst>
          </p:cNvPr>
          <p:cNvGrpSpPr/>
          <p:nvPr userDrawn="1"/>
        </p:nvGrpSpPr>
        <p:grpSpPr>
          <a:xfrm>
            <a:off x="1016807" y="3564280"/>
            <a:ext cx="1344118" cy="423514"/>
            <a:chOff x="1016807" y="3564280"/>
            <a:chExt cx="1344118" cy="423514"/>
          </a:xfrm>
        </p:grpSpPr>
        <p:pic>
          <p:nvPicPr>
            <p:cNvPr id="13" name="Graphic 12">
              <a:extLst>
                <a:ext uri="{FF2B5EF4-FFF2-40B4-BE49-F238E27FC236}">
                  <a16:creationId xmlns:a16="http://schemas.microsoft.com/office/drawing/2014/main" id="{5D59CE77-F471-DC75-C135-1DA00EA336BA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lum bright="100000"/>
              <a:alphaModFix amt="8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132325" y="3703034"/>
              <a:ext cx="228600" cy="228600"/>
            </a:xfrm>
            <a:prstGeom prst="rect">
              <a:avLst/>
            </a:prstGeom>
          </p:spPr>
        </p:pic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4AB1C286-E53F-9CE4-4C64-B0026A68614C}"/>
                </a:ext>
              </a:extLst>
            </p:cNvPr>
            <p:cNvSpPr txBox="1"/>
            <p:nvPr userDrawn="1"/>
          </p:nvSpPr>
          <p:spPr>
            <a:xfrm>
              <a:off x="1016807" y="3564280"/>
              <a:ext cx="1098342" cy="42351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>
                <a:lnSpc>
                  <a:spcPct val="150000"/>
                </a:lnSpc>
              </a:pPr>
              <a:r>
                <a:rPr lang="en-US" sz="1600" b="1" dirty="0">
                  <a:solidFill>
                    <a:schemeClr val="tx1">
                      <a:lumMod val="40000"/>
                      <a:lumOff val="60000"/>
                    </a:schemeClr>
                  </a:solidFill>
                </a:rPr>
                <a:t>legal </a:t>
              </a:r>
              <a:r>
                <a:rPr lang="en-US" sz="1600" dirty="0">
                  <a:solidFill>
                    <a:schemeClr val="tx1">
                      <a:lumMod val="40000"/>
                      <a:lumOff val="60000"/>
                    </a:schemeClr>
                  </a:solidFill>
                </a:rPr>
                <a:t>risk</a:t>
              </a:r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F3B04AA6-0170-8ABA-260D-D0032728A162}"/>
              </a:ext>
            </a:extLst>
          </p:cNvPr>
          <p:cNvGrpSpPr/>
          <p:nvPr userDrawn="1"/>
        </p:nvGrpSpPr>
        <p:grpSpPr>
          <a:xfrm>
            <a:off x="283779" y="4213198"/>
            <a:ext cx="2077146" cy="276999"/>
            <a:chOff x="283779" y="4213198"/>
            <a:chExt cx="2077146" cy="276999"/>
          </a:xfrm>
        </p:grpSpPr>
        <p:pic>
          <p:nvPicPr>
            <p:cNvPr id="35" name="Graphic 34">
              <a:extLst>
                <a:ext uri="{FF2B5EF4-FFF2-40B4-BE49-F238E27FC236}">
                  <a16:creationId xmlns:a16="http://schemas.microsoft.com/office/drawing/2014/main" id="{54275B3F-AB3B-D0D7-E66A-918FA53CB79D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lum bright="100000"/>
              <a:alphaModFix amt="80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2132325" y="4260843"/>
              <a:ext cx="228600" cy="228600"/>
            </a:xfrm>
            <a:prstGeom prst="rect">
              <a:avLst/>
            </a:prstGeom>
          </p:spPr>
        </p:pic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CAED634E-2496-806E-376D-3C44D5DAEAD1}"/>
                </a:ext>
              </a:extLst>
            </p:cNvPr>
            <p:cNvSpPr txBox="1"/>
            <p:nvPr userDrawn="1"/>
          </p:nvSpPr>
          <p:spPr>
            <a:xfrm>
              <a:off x="283779" y="4213198"/>
              <a:ext cx="1831370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>
                <a:lnSpc>
                  <a:spcPct val="100000"/>
                </a:lnSpc>
              </a:pPr>
              <a:r>
                <a:rPr lang="en-US" sz="1200" b="0" dirty="0">
                  <a:solidFill>
                    <a:schemeClr val="tx1">
                      <a:lumMod val="40000"/>
                      <a:lumOff val="60000"/>
                    </a:schemeClr>
                  </a:solidFill>
                </a:rPr>
                <a:t>freshness risk</a:t>
              </a:r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693FE0FE-23FE-D4C7-7966-960B2D6BD3D4}"/>
              </a:ext>
            </a:extLst>
          </p:cNvPr>
          <p:cNvGrpSpPr/>
          <p:nvPr userDrawn="1"/>
        </p:nvGrpSpPr>
        <p:grpSpPr>
          <a:xfrm>
            <a:off x="763256" y="4628191"/>
            <a:ext cx="1597669" cy="307777"/>
            <a:chOff x="763256" y="4610126"/>
            <a:chExt cx="1597669" cy="307777"/>
          </a:xfrm>
        </p:grpSpPr>
        <p:pic>
          <p:nvPicPr>
            <p:cNvPr id="40" name="Graphic 39">
              <a:extLst>
                <a:ext uri="{FF2B5EF4-FFF2-40B4-BE49-F238E27FC236}">
                  <a16:creationId xmlns:a16="http://schemas.microsoft.com/office/drawing/2014/main" id="{A884E1D2-68C4-CC99-6761-4E51BA139A5F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lum bright="100000"/>
              <a:alphaModFix amt="8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2132325" y="4671752"/>
              <a:ext cx="228600" cy="228600"/>
            </a:xfrm>
            <a:prstGeom prst="rect">
              <a:avLst/>
            </a:prstGeom>
          </p:spPr>
        </p:pic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1B637B0B-B9F7-C45A-A2CD-E4236903CA44}"/>
                </a:ext>
              </a:extLst>
            </p:cNvPr>
            <p:cNvSpPr txBox="1"/>
            <p:nvPr userDrawn="1"/>
          </p:nvSpPr>
          <p:spPr>
            <a:xfrm>
              <a:off x="763256" y="4610126"/>
              <a:ext cx="1351893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>
                <a:lnSpc>
                  <a:spcPct val="100000"/>
                </a:lnSpc>
              </a:pPr>
              <a:r>
                <a:rPr lang="en-US" sz="1200" b="0" dirty="0">
                  <a:solidFill>
                    <a:schemeClr val="tx1">
                      <a:lumMod val="40000"/>
                      <a:lumOff val="60000"/>
                    </a:schemeClr>
                  </a:solidFill>
                </a:rPr>
                <a:t>stability</a:t>
              </a:r>
              <a:r>
                <a:rPr lang="en-US" sz="1400" b="0" dirty="0">
                  <a:solidFill>
                    <a:schemeClr val="tx1">
                      <a:lumMod val="40000"/>
                      <a:lumOff val="60000"/>
                    </a:schemeClr>
                  </a:solidFill>
                </a:rPr>
                <a:t> </a:t>
              </a:r>
              <a:r>
                <a:rPr lang="en-US" sz="1200" b="0" dirty="0">
                  <a:solidFill>
                    <a:schemeClr val="tx1">
                      <a:lumMod val="40000"/>
                      <a:lumOff val="60000"/>
                    </a:schemeClr>
                  </a:solidFill>
                </a:rPr>
                <a:t>risk</a:t>
              </a:r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ADDEE55D-85C5-F1E0-82C9-656E14C98A45}"/>
              </a:ext>
            </a:extLst>
          </p:cNvPr>
          <p:cNvGrpSpPr/>
          <p:nvPr userDrawn="1"/>
        </p:nvGrpSpPr>
        <p:grpSpPr>
          <a:xfrm>
            <a:off x="632049" y="5073962"/>
            <a:ext cx="1728876" cy="276999"/>
            <a:chOff x="632049" y="5033912"/>
            <a:chExt cx="1728876" cy="276999"/>
          </a:xfrm>
        </p:grpSpPr>
        <p:pic>
          <p:nvPicPr>
            <p:cNvPr id="49" name="Graphic 48">
              <a:extLst>
                <a:ext uri="{FF2B5EF4-FFF2-40B4-BE49-F238E27FC236}">
                  <a16:creationId xmlns:a16="http://schemas.microsoft.com/office/drawing/2014/main" id="{638CBB33-3CAC-D4D4-95F0-E601E9651F1C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lum bright="100000"/>
              <a:alphaModFix amt="80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2132325" y="5075030"/>
              <a:ext cx="228600" cy="228600"/>
            </a:xfrm>
            <a:prstGeom prst="rect">
              <a:avLst/>
            </a:prstGeom>
          </p:spPr>
        </p:pic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DEBE0748-E831-C177-8482-1AD9D7C8020A}"/>
                </a:ext>
              </a:extLst>
            </p:cNvPr>
            <p:cNvSpPr txBox="1"/>
            <p:nvPr userDrawn="1"/>
          </p:nvSpPr>
          <p:spPr>
            <a:xfrm>
              <a:off x="632049" y="5033912"/>
              <a:ext cx="1483100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>
                <a:lnSpc>
                  <a:spcPct val="100000"/>
                </a:lnSpc>
              </a:pPr>
              <a:r>
                <a:rPr lang="en-US" sz="1200" b="0" dirty="0">
                  <a:solidFill>
                    <a:schemeClr val="tx1">
                      <a:lumMod val="40000"/>
                      <a:lumOff val="60000"/>
                    </a:schemeClr>
                  </a:solidFill>
                </a:rPr>
                <a:t>management risk</a:t>
              </a:r>
            </a:p>
          </p:txBody>
        </p:sp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82F96D4F-7882-8E1E-059F-CF281133C60A}"/>
              </a:ext>
            </a:extLst>
          </p:cNvPr>
          <p:cNvGrpSpPr/>
          <p:nvPr userDrawn="1"/>
        </p:nvGrpSpPr>
        <p:grpSpPr>
          <a:xfrm>
            <a:off x="708077" y="5488955"/>
            <a:ext cx="1652848" cy="276999"/>
            <a:chOff x="708077" y="5488955"/>
            <a:chExt cx="1652848" cy="276999"/>
          </a:xfrm>
        </p:grpSpPr>
        <p:pic>
          <p:nvPicPr>
            <p:cNvPr id="59" name="Graphic 58">
              <a:extLst>
                <a:ext uri="{FF2B5EF4-FFF2-40B4-BE49-F238E27FC236}">
                  <a16:creationId xmlns:a16="http://schemas.microsoft.com/office/drawing/2014/main" id="{1A99E526-2AFE-852A-F382-C92035CEFB78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lum bright="100000"/>
              <a:alphaModFix amt="80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2132325" y="5517723"/>
              <a:ext cx="228600" cy="228600"/>
            </a:xfrm>
            <a:prstGeom prst="rect">
              <a:avLst/>
            </a:prstGeom>
          </p:spPr>
        </p:pic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64638D2F-CAB2-BA06-872A-ED7C6CD060EB}"/>
                </a:ext>
              </a:extLst>
            </p:cNvPr>
            <p:cNvSpPr txBox="1"/>
            <p:nvPr userDrawn="1"/>
          </p:nvSpPr>
          <p:spPr>
            <a:xfrm>
              <a:off x="708077" y="5488955"/>
              <a:ext cx="1407072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>
                <a:lnSpc>
                  <a:spcPct val="100000"/>
                </a:lnSpc>
              </a:pPr>
              <a:r>
                <a:rPr lang="en-US" sz="1200" b="0" dirty="0">
                  <a:solidFill>
                    <a:schemeClr val="tx1">
                      <a:lumMod val="40000"/>
                      <a:lumOff val="60000"/>
                    </a:schemeClr>
                  </a:solidFill>
                </a:rPr>
                <a:t>activity risk</a:t>
              </a:r>
            </a:p>
          </p:txBody>
        </p:sp>
      </p:grpSp>
      <p:sp>
        <p:nvSpPr>
          <p:cNvPr id="64" name="TextBox 63">
            <a:extLst>
              <a:ext uri="{FF2B5EF4-FFF2-40B4-BE49-F238E27FC236}">
                <a16:creationId xmlns:a16="http://schemas.microsoft.com/office/drawing/2014/main" id="{DA66A356-888B-5B88-7541-A81781B37E16}"/>
              </a:ext>
            </a:extLst>
          </p:cNvPr>
          <p:cNvSpPr txBox="1"/>
          <p:nvPr userDrawn="1"/>
        </p:nvSpPr>
        <p:spPr>
          <a:xfrm>
            <a:off x="1972649" y="2655839"/>
            <a:ext cx="1152452" cy="289438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lang="en-NL" sz="1200" b="1" i="0" dirty="0">
                <a:solidFill>
                  <a:srgbClr val="C1C7CF"/>
                </a:solidFill>
              </a:rPr>
              <a:t>Risk categories</a:t>
            </a:r>
          </a:p>
        </p:txBody>
      </p:sp>
    </p:spTree>
    <p:extLst>
      <p:ext uri="{BB962C8B-B14F-4D97-AF65-F5344CB8AC3E}">
        <p14:creationId xmlns:p14="http://schemas.microsoft.com/office/powerpoint/2010/main" val="7848510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hyperlink" Target="https://wiki.sig.eu/confluence/x/JoDbC" TargetMode="Externa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CCDFA920-C997-D084-6D6F-203835674864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177137826"/>
              </p:ext>
            </p:extLst>
          </p:nvPr>
        </p:nvGraphicFramePr>
        <p:xfrm>
          <a:off x="12294145" y="1986729"/>
          <a:ext cx="1440000" cy="230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000">
                  <a:extLst>
                    <a:ext uri="{9D8B030D-6E8A-4147-A177-3AD203B41FA5}">
                      <a16:colId xmlns:a16="http://schemas.microsoft.com/office/drawing/2014/main" val="3557183788"/>
                    </a:ext>
                  </a:extLst>
                </a:gridCol>
                <a:gridCol w="144000">
                  <a:extLst>
                    <a:ext uri="{9D8B030D-6E8A-4147-A177-3AD203B41FA5}">
                      <a16:colId xmlns:a16="http://schemas.microsoft.com/office/drawing/2014/main" val="3871316488"/>
                    </a:ext>
                  </a:extLst>
                </a:gridCol>
                <a:gridCol w="144000">
                  <a:extLst>
                    <a:ext uri="{9D8B030D-6E8A-4147-A177-3AD203B41FA5}">
                      <a16:colId xmlns:a16="http://schemas.microsoft.com/office/drawing/2014/main" val="2550956232"/>
                    </a:ext>
                  </a:extLst>
                </a:gridCol>
                <a:gridCol w="144000">
                  <a:extLst>
                    <a:ext uri="{9D8B030D-6E8A-4147-A177-3AD203B41FA5}">
                      <a16:colId xmlns:a16="http://schemas.microsoft.com/office/drawing/2014/main" val="1391318227"/>
                    </a:ext>
                  </a:extLst>
                </a:gridCol>
                <a:gridCol w="144000">
                  <a:extLst>
                    <a:ext uri="{9D8B030D-6E8A-4147-A177-3AD203B41FA5}">
                      <a16:colId xmlns:a16="http://schemas.microsoft.com/office/drawing/2014/main" val="2662168378"/>
                    </a:ext>
                  </a:extLst>
                </a:gridCol>
                <a:gridCol w="144000">
                  <a:extLst>
                    <a:ext uri="{9D8B030D-6E8A-4147-A177-3AD203B41FA5}">
                      <a16:colId xmlns:a16="http://schemas.microsoft.com/office/drawing/2014/main" val="609036797"/>
                    </a:ext>
                  </a:extLst>
                </a:gridCol>
                <a:gridCol w="144000">
                  <a:extLst>
                    <a:ext uri="{9D8B030D-6E8A-4147-A177-3AD203B41FA5}">
                      <a16:colId xmlns:a16="http://schemas.microsoft.com/office/drawing/2014/main" val="3687972093"/>
                    </a:ext>
                  </a:extLst>
                </a:gridCol>
                <a:gridCol w="144000">
                  <a:extLst>
                    <a:ext uri="{9D8B030D-6E8A-4147-A177-3AD203B41FA5}">
                      <a16:colId xmlns:a16="http://schemas.microsoft.com/office/drawing/2014/main" val="474073916"/>
                    </a:ext>
                  </a:extLst>
                </a:gridCol>
                <a:gridCol w="144000">
                  <a:extLst>
                    <a:ext uri="{9D8B030D-6E8A-4147-A177-3AD203B41FA5}">
                      <a16:colId xmlns:a16="http://schemas.microsoft.com/office/drawing/2014/main" val="1186812505"/>
                    </a:ext>
                  </a:extLst>
                </a:gridCol>
                <a:gridCol w="144000">
                  <a:extLst>
                    <a:ext uri="{9D8B030D-6E8A-4147-A177-3AD203B41FA5}">
                      <a16:colId xmlns:a16="http://schemas.microsoft.com/office/drawing/2014/main" val="3855898394"/>
                    </a:ext>
                  </a:extLst>
                </a:gridCol>
              </a:tblGrid>
              <a:tr h="288000">
                <a:tc gridSpan="2">
                  <a:txBody>
                    <a:bodyPr/>
                    <a:lstStyle/>
                    <a:p>
                      <a:pPr algn="ctr"/>
                      <a:endParaRPr lang="en-US" sz="800" b="0" dirty="0">
                        <a:solidFill>
                          <a:schemeClr val="lt1">
                            <a:alpha val="70000"/>
                          </a:schemeClr>
                        </a:solidFill>
                      </a:endParaRPr>
                    </a:p>
                  </a:txBody>
                  <a:tcPr marL="0" marR="0" marT="0" marB="0" anchor="b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F364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endParaRPr lang="en-US" sz="800" b="0" dirty="0">
                        <a:solidFill>
                          <a:schemeClr val="lt1">
                            <a:alpha val="70000"/>
                          </a:schemeClr>
                        </a:solidFill>
                      </a:endParaRPr>
                    </a:p>
                  </a:txBody>
                  <a:tcPr marL="0" marR="0" marT="0" marB="0" anchor="b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97C8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endParaRPr lang="en-US" sz="800" b="0" dirty="0">
                        <a:solidFill>
                          <a:srgbClr val="183240">
                            <a:alpha val="70000"/>
                          </a:srgbClr>
                        </a:solidFill>
                      </a:endParaRPr>
                    </a:p>
                  </a:txBody>
                  <a:tcPr marL="0" marR="0" marT="0" marB="0" anchor="b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3BEC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endParaRPr lang="en-US" sz="800" b="0" dirty="0">
                        <a:solidFill>
                          <a:srgbClr val="183240">
                            <a:alpha val="70000"/>
                          </a:srgbClr>
                        </a:solidFill>
                      </a:endParaRPr>
                    </a:p>
                  </a:txBody>
                  <a:tcPr marL="0" marR="0" marT="0" marB="0" anchor="b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E1E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endParaRPr lang="en-US" sz="800" b="0" dirty="0">
                        <a:solidFill>
                          <a:srgbClr val="183240">
                            <a:alpha val="70000"/>
                          </a:srgbClr>
                        </a:solidFill>
                      </a:endParaRPr>
                    </a:p>
                  </a:txBody>
                  <a:tcPr marL="0" marR="0" marT="0" marB="0" anchor="b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6F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7771366"/>
                  </a:ext>
                </a:extLst>
              </a:tr>
              <a:tr h="72000">
                <a:tc gridSpan="2">
                  <a:txBody>
                    <a:bodyPr/>
                    <a:lstStyle/>
                    <a:p>
                      <a:pPr algn="ctr"/>
                      <a:endParaRPr lang="en-US" sz="100" b="0" dirty="0">
                        <a:solidFill>
                          <a:schemeClr val="lt1">
                            <a:alpha val="70000"/>
                          </a:schemeClr>
                        </a:solidFill>
                      </a:endParaRPr>
                    </a:p>
                  </a:txBody>
                  <a:tcPr marL="0" marR="0" marT="0" marB="0" anchor="b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endParaRPr lang="en-US" sz="100" b="0" dirty="0">
                        <a:solidFill>
                          <a:schemeClr val="lt1">
                            <a:alpha val="70000"/>
                          </a:schemeClr>
                        </a:solidFill>
                      </a:endParaRPr>
                    </a:p>
                  </a:txBody>
                  <a:tcPr marL="0" marR="0" marT="0" marB="0" anchor="b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endParaRPr lang="en-US" sz="100" b="0" dirty="0">
                        <a:solidFill>
                          <a:srgbClr val="183240">
                            <a:alpha val="70000"/>
                          </a:srgbClr>
                        </a:solidFill>
                      </a:endParaRPr>
                    </a:p>
                  </a:txBody>
                  <a:tcPr marL="0" marR="0" marT="0" marB="0" anchor="b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endParaRPr lang="en-US" sz="100" b="0" dirty="0">
                        <a:solidFill>
                          <a:srgbClr val="183240">
                            <a:alpha val="70000"/>
                          </a:srgbClr>
                        </a:solidFill>
                      </a:endParaRPr>
                    </a:p>
                  </a:txBody>
                  <a:tcPr marL="0" marR="0" marT="0" marB="0" anchor="b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endParaRPr lang="en-US" sz="100" b="0" dirty="0">
                        <a:solidFill>
                          <a:srgbClr val="183240">
                            <a:alpha val="70000"/>
                          </a:srgbClr>
                        </a:solidFill>
                      </a:endParaRPr>
                    </a:p>
                  </a:txBody>
                  <a:tcPr marL="0" marR="0" marT="0" marB="0" anchor="b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6575328"/>
                  </a:ext>
                </a:extLst>
              </a:tr>
              <a:tr h="288000">
                <a:tc gridSpan="2">
                  <a:txBody>
                    <a:bodyPr/>
                    <a:lstStyle/>
                    <a:p>
                      <a:pPr algn="ctr"/>
                      <a:endParaRPr lang="en-US" sz="800" b="0" dirty="0">
                        <a:solidFill>
                          <a:schemeClr val="lt1">
                            <a:alpha val="70000"/>
                          </a:schemeClr>
                        </a:solidFill>
                      </a:endParaRPr>
                    </a:p>
                  </a:txBody>
                  <a:tcPr marL="0" marR="0" marT="0" marB="0" anchor="b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F364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endParaRPr lang="en-US" sz="800" b="0" dirty="0">
                        <a:solidFill>
                          <a:schemeClr val="lt1">
                            <a:alpha val="70000"/>
                          </a:schemeClr>
                        </a:solidFill>
                      </a:endParaRPr>
                    </a:p>
                  </a:txBody>
                  <a:tcPr marL="0" marR="0" marT="0" marB="0" anchor="b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DC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endParaRPr lang="en-US" sz="800" b="0" dirty="0">
                        <a:solidFill>
                          <a:srgbClr val="183240">
                            <a:alpha val="70000"/>
                          </a:srgbClr>
                        </a:solidFill>
                      </a:endParaRPr>
                    </a:p>
                  </a:txBody>
                  <a:tcPr marL="0" marR="0" marT="0" marB="0" anchor="b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36AA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endParaRPr lang="en-US" sz="800" b="0" dirty="0">
                        <a:solidFill>
                          <a:srgbClr val="183240">
                            <a:alpha val="70000"/>
                          </a:srgbClr>
                        </a:solidFill>
                      </a:endParaRPr>
                    </a:p>
                  </a:txBody>
                  <a:tcPr marL="0" marR="0" marT="0" marB="0" anchor="b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endParaRPr lang="en-US" sz="800" b="0" dirty="0">
                        <a:solidFill>
                          <a:srgbClr val="183240">
                            <a:alpha val="70000"/>
                          </a:srgbClr>
                        </a:solidFill>
                      </a:endParaRPr>
                    </a:p>
                  </a:txBody>
                  <a:tcPr marL="0" marR="0" marT="0" marB="0" anchor="b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2159491"/>
                  </a:ext>
                </a:extLst>
              </a:tr>
              <a:tr h="72000">
                <a:tc gridSpan="2"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2470536"/>
                  </a:ext>
                </a:extLst>
              </a:tr>
              <a:tr h="288000">
                <a:tc gridSpan="2"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DC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36AA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1587105"/>
                  </a:ext>
                </a:extLst>
              </a:tr>
              <a:tr h="288000">
                <a:tc gridSpan="2"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76200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C22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EC5D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591B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5CD5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552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2382331"/>
                  </a:ext>
                </a:extLst>
              </a:tr>
              <a:tr h="72000">
                <a:tc gridSpan="2"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8818685"/>
                  </a:ext>
                </a:extLst>
              </a:tr>
              <a:tr h="288000">
                <a:tc gridSpan="2"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0">
                          <a:srgbClr val="F7E16D"/>
                        </a:gs>
                        <a:gs pos="100000">
                          <a:srgbClr val="E0C223"/>
                        </a:gs>
                      </a:gsLst>
                      <a:lin ang="2700000" scaled="0"/>
                    </a:gra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100000">
                          <a:srgbClr val="6AD6E5"/>
                        </a:gs>
                        <a:gs pos="0">
                          <a:srgbClr val="04ABC8"/>
                        </a:gs>
                      </a:gsLst>
                      <a:lin ang="2700000" scaled="0"/>
                    </a:gra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0">
                          <a:srgbClr val="AA98C3"/>
                        </a:gs>
                        <a:gs pos="100000">
                          <a:srgbClr val="6076BA"/>
                        </a:gs>
                      </a:gsLst>
                      <a:lin ang="2700000" scaled="0"/>
                    </a:gra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0">
                          <a:srgbClr val="C5CD59"/>
                        </a:gs>
                        <a:gs pos="100000">
                          <a:srgbClr val="9DA43C"/>
                        </a:gs>
                      </a:gsLst>
                      <a:lin ang="2700000" scaled="0"/>
                    </a:gra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0">
                          <a:srgbClr val="EB935C"/>
                        </a:gs>
                        <a:gs pos="35000">
                          <a:srgbClr val="D65200"/>
                        </a:gs>
                      </a:gsLst>
                      <a:lin ang="2700000" scaled="0"/>
                    </a:gra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5602441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E16D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C223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AD6E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4ABC8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A98C3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076BA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5CD59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DA43C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B935C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652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6871530"/>
                  </a:ext>
                </a:extLst>
              </a:tr>
              <a:tr h="72000">
                <a:tc gridSpan="2"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50424333"/>
                  </a:ext>
                </a:extLst>
              </a:tr>
              <a:tr h="288000">
                <a:tc gridSpan="2"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4A3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F981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8C64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7C96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C963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9488421"/>
                  </a:ext>
                </a:extLst>
              </a:tr>
            </a:tbl>
          </a:graphicData>
        </a:graphic>
      </p:graphicFrame>
      <p:sp>
        <p:nvSpPr>
          <p:cNvPr id="5" name="TextBox 4">
            <a:hlinkClick r:id="rId21"/>
            <a:extLst>
              <a:ext uri="{FF2B5EF4-FFF2-40B4-BE49-F238E27FC236}">
                <a16:creationId xmlns:a16="http://schemas.microsoft.com/office/drawing/2014/main" id="{97451D23-9484-A5AC-6DE0-B05B1E0505F7}"/>
              </a:ext>
            </a:extLst>
          </p:cNvPr>
          <p:cNvSpPr txBox="1"/>
          <p:nvPr userDrawn="1"/>
        </p:nvSpPr>
        <p:spPr>
          <a:xfrm>
            <a:off x="12260945" y="4406201"/>
            <a:ext cx="1574597" cy="433196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9B9A87"/>
              </a:buClr>
              <a:buSzPct val="100000"/>
              <a:buFont typeface="+mj-lt"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0000"/>
                    <a:lumOff val="40000"/>
                  </a:schemeClr>
                </a:solidFill>
                <a:effectLst/>
                <a:uLnTx/>
                <a:uFillTx/>
                <a:latin typeface="Calibri Bold"/>
                <a:ea typeface="+mn-ea"/>
                <a:cs typeface="+mn-cs"/>
              </a:rPr>
              <a:t>Master template version: </a:t>
            </a:r>
          </a:p>
          <a:p>
            <a:pPr marL="0" marR="0" lvl="0" indent="0" algn="l" defTabSz="4572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9B9A87"/>
              </a:buClr>
              <a:buSzPct val="100000"/>
              <a:buFont typeface="+mj-lt"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0000"/>
                    <a:lumOff val="40000"/>
                  </a:schemeClr>
                </a:solidFill>
                <a:effectLst/>
                <a:uLnTx/>
                <a:uFillTx/>
                <a:latin typeface="Calibri Regular"/>
                <a:ea typeface="+mn-ea"/>
                <a:cs typeface="+mn-cs"/>
              </a:rPr>
              <a:t>v20220729</a:t>
            </a:r>
            <a:endParaRPr lang="en-US" sz="1000" b="0" i="0" dirty="0">
              <a:solidFill>
                <a:schemeClr val="tx1">
                  <a:lumMod val="60000"/>
                  <a:lumOff val="40000"/>
                </a:schemeClr>
              </a:solidFill>
              <a:latin typeface="Calibri Regular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99FC6F2-3923-4241-B710-1B30D0874A09}"/>
              </a:ext>
            </a:extLst>
          </p:cNvPr>
          <p:cNvSpPr/>
          <p:nvPr userDrawn="1"/>
        </p:nvSpPr>
        <p:spPr>
          <a:xfrm>
            <a:off x="0" y="-1"/>
            <a:ext cx="12192000" cy="6865951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2F04000-FB3A-6842-9B07-0251B414D6E4}"/>
              </a:ext>
            </a:extLst>
          </p:cNvPr>
          <p:cNvSpPr/>
          <p:nvPr userDrawn="1"/>
        </p:nvSpPr>
        <p:spPr>
          <a:xfrm>
            <a:off x="1526401" y="0"/>
            <a:ext cx="10665600" cy="856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B13F74-C0BA-034D-B21E-2C17337F1F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3798" y="1360359"/>
            <a:ext cx="11231962" cy="4971737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Placeholder 3">
            <a:extLst>
              <a:ext uri="{FF2B5EF4-FFF2-40B4-BE49-F238E27FC236}">
                <a16:creationId xmlns:a16="http://schemas.microsoft.com/office/drawing/2014/main" id="{DEB3B1D5-38F6-744A-845D-D4D4BFD82B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36800" y="277200"/>
            <a:ext cx="9810000" cy="2844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marL="228600" lvl="0" indent="-228600">
              <a:spcBef>
                <a:spcPts val="1000"/>
              </a:spcBef>
              <a:buFont typeface="Arial"/>
            </a:pPr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4" name="Slide Number Placeholder 5">
            <a:extLst>
              <a:ext uri="{FF2B5EF4-FFF2-40B4-BE49-F238E27FC236}">
                <a16:creationId xmlns:a16="http://schemas.microsoft.com/office/drawing/2014/main" id="{61D04E9C-E586-B24A-97EA-062E3E2A73A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95599" y="6550219"/>
            <a:ext cx="250068" cy="2364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36000" rtlCol="0" anchor="ctr">
            <a:spAutoFit/>
          </a:bodyPr>
          <a:lstStyle>
            <a:lvl1pPr algn="r">
              <a:defRPr lang="en-US" sz="1000" b="1" spc="10" smtClean="0">
                <a:solidFill>
                  <a:srgbClr val="B3BECD"/>
                </a:solidFill>
              </a:defRPr>
            </a:lvl1pPr>
          </a:lstStyle>
          <a:p>
            <a:fld id="{E242BD21-9B61-2246-BCB1-4BE5E1BEBE1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2068D9D8-6BDF-E84E-92C4-860CA2E281CA}"/>
              </a:ext>
            </a:extLst>
          </p:cNvPr>
          <p:cNvSpPr txBox="1"/>
          <p:nvPr userDrawn="1"/>
        </p:nvSpPr>
        <p:spPr>
          <a:xfrm>
            <a:off x="-1228363" y="-303006"/>
            <a:ext cx="1228362" cy="1658286"/>
          </a:xfrm>
          <a:prstGeom prst="rect">
            <a:avLst/>
          </a:prstGeom>
          <a:gradFill>
            <a:gsLst>
              <a:gs pos="53000">
                <a:schemeClr val="tx1">
                  <a:lumMod val="40000"/>
                  <a:lumOff val="60000"/>
                  <a:alpha val="0"/>
                </a:schemeClr>
              </a:gs>
              <a:gs pos="100000">
                <a:schemeClr val="tx1">
                  <a:lumMod val="40000"/>
                  <a:lumOff val="60000"/>
                  <a:alpha val="70000"/>
                </a:schemeClr>
              </a:gs>
            </a:gsLst>
            <a:lin ang="2400000" scaled="0"/>
          </a:gradFill>
        </p:spPr>
        <p:txBody>
          <a:bodyPr wrap="square" rtlCol="0" anchor="b">
            <a:noAutofit/>
          </a:bodyPr>
          <a:lstStyle/>
          <a:p>
            <a:pPr algn="l"/>
            <a:r>
              <a:rPr lang="en-US" sz="900" b="1" i="0" dirty="0">
                <a:solidFill>
                  <a:schemeClr val="tx1">
                    <a:alpha val="70000"/>
                  </a:schemeClr>
                </a:solidFill>
                <a:latin typeface="Calibri Bold"/>
              </a:rPr>
              <a:t>NO CONTENT HERE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D66DECB5-D39A-5146-B4F8-F6AE03D6367F}"/>
              </a:ext>
            </a:extLst>
          </p:cNvPr>
          <p:cNvSpPr txBox="1"/>
          <p:nvPr userDrawn="1"/>
        </p:nvSpPr>
        <p:spPr>
          <a:xfrm>
            <a:off x="-301318" y="-372507"/>
            <a:ext cx="826141" cy="369332"/>
          </a:xfrm>
          <a:prstGeom prst="rect">
            <a:avLst/>
          </a:prstGeom>
          <a:gradFill>
            <a:gsLst>
              <a:gs pos="60000">
                <a:schemeClr val="tx1">
                  <a:lumMod val="40000"/>
                  <a:lumOff val="60000"/>
                  <a:alpha val="0"/>
                </a:schemeClr>
              </a:gs>
              <a:gs pos="100000">
                <a:schemeClr val="tx1">
                  <a:lumMod val="40000"/>
                  <a:lumOff val="60000"/>
                  <a:alpha val="70000"/>
                </a:schemeClr>
              </a:gs>
            </a:gsLst>
            <a:lin ang="3000000" scaled="0"/>
          </a:gradFill>
        </p:spPr>
        <p:txBody>
          <a:bodyPr wrap="square" rtlCol="0" anchor="b">
            <a:spAutoFit/>
          </a:bodyPr>
          <a:lstStyle/>
          <a:p>
            <a:pPr algn="l"/>
            <a:r>
              <a:rPr lang="en-US" sz="900" b="1" i="0" dirty="0">
                <a:solidFill>
                  <a:schemeClr val="tx1">
                    <a:alpha val="70000"/>
                  </a:schemeClr>
                </a:solidFill>
                <a:latin typeface="Calibri Bold"/>
              </a:rPr>
              <a:t>NO CONTENT</a:t>
            </a:r>
            <a:br>
              <a:rPr lang="en-US" sz="900" b="1" i="0" dirty="0">
                <a:solidFill>
                  <a:schemeClr val="tx1">
                    <a:alpha val="70000"/>
                  </a:schemeClr>
                </a:solidFill>
                <a:latin typeface="Calibri Bold"/>
              </a:rPr>
            </a:br>
            <a:r>
              <a:rPr lang="en-US" sz="900" b="1" i="0" dirty="0">
                <a:solidFill>
                  <a:schemeClr val="tx1">
                    <a:alpha val="70000"/>
                  </a:schemeClr>
                </a:solidFill>
                <a:latin typeface="Calibri Bold"/>
              </a:rPr>
              <a:t>          HERE</a:t>
            </a:r>
          </a:p>
        </p:txBody>
      </p:sp>
      <p:sp>
        <p:nvSpPr>
          <p:cNvPr id="80" name="Triangle 79">
            <a:extLst>
              <a:ext uri="{FF2B5EF4-FFF2-40B4-BE49-F238E27FC236}">
                <a16:creationId xmlns:a16="http://schemas.microsoft.com/office/drawing/2014/main" id="{F11C372E-FF74-1C46-AC9A-9C6FAC6B5901}"/>
              </a:ext>
            </a:extLst>
          </p:cNvPr>
          <p:cNvSpPr/>
          <p:nvPr userDrawn="1"/>
        </p:nvSpPr>
        <p:spPr>
          <a:xfrm rot="16200000">
            <a:off x="313381" y="-158834"/>
            <a:ext cx="112623" cy="79252"/>
          </a:xfrm>
          <a:prstGeom prst="triangle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Freeform 80">
            <a:extLst>
              <a:ext uri="{FF2B5EF4-FFF2-40B4-BE49-F238E27FC236}">
                <a16:creationId xmlns:a16="http://schemas.microsoft.com/office/drawing/2014/main" id="{C37BE910-150E-F547-AA99-B012E5B28DE1}"/>
              </a:ext>
            </a:extLst>
          </p:cNvPr>
          <p:cNvSpPr/>
          <p:nvPr userDrawn="1"/>
        </p:nvSpPr>
        <p:spPr>
          <a:xfrm>
            <a:off x="12191262" y="1535801"/>
            <a:ext cx="1644280" cy="360000"/>
          </a:xfrm>
          <a:custGeom>
            <a:avLst/>
            <a:gdLst>
              <a:gd name="connsiteX0" fmla="*/ 0 w 1644280"/>
              <a:gd name="connsiteY0" fmla="*/ 0 h 360000"/>
              <a:gd name="connsiteX1" fmla="*/ 1584279 w 1644280"/>
              <a:gd name="connsiteY1" fmla="*/ 0 h 360000"/>
              <a:gd name="connsiteX2" fmla="*/ 1644280 w 1644280"/>
              <a:gd name="connsiteY2" fmla="*/ 60001 h 360000"/>
              <a:gd name="connsiteX3" fmla="*/ 1644280 w 1644280"/>
              <a:gd name="connsiteY3" fmla="*/ 299999 h 360000"/>
              <a:gd name="connsiteX4" fmla="*/ 1584279 w 1644280"/>
              <a:gd name="connsiteY4" fmla="*/ 360000 h 360000"/>
              <a:gd name="connsiteX5" fmla="*/ 0 w 1644280"/>
              <a:gd name="connsiteY5" fmla="*/ 360000 h 36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644280" h="360000">
                <a:moveTo>
                  <a:pt x="0" y="0"/>
                </a:moveTo>
                <a:lnTo>
                  <a:pt x="1584279" y="0"/>
                </a:lnTo>
                <a:cubicBezTo>
                  <a:pt x="1617417" y="0"/>
                  <a:pt x="1644280" y="26863"/>
                  <a:pt x="1644280" y="60001"/>
                </a:cubicBezTo>
                <a:lnTo>
                  <a:pt x="1644280" y="299999"/>
                </a:lnTo>
                <a:cubicBezTo>
                  <a:pt x="1644280" y="333137"/>
                  <a:pt x="1617417" y="360000"/>
                  <a:pt x="1584279" y="360000"/>
                </a:cubicBezTo>
                <a:lnTo>
                  <a:pt x="0" y="360000"/>
                </a:lnTo>
                <a:close/>
              </a:path>
            </a:pathLst>
          </a:custGeom>
          <a:gradFill>
            <a:gsLst>
              <a:gs pos="100000">
                <a:schemeClr val="accent1">
                  <a:alpha val="85000"/>
                </a:schemeClr>
              </a:gs>
              <a:gs pos="4000">
                <a:schemeClr val="accent1">
                  <a:alpha val="70000"/>
                </a:schemeClr>
              </a:gs>
              <a:gs pos="0">
                <a:srgbClr val="17323F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16000" rtlCol="0" anchor="ctr">
            <a:noAutofit/>
          </a:bodyPr>
          <a:lstStyle/>
          <a:p>
            <a:pPr lvl="0"/>
            <a:r>
              <a:rPr lang="en-US" sz="1000" b="1" i="0" dirty="0">
                <a:solidFill>
                  <a:schemeClr val="bg1"/>
                </a:solidFill>
                <a:latin typeface="Calibri Bold"/>
              </a:rPr>
              <a:t>SIG COLOR </a:t>
            </a:r>
            <a:r>
              <a:rPr lang="en-US" sz="1000" b="0" i="0" dirty="0">
                <a:solidFill>
                  <a:schemeClr val="bg1"/>
                </a:solidFill>
                <a:latin typeface="Calibri Bold"/>
              </a:rPr>
              <a:t>PALETTE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20CBF917-BBFA-154F-AE49-00C72A97DC4D}"/>
              </a:ext>
            </a:extLst>
          </p:cNvPr>
          <p:cNvSpPr txBox="1"/>
          <p:nvPr userDrawn="1"/>
        </p:nvSpPr>
        <p:spPr>
          <a:xfrm>
            <a:off x="12261348" y="3358336"/>
            <a:ext cx="1432427" cy="268253"/>
          </a:xfrm>
          <a:prstGeom prst="rect">
            <a:avLst/>
          </a:prstGeom>
          <a:noFill/>
          <a:effectLst/>
        </p:spPr>
        <p:txBody>
          <a:bodyPr wrap="square" rtlCol="0" anchor="ctr">
            <a:noAutofit/>
          </a:bodyPr>
          <a:lstStyle/>
          <a:p>
            <a:pPr algn="l"/>
            <a:r>
              <a:rPr lang="en-US" sz="1000" b="1" i="0">
                <a:solidFill>
                  <a:schemeClr val="bg1"/>
                </a:solidFill>
                <a:latin typeface="Calibri Bold"/>
              </a:rPr>
              <a:t>Gradients</a:t>
            </a:r>
            <a:endParaRPr lang="en-US" sz="1000" b="1" i="0" dirty="0">
              <a:solidFill>
                <a:schemeClr val="bg1"/>
              </a:solidFill>
              <a:latin typeface="Calibri Bold"/>
            </a:endParaRP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D3190199-C1C2-0549-B59C-931BCAB1B18A}"/>
              </a:ext>
            </a:extLst>
          </p:cNvPr>
          <p:cNvSpPr txBox="1"/>
          <p:nvPr userDrawn="1"/>
        </p:nvSpPr>
        <p:spPr>
          <a:xfrm>
            <a:off x="12261350" y="1990137"/>
            <a:ext cx="777584" cy="276999"/>
          </a:xfrm>
          <a:prstGeom prst="rect">
            <a:avLst/>
          </a:prstGeom>
          <a:noFill/>
          <a:effectLst/>
        </p:spPr>
        <p:txBody>
          <a:bodyPr wrap="square" rtlCol="0" anchor="ctr">
            <a:noAutofit/>
          </a:bodyPr>
          <a:lstStyle/>
          <a:p>
            <a:pPr algn="l"/>
            <a:r>
              <a:rPr lang="en-US" sz="1000" b="1" i="0">
                <a:solidFill>
                  <a:schemeClr val="bg1"/>
                </a:solidFill>
                <a:latin typeface="Calibri Bold"/>
              </a:rPr>
              <a:t>Grey tones</a:t>
            </a:r>
            <a:endParaRPr lang="en-US" sz="1000" b="1" i="0" dirty="0">
              <a:solidFill>
                <a:schemeClr val="bg1"/>
              </a:solidFill>
              <a:latin typeface="Calibri Bold"/>
            </a:endParaRP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0A2C8420-18BB-7B4C-A8CE-24531816B381}"/>
              </a:ext>
            </a:extLst>
          </p:cNvPr>
          <p:cNvSpPr txBox="1"/>
          <p:nvPr userDrawn="1"/>
        </p:nvSpPr>
        <p:spPr>
          <a:xfrm>
            <a:off x="12255293" y="2341826"/>
            <a:ext cx="1914733" cy="276999"/>
          </a:xfrm>
          <a:prstGeom prst="rect">
            <a:avLst/>
          </a:prstGeom>
          <a:noFill/>
          <a:effectLst/>
        </p:spPr>
        <p:txBody>
          <a:bodyPr wrap="square" rtlCol="0" anchor="ctr">
            <a:noAutofit/>
          </a:bodyPr>
          <a:lstStyle/>
          <a:p>
            <a:pPr algn="l"/>
            <a:r>
              <a:rPr lang="en-US" sz="1000" b="1" i="0">
                <a:solidFill>
                  <a:schemeClr val="bg1"/>
                </a:solidFill>
                <a:latin typeface="Calibri Bold"/>
              </a:rPr>
              <a:t>Text colors light bg</a:t>
            </a:r>
            <a:endParaRPr lang="en-US" sz="1000" b="1" i="0" dirty="0">
              <a:solidFill>
                <a:schemeClr val="bg1"/>
              </a:solidFill>
              <a:latin typeface="Calibri Bold"/>
            </a:endParaRP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C0C230F0-D526-6C4F-9E43-2F708FEF06D1}"/>
              </a:ext>
            </a:extLst>
          </p:cNvPr>
          <p:cNvSpPr txBox="1"/>
          <p:nvPr userDrawn="1"/>
        </p:nvSpPr>
        <p:spPr>
          <a:xfrm>
            <a:off x="12255293" y="2703535"/>
            <a:ext cx="1478852" cy="276999"/>
          </a:xfrm>
          <a:prstGeom prst="rect">
            <a:avLst/>
          </a:prstGeom>
          <a:noFill/>
          <a:effectLst/>
        </p:spPr>
        <p:txBody>
          <a:bodyPr wrap="square" rtlCol="0" anchor="ctr">
            <a:noAutofit/>
          </a:bodyPr>
          <a:lstStyle/>
          <a:p>
            <a:pPr algn="l"/>
            <a:r>
              <a:rPr lang="en-US" sz="1000" b="1" i="0">
                <a:solidFill>
                  <a:schemeClr val="bg1"/>
                </a:solidFill>
                <a:latin typeface="Calibri Bold"/>
              </a:rPr>
              <a:t>Adjusted PPT colors</a:t>
            </a:r>
            <a:endParaRPr lang="en-US" sz="1000" b="1" i="0" dirty="0">
              <a:solidFill>
                <a:schemeClr val="bg1"/>
              </a:solidFill>
              <a:latin typeface="Calibri Bold"/>
            </a:endParaRP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266F376A-0B7A-B448-B37D-0C09B74FA9CF}"/>
              </a:ext>
            </a:extLst>
          </p:cNvPr>
          <p:cNvSpPr txBox="1"/>
          <p:nvPr userDrawn="1"/>
        </p:nvSpPr>
        <p:spPr>
          <a:xfrm>
            <a:off x="12299254" y="2974539"/>
            <a:ext cx="1316722" cy="276999"/>
          </a:xfrm>
          <a:prstGeom prst="rect">
            <a:avLst/>
          </a:prstGeom>
          <a:noFill/>
          <a:effectLst/>
        </p:spPr>
        <p:txBody>
          <a:bodyPr wrap="square" rtlCol="0" anchor="ctr">
            <a:noAutofit/>
          </a:bodyPr>
          <a:lstStyle/>
          <a:p>
            <a:pPr algn="l"/>
            <a:r>
              <a:rPr lang="en-US" sz="1000" b="1" i="0">
                <a:solidFill>
                  <a:schemeClr val="bg1"/>
                </a:solidFill>
                <a:latin typeface="Calibri Bold"/>
              </a:rPr>
              <a:t>Default SIG colors</a:t>
            </a:r>
            <a:endParaRPr lang="en-US" sz="1000" b="1" i="0" dirty="0">
              <a:solidFill>
                <a:schemeClr val="bg1"/>
              </a:solidFill>
              <a:latin typeface="Calibri Bold"/>
            </a:endParaRP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F446E0B7-64D4-2F4F-AD07-A36525F701FD}"/>
              </a:ext>
            </a:extLst>
          </p:cNvPr>
          <p:cNvSpPr txBox="1"/>
          <p:nvPr userDrawn="1"/>
        </p:nvSpPr>
        <p:spPr>
          <a:xfrm>
            <a:off x="12255294" y="4008901"/>
            <a:ext cx="1003261" cy="276999"/>
          </a:xfrm>
          <a:prstGeom prst="rect">
            <a:avLst/>
          </a:prstGeom>
          <a:noFill/>
          <a:effectLst/>
        </p:spPr>
        <p:txBody>
          <a:bodyPr wrap="square" rtlCol="0" anchor="ctr">
            <a:noAutofit/>
          </a:bodyPr>
          <a:lstStyle/>
          <a:p>
            <a:pPr algn="l"/>
            <a:r>
              <a:rPr lang="en-US" sz="1000" b="1" i="0" dirty="0">
                <a:solidFill>
                  <a:schemeClr val="bg1"/>
                </a:solidFill>
                <a:latin typeface="Calibri Bold"/>
              </a:rPr>
              <a:t>Signal colors</a:t>
            </a:r>
          </a:p>
        </p:txBody>
      </p:sp>
      <p:sp>
        <p:nvSpPr>
          <p:cNvPr id="94" name="Triangle 93">
            <a:extLst>
              <a:ext uri="{FF2B5EF4-FFF2-40B4-BE49-F238E27FC236}">
                <a16:creationId xmlns:a16="http://schemas.microsoft.com/office/drawing/2014/main" id="{95EA91EB-DF88-DC4C-8867-A6E89E2C68C6}"/>
              </a:ext>
            </a:extLst>
          </p:cNvPr>
          <p:cNvSpPr/>
          <p:nvPr userDrawn="1"/>
        </p:nvSpPr>
        <p:spPr>
          <a:xfrm>
            <a:off x="-178692" y="1203286"/>
            <a:ext cx="112623" cy="79252"/>
          </a:xfrm>
          <a:prstGeom prst="triangle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23730BB1-9B79-EB43-8C9B-DD4E1F8DAD52}"/>
              </a:ext>
            </a:extLst>
          </p:cNvPr>
          <p:cNvCxnSpPr>
            <a:cxnSpLocks/>
          </p:cNvCxnSpPr>
          <p:nvPr userDrawn="1"/>
        </p:nvCxnSpPr>
        <p:spPr>
          <a:xfrm>
            <a:off x="517893" y="-299831"/>
            <a:ext cx="0" cy="297412"/>
          </a:xfrm>
          <a:prstGeom prst="line">
            <a:avLst/>
          </a:prstGeom>
          <a:ln w="1905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6F3CBACC-10D2-674D-8DF2-97BE380A1038}"/>
              </a:ext>
            </a:extLst>
          </p:cNvPr>
          <p:cNvCxnSpPr>
            <a:cxnSpLocks/>
          </p:cNvCxnSpPr>
          <p:nvPr userDrawn="1"/>
        </p:nvCxnSpPr>
        <p:spPr>
          <a:xfrm flipH="1">
            <a:off x="-1179871" y="1352986"/>
            <a:ext cx="1169712" cy="0"/>
          </a:xfrm>
          <a:prstGeom prst="line">
            <a:avLst/>
          </a:prstGeom>
          <a:ln w="1905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TextBox 96">
            <a:extLst>
              <a:ext uri="{FF2B5EF4-FFF2-40B4-BE49-F238E27FC236}">
                <a16:creationId xmlns:a16="http://schemas.microsoft.com/office/drawing/2014/main" id="{58AB2E3C-062E-554B-991E-0F04B3480EAB}"/>
              </a:ext>
            </a:extLst>
          </p:cNvPr>
          <p:cNvSpPr txBox="1"/>
          <p:nvPr userDrawn="1"/>
        </p:nvSpPr>
        <p:spPr>
          <a:xfrm>
            <a:off x="-1228363" y="6332096"/>
            <a:ext cx="1228362" cy="533854"/>
          </a:xfrm>
          <a:prstGeom prst="rect">
            <a:avLst/>
          </a:prstGeom>
          <a:gradFill>
            <a:gsLst>
              <a:gs pos="56000">
                <a:schemeClr val="tx1">
                  <a:lumMod val="40000"/>
                  <a:lumOff val="60000"/>
                  <a:alpha val="0"/>
                </a:schemeClr>
              </a:gs>
              <a:gs pos="100000">
                <a:schemeClr val="tx1">
                  <a:lumMod val="40000"/>
                  <a:lumOff val="60000"/>
                  <a:alpha val="70000"/>
                </a:schemeClr>
              </a:gs>
            </a:gsLst>
            <a:lin ang="18000000" scaled="0"/>
          </a:gradFill>
        </p:spPr>
        <p:txBody>
          <a:bodyPr wrap="square" rtlCol="0" anchor="t">
            <a:noAutofit/>
          </a:bodyPr>
          <a:lstStyle/>
          <a:p>
            <a:pPr algn="l"/>
            <a:r>
              <a:rPr lang="en-US" sz="900" b="1" i="0" dirty="0">
                <a:solidFill>
                  <a:schemeClr val="tx1">
                    <a:alpha val="70000"/>
                  </a:schemeClr>
                </a:solidFill>
                <a:latin typeface="Calibri Bold"/>
              </a:rPr>
              <a:t>NO CONTENT HERE</a:t>
            </a:r>
          </a:p>
        </p:txBody>
      </p:sp>
      <p:sp>
        <p:nvSpPr>
          <p:cNvPr id="98" name="Triangle 97">
            <a:extLst>
              <a:ext uri="{FF2B5EF4-FFF2-40B4-BE49-F238E27FC236}">
                <a16:creationId xmlns:a16="http://schemas.microsoft.com/office/drawing/2014/main" id="{11579231-7E59-274F-85B7-5EF4619636F1}"/>
              </a:ext>
            </a:extLst>
          </p:cNvPr>
          <p:cNvSpPr/>
          <p:nvPr userDrawn="1"/>
        </p:nvSpPr>
        <p:spPr>
          <a:xfrm flipV="1">
            <a:off x="-178692" y="6408014"/>
            <a:ext cx="112623" cy="79252"/>
          </a:xfrm>
          <a:prstGeom prst="triangle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9" name="Straight Connector 98">
            <a:extLst>
              <a:ext uri="{FF2B5EF4-FFF2-40B4-BE49-F238E27FC236}">
                <a16:creationId xmlns:a16="http://schemas.microsoft.com/office/drawing/2014/main" id="{45E706FE-9CC7-DB4A-94D2-5B4F0983B282}"/>
              </a:ext>
            </a:extLst>
          </p:cNvPr>
          <p:cNvCxnSpPr>
            <a:cxnSpLocks/>
          </p:cNvCxnSpPr>
          <p:nvPr userDrawn="1"/>
        </p:nvCxnSpPr>
        <p:spPr>
          <a:xfrm flipH="1">
            <a:off x="-1179871" y="6336930"/>
            <a:ext cx="1169712" cy="0"/>
          </a:xfrm>
          <a:prstGeom prst="line">
            <a:avLst/>
          </a:prstGeom>
          <a:ln w="1905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TextBox 99">
            <a:extLst>
              <a:ext uri="{FF2B5EF4-FFF2-40B4-BE49-F238E27FC236}">
                <a16:creationId xmlns:a16="http://schemas.microsoft.com/office/drawing/2014/main" id="{A2D8030A-24DD-F24C-B561-91D005086F32}"/>
              </a:ext>
            </a:extLst>
          </p:cNvPr>
          <p:cNvSpPr txBox="1"/>
          <p:nvPr userDrawn="1"/>
        </p:nvSpPr>
        <p:spPr>
          <a:xfrm>
            <a:off x="-301318" y="6865950"/>
            <a:ext cx="826141" cy="369332"/>
          </a:xfrm>
          <a:prstGeom prst="rect">
            <a:avLst/>
          </a:prstGeom>
          <a:gradFill>
            <a:gsLst>
              <a:gs pos="72000">
                <a:schemeClr val="tx1">
                  <a:lumMod val="40000"/>
                  <a:lumOff val="60000"/>
                  <a:alpha val="0"/>
                </a:schemeClr>
              </a:gs>
              <a:gs pos="100000">
                <a:schemeClr val="tx1">
                  <a:lumMod val="40000"/>
                  <a:lumOff val="60000"/>
                  <a:alpha val="70000"/>
                </a:schemeClr>
              </a:gs>
            </a:gsLst>
            <a:lin ang="18900000" scaled="0"/>
          </a:gradFill>
        </p:spPr>
        <p:txBody>
          <a:bodyPr wrap="square" rtlCol="0" anchor="b">
            <a:spAutoFit/>
          </a:bodyPr>
          <a:lstStyle/>
          <a:p>
            <a:pPr algn="l"/>
            <a:r>
              <a:rPr lang="en-US" sz="900" b="1" i="0" dirty="0">
                <a:solidFill>
                  <a:schemeClr val="tx1">
                    <a:alpha val="70000"/>
                  </a:schemeClr>
                </a:solidFill>
                <a:latin typeface="Calibri Bold"/>
              </a:rPr>
              <a:t>NO CONTENT</a:t>
            </a:r>
            <a:br>
              <a:rPr lang="en-US" sz="900" b="1" i="0" dirty="0">
                <a:solidFill>
                  <a:schemeClr val="tx1">
                    <a:alpha val="70000"/>
                  </a:schemeClr>
                </a:solidFill>
                <a:latin typeface="Calibri Bold"/>
              </a:rPr>
            </a:br>
            <a:r>
              <a:rPr lang="en-US" sz="900" b="1" i="0" dirty="0">
                <a:solidFill>
                  <a:schemeClr val="tx1">
                    <a:alpha val="70000"/>
                  </a:schemeClr>
                </a:solidFill>
                <a:latin typeface="Calibri Bold"/>
              </a:rPr>
              <a:t>          HERE</a:t>
            </a:r>
          </a:p>
        </p:txBody>
      </p:sp>
      <p:sp>
        <p:nvSpPr>
          <p:cNvPr id="101" name="Triangle 100">
            <a:extLst>
              <a:ext uri="{FF2B5EF4-FFF2-40B4-BE49-F238E27FC236}">
                <a16:creationId xmlns:a16="http://schemas.microsoft.com/office/drawing/2014/main" id="{FAF50A31-8A21-194A-AACD-F93E3F7DDBA2}"/>
              </a:ext>
            </a:extLst>
          </p:cNvPr>
          <p:cNvSpPr/>
          <p:nvPr userDrawn="1"/>
        </p:nvSpPr>
        <p:spPr>
          <a:xfrm rot="16200000">
            <a:off x="313381" y="7083822"/>
            <a:ext cx="112623" cy="79252"/>
          </a:xfrm>
          <a:prstGeom prst="triangle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2" name="Straight Connector 101">
            <a:extLst>
              <a:ext uri="{FF2B5EF4-FFF2-40B4-BE49-F238E27FC236}">
                <a16:creationId xmlns:a16="http://schemas.microsoft.com/office/drawing/2014/main" id="{EA568D93-8F76-1F47-8432-E5BA84BD883F}"/>
              </a:ext>
            </a:extLst>
          </p:cNvPr>
          <p:cNvCxnSpPr>
            <a:cxnSpLocks/>
          </p:cNvCxnSpPr>
          <p:nvPr userDrawn="1"/>
        </p:nvCxnSpPr>
        <p:spPr>
          <a:xfrm>
            <a:off x="517893" y="6887674"/>
            <a:ext cx="0" cy="297412"/>
          </a:xfrm>
          <a:prstGeom prst="line">
            <a:avLst/>
          </a:prstGeom>
          <a:ln w="1905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" name="TextBox 102">
            <a:extLst>
              <a:ext uri="{FF2B5EF4-FFF2-40B4-BE49-F238E27FC236}">
                <a16:creationId xmlns:a16="http://schemas.microsoft.com/office/drawing/2014/main" id="{CA5E9F19-F0DD-8D49-906A-3B4B9F498BE0}"/>
              </a:ext>
            </a:extLst>
          </p:cNvPr>
          <p:cNvSpPr txBox="1"/>
          <p:nvPr userDrawn="1"/>
        </p:nvSpPr>
        <p:spPr>
          <a:xfrm>
            <a:off x="12197109" y="-7624"/>
            <a:ext cx="1256301" cy="1362904"/>
          </a:xfrm>
          <a:prstGeom prst="rect">
            <a:avLst/>
          </a:prstGeom>
          <a:gradFill>
            <a:gsLst>
              <a:gs pos="53000">
                <a:schemeClr val="tx1">
                  <a:lumMod val="40000"/>
                  <a:lumOff val="60000"/>
                  <a:alpha val="0"/>
                </a:schemeClr>
              </a:gs>
              <a:gs pos="100000">
                <a:schemeClr val="tx1">
                  <a:lumMod val="40000"/>
                  <a:lumOff val="60000"/>
                  <a:alpha val="70000"/>
                </a:schemeClr>
              </a:gs>
            </a:gsLst>
            <a:lin ang="8400000" scaled="0"/>
          </a:gradFill>
        </p:spPr>
        <p:txBody>
          <a:bodyPr wrap="square" rtlCol="0" anchor="b">
            <a:noAutofit/>
          </a:bodyPr>
          <a:lstStyle/>
          <a:p>
            <a:pPr algn="l"/>
            <a:r>
              <a:rPr lang="en-US" sz="900" b="1" i="0" dirty="0">
                <a:solidFill>
                  <a:schemeClr val="tx1">
                    <a:alpha val="70000"/>
                  </a:schemeClr>
                </a:solidFill>
                <a:latin typeface="Calibri Bold"/>
              </a:rPr>
              <a:t>      NO CONTENT HERE</a:t>
            </a:r>
          </a:p>
        </p:txBody>
      </p:sp>
      <p:sp>
        <p:nvSpPr>
          <p:cNvPr id="104" name="Triangle 103">
            <a:extLst>
              <a:ext uri="{FF2B5EF4-FFF2-40B4-BE49-F238E27FC236}">
                <a16:creationId xmlns:a16="http://schemas.microsoft.com/office/drawing/2014/main" id="{26D0B294-32A3-6E48-A0F8-F348E1C5475D}"/>
              </a:ext>
            </a:extLst>
          </p:cNvPr>
          <p:cNvSpPr/>
          <p:nvPr userDrawn="1"/>
        </p:nvSpPr>
        <p:spPr>
          <a:xfrm>
            <a:off x="12278571" y="1203286"/>
            <a:ext cx="112623" cy="79252"/>
          </a:xfrm>
          <a:prstGeom prst="triangle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5" name="Straight Connector 104">
            <a:extLst>
              <a:ext uri="{FF2B5EF4-FFF2-40B4-BE49-F238E27FC236}">
                <a16:creationId xmlns:a16="http://schemas.microsoft.com/office/drawing/2014/main" id="{25C59B47-1A1E-E048-B3C7-1674CBF00BA4}"/>
              </a:ext>
            </a:extLst>
          </p:cNvPr>
          <p:cNvCxnSpPr>
            <a:cxnSpLocks/>
          </p:cNvCxnSpPr>
          <p:nvPr userDrawn="1"/>
        </p:nvCxnSpPr>
        <p:spPr>
          <a:xfrm flipH="1">
            <a:off x="12206176" y="1352986"/>
            <a:ext cx="1141114" cy="1"/>
          </a:xfrm>
          <a:prstGeom prst="line">
            <a:avLst/>
          </a:prstGeom>
          <a:ln w="1905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" name="TextBox 105">
            <a:extLst>
              <a:ext uri="{FF2B5EF4-FFF2-40B4-BE49-F238E27FC236}">
                <a16:creationId xmlns:a16="http://schemas.microsoft.com/office/drawing/2014/main" id="{31C1F5FB-91A2-734D-A19C-C1FBD5BA6428}"/>
              </a:ext>
            </a:extLst>
          </p:cNvPr>
          <p:cNvSpPr txBox="1"/>
          <p:nvPr userDrawn="1"/>
        </p:nvSpPr>
        <p:spPr>
          <a:xfrm>
            <a:off x="12197109" y="6332096"/>
            <a:ext cx="1256301" cy="533854"/>
          </a:xfrm>
          <a:prstGeom prst="rect">
            <a:avLst/>
          </a:prstGeom>
          <a:gradFill>
            <a:gsLst>
              <a:gs pos="56000">
                <a:schemeClr val="tx1">
                  <a:lumMod val="40000"/>
                  <a:lumOff val="60000"/>
                  <a:alpha val="0"/>
                </a:schemeClr>
              </a:gs>
              <a:gs pos="100000">
                <a:schemeClr val="tx1">
                  <a:lumMod val="40000"/>
                  <a:lumOff val="60000"/>
                  <a:alpha val="70000"/>
                </a:schemeClr>
              </a:gs>
            </a:gsLst>
            <a:lin ang="14400000" scaled="0"/>
          </a:gradFill>
        </p:spPr>
        <p:txBody>
          <a:bodyPr wrap="square" rtlCol="0" anchor="t">
            <a:noAutofit/>
          </a:bodyPr>
          <a:lstStyle/>
          <a:p>
            <a:pPr algn="l"/>
            <a:r>
              <a:rPr lang="en-US" sz="900" b="1" i="0" dirty="0">
                <a:solidFill>
                  <a:schemeClr val="tx1">
                    <a:alpha val="70000"/>
                  </a:schemeClr>
                </a:solidFill>
                <a:latin typeface="Calibri Bold"/>
              </a:rPr>
              <a:t>      NO CONTENT HERE</a:t>
            </a:r>
          </a:p>
        </p:txBody>
      </p:sp>
      <p:sp>
        <p:nvSpPr>
          <p:cNvPr id="107" name="Triangle 106">
            <a:extLst>
              <a:ext uri="{FF2B5EF4-FFF2-40B4-BE49-F238E27FC236}">
                <a16:creationId xmlns:a16="http://schemas.microsoft.com/office/drawing/2014/main" id="{DE0C5951-F714-9C44-8682-C724B5FE1100}"/>
              </a:ext>
            </a:extLst>
          </p:cNvPr>
          <p:cNvSpPr/>
          <p:nvPr userDrawn="1"/>
        </p:nvSpPr>
        <p:spPr>
          <a:xfrm flipV="1">
            <a:off x="12278571" y="6408014"/>
            <a:ext cx="112623" cy="79252"/>
          </a:xfrm>
          <a:prstGeom prst="triangle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8" name="Straight Connector 107">
            <a:extLst>
              <a:ext uri="{FF2B5EF4-FFF2-40B4-BE49-F238E27FC236}">
                <a16:creationId xmlns:a16="http://schemas.microsoft.com/office/drawing/2014/main" id="{1B6EB480-EA98-0A40-89A3-61F487FE4C85}"/>
              </a:ext>
            </a:extLst>
          </p:cNvPr>
          <p:cNvCxnSpPr>
            <a:cxnSpLocks/>
          </p:cNvCxnSpPr>
          <p:nvPr userDrawn="1"/>
        </p:nvCxnSpPr>
        <p:spPr>
          <a:xfrm flipH="1">
            <a:off x="12206176" y="6329115"/>
            <a:ext cx="1133740" cy="0"/>
          </a:xfrm>
          <a:prstGeom prst="line">
            <a:avLst/>
          </a:prstGeom>
          <a:ln w="1905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" name="TextBox 108">
            <a:extLst>
              <a:ext uri="{FF2B5EF4-FFF2-40B4-BE49-F238E27FC236}">
                <a16:creationId xmlns:a16="http://schemas.microsoft.com/office/drawing/2014/main" id="{6D8FDB07-3CA8-1B45-A406-77809CF8B74B}"/>
              </a:ext>
            </a:extLst>
          </p:cNvPr>
          <p:cNvSpPr txBox="1"/>
          <p:nvPr userDrawn="1"/>
        </p:nvSpPr>
        <p:spPr>
          <a:xfrm>
            <a:off x="11753369" y="-369332"/>
            <a:ext cx="826141" cy="369332"/>
          </a:xfrm>
          <a:prstGeom prst="rect">
            <a:avLst/>
          </a:prstGeom>
          <a:gradFill>
            <a:gsLst>
              <a:gs pos="72000">
                <a:schemeClr val="tx1">
                  <a:lumMod val="40000"/>
                  <a:lumOff val="60000"/>
                  <a:alpha val="0"/>
                </a:schemeClr>
              </a:gs>
              <a:gs pos="100000">
                <a:schemeClr val="tx1">
                  <a:lumMod val="40000"/>
                  <a:lumOff val="60000"/>
                  <a:alpha val="70000"/>
                </a:schemeClr>
              </a:gs>
            </a:gsLst>
            <a:lin ang="8400000" scaled="0"/>
          </a:gradFill>
        </p:spPr>
        <p:txBody>
          <a:bodyPr wrap="square" rtlCol="0" anchor="b">
            <a:spAutoFit/>
          </a:bodyPr>
          <a:lstStyle/>
          <a:p>
            <a:pPr algn="l"/>
            <a:r>
              <a:rPr lang="en-US" sz="900" b="1" i="0" dirty="0">
                <a:solidFill>
                  <a:schemeClr val="tx1">
                    <a:alpha val="70000"/>
                  </a:schemeClr>
                </a:solidFill>
                <a:latin typeface="Calibri Bold"/>
              </a:rPr>
              <a:t>NO CONTENT</a:t>
            </a:r>
            <a:br>
              <a:rPr lang="en-US" sz="900" b="1" i="0" dirty="0">
                <a:solidFill>
                  <a:schemeClr val="tx1">
                    <a:alpha val="70000"/>
                  </a:schemeClr>
                </a:solidFill>
                <a:latin typeface="Calibri Bold"/>
              </a:rPr>
            </a:br>
            <a:r>
              <a:rPr lang="en-US" sz="900" b="1" i="0" dirty="0">
                <a:solidFill>
                  <a:schemeClr val="tx1">
                    <a:alpha val="70000"/>
                  </a:schemeClr>
                </a:solidFill>
                <a:latin typeface="Calibri Bold"/>
              </a:rPr>
              <a:t>     HERE</a:t>
            </a:r>
          </a:p>
        </p:txBody>
      </p:sp>
      <p:sp>
        <p:nvSpPr>
          <p:cNvPr id="110" name="Triangle 109">
            <a:extLst>
              <a:ext uri="{FF2B5EF4-FFF2-40B4-BE49-F238E27FC236}">
                <a16:creationId xmlns:a16="http://schemas.microsoft.com/office/drawing/2014/main" id="{3B56AC1A-0522-8447-B54E-A3B921BE61CA}"/>
              </a:ext>
            </a:extLst>
          </p:cNvPr>
          <p:cNvSpPr/>
          <p:nvPr userDrawn="1"/>
        </p:nvSpPr>
        <p:spPr>
          <a:xfrm rot="5400000" flipH="1">
            <a:off x="11831127" y="-158835"/>
            <a:ext cx="112623" cy="79252"/>
          </a:xfrm>
          <a:prstGeom prst="triangle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1" name="Straight Connector 110">
            <a:extLst>
              <a:ext uri="{FF2B5EF4-FFF2-40B4-BE49-F238E27FC236}">
                <a16:creationId xmlns:a16="http://schemas.microsoft.com/office/drawing/2014/main" id="{297B4272-1DA3-CD44-8357-76391CEA3A5F}"/>
              </a:ext>
            </a:extLst>
          </p:cNvPr>
          <p:cNvCxnSpPr>
            <a:cxnSpLocks/>
          </p:cNvCxnSpPr>
          <p:nvPr userDrawn="1"/>
        </p:nvCxnSpPr>
        <p:spPr>
          <a:xfrm>
            <a:off x="11748091" y="-303006"/>
            <a:ext cx="0" cy="297412"/>
          </a:xfrm>
          <a:prstGeom prst="line">
            <a:avLst/>
          </a:prstGeom>
          <a:ln w="1905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" name="TextBox 111">
            <a:extLst>
              <a:ext uri="{FF2B5EF4-FFF2-40B4-BE49-F238E27FC236}">
                <a16:creationId xmlns:a16="http://schemas.microsoft.com/office/drawing/2014/main" id="{38127C6C-4883-104A-B1C6-B43ADDFA08D8}"/>
              </a:ext>
            </a:extLst>
          </p:cNvPr>
          <p:cNvSpPr txBox="1"/>
          <p:nvPr userDrawn="1"/>
        </p:nvSpPr>
        <p:spPr>
          <a:xfrm>
            <a:off x="11753369" y="6873324"/>
            <a:ext cx="826141" cy="369332"/>
          </a:xfrm>
          <a:prstGeom prst="rect">
            <a:avLst/>
          </a:prstGeom>
          <a:gradFill>
            <a:gsLst>
              <a:gs pos="72000">
                <a:schemeClr val="tx1">
                  <a:lumMod val="40000"/>
                  <a:lumOff val="60000"/>
                  <a:alpha val="0"/>
                </a:schemeClr>
              </a:gs>
              <a:gs pos="100000">
                <a:schemeClr val="tx1">
                  <a:lumMod val="40000"/>
                  <a:lumOff val="60000"/>
                  <a:alpha val="70000"/>
                </a:schemeClr>
              </a:gs>
            </a:gsLst>
            <a:lin ang="13200000" scaled="0"/>
          </a:gradFill>
        </p:spPr>
        <p:txBody>
          <a:bodyPr wrap="square" rtlCol="0" anchor="b">
            <a:spAutoFit/>
          </a:bodyPr>
          <a:lstStyle/>
          <a:p>
            <a:pPr algn="l"/>
            <a:r>
              <a:rPr lang="en-US" sz="900" b="1" i="0" dirty="0">
                <a:solidFill>
                  <a:schemeClr val="tx1">
                    <a:alpha val="70000"/>
                  </a:schemeClr>
                </a:solidFill>
                <a:latin typeface="Calibri Bold"/>
              </a:rPr>
              <a:t>NO CONTENT</a:t>
            </a:r>
            <a:br>
              <a:rPr lang="en-US" sz="900" b="1" i="0" dirty="0">
                <a:solidFill>
                  <a:schemeClr val="tx1">
                    <a:alpha val="70000"/>
                  </a:schemeClr>
                </a:solidFill>
                <a:latin typeface="Calibri Bold"/>
              </a:rPr>
            </a:br>
            <a:r>
              <a:rPr lang="en-US" sz="900" b="1" i="0" dirty="0">
                <a:solidFill>
                  <a:schemeClr val="tx1">
                    <a:alpha val="70000"/>
                  </a:schemeClr>
                </a:solidFill>
                <a:latin typeface="Calibri Bold"/>
              </a:rPr>
              <a:t>     HERE</a:t>
            </a:r>
          </a:p>
        </p:txBody>
      </p:sp>
      <p:sp>
        <p:nvSpPr>
          <p:cNvPr id="113" name="Triangle 112">
            <a:extLst>
              <a:ext uri="{FF2B5EF4-FFF2-40B4-BE49-F238E27FC236}">
                <a16:creationId xmlns:a16="http://schemas.microsoft.com/office/drawing/2014/main" id="{5E23F091-2253-9A46-A773-B6E33A4E19DA}"/>
              </a:ext>
            </a:extLst>
          </p:cNvPr>
          <p:cNvSpPr/>
          <p:nvPr userDrawn="1"/>
        </p:nvSpPr>
        <p:spPr>
          <a:xfrm rot="5400000" flipH="1">
            <a:off x="11831127" y="7083821"/>
            <a:ext cx="112623" cy="79252"/>
          </a:xfrm>
          <a:prstGeom prst="triangle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4" name="Straight Connector 113">
            <a:extLst>
              <a:ext uri="{FF2B5EF4-FFF2-40B4-BE49-F238E27FC236}">
                <a16:creationId xmlns:a16="http://schemas.microsoft.com/office/drawing/2014/main" id="{ED939B88-4AB8-874C-A524-9CF7AB4C7AE2}"/>
              </a:ext>
            </a:extLst>
          </p:cNvPr>
          <p:cNvCxnSpPr>
            <a:cxnSpLocks/>
          </p:cNvCxnSpPr>
          <p:nvPr userDrawn="1"/>
        </p:nvCxnSpPr>
        <p:spPr>
          <a:xfrm>
            <a:off x="11748091" y="6874974"/>
            <a:ext cx="0" cy="297412"/>
          </a:xfrm>
          <a:prstGeom prst="line">
            <a:avLst/>
          </a:prstGeom>
          <a:ln w="1905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74678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662" r:id="rId2"/>
    <p:sldLayoutId id="2147483673" r:id="rId3"/>
    <p:sldLayoutId id="2147483713" r:id="rId4"/>
    <p:sldLayoutId id="2147483714" r:id="rId5"/>
    <p:sldLayoutId id="2147483668" r:id="rId6"/>
    <p:sldLayoutId id="2147483720" r:id="rId7"/>
    <p:sldLayoutId id="2147483719" r:id="rId8"/>
    <p:sldLayoutId id="2147483661" r:id="rId9"/>
    <p:sldLayoutId id="2147483664" r:id="rId10"/>
    <p:sldLayoutId id="2147483692" r:id="rId11"/>
    <p:sldLayoutId id="2147483693" r:id="rId12"/>
    <p:sldLayoutId id="2147483690" r:id="rId13"/>
    <p:sldLayoutId id="2147483691" r:id="rId14"/>
    <p:sldLayoutId id="2147483697" r:id="rId15"/>
    <p:sldLayoutId id="2147483715" r:id="rId16"/>
    <p:sldLayoutId id="2147483717" r:id="rId17"/>
    <p:sldLayoutId id="2147483704" r:id="rId18"/>
    <p:sldLayoutId id="2147483727" r:id="rId19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2000" b="1" kern="1200" spc="-10" smtClean="0">
          <a:solidFill>
            <a:schemeClr val="tx2"/>
          </a:solidFill>
          <a:latin typeface="+mn-lt"/>
          <a:ea typeface="+mn-ea"/>
          <a:cs typeface="+mn-cs"/>
        </a:defRPr>
      </a:lvl1pPr>
    </p:titleStyle>
    <p:bodyStyle>
      <a:lvl1pPr marL="0" indent="-264600" algn="l" defTabSz="914400" rtl="0" eaLnBrk="1" latinLnBrk="0" hangingPunct="1">
        <a:lnSpc>
          <a:spcPct val="114000"/>
        </a:lnSpc>
        <a:spcBef>
          <a:spcPts val="0"/>
        </a:spcBef>
        <a:spcAft>
          <a:spcPts val="600"/>
        </a:spcAft>
        <a:buClr>
          <a:srgbClr val="B3BDCD"/>
        </a:buClr>
        <a:buFont typeface="Wingdings" pitchFamily="2" charset="2"/>
        <a:buChar char="§"/>
        <a:defRPr lang="en-US" sz="1600" kern="1200" smtClean="0">
          <a:solidFill>
            <a:schemeClr val="tx2"/>
          </a:solidFill>
          <a:latin typeface="+mn-lt"/>
          <a:ea typeface="+mn-ea"/>
          <a:cs typeface="+mn-cs"/>
        </a:defRPr>
      </a:lvl1pPr>
      <a:lvl2pPr marL="540000" indent="-270000" algn="l" defTabSz="914400" rtl="0" eaLnBrk="1" latinLnBrk="0" hangingPunct="1">
        <a:lnSpc>
          <a:spcPct val="114000"/>
        </a:lnSpc>
        <a:spcBef>
          <a:spcPts val="0"/>
        </a:spcBef>
        <a:spcAft>
          <a:spcPts val="600"/>
        </a:spcAft>
        <a:buClr>
          <a:srgbClr val="B3BDCD"/>
        </a:buClr>
        <a:buFont typeface="Wingdings" pitchFamily="2" charset="2"/>
        <a:buChar char="§"/>
        <a:tabLst/>
        <a:defRPr lang="en-US" sz="1600" kern="1200" smtClean="0">
          <a:solidFill>
            <a:srgbClr val="163241"/>
          </a:solidFill>
          <a:latin typeface="+mn-lt"/>
          <a:ea typeface="+mn-ea"/>
          <a:cs typeface="+mn-cs"/>
        </a:defRPr>
      </a:lvl2pPr>
      <a:lvl3pPr marL="792000" indent="-270000" algn="l" defTabSz="914400" rtl="0" eaLnBrk="1" latinLnBrk="0" hangingPunct="1">
        <a:lnSpc>
          <a:spcPct val="114000"/>
        </a:lnSpc>
        <a:spcBef>
          <a:spcPts val="0"/>
        </a:spcBef>
        <a:spcAft>
          <a:spcPts val="600"/>
        </a:spcAft>
        <a:buClr>
          <a:srgbClr val="B3BDCD"/>
        </a:buClr>
        <a:buFont typeface="Wingdings" pitchFamily="2" charset="2"/>
        <a:buChar char="§"/>
        <a:tabLst/>
        <a:defRPr lang="en-US" sz="1600" kern="1200" smtClean="0">
          <a:solidFill>
            <a:srgbClr val="163241"/>
          </a:solidFill>
          <a:latin typeface="+mn-lt"/>
          <a:ea typeface="+mn-ea"/>
          <a:cs typeface="+mn-cs"/>
        </a:defRPr>
      </a:lvl3pPr>
      <a:lvl4pPr marL="1044000" indent="-270000" algn="l" defTabSz="914400" rtl="0" eaLnBrk="1" latinLnBrk="0" hangingPunct="1">
        <a:lnSpc>
          <a:spcPct val="114000"/>
        </a:lnSpc>
        <a:spcBef>
          <a:spcPts val="0"/>
        </a:spcBef>
        <a:spcAft>
          <a:spcPts val="600"/>
        </a:spcAft>
        <a:buClr>
          <a:srgbClr val="B3BDCD"/>
        </a:buClr>
        <a:buFont typeface="Wingdings" pitchFamily="2" charset="2"/>
        <a:buChar char="§"/>
        <a:tabLst/>
        <a:defRPr lang="en-US" sz="1600" kern="1200" smtClean="0">
          <a:solidFill>
            <a:srgbClr val="163241"/>
          </a:solidFill>
          <a:latin typeface="+mn-lt"/>
          <a:ea typeface="+mn-ea"/>
          <a:cs typeface="+mn-cs"/>
        </a:defRPr>
      </a:lvl4pPr>
      <a:lvl5pPr marL="1296000" indent="-270000" algn="l" defTabSz="914400" rtl="0" eaLnBrk="1" latinLnBrk="0" hangingPunct="1">
        <a:lnSpc>
          <a:spcPct val="114000"/>
        </a:lnSpc>
        <a:spcBef>
          <a:spcPts val="0"/>
        </a:spcBef>
        <a:spcAft>
          <a:spcPts val="600"/>
        </a:spcAft>
        <a:buClr>
          <a:srgbClr val="B3BDCD"/>
        </a:buClr>
        <a:buFont typeface="Wingdings" pitchFamily="2" charset="2"/>
        <a:buChar char="§"/>
        <a:tabLst/>
        <a:defRPr lang="en-US" sz="1600" kern="1200" smtClean="0">
          <a:solidFill>
            <a:srgbClr val="16324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851" userDrawn="1">
          <p15:clr>
            <a:srgbClr val="F26B43"/>
          </p15:clr>
        </p15:guide>
        <p15:guide id="2" pos="326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emf"/><Relationship Id="rId5" Type="http://schemas.openxmlformats.org/officeDocument/2006/relationships/image" Target="../media/image14.emf"/><Relationship Id="rId4" Type="http://schemas.openxmlformats.org/officeDocument/2006/relationships/image" Target="../media/image13.tiff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D6C553A6-C217-8C4D-9A6D-8D0D48D4D70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Software Quality report on </a:t>
            </a:r>
            <a:r>
              <a:rPr lang="en-US" dirty="0" err="1"/>
              <a:t>SYSTEM_NAME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1FE993F-25A4-CA1C-44DD-67230D2F26A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/>
              <a:t>Technical Debt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9FC6248-201F-1144-8C5C-E4B4C27EF42F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3636000" y="4119279"/>
            <a:ext cx="1450572" cy="215444"/>
          </a:xfrm>
        </p:spPr>
        <p:txBody>
          <a:bodyPr>
            <a:normAutofit fontScale="40000" lnSpcReduction="20000"/>
          </a:bodyPr>
          <a:lstStyle/>
          <a:p>
            <a:r>
              <a:rPr lang="en-US" dirty="0"/>
              <a:t>Software Improvement Group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7EB27F3-0AC4-E148-A0B1-7E0851BF0D3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dirty="0" err="1"/>
              <a:t>REPORT_DATE</a:t>
            </a: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ED10CA19-199D-DB48-2F97-A61E7A0CD1A8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4629355" y="6536558"/>
            <a:ext cx="2391680" cy="247948"/>
          </a:xfrm>
        </p:spPr>
        <p:txBody>
          <a:bodyPr>
            <a:normAutofit fontScale="62500" lnSpcReduction="20000"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09166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Right Arrow 54">
            <a:extLst>
              <a:ext uri="{FF2B5EF4-FFF2-40B4-BE49-F238E27FC236}">
                <a16:creationId xmlns:a16="http://schemas.microsoft.com/office/drawing/2014/main" id="{5137A122-FBEA-1742-BA77-69F545AC8736}"/>
              </a:ext>
            </a:extLst>
          </p:cNvPr>
          <p:cNvSpPr/>
          <p:nvPr/>
        </p:nvSpPr>
        <p:spPr>
          <a:xfrm>
            <a:off x="7803207" y="3834866"/>
            <a:ext cx="1422401" cy="655970"/>
          </a:xfrm>
          <a:prstGeom prst="rightArrow">
            <a:avLst>
              <a:gd name="adj1" fmla="val 52474"/>
              <a:gd name="adj2" fmla="val 62243"/>
            </a:avLst>
          </a:prstGeom>
          <a:gradFill>
            <a:gsLst>
              <a:gs pos="52000">
                <a:srgbClr val="57C968"/>
              </a:gs>
              <a:gs pos="10000">
                <a:srgbClr val="57C968">
                  <a:alpha val="0"/>
                </a:srgbClr>
              </a:gs>
            </a:gsLst>
            <a:lin ang="0" scaled="0"/>
          </a:gradFill>
          <a:ln>
            <a:noFill/>
          </a:ln>
          <a:effectLst>
            <a:outerShdw blurRad="241300" dist="38100" dir="2700000" algn="tl" rotWithShape="0">
              <a:schemeClr val="accent4">
                <a:lumMod val="75000"/>
                <a:alpha val="4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C7B98A-1D37-EB47-A5C8-6EE15061B1E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Key findings – </a:t>
            </a:r>
            <a:r>
              <a:rPr lang="en-US" dirty="0">
                <a:solidFill>
                  <a:schemeClr val="accent3"/>
                </a:solidFill>
              </a:rPr>
              <a:t>Cost estimation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D17AE71-FCC3-E142-BF3B-A35E9D876C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Cost Estimation model combines Sigrid analysis results with SIG benchmarks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9C2AB6C-22EA-C84B-A69B-8ED8B4FA4C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242BD21-9B61-2246-BCB1-4BE5E1BEBE1C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DE08FD-47BE-0743-8ED6-69C95CED73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669790" y="6549140"/>
            <a:ext cx="804066" cy="236406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</p:spPr>
        <p:txBody>
          <a:bodyPr wrap="none" lIns="0" tIns="36000" rIns="0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lang="en-US" sz="1000" b="1" kern="1200" cap="all" spc="10" baseline="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Confidential</a:t>
            </a:r>
            <a:endParaRPr lang="en-US" dirty="0"/>
          </a:p>
        </p:txBody>
      </p:sp>
      <p:sp>
        <p:nvSpPr>
          <p:cNvPr id="86" name="Content Placeholder 85">
            <a:extLst>
              <a:ext uri="{FF2B5EF4-FFF2-40B4-BE49-F238E27FC236}">
                <a16:creationId xmlns:a16="http://schemas.microsoft.com/office/drawing/2014/main" id="{4EE5E8AD-0E47-6E45-B275-4E63022E37C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14800" y="1368000"/>
            <a:ext cx="2847369" cy="4950000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The Cost Estimation Model (</a:t>
            </a:r>
            <a:r>
              <a:rPr lang="en-US" b="1" dirty="0" err="1"/>
              <a:t>CEM</a:t>
            </a:r>
            <a:r>
              <a:rPr lang="en-US" b="1" dirty="0"/>
              <a:t>) enables translating technical analysis results to cost estimations. 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dirty="0"/>
              <a:t>The most important input for the CEM are the maintainability analysis results. This is mandatory. CEM then combines this with </a:t>
            </a:r>
            <a:r>
              <a:rPr lang="en-US" b="1" dirty="0"/>
              <a:t>SIG’s benchmarks </a:t>
            </a:r>
            <a:r>
              <a:rPr lang="en-US" dirty="0"/>
              <a:t>on productivity and maintainability.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Cost estimations form key input for scenario comparison.</a:t>
            </a:r>
          </a:p>
        </p:txBody>
      </p:sp>
      <p:sp>
        <p:nvSpPr>
          <p:cNvPr id="7" name="Diamond 6">
            <a:extLst>
              <a:ext uri="{FF2B5EF4-FFF2-40B4-BE49-F238E27FC236}">
                <a16:creationId xmlns:a16="http://schemas.microsoft.com/office/drawing/2014/main" id="{E1AA55C1-EE8A-A74A-88AB-60628F1B1773}"/>
              </a:ext>
            </a:extLst>
          </p:cNvPr>
          <p:cNvSpPr/>
          <p:nvPr/>
        </p:nvSpPr>
        <p:spPr>
          <a:xfrm>
            <a:off x="5079004" y="2590633"/>
            <a:ext cx="2996276" cy="1329772"/>
          </a:xfrm>
          <a:prstGeom prst="diamond">
            <a:avLst/>
          </a:prstGeom>
          <a:gradFill>
            <a:gsLst>
              <a:gs pos="0">
                <a:srgbClr val="E0C201"/>
              </a:gs>
              <a:gs pos="93000">
                <a:srgbClr val="D0A600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riangle 7">
            <a:extLst>
              <a:ext uri="{FF2B5EF4-FFF2-40B4-BE49-F238E27FC236}">
                <a16:creationId xmlns:a16="http://schemas.microsoft.com/office/drawing/2014/main" id="{7230205B-31AD-5D44-B3B0-EECBEA1912BF}"/>
              </a:ext>
            </a:extLst>
          </p:cNvPr>
          <p:cNvSpPr/>
          <p:nvPr/>
        </p:nvSpPr>
        <p:spPr>
          <a:xfrm rot="5400000" flipV="1">
            <a:off x="5161201" y="2520728"/>
            <a:ext cx="1329552" cy="1486418"/>
          </a:xfrm>
          <a:prstGeom prst="triangle">
            <a:avLst/>
          </a:prstGeom>
          <a:gradFill>
            <a:gsLst>
              <a:gs pos="100000">
                <a:srgbClr val="806600"/>
              </a:gs>
              <a:gs pos="0">
                <a:srgbClr val="F1DE68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8" name="Picture 77">
            <a:extLst>
              <a:ext uri="{FF2B5EF4-FFF2-40B4-BE49-F238E27FC236}">
                <a16:creationId xmlns:a16="http://schemas.microsoft.com/office/drawing/2014/main" id="{14BB7099-4E07-EE44-A41E-2C600F6B157E}"/>
              </a:ext>
            </a:extLst>
          </p:cNvPr>
          <p:cNvPicPr>
            <a:picLocks noChangeAspect="1"/>
          </p:cNvPicPr>
          <p:nvPr/>
        </p:nvPicPr>
        <p:blipFill>
          <a:blip r:embed="rId2">
            <a:lum bright="100000"/>
          </a:blip>
          <a:stretch>
            <a:fillRect/>
          </a:stretch>
        </p:blipFill>
        <p:spPr>
          <a:xfrm>
            <a:off x="5927333" y="2809739"/>
            <a:ext cx="1245883" cy="1059000"/>
          </a:xfrm>
          <a:prstGeom prst="rect">
            <a:avLst/>
          </a:prstGeom>
        </p:spPr>
      </p:pic>
      <p:sp>
        <p:nvSpPr>
          <p:cNvPr id="9" name="Parallelogram 8">
            <a:extLst>
              <a:ext uri="{FF2B5EF4-FFF2-40B4-BE49-F238E27FC236}">
                <a16:creationId xmlns:a16="http://schemas.microsoft.com/office/drawing/2014/main" id="{BF3E8A0D-0499-C140-94FB-BD9038D5E442}"/>
              </a:ext>
            </a:extLst>
          </p:cNvPr>
          <p:cNvSpPr/>
          <p:nvPr/>
        </p:nvSpPr>
        <p:spPr>
          <a:xfrm rot="5400000">
            <a:off x="4634891" y="3699603"/>
            <a:ext cx="2386359" cy="1498137"/>
          </a:xfrm>
          <a:prstGeom prst="parallelogram">
            <a:avLst>
              <a:gd name="adj" fmla="val 43913"/>
            </a:avLst>
          </a:prstGeom>
          <a:gradFill>
            <a:gsLst>
              <a:gs pos="0">
                <a:srgbClr val="586B77"/>
              </a:gs>
              <a:gs pos="55000">
                <a:srgbClr val="17323F"/>
              </a:gs>
            </a:gsLst>
            <a:lin ang="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Parallelogram 9">
            <a:extLst>
              <a:ext uri="{FF2B5EF4-FFF2-40B4-BE49-F238E27FC236}">
                <a16:creationId xmlns:a16="http://schemas.microsoft.com/office/drawing/2014/main" id="{253B108D-011B-0349-BDC8-530006765974}"/>
              </a:ext>
            </a:extLst>
          </p:cNvPr>
          <p:cNvSpPr/>
          <p:nvPr/>
        </p:nvSpPr>
        <p:spPr>
          <a:xfrm rot="16200000" flipH="1">
            <a:off x="6133030" y="3697205"/>
            <a:ext cx="2386359" cy="1498141"/>
          </a:xfrm>
          <a:prstGeom prst="parallelogram">
            <a:avLst>
              <a:gd name="adj" fmla="val 44259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6F9F04B5-077E-3F4D-B473-02E85BDD9A5A}"/>
              </a:ext>
            </a:extLst>
          </p:cNvPr>
          <p:cNvCxnSpPr>
            <a:cxnSpLocks/>
          </p:cNvCxnSpPr>
          <p:nvPr/>
        </p:nvCxnSpPr>
        <p:spPr>
          <a:xfrm>
            <a:off x="6579838" y="2595948"/>
            <a:ext cx="0" cy="1328076"/>
          </a:xfrm>
          <a:prstGeom prst="line">
            <a:avLst/>
          </a:prstGeom>
          <a:ln w="12700">
            <a:gradFill>
              <a:gsLst>
                <a:gs pos="0">
                  <a:srgbClr val="D0A600">
                    <a:alpha val="74000"/>
                  </a:srgbClr>
                </a:gs>
                <a:gs pos="100000">
                  <a:srgbClr val="524702">
                    <a:alpha val="95000"/>
                  </a:srgbClr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Diamond 11">
            <a:extLst>
              <a:ext uri="{FF2B5EF4-FFF2-40B4-BE49-F238E27FC236}">
                <a16:creationId xmlns:a16="http://schemas.microsoft.com/office/drawing/2014/main" id="{6E1D2B65-CBD3-6849-8FFA-E3F2C87C0950}"/>
              </a:ext>
            </a:extLst>
          </p:cNvPr>
          <p:cNvSpPr/>
          <p:nvPr/>
        </p:nvSpPr>
        <p:spPr>
          <a:xfrm>
            <a:off x="5121399" y="2590368"/>
            <a:ext cx="2945924" cy="1330037"/>
          </a:xfrm>
          <a:prstGeom prst="diamond">
            <a:avLst/>
          </a:prstGeom>
          <a:gradFill>
            <a:gsLst>
              <a:gs pos="50000">
                <a:srgbClr val="E0C201">
                  <a:alpha val="0"/>
                </a:srgbClr>
              </a:gs>
              <a:gs pos="100000">
                <a:srgbClr val="806600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Parallelogram 13">
            <a:extLst>
              <a:ext uri="{FF2B5EF4-FFF2-40B4-BE49-F238E27FC236}">
                <a16:creationId xmlns:a16="http://schemas.microsoft.com/office/drawing/2014/main" id="{A6C4506E-F159-024C-9D2B-55CEB186C9B9}"/>
              </a:ext>
            </a:extLst>
          </p:cNvPr>
          <p:cNvSpPr/>
          <p:nvPr/>
        </p:nvSpPr>
        <p:spPr>
          <a:xfrm rot="5400000">
            <a:off x="5418989" y="2912513"/>
            <a:ext cx="826537" cy="1498137"/>
          </a:xfrm>
          <a:prstGeom prst="parallelogram">
            <a:avLst>
              <a:gd name="adj" fmla="val 81461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Parallelogram 14">
            <a:extLst>
              <a:ext uri="{FF2B5EF4-FFF2-40B4-BE49-F238E27FC236}">
                <a16:creationId xmlns:a16="http://schemas.microsoft.com/office/drawing/2014/main" id="{92F27295-6EFA-0345-8F08-6B563F06E3DD}"/>
              </a:ext>
            </a:extLst>
          </p:cNvPr>
          <p:cNvSpPr/>
          <p:nvPr/>
        </p:nvSpPr>
        <p:spPr>
          <a:xfrm rot="16200000" flipH="1">
            <a:off x="6915922" y="2916938"/>
            <a:ext cx="826537" cy="1498137"/>
          </a:xfrm>
          <a:prstGeom prst="parallelogram">
            <a:avLst>
              <a:gd name="adj" fmla="val 81461"/>
            </a:avLst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B5025897-2A61-BF48-A538-F0F8D83E93B4}"/>
              </a:ext>
            </a:extLst>
          </p:cNvPr>
          <p:cNvSpPr/>
          <p:nvPr/>
        </p:nvSpPr>
        <p:spPr>
          <a:xfrm>
            <a:off x="5078637" y="2586000"/>
            <a:ext cx="2993738" cy="676206"/>
          </a:xfrm>
          <a:custGeom>
            <a:avLst/>
            <a:gdLst>
              <a:gd name="connsiteX0" fmla="*/ 1120135 w 2240270"/>
              <a:gd name="connsiteY0" fmla="*/ 0 h 514231"/>
              <a:gd name="connsiteX1" fmla="*/ 2240270 w 2240270"/>
              <a:gd name="connsiteY1" fmla="*/ 505723 h 514231"/>
              <a:gd name="connsiteX2" fmla="*/ 2221427 w 2240270"/>
              <a:gd name="connsiteY2" fmla="*/ 514231 h 514231"/>
              <a:gd name="connsiteX3" fmla="*/ 1120135 w 2240270"/>
              <a:gd name="connsiteY3" fmla="*/ 17015 h 514231"/>
              <a:gd name="connsiteX4" fmla="*/ 18844 w 2240270"/>
              <a:gd name="connsiteY4" fmla="*/ 514231 h 514231"/>
              <a:gd name="connsiteX5" fmla="*/ 0 w 2240270"/>
              <a:gd name="connsiteY5" fmla="*/ 505723 h 5142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240270" h="514231">
                <a:moveTo>
                  <a:pt x="1120135" y="0"/>
                </a:moveTo>
                <a:lnTo>
                  <a:pt x="2240270" y="505723"/>
                </a:lnTo>
                <a:lnTo>
                  <a:pt x="2221427" y="514231"/>
                </a:lnTo>
                <a:lnTo>
                  <a:pt x="1120135" y="17015"/>
                </a:lnTo>
                <a:lnTo>
                  <a:pt x="18844" y="514231"/>
                </a:lnTo>
                <a:lnTo>
                  <a:pt x="0" y="505723"/>
                </a:lnTo>
                <a:close/>
              </a:path>
            </a:pathLst>
          </a:custGeom>
          <a:solidFill>
            <a:srgbClr val="D0A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28B09AAF-2C21-6E49-905B-A3A62EB84501}"/>
              </a:ext>
            </a:extLst>
          </p:cNvPr>
          <p:cNvCxnSpPr>
            <a:cxnSpLocks/>
          </p:cNvCxnSpPr>
          <p:nvPr/>
        </p:nvCxnSpPr>
        <p:spPr>
          <a:xfrm flipH="1" flipV="1">
            <a:off x="5072227" y="4165225"/>
            <a:ext cx="1499248" cy="661403"/>
          </a:xfrm>
          <a:prstGeom prst="line">
            <a:avLst/>
          </a:prstGeom>
          <a:ln w="190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822D027F-F0AB-634F-8339-767F5ABDCDDF}"/>
              </a:ext>
            </a:extLst>
          </p:cNvPr>
          <p:cNvCxnSpPr>
            <a:cxnSpLocks/>
          </p:cNvCxnSpPr>
          <p:nvPr/>
        </p:nvCxnSpPr>
        <p:spPr>
          <a:xfrm flipH="1">
            <a:off x="6562877" y="4155650"/>
            <a:ext cx="1511327" cy="670050"/>
          </a:xfrm>
          <a:prstGeom prst="line">
            <a:avLst/>
          </a:prstGeom>
          <a:ln w="19050">
            <a:gradFill>
              <a:gsLst>
                <a:gs pos="66000">
                  <a:schemeClr val="accent4"/>
                </a:gs>
                <a:gs pos="100000">
                  <a:schemeClr val="accent3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Arc 52">
            <a:extLst>
              <a:ext uri="{FF2B5EF4-FFF2-40B4-BE49-F238E27FC236}">
                <a16:creationId xmlns:a16="http://schemas.microsoft.com/office/drawing/2014/main" id="{95B2D585-67CB-BF4C-B950-7E96C38B9198}"/>
              </a:ext>
            </a:extLst>
          </p:cNvPr>
          <p:cNvSpPr/>
          <p:nvPr/>
        </p:nvSpPr>
        <p:spPr>
          <a:xfrm rot="7200000" flipH="1">
            <a:off x="7518488" y="4271564"/>
            <a:ext cx="569438" cy="1631518"/>
          </a:xfrm>
          <a:prstGeom prst="arc">
            <a:avLst>
              <a:gd name="adj1" fmla="val 16312158"/>
              <a:gd name="adj2" fmla="val 2410627"/>
            </a:avLst>
          </a:prstGeom>
          <a:ln w="19050">
            <a:solidFill>
              <a:schemeClr val="accent4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3EDF8416-E011-C846-9769-2A0C09F54F8B}"/>
              </a:ext>
            </a:extLst>
          </p:cNvPr>
          <p:cNvSpPr txBox="1"/>
          <p:nvPr/>
        </p:nvSpPr>
        <p:spPr>
          <a:xfrm>
            <a:off x="7803207" y="5521661"/>
            <a:ext cx="1422401" cy="440231"/>
          </a:xfrm>
          <a:prstGeom prst="rect">
            <a:avLst/>
          </a:prstGeom>
          <a:noFill/>
        </p:spPr>
        <p:txBody>
          <a:bodyPr wrap="none" lIns="90000" rtlCol="0" anchor="t">
            <a:noAutofit/>
          </a:bodyPr>
          <a:lstStyle/>
          <a:p>
            <a:pPr algn="l">
              <a:lnSpc>
                <a:spcPct val="113000"/>
              </a:lnSpc>
            </a:pPr>
            <a:r>
              <a:rPr lang="en-US" sz="1600" b="1" dirty="0">
                <a:solidFill>
                  <a:schemeClr val="accent4">
                    <a:lumMod val="75000"/>
                  </a:schemeClr>
                </a:solidFill>
              </a:rPr>
              <a:t>Configuration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2AAABA69-2D22-F945-9F0A-F21D4794A943}"/>
              </a:ext>
            </a:extLst>
          </p:cNvPr>
          <p:cNvSpPr txBox="1"/>
          <p:nvPr/>
        </p:nvSpPr>
        <p:spPr>
          <a:xfrm>
            <a:off x="4638252" y="1962027"/>
            <a:ext cx="1857076" cy="52322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chemeClr val="accent1"/>
                </a:solidFill>
              </a:rPr>
              <a:t>Language productivity </a:t>
            </a:r>
            <a:r>
              <a:rPr lang="en-US" sz="1400" dirty="0">
                <a:solidFill>
                  <a:schemeClr val="accent1"/>
                </a:solidFill>
              </a:rPr>
              <a:t>benchmark</a:t>
            </a:r>
          </a:p>
        </p:txBody>
      </p:sp>
      <p:sp>
        <p:nvSpPr>
          <p:cNvPr id="58" name="Arc 57">
            <a:extLst>
              <a:ext uri="{FF2B5EF4-FFF2-40B4-BE49-F238E27FC236}">
                <a16:creationId xmlns:a16="http://schemas.microsoft.com/office/drawing/2014/main" id="{58EB8A2E-4250-374D-9C6F-751709832BB3}"/>
              </a:ext>
            </a:extLst>
          </p:cNvPr>
          <p:cNvSpPr/>
          <p:nvPr/>
        </p:nvSpPr>
        <p:spPr>
          <a:xfrm rot="2987567">
            <a:off x="6604893" y="2105254"/>
            <a:ext cx="453707" cy="1104183"/>
          </a:xfrm>
          <a:prstGeom prst="arc">
            <a:avLst>
              <a:gd name="adj1" fmla="val 17800726"/>
              <a:gd name="adj2" fmla="val 3079022"/>
            </a:avLst>
          </a:prstGeom>
          <a:ln w="19050">
            <a:solidFill>
              <a:srgbClr val="8066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7" name="Group 66">
            <a:extLst>
              <a:ext uri="{FF2B5EF4-FFF2-40B4-BE49-F238E27FC236}">
                <a16:creationId xmlns:a16="http://schemas.microsoft.com/office/drawing/2014/main" id="{6B85841F-6683-CF40-9932-8828AE41F11E}"/>
              </a:ext>
            </a:extLst>
          </p:cNvPr>
          <p:cNvGrpSpPr/>
          <p:nvPr/>
        </p:nvGrpSpPr>
        <p:grpSpPr>
          <a:xfrm>
            <a:off x="7243408" y="3970416"/>
            <a:ext cx="404550" cy="608645"/>
            <a:chOff x="6766330" y="3866689"/>
            <a:chExt cx="404550" cy="608645"/>
          </a:xfrm>
          <a:effectLst/>
        </p:grpSpPr>
        <p:sp>
          <p:nvSpPr>
            <p:cNvPr id="64" name="Parallelogram 63">
              <a:extLst>
                <a:ext uri="{FF2B5EF4-FFF2-40B4-BE49-F238E27FC236}">
                  <a16:creationId xmlns:a16="http://schemas.microsoft.com/office/drawing/2014/main" id="{0921C6FF-D373-6247-B405-01819C3C7E24}"/>
                </a:ext>
              </a:extLst>
            </p:cNvPr>
            <p:cNvSpPr/>
            <p:nvPr/>
          </p:nvSpPr>
          <p:spPr>
            <a:xfrm rot="16200000" flipV="1">
              <a:off x="6664282" y="3968737"/>
              <a:ext cx="608645" cy="404550"/>
            </a:xfrm>
            <a:prstGeom prst="parallelogram">
              <a:avLst>
                <a:gd name="adj" fmla="val 43700"/>
              </a:avLst>
            </a:prstGeom>
            <a:solidFill>
              <a:schemeClr val="accent4">
                <a:lumMod val="50000"/>
              </a:schemeClr>
            </a:solidFill>
            <a:ln>
              <a:solidFill>
                <a:schemeClr val="accent4">
                  <a:lumMod val="60000"/>
                  <a:lumOff val="40000"/>
                </a:schemeClr>
              </a:solidFill>
            </a:ln>
            <a:effectLst>
              <a:outerShdw blurRad="50800" dist="25400" dir="13500000" algn="br" rotWithShape="0">
                <a:prstClr val="black">
                  <a:alpha val="6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US" sz="1600" dirty="0" err="1">
                <a:solidFill>
                  <a:schemeClr val="bg1"/>
                </a:solidFill>
              </a:endParaRPr>
            </a:p>
          </p:txBody>
        </p:sp>
        <p:pic>
          <p:nvPicPr>
            <p:cNvPr id="65" name="Picture 64">
              <a:extLst>
                <a:ext uri="{FF2B5EF4-FFF2-40B4-BE49-F238E27FC236}">
                  <a16:creationId xmlns:a16="http://schemas.microsoft.com/office/drawing/2014/main" id="{26E2B5FF-9F70-2242-8C9E-812ADBC5958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lum bright="100000"/>
              <a:alphaModFix amt="80000"/>
            </a:blip>
            <a:stretch>
              <a:fillRect/>
            </a:stretch>
          </p:blipFill>
          <p:spPr>
            <a:xfrm>
              <a:off x="6817345" y="4000299"/>
              <a:ext cx="324000" cy="324000"/>
            </a:xfrm>
            <a:prstGeom prst="rect">
              <a:avLst/>
            </a:prstGeom>
            <a:scene3d>
              <a:camera prst="perspectiveContrastingRightFacing">
                <a:rot lat="1200000" lon="18963666" rev="213211"/>
              </a:camera>
              <a:lightRig rig="threePt" dir="t"/>
            </a:scene3d>
          </p:spPr>
        </p:pic>
      </p:grpSp>
      <p:pic>
        <p:nvPicPr>
          <p:cNvPr id="74" name="Picture 73">
            <a:extLst>
              <a:ext uri="{FF2B5EF4-FFF2-40B4-BE49-F238E27FC236}">
                <a16:creationId xmlns:a16="http://schemas.microsoft.com/office/drawing/2014/main" id="{CE691106-5872-9244-8C2C-32361B782B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14388" y="1751935"/>
            <a:ext cx="306703" cy="204469"/>
          </a:xfrm>
          <a:prstGeom prst="rect">
            <a:avLst/>
          </a:prstGeom>
        </p:spPr>
      </p:pic>
      <p:pic>
        <p:nvPicPr>
          <p:cNvPr id="75" name="Picture 74">
            <a:extLst>
              <a:ext uri="{FF2B5EF4-FFF2-40B4-BE49-F238E27FC236}">
                <a16:creationId xmlns:a16="http://schemas.microsoft.com/office/drawing/2014/main" id="{1905CB36-76AE-DA4B-813A-19091F0BFE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13874" y="1745715"/>
            <a:ext cx="306703" cy="204469"/>
          </a:xfrm>
          <a:prstGeom prst="rect">
            <a:avLst/>
          </a:prstGeom>
        </p:spPr>
      </p:pic>
      <p:sp>
        <p:nvSpPr>
          <p:cNvPr id="76" name="TextBox 75">
            <a:extLst>
              <a:ext uri="{FF2B5EF4-FFF2-40B4-BE49-F238E27FC236}">
                <a16:creationId xmlns:a16="http://schemas.microsoft.com/office/drawing/2014/main" id="{1C339567-966E-5548-A3E1-78F848309A8F}"/>
              </a:ext>
            </a:extLst>
          </p:cNvPr>
          <p:cNvSpPr txBox="1"/>
          <p:nvPr/>
        </p:nvSpPr>
        <p:spPr>
          <a:xfrm>
            <a:off x="6731540" y="1962027"/>
            <a:ext cx="1669471" cy="52322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chemeClr val="accent1"/>
                </a:solidFill>
              </a:rPr>
              <a:t>Maintainability </a:t>
            </a:r>
            <a:r>
              <a:rPr lang="en-US" sz="1400" dirty="0">
                <a:solidFill>
                  <a:schemeClr val="accent1"/>
                </a:solidFill>
              </a:rPr>
              <a:t>benchmark</a:t>
            </a:r>
          </a:p>
        </p:txBody>
      </p:sp>
      <p:sp>
        <p:nvSpPr>
          <p:cNvPr id="77" name="Arc 76">
            <a:extLst>
              <a:ext uri="{FF2B5EF4-FFF2-40B4-BE49-F238E27FC236}">
                <a16:creationId xmlns:a16="http://schemas.microsoft.com/office/drawing/2014/main" id="{8B41564C-FA6B-E241-8C5D-1056084FFFC4}"/>
              </a:ext>
            </a:extLst>
          </p:cNvPr>
          <p:cNvSpPr/>
          <p:nvPr/>
        </p:nvSpPr>
        <p:spPr>
          <a:xfrm rot="18545569" flipH="1">
            <a:off x="6059440" y="2066237"/>
            <a:ext cx="519130" cy="1104183"/>
          </a:xfrm>
          <a:prstGeom prst="arc">
            <a:avLst>
              <a:gd name="adj1" fmla="val 18116925"/>
              <a:gd name="adj2" fmla="val 3079022"/>
            </a:avLst>
          </a:prstGeom>
          <a:ln w="19050">
            <a:solidFill>
              <a:srgbClr val="8066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Diamond 16">
            <a:extLst>
              <a:ext uri="{FF2B5EF4-FFF2-40B4-BE49-F238E27FC236}">
                <a16:creationId xmlns:a16="http://schemas.microsoft.com/office/drawing/2014/main" id="{A8D9DE88-D137-6A46-BF49-1001C1A3E343}"/>
              </a:ext>
            </a:extLst>
          </p:cNvPr>
          <p:cNvSpPr/>
          <p:nvPr/>
        </p:nvSpPr>
        <p:spPr>
          <a:xfrm>
            <a:off x="5117973" y="2598381"/>
            <a:ext cx="2945924" cy="1330037"/>
          </a:xfrm>
          <a:prstGeom prst="diamond">
            <a:avLst/>
          </a:prstGeom>
          <a:gradFill>
            <a:gsLst>
              <a:gs pos="45000">
                <a:srgbClr val="E0C201">
                  <a:alpha val="0"/>
                </a:srgbClr>
              </a:gs>
              <a:gs pos="98000">
                <a:schemeClr val="tx2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2" name="Parallelogram 41">
            <a:extLst>
              <a:ext uri="{FF2B5EF4-FFF2-40B4-BE49-F238E27FC236}">
                <a16:creationId xmlns:a16="http://schemas.microsoft.com/office/drawing/2014/main" id="{63AE8408-4A3A-6445-85CA-50DA808E1E7D}"/>
              </a:ext>
            </a:extLst>
          </p:cNvPr>
          <p:cNvSpPr/>
          <p:nvPr/>
        </p:nvSpPr>
        <p:spPr>
          <a:xfrm rot="5400000">
            <a:off x="5097932" y="4020495"/>
            <a:ext cx="1355507" cy="863067"/>
          </a:xfrm>
          <a:prstGeom prst="parallelogram">
            <a:avLst>
              <a:gd name="adj" fmla="val 44398"/>
            </a:avLst>
          </a:prstGeom>
          <a:solidFill>
            <a:schemeClr val="accent3">
              <a:lumMod val="50000"/>
            </a:schemeClr>
          </a:solidFill>
          <a:ln>
            <a:solidFill>
              <a:schemeClr val="accent3"/>
            </a:solidFill>
          </a:ln>
          <a:effectLst>
            <a:innerShdw blurRad="330200" dist="381000" dir="36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C226E3AA-BFAE-264C-B4C3-9DCEE417B0BE}"/>
              </a:ext>
            </a:extLst>
          </p:cNvPr>
          <p:cNvSpPr txBox="1"/>
          <p:nvPr/>
        </p:nvSpPr>
        <p:spPr>
          <a:xfrm>
            <a:off x="3795639" y="5387926"/>
            <a:ext cx="2304442" cy="52322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bg1"/>
                </a:solidFill>
              </a:rPr>
              <a:t>Software metric results </a:t>
            </a:r>
          </a:p>
          <a:p>
            <a:r>
              <a:rPr lang="en-US" sz="1200" b="1" dirty="0">
                <a:solidFill>
                  <a:schemeClr val="bg1"/>
                </a:solidFill>
              </a:rPr>
              <a:t>(e.g. Maintainability)</a:t>
            </a:r>
          </a:p>
        </p:txBody>
      </p:sp>
      <p:sp>
        <p:nvSpPr>
          <p:cNvPr id="81" name="Arc 80">
            <a:extLst>
              <a:ext uri="{FF2B5EF4-FFF2-40B4-BE49-F238E27FC236}">
                <a16:creationId xmlns:a16="http://schemas.microsoft.com/office/drawing/2014/main" id="{3AD1255A-0D09-EE44-9D63-4C936D2D9887}"/>
              </a:ext>
            </a:extLst>
          </p:cNvPr>
          <p:cNvSpPr/>
          <p:nvPr/>
        </p:nvSpPr>
        <p:spPr>
          <a:xfrm rot="14869025">
            <a:off x="5025208" y="4674616"/>
            <a:ext cx="964482" cy="1456519"/>
          </a:xfrm>
          <a:prstGeom prst="arc">
            <a:avLst>
              <a:gd name="adj1" fmla="val 17571897"/>
              <a:gd name="adj2" fmla="val 19555005"/>
            </a:avLst>
          </a:prstGeom>
          <a:ln w="19050">
            <a:gradFill>
              <a:gsLst>
                <a:gs pos="0">
                  <a:schemeClr val="bg1"/>
                </a:gs>
                <a:gs pos="100000">
                  <a:schemeClr val="bg1"/>
                </a:gs>
              </a:gsLst>
              <a:lin ang="5400000" scaled="1"/>
            </a:gra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E2A15D27-A2E0-1544-8335-A12B0B22FA3B}"/>
              </a:ext>
            </a:extLst>
          </p:cNvPr>
          <p:cNvGrpSpPr/>
          <p:nvPr/>
        </p:nvGrpSpPr>
        <p:grpSpPr>
          <a:xfrm>
            <a:off x="4860311" y="4084788"/>
            <a:ext cx="1320198" cy="1054052"/>
            <a:chOff x="4776551" y="4119688"/>
            <a:chExt cx="1320198" cy="1054052"/>
          </a:xfrm>
        </p:grpSpPr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F92B95C8-BDD4-1146-9798-FC02D3B5758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637332" y="4464161"/>
              <a:ext cx="459417" cy="182553"/>
            </a:xfrm>
            <a:prstGeom prst="straightConnector1">
              <a:avLst/>
            </a:prstGeom>
            <a:ln w="60325">
              <a:gradFill>
                <a:gsLst>
                  <a:gs pos="0">
                    <a:schemeClr val="bg1">
                      <a:alpha val="0"/>
                    </a:schemeClr>
                  </a:gs>
                  <a:gs pos="58000">
                    <a:schemeClr val="bg1">
                      <a:alpha val="80000"/>
                    </a:schemeClr>
                  </a:gs>
                </a:gsLst>
                <a:lin ang="1800000" scaled="0"/>
              </a:gradFill>
              <a:tailEnd type="triangle"/>
            </a:ln>
            <a:scene3d>
              <a:camera prst="orthographicFront">
                <a:rot lat="0" lon="2400000" rev="21420000"/>
              </a:camera>
              <a:lightRig rig="threePt" dir="t"/>
            </a:scene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85B67A9C-8C7C-5D46-B4CC-F49A58235EF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776551" y="4119688"/>
              <a:ext cx="1036484" cy="1054052"/>
            </a:xfrm>
            <a:prstGeom prst="rect">
              <a:avLst/>
            </a:prstGeom>
          </p:spPr>
        </p:pic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FA0599B3-F474-9A42-A7F7-59AB35D845A2}"/>
              </a:ext>
            </a:extLst>
          </p:cNvPr>
          <p:cNvGrpSpPr/>
          <p:nvPr/>
        </p:nvGrpSpPr>
        <p:grpSpPr>
          <a:xfrm>
            <a:off x="7229635" y="4505723"/>
            <a:ext cx="448277" cy="691525"/>
            <a:chOff x="7229635" y="4467623"/>
            <a:chExt cx="448277" cy="691525"/>
          </a:xfrm>
        </p:grpSpPr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992A3E72-8850-D84D-97D3-722AD21660DB}"/>
                </a:ext>
              </a:extLst>
            </p:cNvPr>
            <p:cNvGrpSpPr/>
            <p:nvPr/>
          </p:nvGrpSpPr>
          <p:grpSpPr>
            <a:xfrm>
              <a:off x="7229635" y="4613881"/>
              <a:ext cx="128366" cy="545267"/>
              <a:chOff x="7229635" y="4613881"/>
              <a:chExt cx="128366" cy="545267"/>
            </a:xfrm>
          </p:grpSpPr>
          <p:sp>
            <p:nvSpPr>
              <p:cNvPr id="48" name="Rounded Rectangle 47">
                <a:extLst>
                  <a:ext uri="{FF2B5EF4-FFF2-40B4-BE49-F238E27FC236}">
                    <a16:creationId xmlns:a16="http://schemas.microsoft.com/office/drawing/2014/main" id="{D25CFAC8-0AC7-C249-ADEF-A47E6C7FA912}"/>
                  </a:ext>
                </a:extLst>
              </p:cNvPr>
              <p:cNvSpPr/>
              <p:nvPr/>
            </p:nvSpPr>
            <p:spPr>
              <a:xfrm>
                <a:off x="7229635" y="4613881"/>
                <a:ext cx="128366" cy="545267"/>
              </a:xfrm>
              <a:prstGeom prst="roundRect">
                <a:avLst>
                  <a:gd name="adj" fmla="val 50000"/>
                </a:avLst>
              </a:prstGeom>
              <a:solidFill>
                <a:schemeClr val="accent4">
                  <a:lumMod val="50000"/>
                </a:schemeClr>
              </a:solidFill>
              <a:ln>
                <a:solidFill>
                  <a:schemeClr val="accent4">
                    <a:lumMod val="60000"/>
                    <a:lumOff val="40000"/>
                  </a:schemeClr>
                </a:solidFill>
              </a:ln>
              <a:effectLst/>
              <a:scene3d>
                <a:camera prst="orthographicFront">
                  <a:rot lat="0" lon="3000000" rev="0"/>
                </a:camera>
                <a:lightRig rig="threePt" dir="t"/>
              </a:scene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72000" rIns="108000" bIns="72000" rtlCol="0" anchor="ctr"/>
              <a:lstStyle/>
              <a:p>
                <a:pPr algn="ctr"/>
                <a:endParaRPr lang="en-US" sz="1600" dirty="0" err="1">
                  <a:solidFill>
                    <a:schemeClr val="bg1"/>
                  </a:solidFill>
                </a:endParaRPr>
              </a:p>
            </p:txBody>
          </p:sp>
          <p:sp>
            <p:nvSpPr>
              <p:cNvPr id="49" name="Oval 48">
                <a:extLst>
                  <a:ext uri="{FF2B5EF4-FFF2-40B4-BE49-F238E27FC236}">
                    <a16:creationId xmlns:a16="http://schemas.microsoft.com/office/drawing/2014/main" id="{54E0E835-A03D-2942-91B9-4015231D31B1}"/>
                  </a:ext>
                </a:extLst>
              </p:cNvPr>
              <p:cNvSpPr/>
              <p:nvPr/>
            </p:nvSpPr>
            <p:spPr>
              <a:xfrm>
                <a:off x="7249431" y="4665799"/>
                <a:ext cx="89983" cy="89983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  <a:effectLst/>
              <a:scene3d>
                <a:camera prst="orthographicFront">
                  <a:rot lat="0" lon="3000000" rev="0"/>
                </a:camera>
                <a:lightRig rig="threePt" dir="t"/>
              </a:scene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72000" rIns="108000" bIns="72000" rtlCol="0" anchor="ctr"/>
              <a:lstStyle/>
              <a:p>
                <a:pPr algn="ctr"/>
                <a:endParaRPr lang="en-US" sz="1600" dirty="0" err="1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46868B29-3372-9040-8637-FB79DB1C4E0F}"/>
                </a:ext>
              </a:extLst>
            </p:cNvPr>
            <p:cNvGrpSpPr/>
            <p:nvPr/>
          </p:nvGrpSpPr>
          <p:grpSpPr>
            <a:xfrm>
              <a:off x="7392240" y="4542056"/>
              <a:ext cx="128366" cy="545267"/>
              <a:chOff x="7392240" y="4542056"/>
              <a:chExt cx="128366" cy="545267"/>
            </a:xfrm>
          </p:grpSpPr>
          <p:sp>
            <p:nvSpPr>
              <p:cNvPr id="71" name="Rounded Rectangle 70">
                <a:extLst>
                  <a:ext uri="{FF2B5EF4-FFF2-40B4-BE49-F238E27FC236}">
                    <a16:creationId xmlns:a16="http://schemas.microsoft.com/office/drawing/2014/main" id="{DDDA38A0-B408-7F40-93AD-512728FCFFD1}"/>
                  </a:ext>
                </a:extLst>
              </p:cNvPr>
              <p:cNvSpPr/>
              <p:nvPr/>
            </p:nvSpPr>
            <p:spPr>
              <a:xfrm>
                <a:off x="7392240" y="4542056"/>
                <a:ext cx="128366" cy="545267"/>
              </a:xfrm>
              <a:prstGeom prst="roundRect">
                <a:avLst>
                  <a:gd name="adj" fmla="val 50000"/>
                </a:avLst>
              </a:prstGeom>
              <a:solidFill>
                <a:schemeClr val="accent4">
                  <a:lumMod val="50000"/>
                </a:schemeClr>
              </a:solidFill>
              <a:ln>
                <a:solidFill>
                  <a:schemeClr val="accent4">
                    <a:lumMod val="60000"/>
                    <a:lumOff val="40000"/>
                  </a:schemeClr>
                </a:solidFill>
              </a:ln>
              <a:effectLst/>
              <a:scene3d>
                <a:camera prst="orthographicFront">
                  <a:rot lat="0" lon="3000000" rev="0"/>
                </a:camera>
                <a:lightRig rig="threePt" dir="t"/>
              </a:scene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72000" rIns="108000" bIns="72000" rtlCol="0" anchor="ctr"/>
              <a:lstStyle/>
              <a:p>
                <a:pPr algn="ctr"/>
                <a:endParaRPr lang="en-US" sz="1600" dirty="0" err="1">
                  <a:solidFill>
                    <a:schemeClr val="bg1"/>
                  </a:solidFill>
                </a:endParaRPr>
              </a:p>
            </p:txBody>
          </p:sp>
          <p:sp>
            <p:nvSpPr>
              <p:cNvPr id="72" name="Oval 71">
                <a:extLst>
                  <a:ext uri="{FF2B5EF4-FFF2-40B4-BE49-F238E27FC236}">
                    <a16:creationId xmlns:a16="http://schemas.microsoft.com/office/drawing/2014/main" id="{A866759E-9D39-F74B-A6A9-2E8B822437D6}"/>
                  </a:ext>
                </a:extLst>
              </p:cNvPr>
              <p:cNvSpPr/>
              <p:nvPr/>
            </p:nvSpPr>
            <p:spPr>
              <a:xfrm>
                <a:off x="7412036" y="4982760"/>
                <a:ext cx="89983" cy="89983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  <a:effectLst/>
              <a:scene3d>
                <a:camera prst="orthographicFront">
                  <a:rot lat="0" lon="3000000" rev="0"/>
                </a:camera>
                <a:lightRig rig="threePt" dir="t"/>
              </a:scene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72000" rIns="108000" bIns="72000" rtlCol="0" anchor="ctr"/>
              <a:lstStyle/>
              <a:p>
                <a:pPr algn="ctr"/>
                <a:endParaRPr lang="en-US" sz="1600" dirty="0" err="1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B469AF4C-8970-314C-86F0-CC60081B6B3A}"/>
                </a:ext>
              </a:extLst>
            </p:cNvPr>
            <p:cNvGrpSpPr/>
            <p:nvPr/>
          </p:nvGrpSpPr>
          <p:grpSpPr>
            <a:xfrm>
              <a:off x="7549546" y="4467623"/>
              <a:ext cx="128366" cy="545267"/>
              <a:chOff x="7549546" y="4467623"/>
              <a:chExt cx="128366" cy="545267"/>
            </a:xfrm>
          </p:grpSpPr>
          <p:sp>
            <p:nvSpPr>
              <p:cNvPr id="73" name="Rounded Rectangle 72">
                <a:extLst>
                  <a:ext uri="{FF2B5EF4-FFF2-40B4-BE49-F238E27FC236}">
                    <a16:creationId xmlns:a16="http://schemas.microsoft.com/office/drawing/2014/main" id="{C5232F7C-1C5B-5C4B-ABFA-C7D5C7B67E90}"/>
                  </a:ext>
                </a:extLst>
              </p:cNvPr>
              <p:cNvSpPr/>
              <p:nvPr/>
            </p:nvSpPr>
            <p:spPr>
              <a:xfrm>
                <a:off x="7549546" y="4467623"/>
                <a:ext cx="128366" cy="545267"/>
              </a:xfrm>
              <a:prstGeom prst="roundRect">
                <a:avLst>
                  <a:gd name="adj" fmla="val 50000"/>
                </a:avLst>
              </a:prstGeom>
              <a:solidFill>
                <a:schemeClr val="accent4">
                  <a:lumMod val="50000"/>
                </a:schemeClr>
              </a:solidFill>
              <a:ln>
                <a:solidFill>
                  <a:schemeClr val="accent4">
                    <a:lumMod val="60000"/>
                    <a:lumOff val="40000"/>
                  </a:schemeClr>
                </a:solidFill>
              </a:ln>
              <a:effectLst/>
              <a:scene3d>
                <a:camera prst="orthographicFront">
                  <a:rot lat="0" lon="3000000" rev="0"/>
                </a:camera>
                <a:lightRig rig="threePt" dir="t"/>
              </a:scene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72000" rIns="108000" bIns="72000" rtlCol="0" anchor="ctr"/>
              <a:lstStyle/>
              <a:p>
                <a:pPr algn="ctr"/>
                <a:endParaRPr lang="en-US" sz="1600" dirty="0" err="1">
                  <a:solidFill>
                    <a:schemeClr val="bg1"/>
                  </a:solidFill>
                </a:endParaRPr>
              </a:p>
            </p:txBody>
          </p:sp>
          <p:sp>
            <p:nvSpPr>
              <p:cNvPr id="82" name="Oval 81">
                <a:extLst>
                  <a:ext uri="{FF2B5EF4-FFF2-40B4-BE49-F238E27FC236}">
                    <a16:creationId xmlns:a16="http://schemas.microsoft.com/office/drawing/2014/main" id="{90C72879-F1A8-B649-9079-79685ABC19B1}"/>
                  </a:ext>
                </a:extLst>
              </p:cNvPr>
              <p:cNvSpPr/>
              <p:nvPr/>
            </p:nvSpPr>
            <p:spPr>
              <a:xfrm>
                <a:off x="7569342" y="4656048"/>
                <a:ext cx="89983" cy="89983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  <a:effectLst/>
              <a:scene3d>
                <a:camera prst="orthographicFront">
                  <a:rot lat="0" lon="3000000" rev="0"/>
                </a:camera>
                <a:lightRig rig="threePt" dir="t"/>
              </a:scene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72000" rIns="108000" bIns="72000" rtlCol="0" anchor="ctr"/>
              <a:lstStyle/>
              <a:p>
                <a:pPr algn="ctr"/>
                <a:endParaRPr lang="en-US" sz="1600" dirty="0" err="1">
                  <a:solidFill>
                    <a:schemeClr val="bg1"/>
                  </a:solidFill>
                </a:endParaRPr>
              </a:p>
            </p:txBody>
          </p:sp>
        </p:grp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F914330B-C56C-634D-916E-29BA18E6FC14}"/>
              </a:ext>
            </a:extLst>
          </p:cNvPr>
          <p:cNvGrpSpPr/>
          <p:nvPr/>
        </p:nvGrpSpPr>
        <p:grpSpPr>
          <a:xfrm>
            <a:off x="9361589" y="3840047"/>
            <a:ext cx="2043473" cy="587979"/>
            <a:chOff x="9361589" y="3840047"/>
            <a:chExt cx="2043473" cy="587979"/>
          </a:xfrm>
          <a:effectLst>
            <a:outerShdw blurRad="317500" sx="102000" sy="102000" algn="ctr" rotWithShape="0">
              <a:prstClr val="black">
                <a:alpha val="20000"/>
              </a:prstClr>
            </a:outerShdw>
          </a:effectLst>
        </p:grpSpPr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02BA20F0-0E5D-B34A-B308-8B0A50390FFA}"/>
                </a:ext>
              </a:extLst>
            </p:cNvPr>
            <p:cNvSpPr/>
            <p:nvPr/>
          </p:nvSpPr>
          <p:spPr>
            <a:xfrm>
              <a:off x="9363200" y="3840047"/>
              <a:ext cx="2041862" cy="587979"/>
            </a:xfrm>
            <a:prstGeom prst="rect">
              <a:avLst/>
            </a:prstGeom>
            <a:solidFill>
              <a:srgbClr val="57C96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32000" tIns="108000" rIns="108000" bIns="72000" rtlCol="0" anchor="ctr"/>
            <a:lstStyle/>
            <a:p>
              <a:pPr>
                <a:lnSpc>
                  <a:spcPct val="90000"/>
                </a:lnSpc>
              </a:pPr>
              <a:r>
                <a:rPr lang="en-US" sz="1600" dirty="0">
                  <a:solidFill>
                    <a:schemeClr val="bg1"/>
                  </a:solidFill>
                </a:rPr>
                <a:t>Development effort estimations</a:t>
              </a:r>
            </a:p>
          </p:txBody>
        </p:sp>
        <p:pic>
          <p:nvPicPr>
            <p:cNvPr id="83" name="Picture 82">
              <a:extLst>
                <a:ext uri="{FF2B5EF4-FFF2-40B4-BE49-F238E27FC236}">
                  <a16:creationId xmlns:a16="http://schemas.microsoft.com/office/drawing/2014/main" id="{C8E6EB14-5EA5-2448-B95A-770C94B25FD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lum bright="100000"/>
            </a:blip>
            <a:stretch>
              <a:fillRect/>
            </a:stretch>
          </p:blipFill>
          <p:spPr>
            <a:xfrm>
              <a:off x="9361589" y="3928713"/>
              <a:ext cx="443858" cy="37728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943033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9075 0.06412 L 5E-6 -3.7037E-6 " pathEditMode="relative" rAng="0" ptsTypes="AA">
                                      <p:cBhvr>
                                        <p:cTn id="6" dur="1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557" y="-3218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22" presetClass="entr" presetSubtype="2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500"/>
                            </p:stCondLst>
                            <p:childTnLst>
                              <p:par>
                                <p:cTn id="14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2500"/>
                            </p:stCondLst>
                            <p:childTnLst>
                              <p:par>
                                <p:cTn id="3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3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2800"/>
                            </p:stCondLst>
                            <p:childTnLst>
                              <p:par>
                                <p:cTn id="4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3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3100"/>
                            </p:stCondLst>
                            <p:childTnLst>
                              <p:par>
                                <p:cTn id="4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4100"/>
                            </p:stCondLst>
                            <p:childTnLst>
                              <p:par>
                                <p:cTn id="5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4600"/>
                            </p:stCondLst>
                            <p:childTnLst>
                              <p:par>
                                <p:cTn id="6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" grpId="0" animBg="1"/>
      <p:bldP spid="53" grpId="0" animBg="1"/>
      <p:bldP spid="54" grpId="0"/>
      <p:bldP spid="57" grpId="0"/>
      <p:bldP spid="58" grpId="0" animBg="1"/>
      <p:bldP spid="76" grpId="0"/>
      <p:bldP spid="77" grpId="0" animBg="1"/>
      <p:bldP spid="80" grpId="0"/>
      <p:bldP spid="81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FE893F2-CA5B-B942-A22D-39CA1F039D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242BD21-9B61-2246-BCB1-4BE5E1BEBE1C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A5F19B-C80F-4C4A-A0B5-6609A35FEB8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Key findings – </a:t>
            </a:r>
            <a:r>
              <a:rPr lang="en-US" dirty="0">
                <a:solidFill>
                  <a:schemeClr val="accent3"/>
                </a:solidFill>
              </a:rPr>
              <a:t>Cost estimation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533DD5B-84A1-9242-9A75-9ECC1786C5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SYSTEM_NAME technical debt </a:t>
            </a:r>
            <a:r>
              <a:rPr lang="en-US"/>
              <a:t>is RENOVATION_EFFORT_PY person </a:t>
            </a:r>
            <a:r>
              <a:rPr lang="en-US" dirty="0"/>
              <a:t>years (RENOVATION_EFFORT_PERCENTAGE% of its volume)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18E996-F7E6-BC4B-9602-AF4F50581A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669790" y="6549140"/>
            <a:ext cx="804066" cy="236406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</p:spPr>
        <p:txBody>
          <a:bodyPr wrap="none" lIns="0" tIns="36000" rIns="0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lang="en-US" sz="1000" b="1" kern="1200" cap="all" spc="10" baseline="0" dirty="0">
                <a:solidFill>
                  <a:srgbClr val="B2BECD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Confidential</a:t>
            </a:r>
            <a:endParaRPr lang="en-US" dirty="0"/>
          </a:p>
        </p:txBody>
      </p:sp>
      <p:sp>
        <p:nvSpPr>
          <p:cNvPr id="8" name="Content Placeholder 9">
            <a:extLst>
              <a:ext uri="{FF2B5EF4-FFF2-40B4-BE49-F238E27FC236}">
                <a16:creationId xmlns:a16="http://schemas.microsoft.com/office/drawing/2014/main" id="{F63A9DF6-04C3-5F4C-9DBE-9F44ECD0780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14799" y="1368000"/>
            <a:ext cx="7825332" cy="2687719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SYSTEM_NAME’s code volume totals SYSTEM_PY person years of theoretical rebuild volume</a:t>
            </a:r>
          </a:p>
          <a:p>
            <a:r>
              <a:rPr lang="en-US" dirty="0"/>
              <a:t>Maintainability is </a:t>
            </a:r>
            <a:r>
              <a:rPr lang="en-US" sz="1600" dirty="0" err="1"/>
              <a:t>MAINT_RELATIVE  </a:t>
            </a:r>
            <a:r>
              <a:rPr lang="en-US" dirty="0"/>
              <a:t>market average at </a:t>
            </a:r>
            <a:r>
              <a:rPr lang="en-US" sz="1600" dirty="0" err="1"/>
              <a:t>MAINT_RATING</a:t>
            </a:r>
            <a:r>
              <a:rPr lang="en-US" sz="1600" dirty="0"/>
              <a:t> stars (</a:t>
            </a:r>
            <a:r>
              <a:rPr lang="en-US" sz="1600" dirty="0" err="1"/>
              <a:t>MAINT_STARS</a:t>
            </a:r>
            <a:r>
              <a:rPr lang="en-US" sz="1600" dirty="0"/>
              <a:t>)</a:t>
            </a:r>
            <a:endParaRPr lang="en-US" dirty="0"/>
          </a:p>
          <a:p>
            <a:r>
              <a:rPr lang="en-US" dirty="0"/>
              <a:t>For modern systems built in common technologies, at minimum a 4-star rating is recommended to avoid unnecessary maintenance costs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b="1" dirty="0"/>
              <a:t>MAINTENANCE_FTE FTE of development effort is recommended for maintenance alone</a:t>
            </a:r>
          </a:p>
          <a:p>
            <a:r>
              <a:rPr lang="en-US" dirty="0"/>
              <a:t>Approximately RENOVATION_EFFORT_PY person years is required to renovate the system towards the recommended 4-star level</a:t>
            </a:r>
          </a:p>
        </p:txBody>
      </p:sp>
      <p:graphicFrame>
        <p:nvGraphicFramePr>
          <p:cNvPr id="14" name="Table 10">
            <a:extLst>
              <a:ext uri="{FF2B5EF4-FFF2-40B4-BE49-F238E27FC236}">
                <a16:creationId xmlns:a16="http://schemas.microsoft.com/office/drawing/2014/main" id="{FC47E74D-88F5-294E-846C-4D3E796F61C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84800097"/>
              </p:ext>
            </p:extLst>
          </p:nvPr>
        </p:nvGraphicFramePr>
        <p:xfrm>
          <a:off x="514374" y="4679176"/>
          <a:ext cx="7567186" cy="1354800"/>
        </p:xfrm>
        <a:graphic>
          <a:graphicData uri="http://schemas.openxmlformats.org/drawingml/2006/table">
            <a:tbl>
              <a:tblPr firstRow="1" bandRow="1">
                <a:effectLst/>
                <a:tableStyleId>{F2DE63D5-997A-4646-A377-4702673A728D}</a:tableStyleId>
              </a:tblPr>
              <a:tblGrid>
                <a:gridCol w="19074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363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5831">
                  <a:extLst>
                    <a:ext uri="{9D8B030D-6E8A-4147-A177-3AD203B41FA5}">
                      <a16:colId xmlns:a16="http://schemas.microsoft.com/office/drawing/2014/main" val="3876865189"/>
                    </a:ext>
                  </a:extLst>
                </a:gridCol>
                <a:gridCol w="1237121">
                  <a:extLst>
                    <a:ext uri="{9D8B030D-6E8A-4147-A177-3AD203B41FA5}">
                      <a16:colId xmlns:a16="http://schemas.microsoft.com/office/drawing/2014/main" val="705789028"/>
                    </a:ext>
                  </a:extLst>
                </a:gridCol>
                <a:gridCol w="1074543">
                  <a:extLst>
                    <a:ext uri="{9D8B030D-6E8A-4147-A177-3AD203B41FA5}">
                      <a16:colId xmlns:a16="http://schemas.microsoft.com/office/drawing/2014/main" val="1497910350"/>
                    </a:ext>
                  </a:extLst>
                </a:gridCol>
                <a:gridCol w="115583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noProof="0" dirty="0">
                          <a:solidFill>
                            <a:schemeClr val="bg1"/>
                          </a:solidFill>
                          <a:latin typeface="+mn-lt"/>
                        </a:rPr>
                        <a:t>Cost estimation</a:t>
                      </a:r>
                      <a:endParaRPr lang="en-US" sz="1400" b="1" i="0" noProof="0" dirty="0">
                        <a:solidFill>
                          <a:schemeClr val="bg1"/>
                        </a:solidFill>
                        <a:latin typeface="+mn-lt"/>
                        <a:cs typeface="TheSans B4 SemiLight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732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noProof="0" dirty="0">
                          <a:solidFill>
                            <a:schemeClr val="bg1"/>
                          </a:solidFill>
                          <a:latin typeface="+mn-lt"/>
                        </a:rPr>
                        <a:t>Code volume</a:t>
                      </a: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i="0" noProof="0" dirty="0">
                          <a:solidFill>
                            <a:schemeClr val="bg1"/>
                          </a:solidFill>
                          <a:latin typeface="+mn-lt"/>
                          <a:cs typeface="TheSans B4 SemiLight"/>
                        </a:rPr>
                        <a:t>Technical debt</a:t>
                      </a: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i="0" noProof="0" dirty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+mn-lt"/>
                          <a:cs typeface="TheSans B4 SemiLight"/>
                        </a:rPr>
                        <a:t>Projected maintenance</a:t>
                      </a: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8C7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i="0" noProof="0" dirty="0">
                          <a:solidFill>
                            <a:schemeClr val="bg1"/>
                          </a:solidFill>
                          <a:latin typeface="+mn-lt"/>
                          <a:cs typeface="TheSans B4 SemiLight"/>
                        </a:rPr>
                        <a:t>Available capacity</a:t>
                      </a: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732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noProof="0" dirty="0">
                          <a:solidFill>
                            <a:schemeClr val="bg1"/>
                          </a:solidFill>
                          <a:latin typeface="+mn-lt"/>
                        </a:rPr>
                        <a:t>Innovation capacity</a:t>
                      </a: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732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SYSTEM_NAME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AE2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noProof="0" dirty="0">
                          <a:solidFill>
                            <a:schemeClr val="accent1"/>
                          </a:solidFill>
                          <a:effectLst/>
                          <a:latin typeface="Calibri Regular"/>
                        </a:rPr>
                        <a:t>SYSTEM_PY </a:t>
                      </a:r>
                      <a:r>
                        <a:rPr lang="en-US" sz="1400" b="0" i="0" u="none" strike="noStrike" noProof="0" dirty="0" err="1">
                          <a:solidFill>
                            <a:schemeClr val="accent1"/>
                          </a:solidFill>
                          <a:effectLst/>
                          <a:latin typeface="Calibri Regular"/>
                        </a:rPr>
                        <a:t>PY</a:t>
                      </a:r>
                      <a:endParaRPr lang="en-US" sz="1400" b="0" i="0" u="none" strike="noStrike" noProof="0" dirty="0">
                        <a:solidFill>
                          <a:schemeClr val="accent1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libri Regular"/>
                        </a:rPr>
                        <a:t>RENOVATION</a:t>
                      </a: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  <a:effectLst/>
                          <a:latin typeface="Calibri Regular"/>
                        </a:rPr>
                        <a:t>_EFFORT_PY </a:t>
                      </a:r>
                      <a:r>
                        <a:rPr lang="en-US" sz="14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libri Regular"/>
                        </a:rPr>
                        <a:t>PY</a:t>
                      </a: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8F6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noProof="0" dirty="0">
                          <a:solidFill>
                            <a:schemeClr val="accent1"/>
                          </a:solidFill>
                          <a:effectLst/>
                          <a:latin typeface="Calibri Regular"/>
                        </a:rPr>
                        <a:t>MAINTENANCE_FTE FTE</a:t>
                      </a: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F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noProof="0" dirty="0">
                          <a:solidFill>
                            <a:schemeClr val="tx2"/>
                          </a:solidFill>
                          <a:effectLst/>
                          <a:latin typeface="Calibri Regular"/>
                        </a:rPr>
                        <a:t>@@ FTE</a:t>
                      </a: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noProof="0" dirty="0">
                          <a:solidFill>
                            <a:srgbClr val="00B050"/>
                          </a:solidFill>
                          <a:effectLst/>
                          <a:latin typeface="Calibri Regular"/>
                        </a:rPr>
                        <a:t>@@ FTE (@@%)</a:t>
                      </a: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5" name="Rectangle 14">
            <a:extLst>
              <a:ext uri="{FF2B5EF4-FFF2-40B4-BE49-F238E27FC236}">
                <a16:creationId xmlns:a16="http://schemas.microsoft.com/office/drawing/2014/main" id="{68337941-C14C-4B4A-AA66-0226BE210508}"/>
              </a:ext>
            </a:extLst>
          </p:cNvPr>
          <p:cNvSpPr/>
          <p:nvPr/>
        </p:nvSpPr>
        <p:spPr>
          <a:xfrm>
            <a:off x="8202139" y="1711842"/>
            <a:ext cx="3600840" cy="433808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ctr">
              <a:buClr>
                <a:schemeClr val="tx1">
                  <a:lumMod val="40000"/>
                  <a:lumOff val="60000"/>
                </a:schemeClr>
              </a:buClr>
              <a:buFont typeface="Wingdings" pitchFamily="2" charset="2"/>
              <a:buChar char="§"/>
            </a:pP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18568557-E759-D54B-A1F3-092F643F4045}"/>
              </a:ext>
            </a:extLst>
          </p:cNvPr>
          <p:cNvCxnSpPr>
            <a:cxnSpLocks/>
          </p:cNvCxnSpPr>
          <p:nvPr/>
        </p:nvCxnSpPr>
        <p:spPr>
          <a:xfrm>
            <a:off x="8460712" y="1488580"/>
            <a:ext cx="0" cy="4711252"/>
          </a:xfrm>
          <a:prstGeom prst="line">
            <a:avLst/>
          </a:prstGeom>
          <a:ln w="19050">
            <a:solidFill>
              <a:srgbClr val="B3BECD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51">
            <a:extLst>
              <a:ext uri="{FF2B5EF4-FFF2-40B4-BE49-F238E27FC236}">
                <a16:creationId xmlns:a16="http://schemas.microsoft.com/office/drawing/2014/main" id="{2778901A-00D8-3847-B807-BCCB71A2C123}"/>
              </a:ext>
            </a:extLst>
          </p:cNvPr>
          <p:cNvSpPr/>
          <p:nvPr/>
        </p:nvSpPr>
        <p:spPr>
          <a:xfrm>
            <a:off x="8581292" y="1754372"/>
            <a:ext cx="3041878" cy="4513424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28600" indent="-219075">
              <a:spcAft>
                <a:spcPts val="1200"/>
              </a:spcAft>
              <a:buClr>
                <a:schemeClr val="tx1">
                  <a:lumMod val="40000"/>
                  <a:lumOff val="60000"/>
                </a:schemeClr>
              </a:buClr>
              <a:buFont typeface="Wingdings" pitchFamily="2" charset="2"/>
              <a:buChar char="§"/>
            </a:pPr>
            <a:r>
              <a:rPr lang="en-US" sz="1200" b="1" dirty="0">
                <a:solidFill>
                  <a:schemeClr val="tx1"/>
                </a:solidFill>
              </a:rPr>
              <a:t>Code volume </a:t>
            </a:r>
            <a:r>
              <a:rPr lang="en-US" sz="1200" dirty="0">
                <a:solidFill>
                  <a:schemeClr val="accent1"/>
                </a:solidFill>
              </a:rPr>
              <a:t>is the estimated amount of development effort to produce the current amount of lines of code.</a:t>
            </a:r>
          </a:p>
          <a:p>
            <a:pPr marL="228600" indent="-228600">
              <a:spcAft>
                <a:spcPts val="1200"/>
              </a:spcAft>
              <a:buClr>
                <a:schemeClr val="tx1">
                  <a:lumMod val="40000"/>
                  <a:lumOff val="60000"/>
                </a:schemeClr>
              </a:buClr>
              <a:buFont typeface="Wingdings" pitchFamily="2" charset="2"/>
              <a:buChar char="§"/>
            </a:pPr>
            <a:r>
              <a:rPr lang="en-US" sz="1200" b="1" dirty="0">
                <a:solidFill>
                  <a:schemeClr val="accent3"/>
                </a:solidFill>
              </a:rPr>
              <a:t>Technical debt</a:t>
            </a:r>
            <a:r>
              <a:rPr lang="en-US" sz="1200" dirty="0">
                <a:solidFill>
                  <a:schemeClr val="accent3"/>
                </a:solidFill>
              </a:rPr>
              <a:t> </a:t>
            </a:r>
            <a:r>
              <a:rPr lang="en-US" sz="1200" dirty="0">
                <a:solidFill>
                  <a:schemeClr val="accent1"/>
                </a:solidFill>
              </a:rPr>
              <a:t>is the estimated amount of development effort to improve the quality of the system to ★★★★☆ (3.5) maintainability rating.</a:t>
            </a:r>
            <a:endParaRPr lang="en-US" sz="1200" b="1" dirty="0">
              <a:solidFill>
                <a:schemeClr val="accent1"/>
              </a:solidFill>
            </a:endParaRPr>
          </a:p>
          <a:p>
            <a:pPr marL="228600" indent="-228600">
              <a:spcAft>
                <a:spcPts val="1200"/>
              </a:spcAft>
              <a:buClr>
                <a:schemeClr val="tx1">
                  <a:lumMod val="40000"/>
                  <a:lumOff val="60000"/>
                </a:schemeClr>
              </a:buClr>
              <a:buFont typeface="Wingdings" pitchFamily="2" charset="2"/>
              <a:buChar char="§"/>
            </a:pPr>
            <a:r>
              <a:rPr lang="en-US" sz="1200" dirty="0">
                <a:solidFill>
                  <a:schemeClr val="accent1"/>
                </a:solidFill>
              </a:rPr>
              <a:t>The yearly </a:t>
            </a:r>
            <a:r>
              <a:rPr lang="en-US" sz="1200" b="1" dirty="0">
                <a:solidFill>
                  <a:schemeClr val="accent6">
                    <a:lumMod val="50000"/>
                  </a:schemeClr>
                </a:solidFill>
              </a:rPr>
              <a:t>Projected maintenance </a:t>
            </a:r>
            <a:r>
              <a:rPr lang="en-US" sz="1200" dirty="0">
                <a:solidFill>
                  <a:schemeClr val="accent1"/>
                </a:solidFill>
              </a:rPr>
              <a:t>is calculated using the code volume and quality. It assumes an annual 15% required change rate in the code base. This change is meant for reactive (bug fixes) and proactive (quality improvement) maintenance. </a:t>
            </a:r>
            <a:r>
              <a:rPr lang="en-US" sz="1200" b="1" dirty="0">
                <a:solidFill>
                  <a:schemeClr val="accent1"/>
                </a:solidFill>
              </a:rPr>
              <a:t>Spending less effort is likely to deteriorate the maintainability.</a:t>
            </a:r>
          </a:p>
          <a:p>
            <a:pPr marL="228600" indent="-228600">
              <a:spcAft>
                <a:spcPts val="1200"/>
              </a:spcAft>
              <a:buClr>
                <a:schemeClr val="tx1">
                  <a:lumMod val="40000"/>
                  <a:lumOff val="60000"/>
                </a:schemeClr>
              </a:buClr>
              <a:buFont typeface="Wingdings" pitchFamily="2" charset="2"/>
              <a:buChar char="§"/>
            </a:pPr>
            <a:r>
              <a:rPr lang="en-US" sz="1200" b="1" dirty="0">
                <a:solidFill>
                  <a:schemeClr val="accent1"/>
                </a:solidFill>
              </a:rPr>
              <a:t>Available capacity </a:t>
            </a:r>
            <a:r>
              <a:rPr lang="en-US" sz="1200" dirty="0">
                <a:solidFill>
                  <a:schemeClr val="accent1"/>
                </a:solidFill>
              </a:rPr>
              <a:t>is the currently available full-time equivalent number of developers.</a:t>
            </a:r>
          </a:p>
          <a:p>
            <a:pPr marL="228600" indent="-228600">
              <a:spcAft>
                <a:spcPts val="1200"/>
              </a:spcAft>
              <a:buClr>
                <a:schemeClr val="tx1">
                  <a:lumMod val="40000"/>
                  <a:lumOff val="60000"/>
                </a:schemeClr>
              </a:buClr>
              <a:buFont typeface="Wingdings" pitchFamily="2" charset="2"/>
              <a:buChar char="§"/>
            </a:pPr>
            <a:r>
              <a:rPr lang="en-US" sz="1200" b="1" dirty="0">
                <a:solidFill>
                  <a:schemeClr val="accent1"/>
                </a:solidFill>
              </a:rPr>
              <a:t>Innovation capacity </a:t>
            </a:r>
            <a:r>
              <a:rPr lang="en-US" sz="1200" dirty="0">
                <a:solidFill>
                  <a:schemeClr val="accent1"/>
                </a:solidFill>
              </a:rPr>
              <a:t>is the number of FTE available for innovation, calculated by subtracting projected FTE from the available FTE</a:t>
            </a:r>
          </a:p>
          <a:p>
            <a:pPr marL="285750" indent="-285750">
              <a:buClr>
                <a:schemeClr val="tx1">
                  <a:lumMod val="50000"/>
                  <a:lumOff val="50000"/>
                </a:schemeClr>
              </a:buClr>
              <a:buFont typeface=".AppleSystemUIFont"/>
              <a:buChar char="&gt;"/>
            </a:pPr>
            <a:endParaRPr lang="en-US" sz="14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E612DED-1DF5-044A-9D08-E204549758DB}"/>
              </a:ext>
            </a:extLst>
          </p:cNvPr>
          <p:cNvSpPr txBox="1"/>
          <p:nvPr/>
        </p:nvSpPr>
        <p:spPr>
          <a:xfrm>
            <a:off x="8581292" y="1360835"/>
            <a:ext cx="1236257" cy="355162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lang="en-US" sz="1600" b="1" dirty="0">
                <a:solidFill>
                  <a:schemeClr val="accent1"/>
                </a:solidFill>
              </a:rPr>
              <a:t>Terminology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DE5DB2B5-CA8D-7243-9A07-B90864A731BE}"/>
              </a:ext>
            </a:extLst>
          </p:cNvPr>
          <p:cNvCxnSpPr>
            <a:cxnSpLocks/>
          </p:cNvCxnSpPr>
          <p:nvPr/>
        </p:nvCxnSpPr>
        <p:spPr>
          <a:xfrm>
            <a:off x="8709628" y="1865347"/>
            <a:ext cx="0" cy="414914"/>
          </a:xfrm>
          <a:prstGeom prst="line">
            <a:avLst/>
          </a:prstGeom>
          <a:ln w="63500" cap="rnd">
            <a:solidFill>
              <a:srgbClr val="B3BECD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41465529-16D8-3647-9041-AED520AE52E9}"/>
              </a:ext>
            </a:extLst>
          </p:cNvPr>
          <p:cNvCxnSpPr>
            <a:cxnSpLocks/>
          </p:cNvCxnSpPr>
          <p:nvPr/>
        </p:nvCxnSpPr>
        <p:spPr>
          <a:xfrm>
            <a:off x="8709628" y="2569320"/>
            <a:ext cx="0" cy="608059"/>
          </a:xfrm>
          <a:prstGeom prst="line">
            <a:avLst/>
          </a:prstGeom>
          <a:ln w="63500" cap="rnd">
            <a:solidFill>
              <a:schemeClr val="accent3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C9893527-B474-6049-85A0-60869B0EDBC1}"/>
              </a:ext>
            </a:extLst>
          </p:cNvPr>
          <p:cNvCxnSpPr>
            <a:cxnSpLocks/>
          </p:cNvCxnSpPr>
          <p:nvPr/>
        </p:nvCxnSpPr>
        <p:spPr>
          <a:xfrm>
            <a:off x="8709628" y="3453112"/>
            <a:ext cx="0" cy="1347488"/>
          </a:xfrm>
          <a:prstGeom prst="line">
            <a:avLst/>
          </a:prstGeom>
          <a:ln w="63500" cap="rnd">
            <a:solidFill>
              <a:srgbClr val="F8C74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765158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923090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SIG 2020">
      <a:dk1>
        <a:srgbClr val="657484"/>
      </a:dk1>
      <a:lt1>
        <a:srgbClr val="FFFFFF"/>
      </a:lt1>
      <a:dk2>
        <a:srgbClr val="1F354B"/>
      </a:dk2>
      <a:lt2>
        <a:srgbClr val="EFF3F8"/>
      </a:lt2>
      <a:accent1>
        <a:srgbClr val="1F354B"/>
      </a:accent1>
      <a:accent2>
        <a:srgbClr val="DFC101"/>
      </a:accent2>
      <a:accent3>
        <a:srgbClr val="04ABC8"/>
      </a:accent3>
      <a:accent4>
        <a:srgbClr val="8269A4"/>
      </a:accent4>
      <a:accent5>
        <a:srgbClr val="C5CD58"/>
      </a:accent5>
      <a:accent6>
        <a:srgbClr val="D45200"/>
      </a:accent6>
      <a:hlink>
        <a:srgbClr val="08ACC8"/>
      </a:hlink>
      <a:folHlink>
        <a:srgbClr val="00ADC8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2"/>
        </a:solidFill>
        <a:ln>
          <a:noFill/>
        </a:ln>
      </a:spPr>
      <a:bodyPr lIns="108000" tIns="72000" rIns="108000" bIns="72000" rtlCol="0" anchor="ctr"/>
      <a:lstStyle>
        <a:defPPr algn="ctr">
          <a:defRPr sz="1600" dirty="0" err="1" smtClean="0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9050">
          <a:solidFill>
            <a:srgbClr val="B3BECD"/>
          </a:solidFill>
          <a:prstDash val="sysDot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90000" rtlCol="0" anchor="t">
        <a:spAutoFit/>
      </a:bodyPr>
      <a:lstStyle>
        <a:defPPr algn="l">
          <a:lnSpc>
            <a:spcPct val="113000"/>
          </a:lnSpc>
          <a:defRPr sz="1600" dirty="0" err="1" smtClean="0">
            <a:solidFill>
              <a:schemeClr val="tx2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6" id="{87A88162-E9FA-E744-BFFA-BC08FDA9AD0B}" vid="{A5F00ED1-E9E7-C44B-A961-D0FA0EAA5A7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98B4EB28540854BB4092730D7F67224" ma:contentTypeVersion="13" ma:contentTypeDescription="Create a new document." ma:contentTypeScope="" ma:versionID="07d6997c7358ecc3b6f0d78039f1ac55">
  <xsd:schema xmlns:xsd="http://www.w3.org/2001/XMLSchema" xmlns:xs="http://www.w3.org/2001/XMLSchema" xmlns:p="http://schemas.microsoft.com/office/2006/metadata/properties" xmlns:ns2="fa937df2-abe2-4d38-b5f4-c228acba3827" xmlns:ns3="bc8ba18a-4a58-4ad2-bfc0-6516af8e7dc2" targetNamespace="http://schemas.microsoft.com/office/2006/metadata/properties" ma:root="true" ma:fieldsID="a7d20d2c9a349b6838acf4b79389f2fd" ns2:_="" ns3:_="">
    <xsd:import namespace="fa937df2-abe2-4d38-b5f4-c228acba3827"/>
    <xsd:import namespace="bc8ba18a-4a58-4ad2-bfc0-6516af8e7dc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a937df2-abe2-4d38-b5f4-c228acba382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3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Image Tags" ma:readOnly="false" ma:fieldId="{5cf76f15-5ced-4ddc-b409-7134ff3c332f}" ma:taxonomyMulti="true" ma:sspId="40897a51-27a2-4a5e-b602-66a4649d25e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c8ba18a-4a58-4ad2-bfc0-6516af8e7dc2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2119a7a8-86cc-43f5-a248-74259e6177ea}" ma:internalName="TaxCatchAll" ma:showField="CatchAllData" ma:web="bc8ba18a-4a58-4ad2-bfc0-6516af8e7dc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9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0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fa937df2-abe2-4d38-b5f4-c228acba3827">
      <Terms xmlns="http://schemas.microsoft.com/office/infopath/2007/PartnerControls"/>
    </lcf76f155ced4ddcb4097134ff3c332f>
    <TaxCatchAll xmlns="bc8ba18a-4a58-4ad2-bfc0-6516af8e7dc2" xsi:nil="true"/>
  </documentManagement>
</p:properties>
</file>

<file path=customXml/itemProps1.xml><?xml version="1.0" encoding="utf-8"?>
<ds:datastoreItem xmlns:ds="http://schemas.openxmlformats.org/officeDocument/2006/customXml" ds:itemID="{06E6923A-C221-4753-B75B-BA213EEB7564}">
  <ds:schemaRefs>
    <ds:schemaRef ds:uri="bc8ba18a-4a58-4ad2-bfc0-6516af8e7dc2"/>
    <ds:schemaRef ds:uri="fa937df2-abe2-4d38-b5f4-c228acba3827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570928F0-D7CA-4732-B7F3-1F945720D0A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B629362-CF15-4610-8FAC-A8E699942233}">
  <ds:schemaRefs>
    <ds:schemaRef ds:uri="http://schemas.microsoft.com/office/2006/documentManagement/types"/>
    <ds:schemaRef ds:uri="http://purl.org/dc/elements/1.1/"/>
    <ds:schemaRef ds:uri="bc8ba18a-4a58-4ad2-bfc0-6516af8e7dc2"/>
    <ds:schemaRef ds:uri="http://purl.org/dc/terms/"/>
    <ds:schemaRef ds:uri="http://www.w3.org/XML/1998/namespace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fa937df2-abe2-4d38-b5f4-c228acba3827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22591</TotalTime>
  <Words>385</Words>
  <Application>Microsoft Macintosh PowerPoint</Application>
  <PresentationFormat>Widescreen</PresentationFormat>
  <Paragraphs>47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3" baseType="lpstr">
      <vt:lpstr>.AppleSystemUIFont</vt:lpstr>
      <vt:lpstr>Arial</vt:lpstr>
      <vt:lpstr>Calibri</vt:lpstr>
      <vt:lpstr>Calibri Bold</vt:lpstr>
      <vt:lpstr>Calibri Light</vt:lpstr>
      <vt:lpstr>Calibri Regular</vt:lpstr>
      <vt:lpstr>TheSansMono M5</vt:lpstr>
      <vt:lpstr>Wingdings</vt:lpstr>
      <vt:lpstr>Office Theme</vt:lpstr>
      <vt:lpstr>PowerPoint Presentation</vt:lpstr>
      <vt:lpstr>The Cost Estimation model combines Sigrid analysis results with SIG benchmarks</vt:lpstr>
      <vt:lpstr>SYSTEM_NAME technical debt is RENOVATION_EFFORT_PY person years (RENOVATION_EFFORT_PERCENTAGE% of its volume)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Daniel O'Brien</dc:creator>
  <cp:lastModifiedBy>Maxim Janssen</cp:lastModifiedBy>
  <cp:revision>146</cp:revision>
  <cp:lastPrinted>2020-07-02T15:41:27Z</cp:lastPrinted>
  <dcterms:created xsi:type="dcterms:W3CDTF">2024-01-03T15:04:34Z</dcterms:created>
  <dcterms:modified xsi:type="dcterms:W3CDTF">2026-06-30T08:16:58Z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0x010100398B4EB28540854BB4092730D7F67224</vt:lpwstr>
  </property>
  <property fmtid="{D5CDD505-2E9C-101B-9397-08002B2CF9AE}" pid="3" name="MediaServiceImageTags">
    <vt:lpwstr/>
  </property>
</Properties>
</file>