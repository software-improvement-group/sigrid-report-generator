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73" r:id="rId5"/>
    <p:sldId id="10749" r:id="rId6"/>
    <p:sldId id="10750" r:id="rId7"/>
    <p:sldId id="10751" r:id="rId8"/>
    <p:sldId id="10752" r:id="rId9"/>
    <p:sldId id="11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9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0-7C96-CF4F-94AD-E08A5CD6D25E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1-7C96-CF4F-94AD-E08A5CD6D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Incomplete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</c:v>
                </c:pt>
                <c:pt idx="8">
                  <c:v>Team</c:v>
                </c:pt>
                <c:pt idx="9">
                  <c:v>Division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96-CF4F-94AD-E08A5CD6D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6 months</c:v>
                </c:pt>
                <c:pt idx="5">
                  <c:v>&gt;6 months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6-CA4F-BA2E-5477A899A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Deactivated</c:v>
                </c:pt>
                <c:pt idx="2">
                  <c:v>EOL</c:v>
                </c:pt>
                <c:pt idx="3">
                  <c:v>EOL &amp; Deactivated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3-114A-AFCA-6814C018F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8520383"/>
        <c:axId val="2098523071"/>
      </c:barChart>
      <c:catAx>
        <c:axId val="209852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3071"/>
        <c:crosses val="autoZero"/>
        <c:auto val="1"/>
        <c:lblAlgn val="ctr"/>
        <c:lblOffset val="100"/>
        <c:noMultiLvlLbl val="0"/>
      </c:catAx>
      <c:valAx>
        <c:axId val="209852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0-B745-99C2-4242B48632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Maintainer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0-B745-99C2-4242B48632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 active accounts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 year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D0-B745-99C2-4242B4863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All Capabilities</c:v>
                </c:pt>
                <c:pt idx="2">
                  <c:v>Architecture Quality</c:v>
                </c:pt>
                <c:pt idx="3">
                  <c:v>Maintainability</c:v>
                </c:pt>
                <c:pt idx="4">
                  <c:v>Open Source Health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6-474B-919E-22DA88E63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8D11-594F-21E6-1BF2-59539F8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2ACA-ABBB-AAE5-2D7F-478E2C17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B491-32D5-B650-4DF6-674FDC59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DFA3-E7F7-F62B-807A-F52D169B0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2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1AF-EC2D-82B6-2207-BB2F3A1C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AC35-64F3-F293-BD6C-C5D9933C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7AE-183B-27E6-7BAD-4289793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926F-8775-E16C-7510-8101F9B9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EF95-B2A0-2E63-C0D6-DD83B520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E766-C00A-4CD1-FF30-7F1E7456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C787E-418C-0877-1DAD-1215C8A0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474-9993-B153-FB2B-645AC69DB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8556F523-A34B-5585-A9B1-1301090788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7" name="Tijdelijke aanduiding voor voettekst 1">
            <a:extLst>
              <a:ext uri="{FF2B5EF4-FFF2-40B4-BE49-F238E27FC236}">
                <a16:creationId xmlns:a16="http://schemas.microsoft.com/office/drawing/2014/main" id="{A037B3EB-E786-732F-38F1-CF6E5940C1B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689" y="6391201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Sigrid Hygiene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916084" cy="228209"/>
          </a:xfrm>
        </p:spPr>
        <p:txBody>
          <a:bodyPr/>
          <a:lstStyle/>
          <a:p>
            <a:r>
              <a:rPr lang="en-GB" dirty="0"/>
              <a:t>Metadata completeness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 completeness per field</a:t>
            </a:r>
          </a:p>
        </p:txBody>
      </p:sp>
      <p:graphicFrame>
        <p:nvGraphicFramePr>
          <p:cNvPr id="12" name="METADATA_COMPLETENESS_CHART">
            <a:extLst>
              <a:ext uri="{FF2B5EF4-FFF2-40B4-BE49-F238E27FC236}">
                <a16:creationId xmlns:a16="http://schemas.microsoft.com/office/drawing/2014/main" id="{8A441EFF-07E9-9E27-9640-D73D806C4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532152"/>
              </p:ext>
            </p:extLst>
          </p:nvPr>
        </p:nvGraphicFramePr>
        <p:xfrm>
          <a:off x="478224" y="2397760"/>
          <a:ext cx="11267443" cy="3670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7EBEF1-AE34-0146-7D18-236358E52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in Sigrid become more accurate and useful the more systems have the metadata filled in.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ED329E08-158C-2F45-4B52-8064310DBF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F09B-1C22-172A-FFF0-0D958699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6A525-4ADC-96E1-093F-2CD3A566A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Snapshot freshness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218BA11-3D9E-7D9D-8D97-CF8F378F7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96D18-7D9C-40F7-50CC-B77A7E36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Last snapshot time in Sigrid for the systems</a:t>
            </a:r>
          </a:p>
        </p:txBody>
      </p:sp>
      <p:graphicFrame>
        <p:nvGraphicFramePr>
          <p:cNvPr id="3" name="SNAPSHOT_FRESHNESS_CHART">
            <a:extLst>
              <a:ext uri="{FF2B5EF4-FFF2-40B4-BE49-F238E27FC236}">
                <a16:creationId xmlns:a16="http://schemas.microsoft.com/office/drawing/2014/main" id="{F90CD9BA-AD7D-48A4-38A5-8004F155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251351"/>
              </p:ext>
            </p:extLst>
          </p:nvPr>
        </p:nvGraphicFramePr>
        <p:xfrm>
          <a:off x="2032000" y="2550160"/>
          <a:ext cx="8128000" cy="3631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7F908-3840-2F82-24E2-1A1AC35C11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recent snapshots in Sigrid helps you obtain both an accurate picture and timely results for your software portfolio.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88F4BDDD-26CC-6BC7-8090-B7DB45E20E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817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900-3E03-617C-57EA-882B43C6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0DCB79-09D5-8B9B-10E3-06F552894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180853" cy="228209"/>
          </a:xfrm>
        </p:spPr>
        <p:txBody>
          <a:bodyPr/>
          <a:lstStyle/>
          <a:p>
            <a:r>
              <a:rPr lang="en-GB" dirty="0"/>
              <a:t>EOL systems hygiene &amp; Hidden systems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7F3BCB6-9477-5128-9A38-9AC9BF9472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596FD-9EA9-E7CC-F85C-901CB1B3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Status of End-of-life (EOL) and deactivated systems in Sigrid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D33C-4184-6E9D-1A92-4C22E097AE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EOL systems from Sigrid helps maintain a clean portfolio.</a:t>
            </a:r>
          </a:p>
        </p:txBody>
      </p:sp>
      <p:graphicFrame>
        <p:nvGraphicFramePr>
          <p:cNvPr id="5" name="EOL_DEACTIVATED_CHART">
            <a:extLst>
              <a:ext uri="{FF2B5EF4-FFF2-40B4-BE49-F238E27FC236}">
                <a16:creationId xmlns:a16="http://schemas.microsoft.com/office/drawing/2014/main" id="{E7702704-1E25-0AA6-4ECA-55B4D16AE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6025"/>
              </p:ext>
            </p:extLst>
          </p:nvPr>
        </p:nvGraphicFramePr>
        <p:xfrm>
          <a:off x="2119152" y="2637351"/>
          <a:ext cx="7953695" cy="332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4885D28E-1809-E8B3-2ECF-6BAA9B4379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96125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2A34-72F6-3A10-832F-B1D0E59F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C5441-27BD-EA09-AE2E-B520E826BF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Last Sigrid access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2D8E595-0959-3752-A0DF-CC24C80E24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6F80A-2185-0642-35D4-322A163A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access time in Sigrid per account role</a:t>
            </a:r>
            <a:endParaRPr lang="en-GB" dirty="0"/>
          </a:p>
        </p:txBody>
      </p:sp>
      <p:graphicFrame>
        <p:nvGraphicFramePr>
          <p:cNvPr id="3" name="USERS_LAST_LOGIN_CHART">
            <a:extLst>
              <a:ext uri="{FF2B5EF4-FFF2-40B4-BE49-F238E27FC236}">
                <a16:creationId xmlns:a16="http://schemas.microsoft.com/office/drawing/2014/main" id="{22E7EC0E-ACE6-3DDF-FB84-9B4BAA3FD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5323"/>
              </p:ext>
            </p:extLst>
          </p:nvPr>
        </p:nvGraphicFramePr>
        <p:xfrm>
          <a:off x="1838715" y="2588492"/>
          <a:ext cx="8512169" cy="327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7D34BB-38AF-B1D8-E918-0552C1180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access times are an indicator that the users actively engage with Sigrid and make use of its insights.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DAB79EF4-00FB-BE40-5AFD-EEFC4BB0F2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562B4-433C-6AD3-BE97-6669903E22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747448" cy="228209"/>
          </a:xfrm>
        </p:spPr>
        <p:txBody>
          <a:bodyPr/>
          <a:lstStyle/>
          <a:p>
            <a:r>
              <a:rPr lang="en-US" dirty="0"/>
              <a:t>Objectives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275E-9687-84C1-BAB5-0DAE4218D0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71E740-C96B-E177-A48D-9DDFA9B4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systems covered by objectives</a:t>
            </a:r>
          </a:p>
        </p:txBody>
      </p:sp>
      <p:graphicFrame>
        <p:nvGraphicFramePr>
          <p:cNvPr id="8" name="OBJECTIVES_COVERAGE_CHART">
            <a:extLst>
              <a:ext uri="{FF2B5EF4-FFF2-40B4-BE49-F238E27FC236}">
                <a16:creationId xmlns:a16="http://schemas.microsoft.com/office/drawing/2014/main" id="{0EEA915C-1522-0D70-85F6-DB14A1F8E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741821"/>
              </p:ext>
            </p:extLst>
          </p:nvPr>
        </p:nvGraphicFramePr>
        <p:xfrm>
          <a:off x="1235282" y="2540951"/>
          <a:ext cx="9719035" cy="3723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FF7D-CC98-58F5-DA1F-6B85E8AE0D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objectives set in Sigrid helps your teams to track the quality of the portfolio and gradually improve it over time.</a:t>
            </a:r>
          </a:p>
        </p:txBody>
      </p:sp>
      <p:sp>
        <p:nvSpPr>
          <p:cNvPr id="7" name="Tijdelijke aanduiding voor voettekst 1">
            <a:extLst>
              <a:ext uri="{FF2B5EF4-FFF2-40B4-BE49-F238E27FC236}">
                <a16:creationId xmlns:a16="http://schemas.microsoft.com/office/drawing/2014/main" id="{7A66FFB7-3982-7256-9FEA-8AC335FFAF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9393589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11144</TotalTime>
  <Words>199</Words>
  <Application>Microsoft Macintosh PowerPoint</Application>
  <PresentationFormat>Widescreen</PresentationFormat>
  <Paragraphs>38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Light theme (default)</vt:lpstr>
      <vt:lpstr>PowerPoint Presentation</vt:lpstr>
      <vt:lpstr>Metadata completeness per field</vt:lpstr>
      <vt:lpstr>Last snapshot time in Sigrid for the systems</vt:lpstr>
      <vt:lpstr>Status of End-of-life (EOL) and deactivated systems in Sigrid</vt:lpstr>
      <vt:lpstr>Last access time in Sigrid per account role</vt:lpstr>
      <vt:lpstr>Number of systems covered by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175</cp:revision>
  <cp:lastPrinted>2020-04-20T09:37:43Z</cp:lastPrinted>
  <dcterms:created xsi:type="dcterms:W3CDTF">2025-10-22T11:22:13Z</dcterms:created>
  <dcterms:modified xsi:type="dcterms:W3CDTF">2026-05-19T13:10:07Z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