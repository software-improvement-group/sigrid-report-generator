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1117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E17"/>
    <a:srgbClr val="910813"/>
    <a:srgbClr val="CF4731"/>
    <a:srgbClr val="EBC937"/>
    <a:srgbClr val="DB4A3D"/>
    <a:srgbClr val="F0089F"/>
    <a:srgbClr val="1E354B"/>
    <a:srgbClr val="57C967"/>
    <a:srgbClr val="F9C640"/>
    <a:srgbClr val="1E3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31"/>
    <p:restoredTop sz="96327"/>
  </p:normalViewPr>
  <p:slideViewPr>
    <p:cSldViewPr snapToGrid="0" snapToObjects="1" showGuides="1">
      <p:cViewPr varScale="1">
        <p:scale>
          <a:sx n="123" d="100"/>
          <a:sy n="123" d="100"/>
        </p:scale>
        <p:origin x="74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svg"/><Relationship Id="rId12" Type="http://schemas.openxmlformats.org/officeDocument/2006/relationships/image" Target="../media/image15.png"/><Relationship Id="rId13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hyperlink" Target="https://wiki.sig.eu/confluence/x/JoDbC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A3D09C-547D-C321-976F-0CA6D4789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67F99-C8C3-A484-A6BA-1A74480141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REPORT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22CA7B-C025-1B70-6B07-823EB568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Maintainability report for Integrationtest-kafka for the period 11 January 2026 and 8 March 2026</a:t>
            </a:r>
            <a:endParaRPr lang="en-US"/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F87004EE-4BB1-4AB8-103F-505A48649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802201"/>
              </p:ext>
            </p:extLst>
          </p:nvPr>
        </p:nvGraphicFramePr>
        <p:xfrm>
          <a:off x="514800" y="2465832"/>
          <a:ext cx="4831774" cy="135681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197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079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857701">
                  <a:extLst>
                    <a:ext uri="{9D8B030D-6E8A-4147-A177-3AD203B41FA5}">
                      <a16:colId xmlns:a16="http://schemas.microsoft.com/office/drawing/2014/main" val="3776789950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Property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Rating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Change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Volume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/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N/A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/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Duplication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★★★★☆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3.6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Unit Size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★★★☆☆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3.4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4868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Unit Complexity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★★★☆☆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3.1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29292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Unit Interfacing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★★☆☆☆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2.2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97572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Module Coupling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★★☆☆☆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1.6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15148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Component Entanglement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★★☆☆☆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2.2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213747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Component Independence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★★☆☆☆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2.1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=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801678"/>
                  </a:ext>
                </a:extLst>
              </a:tr>
            </a:tbl>
          </a:graphicData>
        </a:graphic>
      </p:graphicFrame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9E3F522-3F5A-EAFD-D52E-5FC56D9A4F05}"/>
              </a:ext>
            </a:extLst>
          </p:cNvPr>
          <p:cNvSpPr txBox="1">
            <a:spLocks/>
          </p:cNvSpPr>
          <p:nvPr/>
        </p:nvSpPr>
        <p:spPr>
          <a:xfrm>
            <a:off x="6915600" y="1368000"/>
            <a:ext cx="5075509" cy="40884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b="1"/>
              <a:t>Maintainability ratings per technology</a:t>
            </a:r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707DFA5E-5F74-2C58-32E6-AB5665BB2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678772"/>
              </p:ext>
            </p:extLst>
          </p:nvPr>
        </p:nvGraphicFramePr>
        <p:xfrm>
          <a:off x="6915600" y="1776845"/>
          <a:ext cx="4830067" cy="44937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670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597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Volume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Rating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Java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514.3 PM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2.6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Python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1.4 PM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3.5</a:t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/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 PM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/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4868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/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 PM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/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29292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/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 PM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/>
                      </a:r>
                      <a:endParaRPr kumimoji="0" lang="en-US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97572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23E18ED-1095-D040-CCD7-D350A8B33B32}"/>
              </a:ext>
            </a:extLst>
          </p:cNvPr>
          <p:cNvSpPr txBox="1"/>
          <p:nvPr/>
        </p:nvSpPr>
        <p:spPr>
          <a:xfrm>
            <a:off x="514800" y="1368000"/>
            <a:ext cx="4831774" cy="2140586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4000" b="1" dirty="0" err="1">
                <a:solidFill>
                  <a:schemeClr val="tx2"/>
                </a:solidFill>
              </a:rPr>
              <a:t>★★★☆☆  2.6</a:t>
            </a:r>
            <a:r>
              <a:rPr lang="en-US" sz="4000" b="1" dirty="0" err="1">
                <a:solidFill>
                  <a:schemeClr val="accent3"/>
                </a:solidFill>
              </a:rPr>
              <a:t>  (=)</a:t>
            </a:r>
          </a:p>
        </p:txBody>
      </p:sp>
    </p:spTree>
    <p:extLst>
      <p:ext uri="{BB962C8B-B14F-4D97-AF65-F5344CB8AC3E}">
        <p14:creationId xmlns:p14="http://schemas.microsoft.com/office/powerpoint/2010/main" val="2132549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Props1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22654</TotalTime>
  <Words>288</Words>
  <Application>Microsoft Macintosh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 Bold</vt:lpstr>
      <vt:lpstr>Calibri Regular</vt:lpstr>
      <vt:lpstr>TheSansMono M5</vt:lpstr>
      <vt:lpstr>Arial</vt:lpstr>
      <vt:lpstr>Calibri</vt:lpstr>
      <vt:lpstr>Calibri Light</vt:lpstr>
      <vt:lpstr>Wingdings</vt:lpstr>
      <vt:lpstr>Office Theme</vt:lpstr>
      <vt:lpstr>Maintainability report for SYSTEM_NAME for the period PERIOD_START_DATE and PERIOD_END_DATE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Dennis Bijlsma</cp:lastModifiedBy>
  <cp:revision>157</cp:revision>
  <cp:lastPrinted>2020-07-02T15:41:27Z</cp:lastPrinted>
  <dcterms:created xsi:type="dcterms:W3CDTF">2024-01-03T15:04:34Z</dcterms:created>
  <dcterms:modified xsi:type="dcterms:W3CDTF">2025-07-08T09:09:33Z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