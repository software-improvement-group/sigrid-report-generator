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1973" r:id="rId5"/>
    <p:sldId id="10749" r:id="rId6"/>
    <p:sldId id="10750" r:id="rId7"/>
    <p:sldId id="10751" r:id="rId8"/>
    <p:sldId id="1075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2"/>
    <p:restoredTop sz="96763"/>
  </p:normalViewPr>
  <p:slideViewPr>
    <p:cSldViewPr snapToGrid="0" snapToObjects="1" showGuides="1">
      <p:cViewPr varScale="1">
        <p:scale>
          <a:sx n="135" d="100"/>
          <a:sy n="135" d="100"/>
        </p:scale>
        <p:origin x="384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406167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11187</TotalTime>
  <Words>127</Words>
  <Application>Microsoft Macintosh PowerPoint</Application>
  <PresentationFormat>Widescreen</PresentationFormat>
  <Paragraphs>23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170</cp:revision>
  <cp:lastPrinted>2020-04-20T09:37:43Z</cp:lastPrinted>
  <dcterms:created xsi:type="dcterms:W3CDTF">2025-10-22T11:22:13Z</dcterms:created>
  <dcterms:modified xsi:type="dcterms:W3CDTF">2026-04-08T13:18:27Z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