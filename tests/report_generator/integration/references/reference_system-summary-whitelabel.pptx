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handoutMasters/handoutMaster1.xml" ContentType="application/vnd.openxmlformats-officedocument.presentationml.handoutMaster+xml"/>
  <Override PartName="/ppt/media/image1.svg" ContentType="image/svg+xml"/>
  <Override PartName="/ppt/media/image12.svg" ContentType="image/svg+xml"/>
  <Override PartName="/ppt/media/image13.svg" ContentType="image/svg+xml"/>
  <Override PartName="/ppt/media/image16.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78" r:id="rId4"/>
  </p:sldMasterIdLst>
  <p:notesMasterIdLst>
    <p:notesMasterId r:id="rId22"/>
  </p:notesMasterIdLst>
  <p:handoutMasterIdLst>
    <p:handoutMasterId r:id="rId23"/>
  </p:handoutMasterIdLst>
  <p:sldIdLst>
    <p:sldId id="11495" r:id="rId5"/>
    <p:sldId id="2010" r:id="rId6"/>
    <p:sldId id="11288" r:id="rId7"/>
    <p:sldId id="11394" r:id="rId8"/>
    <p:sldId id="11498" r:id="rId9"/>
    <p:sldId id="11492" r:id="rId10"/>
    <p:sldId id="11496" r:id="rId11"/>
    <p:sldId id="1824" r:id="rId12"/>
    <p:sldId id="11430" r:id="rId13"/>
    <p:sldId id="11483" r:id="rId14"/>
    <p:sldId id="11484" r:id="rId15"/>
    <p:sldId id="11493" r:id="rId16"/>
    <p:sldId id="11497" r:id="rId17"/>
    <p:sldId id="11486" r:id="rId18"/>
    <p:sldId id="11494" r:id="rId19"/>
    <p:sldId id="11487" r:id="rId20"/>
    <p:sldId id="114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1495"/>
            <p14:sldId id="2010"/>
            <p14:sldId id="11288"/>
            <p14:sldId id="11394"/>
            <p14:sldId id="11498"/>
          </p14:sldIdLst>
        </p14:section>
        <p14:section name="Cost Estimation Model" id="{27B7B39D-A53A-0E42-877A-CE78F793FEC4}">
          <p14:sldIdLst/>
        </p14:section>
        <p14:section name="Maintainability" id="{E6B43949-8A3C-084E-A0B9-37E6D4E40B4B}">
          <p14:sldIdLst>
            <p14:sldId id="11492"/>
            <p14:sldId id="11496"/>
            <p14:sldId id="1824"/>
            <p14:sldId id="11430"/>
            <p14:sldId id="11483"/>
            <p14:sldId id="11484"/>
          </p14:sldIdLst>
        </p14:section>
        <p14:section name="Architecture Quality" id="{BBE5D966-65D3-0247-846C-E3C2E3364341}">
          <p14:sldIdLst>
            <p14:sldId id="11493"/>
            <p14:sldId id="11497"/>
            <p14:sldId id="11486"/>
          </p14:sldIdLst>
        </p14:section>
        <p14:section name="Open Source Health" id="{304C7872-545A-A54B-B7F2-E55D10D25BD1}">
          <p14:sldIdLst>
            <p14:sldId id="1149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7C019"/>
    <a:srgbClr val="E98C36"/>
    <a:srgbClr val="F9C816"/>
    <a:srgbClr val="E15735"/>
    <a:srgbClr val="BFC855"/>
    <a:srgbClr val="BDC855"/>
    <a:srgbClr val="F8C716"/>
    <a:srgbClr val="083595"/>
    <a:srgbClr val="093AA0"/>
    <a:srgbClr val="083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AE0884-44C0-DA43-A3E9-FE621BB12AC9}" v="1618" dt="2026-05-19T07:26:25.967"/>
    <p1510:client id="{6FC66365-6A37-3540-BB9B-2F2AE9A7B8F8}" v="3934" dt="2026-05-19T15:00:35.283"/>
    <p1510:client id="{E1EC2667-F810-8341-DF21-D53AEFFB6A14}" v="11" dt="2026-05-19T06:33:35.8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19" d="100"/>
          <a:sy n="119" d="100"/>
        </p:scale>
        <p:origin x="216" y="2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notesMaster" Target="notesMasters/notesMaster1.xml"/><Relationship Id="rId23" Type="http://schemas.openxmlformats.org/officeDocument/2006/relationships/handoutMaster" Target="handoutMasters/handout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uter Knigge" userId="S::wouter.knigge@softwareimprovementgroup.com::7314eada-7027-45ac-ba5e-aa4e9f5ed08b" providerId="AD" clId="Web-{E1EC2667-F810-8341-DF21-D53AEFFB6A14}"/>
    <pc:docChg chg="modSld">
      <pc:chgData name="Wouter Knigge" userId="S::wouter.knigge@softwareimprovementgroup.com::7314eada-7027-45ac-ba5e-aa4e9f5ed08b" providerId="AD" clId="Web-{E1EC2667-F810-8341-DF21-D53AEFFB6A14}" dt="2026-05-19T06:33:33.528" v="5" actId="20577"/>
      <pc:docMkLst>
        <pc:docMk/>
      </pc:docMkLst>
      <pc:sldChg chg="modSp">
        <pc:chgData name="Wouter Knigge" userId="S::wouter.knigge@softwareimprovementgroup.com::7314eada-7027-45ac-ba5e-aa4e9f5ed08b" providerId="AD" clId="Web-{E1EC2667-F810-8341-DF21-D53AEFFB6A14}" dt="2026-05-19T06:33:33.528" v="5" actId="20577"/>
        <pc:sldMkLst>
          <pc:docMk/>
          <pc:sldMk cId="2667515669" sldId="11492"/>
        </pc:sldMkLst>
        <pc:spChg chg="mod">
          <ac:chgData name="Wouter Knigge" userId="S::wouter.knigge@softwareimprovementgroup.com::7314eada-7027-45ac-ba5e-aa4e9f5ed08b" providerId="AD" clId="Web-{E1EC2667-F810-8341-DF21-D53AEFFB6A14}" dt="2026-05-19T06:33:33.528" v="5" actId="20577"/>
          <ac:spMkLst>
            <pc:docMk/>
            <pc:sldMk cId="2667515669" sldId="11492"/>
            <ac:spMk id="38" creationId="{490AFF25-FCF1-DF5B-4D3B-1F151686A2D0}"/>
          </ac:spMkLst>
        </pc:spChg>
      </pc:sldChg>
    </pc:docChg>
  </pc:docChgLst>
  <pc:docChgLst>
    <pc:chgData name="Martin Boerman" userId="c1c4d39f-d644-4cf2-a264-5f7cbaf89023" providerId="ADAL" clId="{4F35B804-FA56-5F7D-A66A-48C3F121DAE4}"/>
    <pc:docChg chg="undo redo custSel addSld delSld modSld sldOrd delMainMaster modMainMaster modSection">
      <pc:chgData name="Martin Boerman" userId="c1c4d39f-d644-4cf2-a264-5f7cbaf89023" providerId="ADAL" clId="{4F35B804-FA56-5F7D-A66A-48C3F121DAE4}" dt="2026-05-19T15:00:30.962" v="8879" actId="20577"/>
      <pc:docMkLst>
        <pc:docMk/>
      </pc:docMkLst>
      <pc:sldChg chg="addSp delSp modSp mod chgLayout modNotesTx">
        <pc:chgData name="Martin Boerman" userId="c1c4d39f-d644-4cf2-a264-5f7cbaf89023" providerId="ADAL" clId="{4F35B804-FA56-5F7D-A66A-48C3F121DAE4}" dt="2026-05-19T10:19:50.991" v="4368" actId="313"/>
        <pc:sldMkLst>
          <pc:docMk/>
          <pc:sldMk cId="729317030" sldId="1824"/>
        </pc:sldMkLst>
        <pc:spChg chg="add del mod">
          <ac:chgData name="Martin Boerman" userId="c1c4d39f-d644-4cf2-a264-5f7cbaf89023" providerId="ADAL" clId="{4F35B804-FA56-5F7D-A66A-48C3F121DAE4}" dt="2026-05-18T09:37:53.321" v="721" actId="6264"/>
          <ac:spMkLst>
            <pc:docMk/>
            <pc:sldMk cId="729317030" sldId="1824"/>
            <ac:spMk id="2" creationId="{DCBE2222-4176-95BA-8456-14894C511BD1}"/>
          </ac:spMkLst>
        </pc:spChg>
        <pc:spChg chg="mod ord">
          <ac:chgData name="Martin Boerman" userId="c1c4d39f-d644-4cf2-a264-5f7cbaf89023" providerId="ADAL" clId="{4F35B804-FA56-5F7D-A66A-48C3F121DAE4}" dt="2026-05-18T10:44:47.682" v="737"/>
          <ac:spMkLst>
            <pc:docMk/>
            <pc:sldMk cId="729317030" sldId="1824"/>
            <ac:spMk id="3" creationId="{F0CAB926-82A1-B092-F316-4902EAC4DFB4}"/>
          </ac:spMkLst>
        </pc:spChg>
        <pc:spChg chg="mod ord">
          <ac:chgData name="Martin Boerman" userId="c1c4d39f-d644-4cf2-a264-5f7cbaf89023" providerId="ADAL" clId="{4F35B804-FA56-5F7D-A66A-48C3F121DAE4}" dt="2026-05-18T10:44:47.682" v="737"/>
          <ac:spMkLst>
            <pc:docMk/>
            <pc:sldMk cId="729317030" sldId="1824"/>
            <ac:spMk id="4" creationId="{B7DD908C-8690-F25E-621E-BA91971FCA9D}"/>
          </ac:spMkLst>
        </pc:spChg>
        <pc:spChg chg="add del mod">
          <ac:chgData name="Martin Boerman" userId="c1c4d39f-d644-4cf2-a264-5f7cbaf89023" providerId="ADAL" clId="{4F35B804-FA56-5F7D-A66A-48C3F121DAE4}" dt="2026-05-18T09:37:53.321" v="721" actId="6264"/>
          <ac:spMkLst>
            <pc:docMk/>
            <pc:sldMk cId="729317030" sldId="1824"/>
            <ac:spMk id="5" creationId="{DF4E9C8E-5BBB-5C93-E243-F41B28C77E51}"/>
          </ac:spMkLst>
        </pc:spChg>
        <pc:spChg chg="add del mod">
          <ac:chgData name="Martin Boerman" userId="c1c4d39f-d644-4cf2-a264-5f7cbaf89023" providerId="ADAL" clId="{4F35B804-FA56-5F7D-A66A-48C3F121DAE4}" dt="2026-05-18T09:37:53.321" v="721" actId="6264"/>
          <ac:spMkLst>
            <pc:docMk/>
            <pc:sldMk cId="729317030" sldId="1824"/>
            <ac:spMk id="6" creationId="{11784B6C-CC84-C6A9-3E50-F28E44DA455E}"/>
          </ac:spMkLst>
        </pc:spChg>
        <pc:spChg chg="add del mod">
          <ac:chgData name="Martin Boerman" userId="c1c4d39f-d644-4cf2-a264-5f7cbaf89023" providerId="ADAL" clId="{4F35B804-FA56-5F7D-A66A-48C3F121DAE4}" dt="2026-05-18T09:37:53.321" v="721" actId="6264"/>
          <ac:spMkLst>
            <pc:docMk/>
            <pc:sldMk cId="729317030" sldId="1824"/>
            <ac:spMk id="7" creationId="{BD74FC0C-F730-E68E-F6C1-F7AC6D1B96E4}"/>
          </ac:spMkLst>
        </pc:spChg>
        <pc:spChg chg="add del mod ord">
          <ac:chgData name="Martin Boerman" userId="c1c4d39f-d644-4cf2-a264-5f7cbaf89023" providerId="ADAL" clId="{4F35B804-FA56-5F7D-A66A-48C3F121DAE4}" dt="2026-05-18T09:37:53.489" v="722" actId="478"/>
          <ac:spMkLst>
            <pc:docMk/>
            <pc:sldMk cId="729317030" sldId="1824"/>
            <ac:spMk id="8" creationId="{04375193-F0A3-78A6-CBD2-42FB5CA7798B}"/>
          </ac:spMkLst>
        </pc:spChg>
        <pc:spChg chg="add mod">
          <ac:chgData name="Martin Boerman" userId="c1c4d39f-d644-4cf2-a264-5f7cbaf89023" providerId="ADAL" clId="{4F35B804-FA56-5F7D-A66A-48C3F121DAE4}" dt="2026-05-18T13:55:53.830" v="3158" actId="207"/>
          <ac:spMkLst>
            <pc:docMk/>
            <pc:sldMk cId="729317030" sldId="1824"/>
            <ac:spMk id="9" creationId="{5EF566E4-6496-EAB3-5E44-59B7BD39D22F}"/>
          </ac:spMkLst>
        </pc:spChg>
        <pc:spChg chg="add mod ord">
          <ac:chgData name="Martin Boerman" userId="c1c4d39f-d644-4cf2-a264-5f7cbaf89023" providerId="ADAL" clId="{4F35B804-FA56-5F7D-A66A-48C3F121DAE4}" dt="2026-05-18T10:44:47.682" v="737"/>
          <ac:spMkLst>
            <pc:docMk/>
            <pc:sldMk cId="729317030" sldId="1824"/>
            <ac:spMk id="10" creationId="{6727285D-7DC6-1BD7-046E-8E3C2CE408DE}"/>
          </ac:spMkLst>
        </pc:spChg>
        <pc:spChg chg="mod ord">
          <ac:chgData name="Martin Boerman" userId="c1c4d39f-d644-4cf2-a264-5f7cbaf89023" providerId="ADAL" clId="{4F35B804-FA56-5F7D-A66A-48C3F121DAE4}" dt="2026-05-18T10:44:47.682" v="737"/>
          <ac:spMkLst>
            <pc:docMk/>
            <pc:sldMk cId="729317030" sldId="1824"/>
            <ac:spMk id="16" creationId="{CCB8DCC3-F66F-678F-F50D-598DB85F85FF}"/>
          </ac:spMkLst>
        </pc:spChg>
        <pc:spChg chg="mod">
          <ac:chgData name="Martin Boerman" userId="c1c4d39f-d644-4cf2-a264-5f7cbaf89023" providerId="ADAL" clId="{4F35B804-FA56-5F7D-A66A-48C3F121DAE4}" dt="2026-05-13T16:38:04.615" v="320" actId="2711"/>
          <ac:spMkLst>
            <pc:docMk/>
            <pc:sldMk cId="729317030" sldId="1824"/>
            <ac:spMk id="19" creationId="{AB2C3C6B-FDFF-1D49-A1BC-305B68E0B083}"/>
          </ac:spMkLst>
        </pc:spChg>
        <pc:spChg chg="mod">
          <ac:chgData name="Martin Boerman" userId="c1c4d39f-d644-4cf2-a264-5f7cbaf89023" providerId="ADAL" clId="{4F35B804-FA56-5F7D-A66A-48C3F121DAE4}" dt="2026-05-13T16:38:04.615" v="320" actId="2711"/>
          <ac:spMkLst>
            <pc:docMk/>
            <pc:sldMk cId="729317030" sldId="1824"/>
            <ac:spMk id="20" creationId="{AA6B9F2E-1FAA-6147-8D4B-123937F3FA14}"/>
          </ac:spMkLst>
        </pc:spChg>
        <pc:spChg chg="mod">
          <ac:chgData name="Martin Boerman" userId="c1c4d39f-d644-4cf2-a264-5f7cbaf89023" providerId="ADAL" clId="{4F35B804-FA56-5F7D-A66A-48C3F121DAE4}" dt="2026-05-13T16:38:04.615" v="320" actId="2711"/>
          <ac:spMkLst>
            <pc:docMk/>
            <pc:sldMk cId="729317030" sldId="1824"/>
            <ac:spMk id="21" creationId="{CBCA2804-3BBC-1243-B252-3606CEE166D1}"/>
          </ac:spMkLst>
        </pc:spChg>
        <pc:spChg chg="mod">
          <ac:chgData name="Martin Boerman" userId="c1c4d39f-d644-4cf2-a264-5f7cbaf89023" providerId="ADAL" clId="{4F35B804-FA56-5F7D-A66A-48C3F121DAE4}" dt="2026-05-18T13:55:56.878" v="3159" actId="20577"/>
          <ac:spMkLst>
            <pc:docMk/>
            <pc:sldMk cId="729317030" sldId="1824"/>
            <ac:spMk id="29" creationId="{426023ED-8DC0-D241-985A-9479E28D34EC}"/>
          </ac:spMkLst>
        </pc:spChg>
        <pc:spChg chg="mod">
          <ac:chgData name="Martin Boerman" userId="c1c4d39f-d644-4cf2-a264-5f7cbaf89023" providerId="ADAL" clId="{4F35B804-FA56-5F7D-A66A-48C3F121DAE4}" dt="2026-05-13T16:38:04.615" v="320" actId="2711"/>
          <ac:spMkLst>
            <pc:docMk/>
            <pc:sldMk cId="729317030" sldId="1824"/>
            <ac:spMk id="31" creationId="{2F1D2BB0-4FB7-FD48-9491-1CC2359747A2}"/>
          </ac:spMkLst>
        </pc:spChg>
        <pc:spChg chg="mod">
          <ac:chgData name="Martin Boerman" userId="c1c4d39f-d644-4cf2-a264-5f7cbaf89023" providerId="ADAL" clId="{4F35B804-FA56-5F7D-A66A-48C3F121DAE4}" dt="2026-05-13T16:38:04.615" v="320" actId="2711"/>
          <ac:spMkLst>
            <pc:docMk/>
            <pc:sldMk cId="729317030" sldId="1824"/>
            <ac:spMk id="32" creationId="{BBD5F066-D653-7244-8E79-CAE5026508C0}"/>
          </ac:spMkLst>
        </pc:spChg>
        <pc:grpChg chg="mod">
          <ac:chgData name="Martin Boerman" userId="c1c4d39f-d644-4cf2-a264-5f7cbaf89023" providerId="ADAL" clId="{4F35B804-FA56-5F7D-A66A-48C3F121DAE4}" dt="2026-05-13T16:38:57.806" v="331" actId="1076"/>
          <ac:grpSpMkLst>
            <pc:docMk/>
            <pc:sldMk cId="729317030" sldId="1824"/>
            <ac:grpSpMk id="27" creationId="{4FC400F9-4DE2-8F42-8C2D-4150A26F3F2C}"/>
          </ac:grpSpMkLst>
        </pc:grpChg>
        <pc:graphicFrameChg chg="mod">
          <ac:chgData name="Martin Boerman" userId="c1c4d39f-d644-4cf2-a264-5f7cbaf89023" providerId="ADAL" clId="{4F35B804-FA56-5F7D-A66A-48C3F121DAE4}" dt="2026-05-18T14:59:15.889" v="3637" actId="255"/>
          <ac:graphicFrameMkLst>
            <pc:docMk/>
            <pc:sldMk cId="729317030" sldId="1824"/>
            <ac:graphicFrameMk id="25" creationId="{71473021-ED8B-E048-AE80-928BC05FB04C}"/>
          </ac:graphicFrameMkLst>
        </pc:graphicFrameChg>
        <pc:picChg chg="add del mod">
          <ac:chgData name="Martin Boerman" userId="c1c4d39f-d644-4cf2-a264-5f7cbaf89023" providerId="ADAL" clId="{4F35B804-FA56-5F7D-A66A-48C3F121DAE4}" dt="2026-05-18T13:57:22.060" v="3164" actId="478"/>
          <ac:picMkLst>
            <pc:docMk/>
            <pc:sldMk cId="729317030" sldId="1824"/>
            <ac:picMk id="12" creationId="{16BCAB37-0592-BFCC-39D3-42C3A494DFCB}"/>
          </ac:picMkLst>
        </pc:picChg>
        <pc:picChg chg="mod">
          <ac:chgData name="Martin Boerman" userId="c1c4d39f-d644-4cf2-a264-5f7cbaf89023" providerId="ADAL" clId="{4F35B804-FA56-5F7D-A66A-48C3F121DAE4}" dt="2026-05-18T13:54:38.791" v="3001"/>
          <ac:picMkLst>
            <pc:docMk/>
            <pc:sldMk cId="729317030" sldId="1824"/>
            <ac:picMk id="24" creationId="{4719D613-2D86-324E-B31C-9B748075401C}"/>
          </ac:picMkLst>
        </pc:picChg>
      </pc:sldChg>
      <pc:sldChg chg="addSp delSp modSp del mod chgLayout">
        <pc:chgData name="Martin Boerman" userId="c1c4d39f-d644-4cf2-a264-5f7cbaf89023" providerId="ADAL" clId="{4F35B804-FA56-5F7D-A66A-48C3F121DAE4}" dt="2026-05-18T14:58:53.832" v="3635" actId="2696"/>
        <pc:sldMkLst>
          <pc:docMk/>
          <pc:sldMk cId="1437872205" sldId="1973"/>
        </pc:sldMkLst>
        <pc:spChg chg="mod ord">
          <ac:chgData name="Martin Boerman" userId="c1c4d39f-d644-4cf2-a264-5f7cbaf89023" providerId="ADAL" clId="{4F35B804-FA56-5F7D-A66A-48C3F121DAE4}" dt="2026-05-18T14:58:27.599" v="3627" actId="6264"/>
          <ac:spMkLst>
            <pc:docMk/>
            <pc:sldMk cId="1437872205" sldId="1973"/>
            <ac:spMk id="2" creationId="{9B1408E6-E399-3AB5-FA0C-216DAFB328EE}"/>
          </ac:spMkLst>
        </pc:spChg>
        <pc:spChg chg="mod ord">
          <ac:chgData name="Martin Boerman" userId="c1c4d39f-d644-4cf2-a264-5f7cbaf89023" providerId="ADAL" clId="{4F35B804-FA56-5F7D-A66A-48C3F121DAE4}" dt="2026-05-18T14:58:27.599" v="3627" actId="6264"/>
          <ac:spMkLst>
            <pc:docMk/>
            <pc:sldMk cId="1437872205" sldId="1973"/>
            <ac:spMk id="3" creationId="{7344417F-5869-1AA1-3CB1-C663D0AA7B91}"/>
          </ac:spMkLst>
        </pc:spChg>
        <pc:spChg chg="add del mod">
          <ac:chgData name="Martin Boerman" userId="c1c4d39f-d644-4cf2-a264-5f7cbaf89023" providerId="ADAL" clId="{4F35B804-FA56-5F7D-A66A-48C3F121DAE4}" dt="2026-05-18T14:57:04.560" v="3602" actId="6264"/>
          <ac:spMkLst>
            <pc:docMk/>
            <pc:sldMk cId="1437872205" sldId="1973"/>
            <ac:spMk id="4" creationId="{972D5F38-2754-DC86-97AE-225A938A0C80}"/>
          </ac:spMkLst>
        </pc:spChg>
        <pc:spChg chg="mod ord">
          <ac:chgData name="Martin Boerman" userId="c1c4d39f-d644-4cf2-a264-5f7cbaf89023" providerId="ADAL" clId="{4F35B804-FA56-5F7D-A66A-48C3F121DAE4}" dt="2026-05-18T14:58:27.599" v="3627" actId="6264"/>
          <ac:spMkLst>
            <pc:docMk/>
            <pc:sldMk cId="1437872205" sldId="1973"/>
            <ac:spMk id="5" creationId="{96608443-E271-3AA0-6885-D7332E922BEC}"/>
          </ac:spMkLst>
        </pc:spChg>
        <pc:spChg chg="add del mod">
          <ac:chgData name="Martin Boerman" userId="c1c4d39f-d644-4cf2-a264-5f7cbaf89023" providerId="ADAL" clId="{4F35B804-FA56-5F7D-A66A-48C3F121DAE4}" dt="2026-05-18T14:57:04.560" v="3602" actId="6264"/>
          <ac:spMkLst>
            <pc:docMk/>
            <pc:sldMk cId="1437872205" sldId="1973"/>
            <ac:spMk id="6" creationId="{09EFAAD4-7827-3E63-1A5E-29C82981CB26}"/>
          </ac:spMkLst>
        </pc:spChg>
        <pc:spChg chg="del mod ord">
          <ac:chgData name="Martin Boerman" userId="c1c4d39f-d644-4cf2-a264-5f7cbaf89023" providerId="ADAL" clId="{4F35B804-FA56-5F7D-A66A-48C3F121DAE4}" dt="2026-05-18T14:57:11.679" v="3603" actId="478"/>
          <ac:spMkLst>
            <pc:docMk/>
            <pc:sldMk cId="1437872205" sldId="1973"/>
            <ac:spMk id="7" creationId="{F8AE1EA7-9945-5054-6361-8E1EAAA9FC90}"/>
          </ac:spMkLst>
        </pc:spChg>
        <pc:spChg chg="add del mod">
          <ac:chgData name="Martin Boerman" userId="c1c4d39f-d644-4cf2-a264-5f7cbaf89023" providerId="ADAL" clId="{4F35B804-FA56-5F7D-A66A-48C3F121DAE4}" dt="2026-05-18T14:57:04.560" v="3602" actId="6264"/>
          <ac:spMkLst>
            <pc:docMk/>
            <pc:sldMk cId="1437872205" sldId="1973"/>
            <ac:spMk id="8" creationId="{43AE5A17-831D-7497-7F26-34AC4E93033E}"/>
          </ac:spMkLst>
        </pc:spChg>
        <pc:spChg chg="add mod">
          <ac:chgData name="Martin Boerman" userId="c1c4d39f-d644-4cf2-a264-5f7cbaf89023" providerId="ADAL" clId="{4F35B804-FA56-5F7D-A66A-48C3F121DAE4}" dt="2026-05-18T14:57:16.670" v="3605"/>
          <ac:spMkLst>
            <pc:docMk/>
            <pc:sldMk cId="1437872205" sldId="1973"/>
            <ac:spMk id="9" creationId="{B1C04F98-BBBB-FB42-9019-BD2B68D4B253}"/>
          </ac:spMkLst>
        </pc:spChg>
        <pc:spChg chg="add del mod">
          <ac:chgData name="Martin Boerman" userId="c1c4d39f-d644-4cf2-a264-5f7cbaf89023" providerId="ADAL" clId="{4F35B804-FA56-5F7D-A66A-48C3F121DAE4}" dt="2026-05-18T14:57:27.733" v="3607" actId="478"/>
          <ac:spMkLst>
            <pc:docMk/>
            <pc:sldMk cId="1437872205" sldId="1973"/>
            <ac:spMk id="10" creationId="{8B8B1660-35B2-2C67-4BE9-8400A41FA29A}"/>
          </ac:spMkLst>
        </pc:spChg>
        <pc:spChg chg="add del mod">
          <ac:chgData name="Martin Boerman" userId="c1c4d39f-d644-4cf2-a264-5f7cbaf89023" providerId="ADAL" clId="{4F35B804-FA56-5F7D-A66A-48C3F121DAE4}" dt="2026-05-18T14:57:30.858" v="3609" actId="478"/>
          <ac:spMkLst>
            <pc:docMk/>
            <pc:sldMk cId="1437872205" sldId="1973"/>
            <ac:spMk id="11" creationId="{BC54FD41-7C1E-BD50-7210-EE2D4369D6F2}"/>
          </ac:spMkLst>
        </pc:spChg>
        <pc:spChg chg="add mod">
          <ac:chgData name="Martin Boerman" userId="c1c4d39f-d644-4cf2-a264-5f7cbaf89023" providerId="ADAL" clId="{4F35B804-FA56-5F7D-A66A-48C3F121DAE4}" dt="2026-05-18T14:57:56.274" v="3613"/>
          <ac:spMkLst>
            <pc:docMk/>
            <pc:sldMk cId="1437872205" sldId="1973"/>
            <ac:spMk id="12" creationId="{74E385BE-C296-4C4C-83BE-DDF5A5D54877}"/>
          </ac:spMkLst>
        </pc:spChg>
        <pc:spChg chg="add del mod">
          <ac:chgData name="Martin Boerman" userId="c1c4d39f-d644-4cf2-a264-5f7cbaf89023" providerId="ADAL" clId="{4F35B804-FA56-5F7D-A66A-48C3F121DAE4}" dt="2026-05-18T14:58:10.666" v="3618" actId="478"/>
          <ac:spMkLst>
            <pc:docMk/>
            <pc:sldMk cId="1437872205" sldId="1973"/>
            <ac:spMk id="14" creationId="{4DE9F0C7-FBA9-2F76-4DDE-D6125CE44F73}"/>
          </ac:spMkLst>
        </pc:spChg>
        <pc:spChg chg="add del mod">
          <ac:chgData name="Martin Boerman" userId="c1c4d39f-d644-4cf2-a264-5f7cbaf89023" providerId="ADAL" clId="{4F35B804-FA56-5F7D-A66A-48C3F121DAE4}" dt="2026-05-18T14:58:25.915" v="3622" actId="6264"/>
          <ac:spMkLst>
            <pc:docMk/>
            <pc:sldMk cId="1437872205" sldId="1973"/>
            <ac:spMk id="15" creationId="{4794C367-3CED-3AEB-BBA0-1A9BDEFFC43E}"/>
          </ac:spMkLst>
        </pc:spChg>
        <pc:spChg chg="add del mod">
          <ac:chgData name="Martin Boerman" userId="c1c4d39f-d644-4cf2-a264-5f7cbaf89023" providerId="ADAL" clId="{4F35B804-FA56-5F7D-A66A-48C3F121DAE4}" dt="2026-05-18T14:58:25.915" v="3622" actId="6264"/>
          <ac:spMkLst>
            <pc:docMk/>
            <pc:sldMk cId="1437872205" sldId="1973"/>
            <ac:spMk id="16" creationId="{61577B45-2C1E-2475-0145-4EA02D149392}"/>
          </ac:spMkLst>
        </pc:spChg>
        <pc:spChg chg="add del mod">
          <ac:chgData name="Martin Boerman" userId="c1c4d39f-d644-4cf2-a264-5f7cbaf89023" providerId="ADAL" clId="{4F35B804-FA56-5F7D-A66A-48C3F121DAE4}" dt="2026-05-18T14:58:25.915" v="3622" actId="6264"/>
          <ac:spMkLst>
            <pc:docMk/>
            <pc:sldMk cId="1437872205" sldId="1973"/>
            <ac:spMk id="17" creationId="{5047FEB1-4633-E4EE-6609-656E21B6FF91}"/>
          </ac:spMkLst>
        </pc:spChg>
        <pc:spChg chg="add del mod">
          <ac:chgData name="Martin Boerman" userId="c1c4d39f-d644-4cf2-a264-5f7cbaf89023" providerId="ADAL" clId="{4F35B804-FA56-5F7D-A66A-48C3F121DAE4}" dt="2026-05-18T14:58:26.496" v="3623" actId="6264"/>
          <ac:spMkLst>
            <pc:docMk/>
            <pc:sldMk cId="1437872205" sldId="1973"/>
            <ac:spMk id="18" creationId="{9CC2B059-EAF4-7F83-489D-6A0026F2EBB7}"/>
          </ac:spMkLst>
        </pc:spChg>
        <pc:spChg chg="add del mod">
          <ac:chgData name="Martin Boerman" userId="c1c4d39f-d644-4cf2-a264-5f7cbaf89023" providerId="ADAL" clId="{4F35B804-FA56-5F7D-A66A-48C3F121DAE4}" dt="2026-05-18T14:58:26.496" v="3623" actId="6264"/>
          <ac:spMkLst>
            <pc:docMk/>
            <pc:sldMk cId="1437872205" sldId="1973"/>
            <ac:spMk id="19" creationId="{D7CFE128-ECBF-CE6C-242A-C42F6092A109}"/>
          </ac:spMkLst>
        </pc:spChg>
        <pc:spChg chg="add del mod">
          <ac:chgData name="Martin Boerman" userId="c1c4d39f-d644-4cf2-a264-5f7cbaf89023" providerId="ADAL" clId="{4F35B804-FA56-5F7D-A66A-48C3F121DAE4}" dt="2026-05-18T14:58:26.496" v="3623" actId="6264"/>
          <ac:spMkLst>
            <pc:docMk/>
            <pc:sldMk cId="1437872205" sldId="1973"/>
            <ac:spMk id="20" creationId="{77AA0B81-EDFC-A258-4A96-998C3721D212}"/>
          </ac:spMkLst>
        </pc:spChg>
        <pc:spChg chg="add del mod">
          <ac:chgData name="Martin Boerman" userId="c1c4d39f-d644-4cf2-a264-5f7cbaf89023" providerId="ADAL" clId="{4F35B804-FA56-5F7D-A66A-48C3F121DAE4}" dt="2026-05-18T14:58:26.937" v="3624" actId="6264"/>
          <ac:spMkLst>
            <pc:docMk/>
            <pc:sldMk cId="1437872205" sldId="1973"/>
            <ac:spMk id="21" creationId="{1CA735D4-B989-E8BF-3371-7463A63A8E24}"/>
          </ac:spMkLst>
        </pc:spChg>
        <pc:spChg chg="add del mod">
          <ac:chgData name="Martin Boerman" userId="c1c4d39f-d644-4cf2-a264-5f7cbaf89023" providerId="ADAL" clId="{4F35B804-FA56-5F7D-A66A-48C3F121DAE4}" dt="2026-05-18T14:58:26.937" v="3624" actId="6264"/>
          <ac:spMkLst>
            <pc:docMk/>
            <pc:sldMk cId="1437872205" sldId="1973"/>
            <ac:spMk id="22" creationId="{40157CC6-259C-BC86-7DF1-0980AB05EDAA}"/>
          </ac:spMkLst>
        </pc:spChg>
        <pc:spChg chg="add del mod">
          <ac:chgData name="Martin Boerman" userId="c1c4d39f-d644-4cf2-a264-5f7cbaf89023" providerId="ADAL" clId="{4F35B804-FA56-5F7D-A66A-48C3F121DAE4}" dt="2026-05-18T14:58:26.937" v="3624" actId="6264"/>
          <ac:spMkLst>
            <pc:docMk/>
            <pc:sldMk cId="1437872205" sldId="1973"/>
            <ac:spMk id="23" creationId="{2F244141-B104-E29B-6F89-8F5146759446}"/>
          </ac:spMkLst>
        </pc:spChg>
        <pc:spChg chg="add del mod">
          <ac:chgData name="Martin Boerman" userId="c1c4d39f-d644-4cf2-a264-5f7cbaf89023" providerId="ADAL" clId="{4F35B804-FA56-5F7D-A66A-48C3F121DAE4}" dt="2026-05-18T14:58:27.284" v="3625" actId="6264"/>
          <ac:spMkLst>
            <pc:docMk/>
            <pc:sldMk cId="1437872205" sldId="1973"/>
            <ac:spMk id="24" creationId="{516422D9-EC05-F5C8-AA43-32882D9FCFF7}"/>
          </ac:spMkLst>
        </pc:spChg>
        <pc:spChg chg="add del mod">
          <ac:chgData name="Martin Boerman" userId="c1c4d39f-d644-4cf2-a264-5f7cbaf89023" providerId="ADAL" clId="{4F35B804-FA56-5F7D-A66A-48C3F121DAE4}" dt="2026-05-18T14:58:27.284" v="3625" actId="6264"/>
          <ac:spMkLst>
            <pc:docMk/>
            <pc:sldMk cId="1437872205" sldId="1973"/>
            <ac:spMk id="25" creationId="{BD8C3B3B-BAFC-089F-66D6-D94B4922E03B}"/>
          </ac:spMkLst>
        </pc:spChg>
        <pc:spChg chg="add del mod">
          <ac:chgData name="Martin Boerman" userId="c1c4d39f-d644-4cf2-a264-5f7cbaf89023" providerId="ADAL" clId="{4F35B804-FA56-5F7D-A66A-48C3F121DAE4}" dt="2026-05-18T14:58:27.284" v="3625" actId="6264"/>
          <ac:spMkLst>
            <pc:docMk/>
            <pc:sldMk cId="1437872205" sldId="1973"/>
            <ac:spMk id="26" creationId="{78868D97-54FF-ABE9-EAE0-BAD00F4CB4DF}"/>
          </ac:spMkLst>
        </pc:spChg>
        <pc:spChg chg="add del mod">
          <ac:chgData name="Martin Boerman" userId="c1c4d39f-d644-4cf2-a264-5f7cbaf89023" providerId="ADAL" clId="{4F35B804-FA56-5F7D-A66A-48C3F121DAE4}" dt="2026-05-18T14:58:27.427" v="3626" actId="6264"/>
          <ac:spMkLst>
            <pc:docMk/>
            <pc:sldMk cId="1437872205" sldId="1973"/>
            <ac:spMk id="27" creationId="{133C7425-AF19-FBCE-C110-D7004D03A7F9}"/>
          </ac:spMkLst>
        </pc:spChg>
        <pc:spChg chg="add del mod">
          <ac:chgData name="Martin Boerman" userId="c1c4d39f-d644-4cf2-a264-5f7cbaf89023" providerId="ADAL" clId="{4F35B804-FA56-5F7D-A66A-48C3F121DAE4}" dt="2026-05-18T14:58:27.427" v="3626" actId="6264"/>
          <ac:spMkLst>
            <pc:docMk/>
            <pc:sldMk cId="1437872205" sldId="1973"/>
            <ac:spMk id="28" creationId="{9E9279FC-2C87-CA19-F08A-10A5E8CFCB72}"/>
          </ac:spMkLst>
        </pc:spChg>
        <pc:spChg chg="add del mod">
          <ac:chgData name="Martin Boerman" userId="c1c4d39f-d644-4cf2-a264-5f7cbaf89023" providerId="ADAL" clId="{4F35B804-FA56-5F7D-A66A-48C3F121DAE4}" dt="2026-05-18T14:58:27.427" v="3626" actId="6264"/>
          <ac:spMkLst>
            <pc:docMk/>
            <pc:sldMk cId="1437872205" sldId="1973"/>
            <ac:spMk id="29" creationId="{58BB0620-7B8B-0780-E95A-EA2E36D8A27F}"/>
          </ac:spMkLst>
        </pc:spChg>
        <pc:spChg chg="add del mod">
          <ac:chgData name="Martin Boerman" userId="c1c4d39f-d644-4cf2-a264-5f7cbaf89023" providerId="ADAL" clId="{4F35B804-FA56-5F7D-A66A-48C3F121DAE4}" dt="2026-05-18T14:58:27.599" v="3627" actId="6264"/>
          <ac:spMkLst>
            <pc:docMk/>
            <pc:sldMk cId="1437872205" sldId="1973"/>
            <ac:spMk id="30" creationId="{6F780E03-9A5C-52EE-EAF1-24D0B3703E23}"/>
          </ac:spMkLst>
        </pc:spChg>
        <pc:spChg chg="add del mod">
          <ac:chgData name="Martin Boerman" userId="c1c4d39f-d644-4cf2-a264-5f7cbaf89023" providerId="ADAL" clId="{4F35B804-FA56-5F7D-A66A-48C3F121DAE4}" dt="2026-05-18T14:58:27.599" v="3627" actId="6264"/>
          <ac:spMkLst>
            <pc:docMk/>
            <pc:sldMk cId="1437872205" sldId="1973"/>
            <ac:spMk id="31" creationId="{CC8F8EC8-64B0-E785-58C3-B6C48E160A35}"/>
          </ac:spMkLst>
        </pc:spChg>
        <pc:spChg chg="add del mod">
          <ac:chgData name="Martin Boerman" userId="c1c4d39f-d644-4cf2-a264-5f7cbaf89023" providerId="ADAL" clId="{4F35B804-FA56-5F7D-A66A-48C3F121DAE4}" dt="2026-05-18T14:58:27.599" v="3627" actId="6264"/>
          <ac:spMkLst>
            <pc:docMk/>
            <pc:sldMk cId="1437872205" sldId="1973"/>
            <ac:spMk id="32" creationId="{7A29D293-EEB2-F9FD-357E-16C50FFED7FF}"/>
          </ac:spMkLst>
        </pc:spChg>
      </pc:sldChg>
      <pc:sldChg chg="addSp delSp modSp del mod ord modShow chgLayout">
        <pc:chgData name="Martin Boerman" userId="c1c4d39f-d644-4cf2-a264-5f7cbaf89023" providerId="ADAL" clId="{4F35B804-FA56-5F7D-A66A-48C3F121DAE4}" dt="2026-05-18T13:31:38.725" v="2469" actId="2696"/>
        <pc:sldMkLst>
          <pc:docMk/>
          <pc:sldMk cId="418998700" sldId="1988"/>
        </pc:sldMkLst>
        <pc:spChg chg="add del mod ord">
          <ac:chgData name="Martin Boerman" userId="c1c4d39f-d644-4cf2-a264-5f7cbaf89023" providerId="ADAL" clId="{4F35B804-FA56-5F7D-A66A-48C3F121DAE4}" dt="2026-05-18T10:56:44.829" v="1396" actId="478"/>
          <ac:spMkLst>
            <pc:docMk/>
            <pc:sldMk cId="418998700" sldId="1988"/>
            <ac:spMk id="3" creationId="{2BDC912E-83CD-21B2-2B4B-F9DF094A5789}"/>
          </ac:spMkLst>
        </pc:spChg>
        <pc:spChg chg="mod ord">
          <ac:chgData name="Martin Boerman" userId="c1c4d39f-d644-4cf2-a264-5f7cbaf89023" providerId="ADAL" clId="{4F35B804-FA56-5F7D-A66A-48C3F121DAE4}" dt="2026-05-18T10:56:41.992" v="1395" actId="700"/>
          <ac:spMkLst>
            <pc:docMk/>
            <pc:sldMk cId="418998700" sldId="1988"/>
            <ac:spMk id="5" creationId="{F0CE3D29-F258-C742-2A14-BCF03986DEC9}"/>
          </ac:spMkLst>
        </pc:spChg>
        <pc:spChg chg="mod">
          <ac:chgData name="Martin Boerman" userId="c1c4d39f-d644-4cf2-a264-5f7cbaf89023" providerId="ADAL" clId="{4F35B804-FA56-5F7D-A66A-48C3F121DAE4}" dt="2026-05-18T10:57:45.617" v="1407" actId="171"/>
          <ac:spMkLst>
            <pc:docMk/>
            <pc:sldMk cId="418998700" sldId="1988"/>
            <ac:spMk id="11" creationId="{FC31513E-AADB-57EA-8918-A3D07FEEF498}"/>
          </ac:spMkLst>
        </pc:spChg>
        <pc:spChg chg="mod">
          <ac:chgData name="Martin Boerman" userId="c1c4d39f-d644-4cf2-a264-5f7cbaf89023" providerId="ADAL" clId="{4F35B804-FA56-5F7D-A66A-48C3F121DAE4}" dt="2026-05-18T11:00:16.276" v="2028" actId="20577"/>
          <ac:spMkLst>
            <pc:docMk/>
            <pc:sldMk cId="418998700" sldId="1988"/>
            <ac:spMk id="35" creationId="{206057EE-BF64-9DF8-554C-8935F9D2B966}"/>
          </ac:spMkLst>
        </pc:spChg>
        <pc:spChg chg="mod ord">
          <ac:chgData name="Martin Boerman" userId="c1c4d39f-d644-4cf2-a264-5f7cbaf89023" providerId="ADAL" clId="{4F35B804-FA56-5F7D-A66A-48C3F121DAE4}" dt="2026-05-18T10:56:41.992" v="1395" actId="700"/>
          <ac:spMkLst>
            <pc:docMk/>
            <pc:sldMk cId="418998700" sldId="1988"/>
            <ac:spMk id="63" creationId="{8492BCF5-82F4-DA5D-4789-A5B31042FCD0}"/>
          </ac:spMkLst>
        </pc:spChg>
        <pc:spChg chg="mod">
          <ac:chgData name="Martin Boerman" userId="c1c4d39f-d644-4cf2-a264-5f7cbaf89023" providerId="ADAL" clId="{4F35B804-FA56-5F7D-A66A-48C3F121DAE4}" dt="2026-05-18T10:56:07.953" v="1389" actId="167"/>
          <ac:spMkLst>
            <pc:docMk/>
            <pc:sldMk cId="418998700" sldId="1988"/>
            <ac:spMk id="65" creationId="{D589D5F7-9445-B968-24E7-C852C6FE25B8}"/>
          </ac:spMkLst>
        </pc:spChg>
        <pc:spChg chg="mod ord">
          <ac:chgData name="Martin Boerman" userId="c1c4d39f-d644-4cf2-a264-5f7cbaf89023" providerId="ADAL" clId="{4F35B804-FA56-5F7D-A66A-48C3F121DAE4}" dt="2026-05-18T10:56:41.992" v="1395" actId="700"/>
          <ac:spMkLst>
            <pc:docMk/>
            <pc:sldMk cId="418998700" sldId="1988"/>
            <ac:spMk id="70" creationId="{FEE2E2EB-95CB-3211-6E1B-4E3530EAF847}"/>
          </ac:spMkLst>
        </pc:spChg>
        <pc:spChg chg="mod">
          <ac:chgData name="Martin Boerman" userId="c1c4d39f-d644-4cf2-a264-5f7cbaf89023" providerId="ADAL" clId="{4F35B804-FA56-5F7D-A66A-48C3F121DAE4}" dt="2026-05-18T10:56:11.372" v="1390" actId="167"/>
          <ac:spMkLst>
            <pc:docMk/>
            <pc:sldMk cId="418998700" sldId="1988"/>
            <ac:spMk id="92" creationId="{378968FB-3711-3026-1330-401242361C5B}"/>
          </ac:spMkLst>
        </pc:spChg>
        <pc:cxnChg chg="mod">
          <ac:chgData name="Martin Boerman" userId="c1c4d39f-d644-4cf2-a264-5f7cbaf89023" providerId="ADAL" clId="{4F35B804-FA56-5F7D-A66A-48C3F121DAE4}" dt="2026-05-18T11:07:20.694" v="2098" actId="167"/>
          <ac:cxnSpMkLst>
            <pc:docMk/>
            <pc:sldMk cId="418998700" sldId="1988"/>
            <ac:cxnSpMk id="32" creationId="{D50F3A37-B10B-6BF3-08EA-55E6FC5DEEC4}"/>
          </ac:cxnSpMkLst>
        </pc:cxnChg>
      </pc:sldChg>
      <pc:sldChg chg="addSp delSp modSp mod chgLayout modNotesTx">
        <pc:chgData name="Martin Boerman" userId="c1c4d39f-d644-4cf2-a264-5f7cbaf89023" providerId="ADAL" clId="{4F35B804-FA56-5F7D-A66A-48C3F121DAE4}" dt="2026-05-19T10:10:51.653" v="4193" actId="20577"/>
        <pc:sldMkLst>
          <pc:docMk/>
          <pc:sldMk cId="1532016850" sldId="2010"/>
        </pc:sldMkLst>
        <pc:spChg chg="mod ord">
          <ac:chgData name="Martin Boerman" userId="c1c4d39f-d644-4cf2-a264-5f7cbaf89023" providerId="ADAL" clId="{4F35B804-FA56-5F7D-A66A-48C3F121DAE4}" dt="2026-05-18T13:35:39.199" v="2501" actId="6264"/>
          <ac:spMkLst>
            <pc:docMk/>
            <pc:sldMk cId="1532016850" sldId="2010"/>
            <ac:spMk id="2" creationId="{EB7C8C91-AAEE-88A6-BA81-7A5C3377C972}"/>
          </ac:spMkLst>
        </pc:spChg>
        <pc:spChg chg="mod ord">
          <ac:chgData name="Martin Boerman" userId="c1c4d39f-d644-4cf2-a264-5f7cbaf89023" providerId="ADAL" clId="{4F35B804-FA56-5F7D-A66A-48C3F121DAE4}" dt="2026-05-18T13:35:39.199" v="2501" actId="6264"/>
          <ac:spMkLst>
            <pc:docMk/>
            <pc:sldMk cId="1532016850" sldId="2010"/>
            <ac:spMk id="3" creationId="{E8BE9C0E-8A97-0BC2-7291-A030EA223EC0}"/>
          </ac:spMkLst>
        </pc:spChg>
        <pc:spChg chg="mod ord">
          <ac:chgData name="Martin Boerman" userId="c1c4d39f-d644-4cf2-a264-5f7cbaf89023" providerId="ADAL" clId="{4F35B804-FA56-5F7D-A66A-48C3F121DAE4}" dt="2026-05-18T13:35:39.199" v="2501" actId="6264"/>
          <ac:spMkLst>
            <pc:docMk/>
            <pc:sldMk cId="1532016850" sldId="2010"/>
            <ac:spMk id="4" creationId="{4A08CBCE-48E4-6A13-C16A-38E5FB270E0C}"/>
          </ac:spMkLst>
        </pc:spChg>
        <pc:spChg chg="mod ord">
          <ac:chgData name="Martin Boerman" userId="c1c4d39f-d644-4cf2-a264-5f7cbaf89023" providerId="ADAL" clId="{4F35B804-FA56-5F7D-A66A-48C3F121DAE4}" dt="2026-05-18T13:35:39.199" v="2501" actId="6264"/>
          <ac:spMkLst>
            <pc:docMk/>
            <pc:sldMk cId="1532016850" sldId="2010"/>
            <ac:spMk id="5" creationId="{49B50A75-CF21-9538-EE61-6C987C979175}"/>
          </ac:spMkLst>
        </pc:spChg>
        <pc:spChg chg="mod">
          <ac:chgData name="Martin Boerman" userId="c1c4d39f-d644-4cf2-a264-5f7cbaf89023" providerId="ADAL" clId="{4F35B804-FA56-5F7D-A66A-48C3F121DAE4}" dt="2026-05-18T13:34:21.306" v="2483" actId="207"/>
          <ac:spMkLst>
            <pc:docMk/>
            <pc:sldMk cId="1532016850" sldId="2010"/>
            <ac:spMk id="8" creationId="{FF5BD665-CAB7-E865-0251-67BCDB5AE518}"/>
          </ac:spMkLst>
        </pc:spChg>
        <pc:spChg chg="mod">
          <ac:chgData name="Martin Boerman" userId="c1c4d39f-d644-4cf2-a264-5f7cbaf89023" providerId="ADAL" clId="{4F35B804-FA56-5F7D-A66A-48C3F121DAE4}" dt="2026-05-18T13:34:21.306" v="2483" actId="207"/>
          <ac:spMkLst>
            <pc:docMk/>
            <pc:sldMk cId="1532016850" sldId="2010"/>
            <ac:spMk id="9" creationId="{17B7A7D5-B584-1F9B-B4CC-9B65AD7A8E8D}"/>
          </ac:spMkLst>
        </pc:spChg>
        <pc:spChg chg="mod">
          <ac:chgData name="Martin Boerman" userId="c1c4d39f-d644-4cf2-a264-5f7cbaf89023" providerId="ADAL" clId="{4F35B804-FA56-5F7D-A66A-48C3F121DAE4}" dt="2026-05-18T13:34:21.306" v="2483" actId="207"/>
          <ac:spMkLst>
            <pc:docMk/>
            <pc:sldMk cId="1532016850" sldId="2010"/>
            <ac:spMk id="10" creationId="{6074CCE0-0194-F0EA-B27E-943120422D60}"/>
          </ac:spMkLst>
        </pc:spChg>
        <pc:spChg chg="add del mod">
          <ac:chgData name="Martin Boerman" userId="c1c4d39f-d644-4cf2-a264-5f7cbaf89023" providerId="ADAL" clId="{4F35B804-FA56-5F7D-A66A-48C3F121DAE4}" dt="2026-05-18T13:35:39.199" v="2501" actId="6264"/>
          <ac:spMkLst>
            <pc:docMk/>
            <pc:sldMk cId="1532016850" sldId="2010"/>
            <ac:spMk id="11" creationId="{D0F53442-87D1-969E-160F-E94566477D1A}"/>
          </ac:spMkLst>
        </pc:spChg>
        <pc:spChg chg="add del mod">
          <ac:chgData name="Martin Boerman" userId="c1c4d39f-d644-4cf2-a264-5f7cbaf89023" providerId="ADAL" clId="{4F35B804-FA56-5F7D-A66A-48C3F121DAE4}" dt="2026-05-18T13:35:39.199" v="2501" actId="6264"/>
          <ac:spMkLst>
            <pc:docMk/>
            <pc:sldMk cId="1532016850" sldId="2010"/>
            <ac:spMk id="12" creationId="{002E0CF4-01BD-6747-6E7F-FEBD310C2978}"/>
          </ac:spMkLst>
        </pc:spChg>
        <pc:spChg chg="add del mod">
          <ac:chgData name="Martin Boerman" userId="c1c4d39f-d644-4cf2-a264-5f7cbaf89023" providerId="ADAL" clId="{4F35B804-FA56-5F7D-A66A-48C3F121DAE4}" dt="2026-05-18T13:35:39.199" v="2501" actId="6264"/>
          <ac:spMkLst>
            <pc:docMk/>
            <pc:sldMk cId="1532016850" sldId="2010"/>
            <ac:spMk id="13" creationId="{BB58E549-133A-3F92-C308-2C82C6A2A531}"/>
          </ac:spMkLst>
        </pc:spChg>
        <pc:spChg chg="add del mod">
          <ac:chgData name="Martin Boerman" userId="c1c4d39f-d644-4cf2-a264-5f7cbaf89023" providerId="ADAL" clId="{4F35B804-FA56-5F7D-A66A-48C3F121DAE4}" dt="2026-05-18T13:35:39.199" v="2501" actId="6264"/>
          <ac:spMkLst>
            <pc:docMk/>
            <pc:sldMk cId="1532016850" sldId="2010"/>
            <ac:spMk id="14" creationId="{5B51A4A3-7C92-DEB1-D89F-768CA5B58FAB}"/>
          </ac:spMkLst>
        </pc:spChg>
        <pc:spChg chg="mod">
          <ac:chgData name="Martin Boerman" userId="c1c4d39f-d644-4cf2-a264-5f7cbaf89023" providerId="ADAL" clId="{4F35B804-FA56-5F7D-A66A-48C3F121DAE4}" dt="2026-05-13T16:31:54.877" v="224" actId="2711"/>
          <ac:spMkLst>
            <pc:docMk/>
            <pc:sldMk cId="1532016850" sldId="2010"/>
            <ac:spMk id="16" creationId="{00B23D67-C548-2B66-EA13-9434D6FD697D}"/>
          </ac:spMkLst>
        </pc:spChg>
        <pc:spChg chg="mod">
          <ac:chgData name="Martin Boerman" userId="c1c4d39f-d644-4cf2-a264-5f7cbaf89023" providerId="ADAL" clId="{4F35B804-FA56-5F7D-A66A-48C3F121DAE4}" dt="2026-05-13T16:31:54.877" v="224" actId="2711"/>
          <ac:spMkLst>
            <pc:docMk/>
            <pc:sldMk cId="1532016850" sldId="2010"/>
            <ac:spMk id="17" creationId="{BBBD1C3A-7C78-085E-9AAC-1418416B2E1B}"/>
          </ac:spMkLst>
        </pc:spChg>
        <pc:spChg chg="mod">
          <ac:chgData name="Martin Boerman" userId="c1c4d39f-d644-4cf2-a264-5f7cbaf89023" providerId="ADAL" clId="{4F35B804-FA56-5F7D-A66A-48C3F121DAE4}" dt="2026-05-13T16:31:54.877" v="224" actId="2711"/>
          <ac:spMkLst>
            <pc:docMk/>
            <pc:sldMk cId="1532016850" sldId="2010"/>
            <ac:spMk id="23" creationId="{FC69EDAD-457C-318D-A7E6-DA9C35F4FAE1}"/>
          </ac:spMkLst>
        </pc:spChg>
        <pc:spChg chg="mod">
          <ac:chgData name="Martin Boerman" userId="c1c4d39f-d644-4cf2-a264-5f7cbaf89023" providerId="ADAL" clId="{4F35B804-FA56-5F7D-A66A-48C3F121DAE4}" dt="2026-05-18T13:34:21.306" v="2483" actId="207"/>
          <ac:spMkLst>
            <pc:docMk/>
            <pc:sldMk cId="1532016850" sldId="2010"/>
            <ac:spMk id="24" creationId="{F1E7B407-491E-C161-9E2F-BB358CDF7912}"/>
          </ac:spMkLst>
        </pc:spChg>
        <pc:spChg chg="mod">
          <ac:chgData name="Martin Boerman" userId="c1c4d39f-d644-4cf2-a264-5f7cbaf89023" providerId="ADAL" clId="{4F35B804-FA56-5F7D-A66A-48C3F121DAE4}" dt="2026-05-13T16:31:54.877" v="224" actId="2711"/>
          <ac:spMkLst>
            <pc:docMk/>
            <pc:sldMk cId="1532016850" sldId="2010"/>
            <ac:spMk id="25" creationId="{C89DA33C-62C3-28D0-7E83-E5BCB3EC0D72}"/>
          </ac:spMkLst>
        </pc:spChg>
        <pc:spChg chg="mod">
          <ac:chgData name="Martin Boerman" userId="c1c4d39f-d644-4cf2-a264-5f7cbaf89023" providerId="ADAL" clId="{4F35B804-FA56-5F7D-A66A-48C3F121DAE4}" dt="2026-05-18T15:16:42.375" v="3808" actId="207"/>
          <ac:spMkLst>
            <pc:docMk/>
            <pc:sldMk cId="1532016850" sldId="2010"/>
            <ac:spMk id="26" creationId="{11022F4E-7F91-B0CF-1E9A-F01F9CA23077}"/>
          </ac:spMkLst>
        </pc:spChg>
      </pc:sldChg>
      <pc:sldChg chg="addSp delSp modSp mod modNotesTx">
        <pc:chgData name="Martin Boerman" userId="c1c4d39f-d644-4cf2-a264-5f7cbaf89023" providerId="ADAL" clId="{4F35B804-FA56-5F7D-A66A-48C3F121DAE4}" dt="2026-05-19T10:11:50.415" v="4213" actId="20577"/>
        <pc:sldMkLst>
          <pc:docMk/>
          <pc:sldMk cId="331429872" sldId="2011"/>
        </pc:sldMkLst>
        <pc:spChg chg="mod">
          <ac:chgData name="Martin Boerman" userId="c1c4d39f-d644-4cf2-a264-5f7cbaf89023" providerId="ADAL" clId="{4F35B804-FA56-5F7D-A66A-48C3F121DAE4}" dt="2026-05-13T16:22:26.767" v="119"/>
          <ac:spMkLst>
            <pc:docMk/>
            <pc:sldMk cId="331429872" sldId="2011"/>
            <ac:spMk id="3" creationId="{FD8EBEE6-089D-3692-A341-C90A7CEA81EB}"/>
          </ac:spMkLst>
        </pc:spChg>
        <pc:spChg chg="mod">
          <ac:chgData name="Martin Boerman" userId="c1c4d39f-d644-4cf2-a264-5f7cbaf89023" providerId="ADAL" clId="{4F35B804-FA56-5F7D-A66A-48C3F121DAE4}" dt="2026-05-18T13:34:44.659" v="2487" actId="108"/>
          <ac:spMkLst>
            <pc:docMk/>
            <pc:sldMk cId="331429872" sldId="2011"/>
            <ac:spMk id="4" creationId="{AE936A79-6AD8-007A-80E2-F8397B01ED8F}"/>
          </ac:spMkLst>
        </pc:spChg>
        <pc:spChg chg="mod">
          <ac:chgData name="Martin Boerman" userId="c1c4d39f-d644-4cf2-a264-5f7cbaf89023" providerId="ADAL" clId="{4F35B804-FA56-5F7D-A66A-48C3F121DAE4}" dt="2026-05-18T13:39:32.291" v="2624" actId="113"/>
          <ac:spMkLst>
            <pc:docMk/>
            <pc:sldMk cId="331429872" sldId="2011"/>
            <ac:spMk id="5" creationId="{25467FEE-6B64-E34F-E27E-DF526B047085}"/>
          </ac:spMkLst>
        </pc:spChg>
        <pc:spChg chg="mod">
          <ac:chgData name="Martin Boerman" userId="c1c4d39f-d644-4cf2-a264-5f7cbaf89023" providerId="ADAL" clId="{4F35B804-FA56-5F7D-A66A-48C3F121DAE4}" dt="2026-05-13T16:32:03.255" v="226" actId="2711"/>
          <ac:spMkLst>
            <pc:docMk/>
            <pc:sldMk cId="331429872" sldId="2011"/>
            <ac:spMk id="7" creationId="{88C42531-C38E-90CC-55B2-1CA03B964DCC}"/>
          </ac:spMkLst>
        </pc:spChg>
        <pc:spChg chg="mod">
          <ac:chgData name="Martin Boerman" userId="c1c4d39f-d644-4cf2-a264-5f7cbaf89023" providerId="ADAL" clId="{4F35B804-FA56-5F7D-A66A-48C3F121DAE4}" dt="2026-05-18T13:34:34.840" v="2485" actId="207"/>
          <ac:spMkLst>
            <pc:docMk/>
            <pc:sldMk cId="331429872" sldId="2011"/>
            <ac:spMk id="8" creationId="{21C615A6-2657-F686-ACB4-31C3780AC53F}"/>
          </ac:spMkLst>
        </pc:spChg>
        <pc:spChg chg="mod">
          <ac:chgData name="Martin Boerman" userId="c1c4d39f-d644-4cf2-a264-5f7cbaf89023" providerId="ADAL" clId="{4F35B804-FA56-5F7D-A66A-48C3F121DAE4}" dt="2026-05-18T13:34:34.840" v="2485" actId="207"/>
          <ac:spMkLst>
            <pc:docMk/>
            <pc:sldMk cId="331429872" sldId="2011"/>
            <ac:spMk id="9" creationId="{9E8041A3-4CF8-83F0-839C-439C8A2903BA}"/>
          </ac:spMkLst>
        </pc:spChg>
        <pc:spChg chg="mod">
          <ac:chgData name="Martin Boerman" userId="c1c4d39f-d644-4cf2-a264-5f7cbaf89023" providerId="ADAL" clId="{4F35B804-FA56-5F7D-A66A-48C3F121DAE4}" dt="2026-05-18T13:34:34.840" v="2485" actId="207"/>
          <ac:spMkLst>
            <pc:docMk/>
            <pc:sldMk cId="331429872" sldId="2011"/>
            <ac:spMk id="10" creationId="{1E4A6A55-D491-B64E-8117-725CFD0054C7}"/>
          </ac:spMkLst>
        </pc:spChg>
        <pc:spChg chg="add mod">
          <ac:chgData name="Martin Boerman" userId="c1c4d39f-d644-4cf2-a264-5f7cbaf89023" providerId="ADAL" clId="{4F35B804-FA56-5F7D-A66A-48C3F121DAE4}" dt="2026-05-18T10:44:47.682" v="737"/>
          <ac:spMkLst>
            <pc:docMk/>
            <pc:sldMk cId="331429872" sldId="2011"/>
            <ac:spMk id="11" creationId="{31C3A7D5-2175-B57E-3633-7D75A7D58C5C}"/>
          </ac:spMkLst>
        </pc:spChg>
        <pc:spChg chg="mod">
          <ac:chgData name="Martin Boerman" userId="c1c4d39f-d644-4cf2-a264-5f7cbaf89023" providerId="ADAL" clId="{4F35B804-FA56-5F7D-A66A-48C3F121DAE4}" dt="2026-05-13T16:32:03.255" v="226" actId="2711"/>
          <ac:spMkLst>
            <pc:docMk/>
            <pc:sldMk cId="331429872" sldId="2011"/>
            <ac:spMk id="16" creationId="{24F69592-6EC4-3A3F-03CA-A0EB53B047AF}"/>
          </ac:spMkLst>
        </pc:spChg>
        <pc:spChg chg="mod">
          <ac:chgData name="Martin Boerman" userId="c1c4d39f-d644-4cf2-a264-5f7cbaf89023" providerId="ADAL" clId="{4F35B804-FA56-5F7D-A66A-48C3F121DAE4}" dt="2026-05-13T16:32:03.255" v="226" actId="2711"/>
          <ac:spMkLst>
            <pc:docMk/>
            <pc:sldMk cId="331429872" sldId="2011"/>
            <ac:spMk id="17" creationId="{37D4889B-9E40-C9DF-1B1F-087D453F8571}"/>
          </ac:spMkLst>
        </pc:spChg>
        <pc:spChg chg="mod">
          <ac:chgData name="Martin Boerman" userId="c1c4d39f-d644-4cf2-a264-5f7cbaf89023" providerId="ADAL" clId="{4F35B804-FA56-5F7D-A66A-48C3F121DAE4}" dt="2026-05-18T13:34:34.840" v="2485" actId="207"/>
          <ac:spMkLst>
            <pc:docMk/>
            <pc:sldMk cId="331429872" sldId="2011"/>
            <ac:spMk id="24" creationId="{79D70F5D-0B0B-6234-A662-2C0A1687FCA9}"/>
          </ac:spMkLst>
        </pc:spChg>
        <pc:spChg chg="mod">
          <ac:chgData name="Martin Boerman" userId="c1c4d39f-d644-4cf2-a264-5f7cbaf89023" providerId="ADAL" clId="{4F35B804-FA56-5F7D-A66A-48C3F121DAE4}" dt="2026-05-13T16:32:03.255" v="226" actId="2711"/>
          <ac:spMkLst>
            <pc:docMk/>
            <pc:sldMk cId="331429872" sldId="2011"/>
            <ac:spMk id="25" creationId="{BDEAA53F-F465-CAD1-D039-210FAB636309}"/>
          </ac:spMkLst>
        </pc:spChg>
        <pc:spChg chg="mod">
          <ac:chgData name="Martin Boerman" userId="c1c4d39f-d644-4cf2-a264-5f7cbaf89023" providerId="ADAL" clId="{4F35B804-FA56-5F7D-A66A-48C3F121DAE4}" dt="2026-05-18T15:16:53.351" v="3809" actId="108"/>
          <ac:spMkLst>
            <pc:docMk/>
            <pc:sldMk cId="331429872" sldId="2011"/>
            <ac:spMk id="34" creationId="{1432F4D9-898D-1F7C-1B68-01CBDDFBCED8}"/>
          </ac:spMkLst>
        </pc:spChg>
      </pc:sldChg>
      <pc:sldChg chg="addSp delSp modSp del mod setBg chgLayout modNotesTx">
        <pc:chgData name="Martin Boerman" userId="c1c4d39f-d644-4cf2-a264-5f7cbaf89023" providerId="ADAL" clId="{4F35B804-FA56-5F7D-A66A-48C3F121DAE4}" dt="2026-05-19T10:16:01.374" v="4328" actId="2696"/>
        <pc:sldMkLst>
          <pc:docMk/>
          <pc:sldMk cId="1659745602" sldId="2016"/>
        </pc:sldMkLst>
        <pc:spChg chg="mod">
          <ac:chgData name="Martin Boerman" userId="c1c4d39f-d644-4cf2-a264-5f7cbaf89023" providerId="ADAL" clId="{4F35B804-FA56-5F7D-A66A-48C3F121DAE4}" dt="2026-05-18T14:08:55.343" v="3356" actId="108"/>
          <ac:spMkLst>
            <pc:docMk/>
            <pc:sldMk cId="1659745602" sldId="2016"/>
            <ac:spMk id="2" creationId="{B727BF5E-99B6-49EF-E4BA-CF8DCB737B80}"/>
          </ac:spMkLst>
        </pc:spChg>
        <pc:spChg chg="mod ord">
          <ac:chgData name="Martin Boerman" userId="c1c4d39f-d644-4cf2-a264-5f7cbaf89023" providerId="ADAL" clId="{4F35B804-FA56-5F7D-A66A-48C3F121DAE4}" dt="2026-05-19T10:14:08.298" v="4304" actId="700"/>
          <ac:spMkLst>
            <pc:docMk/>
            <pc:sldMk cId="1659745602" sldId="2016"/>
            <ac:spMk id="4" creationId="{F62980CA-BB04-6BB3-C0C8-A9D4C2BCC14F}"/>
          </ac:spMkLst>
        </pc:spChg>
        <pc:spChg chg="mod">
          <ac:chgData name="Martin Boerman" userId="c1c4d39f-d644-4cf2-a264-5f7cbaf89023" providerId="ADAL" clId="{4F35B804-FA56-5F7D-A66A-48C3F121DAE4}" dt="2026-05-18T14:10:28.958" v="3453" actId="207"/>
          <ac:spMkLst>
            <pc:docMk/>
            <pc:sldMk cId="1659745602" sldId="2016"/>
            <ac:spMk id="5" creationId="{C0978B86-C287-03A1-FB46-4DAE9843BB13}"/>
          </ac:spMkLst>
        </pc:spChg>
        <pc:spChg chg="add del mod ord">
          <ac:chgData name="Martin Boerman" userId="c1c4d39f-d644-4cf2-a264-5f7cbaf89023" providerId="ADAL" clId="{4F35B804-FA56-5F7D-A66A-48C3F121DAE4}" dt="2026-05-19T10:14:08.298" v="4304" actId="700"/>
          <ac:spMkLst>
            <pc:docMk/>
            <pc:sldMk cId="1659745602" sldId="2016"/>
            <ac:spMk id="6" creationId="{8C5DBC1F-3CAE-16CA-3765-A00513CD9675}"/>
          </ac:spMkLst>
        </pc:spChg>
        <pc:spChg chg="add mod ord">
          <ac:chgData name="Martin Boerman" userId="c1c4d39f-d644-4cf2-a264-5f7cbaf89023" providerId="ADAL" clId="{4F35B804-FA56-5F7D-A66A-48C3F121DAE4}" dt="2026-05-19T10:14:08.298" v="4304" actId="700"/>
          <ac:spMkLst>
            <pc:docMk/>
            <pc:sldMk cId="1659745602" sldId="2016"/>
            <ac:spMk id="7" creationId="{9EE3963C-6397-2D69-E949-35E25C6AE2CD}"/>
          </ac:spMkLst>
        </pc:spChg>
        <pc:spChg chg="mod topLvl">
          <ac:chgData name="Martin Boerman" userId="c1c4d39f-d644-4cf2-a264-5f7cbaf89023" providerId="ADAL" clId="{4F35B804-FA56-5F7D-A66A-48C3F121DAE4}" dt="2026-05-18T14:11:31.689" v="3468" actId="1076"/>
          <ac:spMkLst>
            <pc:docMk/>
            <pc:sldMk cId="1659745602" sldId="2016"/>
            <ac:spMk id="9" creationId="{DBAC85F2-D462-26C2-8480-06B8112AEB41}"/>
          </ac:spMkLst>
        </pc:spChg>
        <pc:spChg chg="mod">
          <ac:chgData name="Martin Boerman" userId="c1c4d39f-d644-4cf2-a264-5f7cbaf89023" providerId="ADAL" clId="{4F35B804-FA56-5F7D-A66A-48C3F121DAE4}" dt="2026-05-18T14:09:52.474" v="3377" actId="108"/>
          <ac:spMkLst>
            <pc:docMk/>
            <pc:sldMk cId="1659745602" sldId="2016"/>
            <ac:spMk id="11" creationId="{B27E223E-7F96-98A3-1BCE-3C7E3476061A}"/>
          </ac:spMkLst>
        </pc:spChg>
        <pc:spChg chg="mod">
          <ac:chgData name="Martin Boerman" userId="c1c4d39f-d644-4cf2-a264-5f7cbaf89023" providerId="ADAL" clId="{4F35B804-FA56-5F7D-A66A-48C3F121DAE4}" dt="2026-05-18T14:09:52.474" v="3377" actId="108"/>
          <ac:spMkLst>
            <pc:docMk/>
            <pc:sldMk cId="1659745602" sldId="2016"/>
            <ac:spMk id="12" creationId="{0490248B-B552-3119-224F-718F14ACB6C5}"/>
          </ac:spMkLst>
        </pc:spChg>
        <pc:spChg chg="mod topLvl">
          <ac:chgData name="Martin Boerman" userId="c1c4d39f-d644-4cf2-a264-5f7cbaf89023" providerId="ADAL" clId="{4F35B804-FA56-5F7D-A66A-48C3F121DAE4}" dt="2026-05-18T14:10:34.351" v="3455" actId="108"/>
          <ac:spMkLst>
            <pc:docMk/>
            <pc:sldMk cId="1659745602" sldId="2016"/>
            <ac:spMk id="13" creationId="{0FED46CD-0272-D4D6-12BE-438AFB4120B1}"/>
          </ac:spMkLst>
        </pc:spChg>
        <pc:spChg chg="mod topLvl">
          <ac:chgData name="Martin Boerman" userId="c1c4d39f-d644-4cf2-a264-5f7cbaf89023" providerId="ADAL" clId="{4F35B804-FA56-5F7D-A66A-48C3F121DAE4}" dt="2026-05-18T14:10:34.958" v="3456" actId="108"/>
          <ac:spMkLst>
            <pc:docMk/>
            <pc:sldMk cId="1659745602" sldId="2016"/>
            <ac:spMk id="14" creationId="{0C28EA2C-ADB2-610A-9843-B711D6BF6AD7}"/>
          </ac:spMkLst>
        </pc:spChg>
        <pc:spChg chg="mod">
          <ac:chgData name="Martin Boerman" userId="c1c4d39f-d644-4cf2-a264-5f7cbaf89023" providerId="ADAL" clId="{4F35B804-FA56-5F7D-A66A-48C3F121DAE4}" dt="2026-05-18T14:03:09.026" v="3228" actId="207"/>
          <ac:spMkLst>
            <pc:docMk/>
            <pc:sldMk cId="1659745602" sldId="2016"/>
            <ac:spMk id="19" creationId="{ABDAF8EC-3B95-C9D7-0FE9-71A7721CFF9D}"/>
          </ac:spMkLst>
        </pc:spChg>
        <pc:spChg chg="mod topLvl">
          <ac:chgData name="Martin Boerman" userId="c1c4d39f-d644-4cf2-a264-5f7cbaf89023" providerId="ADAL" clId="{4F35B804-FA56-5F7D-A66A-48C3F121DAE4}" dt="2026-05-18T14:10:35.653" v="3457" actId="108"/>
          <ac:spMkLst>
            <pc:docMk/>
            <pc:sldMk cId="1659745602" sldId="2016"/>
            <ac:spMk id="27" creationId="{70808160-862B-ECE4-6A3E-5050F5A9C883}"/>
          </ac:spMkLst>
        </pc:spChg>
        <pc:spChg chg="mod">
          <ac:chgData name="Martin Boerman" userId="c1c4d39f-d644-4cf2-a264-5f7cbaf89023" providerId="ADAL" clId="{4F35B804-FA56-5F7D-A66A-48C3F121DAE4}" dt="2026-05-18T14:09:27.427" v="3368" actId="108"/>
          <ac:spMkLst>
            <pc:docMk/>
            <pc:sldMk cId="1659745602" sldId="2016"/>
            <ac:spMk id="30" creationId="{A1A0F8C2-9323-45A0-6442-CD6CF9F3DC4F}"/>
          </ac:spMkLst>
        </pc:spChg>
        <pc:spChg chg="mod">
          <ac:chgData name="Martin Boerman" userId="c1c4d39f-d644-4cf2-a264-5f7cbaf89023" providerId="ADAL" clId="{4F35B804-FA56-5F7D-A66A-48C3F121DAE4}" dt="2026-05-18T14:09:27.427" v="3368" actId="108"/>
          <ac:spMkLst>
            <pc:docMk/>
            <pc:sldMk cId="1659745602" sldId="2016"/>
            <ac:spMk id="31" creationId="{5D327F0B-D25F-E912-D40A-438F2DD37A48}"/>
          </ac:spMkLst>
        </pc:spChg>
        <pc:spChg chg="mod">
          <ac:chgData name="Martin Boerman" userId="c1c4d39f-d644-4cf2-a264-5f7cbaf89023" providerId="ADAL" clId="{4F35B804-FA56-5F7D-A66A-48C3F121DAE4}" dt="2026-05-18T14:09:27.427" v="3368" actId="108"/>
          <ac:spMkLst>
            <pc:docMk/>
            <pc:sldMk cId="1659745602" sldId="2016"/>
            <ac:spMk id="32" creationId="{BAEEFB57-DC37-56B7-9F13-3DEE86B7E6F4}"/>
          </ac:spMkLst>
        </pc:spChg>
        <pc:spChg chg="add mod ord">
          <ac:chgData name="Martin Boerman" userId="c1c4d39f-d644-4cf2-a264-5f7cbaf89023" providerId="ADAL" clId="{4F35B804-FA56-5F7D-A66A-48C3F121DAE4}" dt="2026-05-19T10:14:08.298" v="4304" actId="700"/>
          <ac:spMkLst>
            <pc:docMk/>
            <pc:sldMk cId="1659745602" sldId="2016"/>
            <ac:spMk id="33" creationId="{87471F81-E75C-8513-38E3-F552D86D2915}"/>
          </ac:spMkLst>
        </pc:spChg>
        <pc:spChg chg="mod">
          <ac:chgData name="Martin Boerman" userId="c1c4d39f-d644-4cf2-a264-5f7cbaf89023" providerId="ADAL" clId="{4F35B804-FA56-5F7D-A66A-48C3F121DAE4}" dt="2026-05-18T14:09:28.783" v="3369" actId="108"/>
          <ac:spMkLst>
            <pc:docMk/>
            <pc:sldMk cId="1659745602" sldId="2016"/>
            <ac:spMk id="34" creationId="{5C7E45C1-1A48-CBA8-888A-1A6A9F926F5C}"/>
          </ac:spMkLst>
        </pc:spChg>
        <pc:spChg chg="mod">
          <ac:chgData name="Martin Boerman" userId="c1c4d39f-d644-4cf2-a264-5f7cbaf89023" providerId="ADAL" clId="{4F35B804-FA56-5F7D-A66A-48C3F121DAE4}" dt="2026-05-18T14:09:28.783" v="3369" actId="108"/>
          <ac:spMkLst>
            <pc:docMk/>
            <pc:sldMk cId="1659745602" sldId="2016"/>
            <ac:spMk id="35" creationId="{D04F3E43-6E0B-8BCD-7228-E5FF88C02653}"/>
          </ac:spMkLst>
        </pc:spChg>
        <pc:spChg chg="mod">
          <ac:chgData name="Martin Boerman" userId="c1c4d39f-d644-4cf2-a264-5f7cbaf89023" providerId="ADAL" clId="{4F35B804-FA56-5F7D-A66A-48C3F121DAE4}" dt="2026-05-18T14:09:30.599" v="3370" actId="108"/>
          <ac:spMkLst>
            <pc:docMk/>
            <pc:sldMk cId="1659745602" sldId="2016"/>
            <ac:spMk id="36" creationId="{4334F243-08B2-6786-25B4-FF32DB399AA8}"/>
          </ac:spMkLst>
        </pc:spChg>
        <pc:spChg chg="mod">
          <ac:chgData name="Martin Boerman" userId="c1c4d39f-d644-4cf2-a264-5f7cbaf89023" providerId="ADAL" clId="{4F35B804-FA56-5F7D-A66A-48C3F121DAE4}" dt="2026-05-18T14:09:30.599" v="3370" actId="108"/>
          <ac:spMkLst>
            <pc:docMk/>
            <pc:sldMk cId="1659745602" sldId="2016"/>
            <ac:spMk id="37" creationId="{9E687F8D-E767-F317-E2C8-5013133A3E6C}"/>
          </ac:spMkLst>
        </pc:spChg>
        <pc:spChg chg="mod">
          <ac:chgData name="Martin Boerman" userId="c1c4d39f-d644-4cf2-a264-5f7cbaf89023" providerId="ADAL" clId="{4F35B804-FA56-5F7D-A66A-48C3F121DAE4}" dt="2026-05-18T14:09:30.599" v="3370" actId="108"/>
          <ac:spMkLst>
            <pc:docMk/>
            <pc:sldMk cId="1659745602" sldId="2016"/>
            <ac:spMk id="38" creationId="{36312CC0-E81D-1F88-7500-78BCB99C111F}"/>
          </ac:spMkLst>
        </pc:spChg>
        <pc:spChg chg="mod">
          <ac:chgData name="Martin Boerman" userId="c1c4d39f-d644-4cf2-a264-5f7cbaf89023" providerId="ADAL" clId="{4F35B804-FA56-5F7D-A66A-48C3F121DAE4}" dt="2026-05-18T14:09:31.933" v="3371" actId="108"/>
          <ac:spMkLst>
            <pc:docMk/>
            <pc:sldMk cId="1659745602" sldId="2016"/>
            <ac:spMk id="39" creationId="{50BA0F96-2A00-CE63-9D2F-2D16A95C2D15}"/>
          </ac:spMkLst>
        </pc:spChg>
        <pc:spChg chg="mod">
          <ac:chgData name="Martin Boerman" userId="c1c4d39f-d644-4cf2-a264-5f7cbaf89023" providerId="ADAL" clId="{4F35B804-FA56-5F7D-A66A-48C3F121DAE4}" dt="2026-05-18T14:09:31.933" v="3371" actId="108"/>
          <ac:spMkLst>
            <pc:docMk/>
            <pc:sldMk cId="1659745602" sldId="2016"/>
            <ac:spMk id="40" creationId="{CE1D0E13-4B48-1770-693F-792379748CC8}"/>
          </ac:spMkLst>
        </pc:spChg>
        <pc:spChg chg="mod">
          <ac:chgData name="Martin Boerman" userId="c1c4d39f-d644-4cf2-a264-5f7cbaf89023" providerId="ADAL" clId="{4F35B804-FA56-5F7D-A66A-48C3F121DAE4}" dt="2026-05-18T14:02:59.949" v="3226" actId="207"/>
          <ac:spMkLst>
            <pc:docMk/>
            <pc:sldMk cId="1659745602" sldId="2016"/>
            <ac:spMk id="46" creationId="{A31936F0-9E5C-E499-ABD8-64AAF5C184BD}"/>
          </ac:spMkLst>
        </pc:spChg>
        <pc:spChg chg="mod">
          <ac:chgData name="Martin Boerman" userId="c1c4d39f-d644-4cf2-a264-5f7cbaf89023" providerId="ADAL" clId="{4F35B804-FA56-5F7D-A66A-48C3F121DAE4}" dt="2026-05-18T14:06:54.423" v="3288" actId="108"/>
          <ac:spMkLst>
            <pc:docMk/>
            <pc:sldMk cId="1659745602" sldId="2016"/>
            <ac:spMk id="52" creationId="{9E752103-7BCC-D47D-0E41-3D3118080490}"/>
          </ac:spMkLst>
        </pc:spChg>
        <pc:spChg chg="mod ord">
          <ac:chgData name="Martin Boerman" userId="c1c4d39f-d644-4cf2-a264-5f7cbaf89023" providerId="ADAL" clId="{4F35B804-FA56-5F7D-A66A-48C3F121DAE4}" dt="2026-05-19T10:14:08.298" v="4304" actId="700"/>
          <ac:spMkLst>
            <pc:docMk/>
            <pc:sldMk cId="1659745602" sldId="2016"/>
            <ac:spMk id="169" creationId="{BC78F56D-3B9B-285C-51D5-D64BCFD4ED90}"/>
          </ac:spMkLst>
        </pc:spChg>
        <pc:spChg chg="mod ord">
          <ac:chgData name="Martin Boerman" userId="c1c4d39f-d644-4cf2-a264-5f7cbaf89023" providerId="ADAL" clId="{4F35B804-FA56-5F7D-A66A-48C3F121DAE4}" dt="2026-05-19T10:14:08.298" v="4304" actId="700"/>
          <ac:spMkLst>
            <pc:docMk/>
            <pc:sldMk cId="1659745602" sldId="2016"/>
            <ac:spMk id="170" creationId="{8A7018F4-6ACE-298D-AE34-CBEDCC026F34}"/>
          </ac:spMkLst>
        </pc:spChg>
        <pc:grpChg chg="add">
          <ac:chgData name="Martin Boerman" userId="c1c4d39f-d644-4cf2-a264-5f7cbaf89023" providerId="ADAL" clId="{4F35B804-FA56-5F7D-A66A-48C3F121DAE4}" dt="2026-05-18T14:11:41.832" v="3469" actId="164"/>
          <ac:grpSpMkLst>
            <pc:docMk/>
            <pc:sldMk cId="1659745602" sldId="2016"/>
            <ac:grpSpMk id="3" creationId="{A5DFB4D4-7359-80FD-0836-06224015B058}"/>
          </ac:grpSpMkLst>
        </pc:grpChg>
        <pc:grpChg chg="del mod">
          <ac:chgData name="Martin Boerman" userId="c1c4d39f-d644-4cf2-a264-5f7cbaf89023" providerId="ADAL" clId="{4F35B804-FA56-5F7D-A66A-48C3F121DAE4}" dt="2026-05-18T14:09:16.123" v="3359" actId="165"/>
          <ac:grpSpMkLst>
            <pc:docMk/>
            <pc:sldMk cId="1659745602" sldId="2016"/>
            <ac:grpSpMk id="6" creationId="{1F44224B-F24D-C427-53AD-5E37EBAF3383}"/>
          </ac:grpSpMkLst>
        </pc:grpChg>
        <pc:grpChg chg="del mod">
          <ac:chgData name="Martin Boerman" userId="c1c4d39f-d644-4cf2-a264-5f7cbaf89023" providerId="ADAL" clId="{4F35B804-FA56-5F7D-A66A-48C3F121DAE4}" dt="2026-05-18T14:09:16.123" v="3359" actId="165"/>
          <ac:grpSpMkLst>
            <pc:docMk/>
            <pc:sldMk cId="1659745602" sldId="2016"/>
            <ac:grpSpMk id="7" creationId="{5E3456A8-CC1F-BB43-8D8C-7D6557414C9D}"/>
          </ac:grpSpMkLst>
        </pc:grpChg>
        <pc:grpChg chg="del mod">
          <ac:chgData name="Martin Boerman" userId="c1c4d39f-d644-4cf2-a264-5f7cbaf89023" providerId="ADAL" clId="{4F35B804-FA56-5F7D-A66A-48C3F121DAE4}" dt="2026-05-18T14:09:16.123" v="3359" actId="165"/>
          <ac:grpSpMkLst>
            <pc:docMk/>
            <pc:sldMk cId="1659745602" sldId="2016"/>
            <ac:grpSpMk id="8" creationId="{24A25421-1B5F-3753-AFD8-FEDCF2499C6D}"/>
          </ac:grpSpMkLst>
        </pc:grpChg>
        <pc:grpChg chg="add">
          <ac:chgData name="Martin Boerman" userId="c1c4d39f-d644-4cf2-a264-5f7cbaf89023" providerId="ADAL" clId="{4F35B804-FA56-5F7D-A66A-48C3F121DAE4}" dt="2026-05-18T14:11:45.691" v="3470" actId="164"/>
          <ac:grpSpMkLst>
            <pc:docMk/>
            <pc:sldMk cId="1659745602" sldId="2016"/>
            <ac:grpSpMk id="10" creationId="{8AC073D1-A121-9637-5972-93B3E732FF8C}"/>
          </ac:grpSpMkLst>
        </pc:grpChg>
        <pc:grpChg chg="del mod">
          <ac:chgData name="Martin Boerman" userId="c1c4d39f-d644-4cf2-a264-5f7cbaf89023" providerId="ADAL" clId="{4F35B804-FA56-5F7D-A66A-48C3F121DAE4}" dt="2026-05-18T14:09:16.123" v="3359" actId="165"/>
          <ac:grpSpMkLst>
            <pc:docMk/>
            <pc:sldMk cId="1659745602" sldId="2016"/>
            <ac:grpSpMk id="15" creationId="{6D345AE2-E02E-D32F-9CBD-7FC86770FA07}"/>
          </ac:grpSpMkLst>
        </pc:grpChg>
        <pc:grpChg chg="mod">
          <ac:chgData name="Martin Boerman" userId="c1c4d39f-d644-4cf2-a264-5f7cbaf89023" providerId="ADAL" clId="{4F35B804-FA56-5F7D-A66A-48C3F121DAE4}" dt="2026-05-18T14:10:58.301" v="3460" actId="1076"/>
          <ac:grpSpMkLst>
            <pc:docMk/>
            <pc:sldMk cId="1659745602" sldId="2016"/>
            <ac:grpSpMk id="16" creationId="{2EB7272D-F604-D956-AAE5-B2981212C033}"/>
          </ac:grpSpMkLst>
        </pc:grpChg>
        <pc:grpChg chg="add">
          <ac:chgData name="Martin Boerman" userId="c1c4d39f-d644-4cf2-a264-5f7cbaf89023" providerId="ADAL" clId="{4F35B804-FA56-5F7D-A66A-48C3F121DAE4}" dt="2026-05-18T14:11:48.235" v="3471" actId="164"/>
          <ac:grpSpMkLst>
            <pc:docMk/>
            <pc:sldMk cId="1659745602" sldId="2016"/>
            <ac:grpSpMk id="17" creationId="{1C420580-E2E4-EFCD-B976-4728602A1330}"/>
          </ac:grpSpMkLst>
        </pc:grpChg>
        <pc:grpChg chg="add">
          <ac:chgData name="Martin Boerman" userId="c1c4d39f-d644-4cf2-a264-5f7cbaf89023" providerId="ADAL" clId="{4F35B804-FA56-5F7D-A66A-48C3F121DAE4}" dt="2026-05-18T14:11:50.944" v="3472" actId="164"/>
          <ac:grpSpMkLst>
            <pc:docMk/>
            <pc:sldMk cId="1659745602" sldId="2016"/>
            <ac:grpSpMk id="18" creationId="{41C635E3-03AB-FE35-7B62-DB62E233D997}"/>
          </ac:grpSpMkLst>
        </pc:grpChg>
        <pc:grpChg chg="mod">
          <ac:chgData name="Martin Boerman" userId="c1c4d39f-d644-4cf2-a264-5f7cbaf89023" providerId="ADAL" clId="{4F35B804-FA56-5F7D-A66A-48C3F121DAE4}" dt="2026-05-18T14:11:31.689" v="3468" actId="1076"/>
          <ac:grpSpMkLst>
            <pc:docMk/>
            <pc:sldMk cId="1659745602" sldId="2016"/>
            <ac:grpSpMk id="22" creationId="{1BF8A6A9-6A5F-3E6F-8302-59A7894DA250}"/>
          </ac:grpSpMkLst>
        </pc:grpChg>
        <pc:grpChg chg="topLvl">
          <ac:chgData name="Martin Boerman" userId="c1c4d39f-d644-4cf2-a264-5f7cbaf89023" providerId="ADAL" clId="{4F35B804-FA56-5F7D-A66A-48C3F121DAE4}" dt="2026-05-18T14:09:16.123" v="3359" actId="165"/>
          <ac:grpSpMkLst>
            <pc:docMk/>
            <pc:sldMk cId="1659745602" sldId="2016"/>
            <ac:grpSpMk id="25" creationId="{1A7CBC52-328C-B2D0-C7F6-04728E853D42}"/>
          </ac:grpSpMkLst>
        </pc:grpChg>
        <pc:grpChg chg="topLvl">
          <ac:chgData name="Martin Boerman" userId="c1c4d39f-d644-4cf2-a264-5f7cbaf89023" providerId="ADAL" clId="{4F35B804-FA56-5F7D-A66A-48C3F121DAE4}" dt="2026-05-18T14:09:16.123" v="3359" actId="165"/>
          <ac:grpSpMkLst>
            <pc:docMk/>
            <pc:sldMk cId="1659745602" sldId="2016"/>
            <ac:grpSpMk id="26" creationId="{580DDB05-E7F6-E9B6-6EB5-93816E666A05}"/>
          </ac:grpSpMkLst>
        </pc:grpChg>
        <pc:graphicFrameChg chg="mod modGraphic">
          <ac:chgData name="Martin Boerman" userId="c1c4d39f-d644-4cf2-a264-5f7cbaf89023" providerId="ADAL" clId="{4F35B804-FA56-5F7D-A66A-48C3F121DAE4}" dt="2026-05-18T14:08:25.704" v="3344" actId="171"/>
          <ac:graphicFrameMkLst>
            <pc:docMk/>
            <pc:sldMk cId="1659745602" sldId="2016"/>
            <ac:graphicFrameMk id="20" creationId="{4348BD50-B7D4-1657-172B-FF11CBC247D8}"/>
          </ac:graphicFrameMkLst>
        </pc:graphicFrameChg>
        <pc:picChg chg="mod">
          <ac:chgData name="Martin Boerman" userId="c1c4d39f-d644-4cf2-a264-5f7cbaf89023" providerId="ADAL" clId="{4F35B804-FA56-5F7D-A66A-48C3F121DAE4}" dt="2026-05-18T14:07:01.930" v="3303" actId="1038"/>
          <ac:picMkLst>
            <pc:docMk/>
            <pc:sldMk cId="1659745602" sldId="2016"/>
            <ac:picMk id="58" creationId="{22A25979-9B27-41E5-42F3-4829A8820D0D}"/>
          </ac:picMkLst>
        </pc:picChg>
      </pc:sldChg>
      <pc:sldChg chg="addSp delSp modSp del mod chgLayout">
        <pc:chgData name="Martin Boerman" userId="c1c4d39f-d644-4cf2-a264-5f7cbaf89023" providerId="ADAL" clId="{4F35B804-FA56-5F7D-A66A-48C3F121DAE4}" dt="2026-05-18T13:40:02.367" v="2632" actId="2696"/>
        <pc:sldMkLst>
          <pc:docMk/>
          <pc:sldMk cId="1150897356" sldId="2184"/>
        </pc:sldMkLst>
        <pc:spChg chg="add del mod ord">
          <ac:chgData name="Martin Boerman" userId="c1c4d39f-d644-4cf2-a264-5f7cbaf89023" providerId="ADAL" clId="{4F35B804-FA56-5F7D-A66A-48C3F121DAE4}" dt="2026-05-18T11:56:43.542" v="2291" actId="700"/>
          <ac:spMkLst>
            <pc:docMk/>
            <pc:sldMk cId="1150897356" sldId="2184"/>
            <ac:spMk id="3" creationId="{2075F89E-D46A-8B9A-5488-AFDDA616C352}"/>
          </ac:spMkLst>
        </pc:spChg>
        <pc:spChg chg="mod ord">
          <ac:chgData name="Martin Boerman" userId="c1c4d39f-d644-4cf2-a264-5f7cbaf89023" providerId="ADAL" clId="{4F35B804-FA56-5F7D-A66A-48C3F121DAE4}" dt="2026-05-18T11:56:43.542" v="2291" actId="700"/>
          <ac:spMkLst>
            <pc:docMk/>
            <pc:sldMk cId="1150897356" sldId="2184"/>
            <ac:spMk id="4" creationId="{B5F5EE4F-BA36-EEBF-BA2F-29E8865194E5}"/>
          </ac:spMkLst>
        </pc:spChg>
        <pc:spChg chg="mod ord">
          <ac:chgData name="Martin Boerman" userId="c1c4d39f-d644-4cf2-a264-5f7cbaf89023" providerId="ADAL" clId="{4F35B804-FA56-5F7D-A66A-48C3F121DAE4}" dt="2026-05-18T11:56:43.542" v="2291" actId="700"/>
          <ac:spMkLst>
            <pc:docMk/>
            <pc:sldMk cId="1150897356" sldId="2184"/>
            <ac:spMk id="5" creationId="{35FAE676-1E79-98D7-3514-335462A7999D}"/>
          </ac:spMkLst>
        </pc:spChg>
        <pc:spChg chg="mod ord">
          <ac:chgData name="Martin Boerman" userId="c1c4d39f-d644-4cf2-a264-5f7cbaf89023" providerId="ADAL" clId="{4F35B804-FA56-5F7D-A66A-48C3F121DAE4}" dt="2026-05-18T11:56:43.542" v="2291" actId="700"/>
          <ac:spMkLst>
            <pc:docMk/>
            <pc:sldMk cId="1150897356" sldId="2184"/>
            <ac:spMk id="63" creationId="{4470666D-AB22-177C-6C7A-D16FF6FB971C}"/>
          </ac:spMkLst>
        </pc:spChg>
        <pc:spChg chg="mod ord">
          <ac:chgData name="Martin Boerman" userId="c1c4d39f-d644-4cf2-a264-5f7cbaf89023" providerId="ADAL" clId="{4F35B804-FA56-5F7D-A66A-48C3F121DAE4}" dt="2026-05-18T11:56:43.542" v="2291" actId="700"/>
          <ac:spMkLst>
            <pc:docMk/>
            <pc:sldMk cId="1150897356" sldId="2184"/>
            <ac:spMk id="70" creationId="{3EF7774A-211E-088E-C9B6-6A86C440503F}"/>
          </ac:spMkLst>
        </pc:spChg>
        <pc:spChg chg="mod">
          <ac:chgData name="Martin Boerman" userId="c1c4d39f-d644-4cf2-a264-5f7cbaf89023" providerId="ADAL" clId="{4F35B804-FA56-5F7D-A66A-48C3F121DAE4}" dt="2026-05-18T11:58:35.078" v="2330" actId="207"/>
          <ac:spMkLst>
            <pc:docMk/>
            <pc:sldMk cId="1150897356" sldId="2184"/>
            <ac:spMk id="72" creationId="{D5037DEE-D3A7-543A-B3E5-6F22ECB1E9B3}"/>
          </ac:spMkLst>
        </pc:spChg>
      </pc:sldChg>
      <pc:sldChg chg="addSp delSp modSp mod chgLayout modNotesTx">
        <pc:chgData name="Martin Boerman" userId="c1c4d39f-d644-4cf2-a264-5f7cbaf89023" providerId="ADAL" clId="{4F35B804-FA56-5F7D-A66A-48C3F121DAE4}" dt="2026-05-19T10:10:46.632" v="4179" actId="5793"/>
        <pc:sldMkLst>
          <pc:docMk/>
          <pc:sldMk cId="2875754272" sldId="11288"/>
        </pc:sldMkLst>
        <pc:spChg chg="mod ord">
          <ac:chgData name="Martin Boerman" userId="c1c4d39f-d644-4cf2-a264-5f7cbaf89023" providerId="ADAL" clId="{4F35B804-FA56-5F7D-A66A-48C3F121DAE4}" dt="2026-05-18T10:44:47.682" v="737"/>
          <ac:spMkLst>
            <pc:docMk/>
            <pc:sldMk cId="2875754272" sldId="11288"/>
            <ac:spMk id="2" creationId="{77C30E21-03D0-E176-48CC-E0A928A30286}"/>
          </ac:spMkLst>
        </pc:spChg>
        <pc:spChg chg="mod ord">
          <ac:chgData name="Martin Boerman" userId="c1c4d39f-d644-4cf2-a264-5f7cbaf89023" providerId="ADAL" clId="{4F35B804-FA56-5F7D-A66A-48C3F121DAE4}" dt="2026-05-18T10:44:47.682" v="737"/>
          <ac:spMkLst>
            <pc:docMk/>
            <pc:sldMk cId="2875754272" sldId="11288"/>
            <ac:spMk id="5" creationId="{CA8F2885-3B34-E982-B629-94D557507614}"/>
          </ac:spMkLst>
        </pc:spChg>
        <pc:spChg chg="mod ord">
          <ac:chgData name="Martin Boerman" userId="c1c4d39f-d644-4cf2-a264-5f7cbaf89023" providerId="ADAL" clId="{4F35B804-FA56-5F7D-A66A-48C3F121DAE4}" dt="2026-05-18T10:44:47.682" v="737"/>
          <ac:spMkLst>
            <pc:docMk/>
            <pc:sldMk cId="2875754272" sldId="11288"/>
            <ac:spMk id="6" creationId="{2023B51F-B4CF-A232-65A9-E0C75114AED6}"/>
          </ac:spMkLst>
        </pc:spChg>
        <pc:spChg chg="add mod">
          <ac:chgData name="Martin Boerman" userId="c1c4d39f-d644-4cf2-a264-5f7cbaf89023" providerId="ADAL" clId="{4F35B804-FA56-5F7D-A66A-48C3F121DAE4}" dt="2026-05-18T10:44:47.682" v="737"/>
          <ac:spMkLst>
            <pc:docMk/>
            <pc:sldMk cId="2875754272" sldId="11288"/>
            <ac:spMk id="40" creationId="{A1C8AC63-050C-B2D3-DBB2-62323258B98E}"/>
          </ac:spMkLst>
        </pc:spChg>
      </pc:sldChg>
      <pc:sldChg chg="addSp delSp modSp mod chgLayout modNotesTx">
        <pc:chgData name="Martin Boerman" userId="c1c4d39f-d644-4cf2-a264-5f7cbaf89023" providerId="ADAL" clId="{4F35B804-FA56-5F7D-A66A-48C3F121DAE4}" dt="2026-05-19T10:13:31.259" v="4301" actId="33524"/>
        <pc:sldMkLst>
          <pc:docMk/>
          <pc:sldMk cId="1856569133" sldId="11330"/>
        </pc:sldMkLst>
        <pc:spChg chg="mod ord">
          <ac:chgData name="Martin Boerman" userId="c1c4d39f-d644-4cf2-a264-5f7cbaf89023" providerId="ADAL" clId="{4F35B804-FA56-5F7D-A66A-48C3F121DAE4}" dt="2026-05-18T10:44:47.682" v="737"/>
          <ac:spMkLst>
            <pc:docMk/>
            <pc:sldMk cId="1856569133" sldId="11330"/>
            <ac:spMk id="3" creationId="{2C04ABE8-C279-D9E6-AC8C-52F1BD5E75F8}"/>
          </ac:spMkLst>
        </pc:spChg>
        <pc:spChg chg="mod ord">
          <ac:chgData name="Martin Boerman" userId="c1c4d39f-d644-4cf2-a264-5f7cbaf89023" providerId="ADAL" clId="{4F35B804-FA56-5F7D-A66A-48C3F121DAE4}" dt="2026-05-18T10:44:47.682" v="737"/>
          <ac:spMkLst>
            <pc:docMk/>
            <pc:sldMk cId="1856569133" sldId="11330"/>
            <ac:spMk id="4" creationId="{29657FF3-6619-08B7-D7FA-29D9470046D2}"/>
          </ac:spMkLst>
        </pc:spChg>
        <pc:spChg chg="mod ord">
          <ac:chgData name="Martin Boerman" userId="c1c4d39f-d644-4cf2-a264-5f7cbaf89023" providerId="ADAL" clId="{4F35B804-FA56-5F7D-A66A-48C3F121DAE4}" dt="2026-05-18T10:44:47.682" v="737"/>
          <ac:spMkLst>
            <pc:docMk/>
            <pc:sldMk cId="1856569133" sldId="11330"/>
            <ac:spMk id="5" creationId="{B1B92D6C-0D69-FCB1-5EE4-95B2A83103D0}"/>
          </ac:spMkLst>
        </pc:spChg>
        <pc:spChg chg="mod">
          <ac:chgData name="Martin Boerman" userId="c1c4d39f-d644-4cf2-a264-5f7cbaf89023" providerId="ADAL" clId="{4F35B804-FA56-5F7D-A66A-48C3F121DAE4}" dt="2026-05-13T16:32:44.731" v="229" actId="2711"/>
          <ac:spMkLst>
            <pc:docMk/>
            <pc:sldMk cId="1856569133" sldId="11330"/>
            <ac:spMk id="7" creationId="{98F1D6A9-6AA2-B77F-75EA-F5693038D876}"/>
          </ac:spMkLst>
        </pc:spChg>
        <pc:spChg chg="mod ord">
          <ac:chgData name="Martin Boerman" userId="c1c4d39f-d644-4cf2-a264-5f7cbaf89023" providerId="ADAL" clId="{4F35B804-FA56-5F7D-A66A-48C3F121DAE4}" dt="2026-05-13T16:33:23.645" v="240" actId="14100"/>
          <ac:spMkLst>
            <pc:docMk/>
            <pc:sldMk cId="1856569133" sldId="11330"/>
            <ac:spMk id="8" creationId="{14C925DB-E118-F4E3-AF41-5BD45439B8AD}"/>
          </ac:spMkLst>
        </pc:spChg>
        <pc:spChg chg="mod">
          <ac:chgData name="Martin Boerman" userId="c1c4d39f-d644-4cf2-a264-5f7cbaf89023" providerId="ADAL" clId="{4F35B804-FA56-5F7D-A66A-48C3F121DAE4}" dt="2026-05-13T16:32:44.731" v="229" actId="2711"/>
          <ac:spMkLst>
            <pc:docMk/>
            <pc:sldMk cId="1856569133" sldId="11330"/>
            <ac:spMk id="9" creationId="{0C899634-9D42-069D-8642-EC64A877D766}"/>
          </ac:spMkLst>
        </pc:spChg>
        <pc:spChg chg="mod">
          <ac:chgData name="Martin Boerman" userId="c1c4d39f-d644-4cf2-a264-5f7cbaf89023" providerId="ADAL" clId="{4F35B804-FA56-5F7D-A66A-48C3F121DAE4}" dt="2026-05-13T16:32:44.731" v="229" actId="2711"/>
          <ac:spMkLst>
            <pc:docMk/>
            <pc:sldMk cId="1856569133" sldId="11330"/>
            <ac:spMk id="10" creationId="{C4DC25EC-B24A-5D12-8A8F-843FC11DA1F0}"/>
          </ac:spMkLst>
        </pc:spChg>
        <pc:spChg chg="mod">
          <ac:chgData name="Martin Boerman" userId="c1c4d39f-d644-4cf2-a264-5f7cbaf89023" providerId="ADAL" clId="{4F35B804-FA56-5F7D-A66A-48C3F121DAE4}" dt="2026-05-13T16:32:44.731" v="229" actId="2711"/>
          <ac:spMkLst>
            <pc:docMk/>
            <pc:sldMk cId="1856569133" sldId="11330"/>
            <ac:spMk id="12" creationId="{6B7B3571-B154-08F5-EAB8-EDBD315AC933}"/>
          </ac:spMkLst>
        </pc:spChg>
        <pc:spChg chg="mod">
          <ac:chgData name="Martin Boerman" userId="c1c4d39f-d644-4cf2-a264-5f7cbaf89023" providerId="ADAL" clId="{4F35B804-FA56-5F7D-A66A-48C3F121DAE4}" dt="2026-05-13T16:32:44.731" v="229" actId="2711"/>
          <ac:spMkLst>
            <pc:docMk/>
            <pc:sldMk cId="1856569133" sldId="11330"/>
            <ac:spMk id="30" creationId="{D9EF6390-5FE2-830E-BA6B-5297C426F1C3}"/>
          </ac:spMkLst>
        </pc:spChg>
        <pc:spChg chg="add mod">
          <ac:chgData name="Martin Boerman" userId="c1c4d39f-d644-4cf2-a264-5f7cbaf89023" providerId="ADAL" clId="{4F35B804-FA56-5F7D-A66A-48C3F121DAE4}" dt="2026-05-18T10:44:47.682" v="737"/>
          <ac:spMkLst>
            <pc:docMk/>
            <pc:sldMk cId="1856569133" sldId="11330"/>
            <ac:spMk id="34" creationId="{A28CD23F-10F5-214A-BEC3-61BCF6895437}"/>
          </ac:spMkLst>
        </pc:spChg>
        <pc:graphicFrameChg chg="modGraphic">
          <ac:chgData name="Martin Boerman" userId="c1c4d39f-d644-4cf2-a264-5f7cbaf89023" providerId="ADAL" clId="{4F35B804-FA56-5F7D-A66A-48C3F121DAE4}" dt="2026-05-18T14:18:21.334" v="3600" actId="207"/>
          <ac:graphicFrameMkLst>
            <pc:docMk/>
            <pc:sldMk cId="1856569133" sldId="11330"/>
            <ac:graphicFrameMk id="6" creationId="{5EC81CC7-8162-6B1C-495A-A6286EDF4C96}"/>
          </ac:graphicFrameMkLst>
        </pc:graphicFrameChg>
      </pc:sldChg>
      <pc:sldChg chg="addSp delSp modSp mod chgLayout modNotesTx">
        <pc:chgData name="Martin Boerman" userId="c1c4d39f-d644-4cf2-a264-5f7cbaf89023" providerId="ADAL" clId="{4F35B804-FA56-5F7D-A66A-48C3F121DAE4}" dt="2026-05-19T10:11:42.006" v="4198" actId="33524"/>
        <pc:sldMkLst>
          <pc:docMk/>
          <pc:sldMk cId="2209452064" sldId="11394"/>
        </pc:sldMkLst>
        <pc:spChg chg="mod ord">
          <ac:chgData name="Martin Boerman" userId="c1c4d39f-d644-4cf2-a264-5f7cbaf89023" providerId="ADAL" clId="{4F35B804-FA56-5F7D-A66A-48C3F121DAE4}" dt="2026-05-18T10:44:47.682" v="737"/>
          <ac:spMkLst>
            <pc:docMk/>
            <pc:sldMk cId="2209452064" sldId="11394"/>
            <ac:spMk id="2" creationId="{72B1AA20-5D92-4ACB-8694-AFA2A56D3948}"/>
          </ac:spMkLst>
        </pc:spChg>
        <pc:spChg chg="mod">
          <ac:chgData name="Martin Boerman" userId="c1c4d39f-d644-4cf2-a264-5f7cbaf89023" providerId="ADAL" clId="{4F35B804-FA56-5F7D-A66A-48C3F121DAE4}" dt="2026-05-18T13:37:49.071" v="2616" actId="692"/>
          <ac:spMkLst>
            <pc:docMk/>
            <pc:sldMk cId="2209452064" sldId="11394"/>
            <ac:spMk id="10" creationId="{DD9C1E99-12FA-EBBB-8F43-FD9A6A738FB3}"/>
          </ac:spMkLst>
        </pc:spChg>
        <pc:spChg chg="mod ord">
          <ac:chgData name="Martin Boerman" userId="c1c4d39f-d644-4cf2-a264-5f7cbaf89023" providerId="ADAL" clId="{4F35B804-FA56-5F7D-A66A-48C3F121DAE4}" dt="2026-05-18T10:44:47.682" v="737"/>
          <ac:spMkLst>
            <pc:docMk/>
            <pc:sldMk cId="2209452064" sldId="11394"/>
            <ac:spMk id="16" creationId="{A49DECDC-D2A6-44D4-EAD9-E018E7E625AA}"/>
          </ac:spMkLst>
        </pc:spChg>
        <pc:spChg chg="mod ord">
          <ac:chgData name="Martin Boerman" userId="c1c4d39f-d644-4cf2-a264-5f7cbaf89023" providerId="ADAL" clId="{4F35B804-FA56-5F7D-A66A-48C3F121DAE4}" dt="2026-05-18T10:44:47.682" v="737"/>
          <ac:spMkLst>
            <pc:docMk/>
            <pc:sldMk cId="2209452064" sldId="11394"/>
            <ac:spMk id="17" creationId="{201DDDD2-DA8F-47F7-F1AB-C656B7F7641C}"/>
          </ac:spMkLst>
        </pc:spChg>
        <pc:spChg chg="mod">
          <ac:chgData name="Martin Boerman" userId="c1c4d39f-d644-4cf2-a264-5f7cbaf89023" providerId="ADAL" clId="{4F35B804-FA56-5F7D-A66A-48C3F121DAE4}" dt="2026-05-18T13:37:49.071" v="2616" actId="692"/>
          <ac:spMkLst>
            <pc:docMk/>
            <pc:sldMk cId="2209452064" sldId="11394"/>
            <ac:spMk id="21" creationId="{B659F6A8-A673-0A9C-A1B3-F382F0434C4C}"/>
          </ac:spMkLst>
        </pc:spChg>
        <pc:spChg chg="mod">
          <ac:chgData name="Martin Boerman" userId="c1c4d39f-d644-4cf2-a264-5f7cbaf89023" providerId="ADAL" clId="{4F35B804-FA56-5F7D-A66A-48C3F121DAE4}" dt="2026-05-18T13:37:49.071" v="2616" actId="692"/>
          <ac:spMkLst>
            <pc:docMk/>
            <pc:sldMk cId="2209452064" sldId="11394"/>
            <ac:spMk id="22" creationId="{01B6F40A-D941-D662-B986-01AE8191B15D}"/>
          </ac:spMkLst>
        </pc:spChg>
        <pc:spChg chg="mod">
          <ac:chgData name="Martin Boerman" userId="c1c4d39f-d644-4cf2-a264-5f7cbaf89023" providerId="ADAL" clId="{4F35B804-FA56-5F7D-A66A-48C3F121DAE4}" dt="2026-05-18T13:37:49.071" v="2616" actId="692"/>
          <ac:spMkLst>
            <pc:docMk/>
            <pc:sldMk cId="2209452064" sldId="11394"/>
            <ac:spMk id="23" creationId="{C5697C66-3A15-D459-3D27-F256D4839B51}"/>
          </ac:spMkLst>
        </pc:spChg>
        <pc:spChg chg="mod">
          <ac:chgData name="Martin Boerman" userId="c1c4d39f-d644-4cf2-a264-5f7cbaf89023" providerId="ADAL" clId="{4F35B804-FA56-5F7D-A66A-48C3F121DAE4}" dt="2026-05-18T13:37:49.071" v="2616" actId="692"/>
          <ac:spMkLst>
            <pc:docMk/>
            <pc:sldMk cId="2209452064" sldId="11394"/>
            <ac:spMk id="24" creationId="{8B5A0131-A470-60F6-4CE8-D7B7746B9737}"/>
          </ac:spMkLst>
        </pc:spChg>
        <pc:spChg chg="mod">
          <ac:chgData name="Martin Boerman" userId="c1c4d39f-d644-4cf2-a264-5f7cbaf89023" providerId="ADAL" clId="{4F35B804-FA56-5F7D-A66A-48C3F121DAE4}" dt="2026-05-18T15:04:54.932" v="3751" actId="113"/>
          <ac:spMkLst>
            <pc:docMk/>
            <pc:sldMk cId="2209452064" sldId="11394"/>
            <ac:spMk id="25" creationId="{6A214DA1-21AC-CB54-8885-268F55934D9A}"/>
          </ac:spMkLst>
        </pc:spChg>
        <pc:spChg chg="mod">
          <ac:chgData name="Martin Boerman" userId="c1c4d39f-d644-4cf2-a264-5f7cbaf89023" providerId="ADAL" clId="{4F35B804-FA56-5F7D-A66A-48C3F121DAE4}" dt="2026-05-13T16:31:59.520" v="225" actId="2711"/>
          <ac:spMkLst>
            <pc:docMk/>
            <pc:sldMk cId="2209452064" sldId="11394"/>
            <ac:spMk id="26" creationId="{3C064188-8D2E-E6DB-CEA1-90C74176B0E2}"/>
          </ac:spMkLst>
        </pc:spChg>
        <pc:spChg chg="mod">
          <ac:chgData name="Martin Boerman" userId="c1c4d39f-d644-4cf2-a264-5f7cbaf89023" providerId="ADAL" clId="{4F35B804-FA56-5F7D-A66A-48C3F121DAE4}" dt="2026-05-13T16:31:59.520" v="225" actId="2711"/>
          <ac:spMkLst>
            <pc:docMk/>
            <pc:sldMk cId="2209452064" sldId="11394"/>
            <ac:spMk id="27" creationId="{F79A5C80-18ED-D98C-0E78-B31D0C0E8B8E}"/>
          </ac:spMkLst>
        </pc:spChg>
        <pc:spChg chg="mod">
          <ac:chgData name="Martin Boerman" userId="c1c4d39f-d644-4cf2-a264-5f7cbaf89023" providerId="ADAL" clId="{4F35B804-FA56-5F7D-A66A-48C3F121DAE4}" dt="2026-05-18T15:04:57.780" v="3752" actId="113"/>
          <ac:spMkLst>
            <pc:docMk/>
            <pc:sldMk cId="2209452064" sldId="11394"/>
            <ac:spMk id="28" creationId="{F31767D0-0BD3-1B3E-29E4-4BF186AA0949}"/>
          </ac:spMkLst>
        </pc:spChg>
        <pc:spChg chg="mod">
          <ac:chgData name="Martin Boerman" userId="c1c4d39f-d644-4cf2-a264-5f7cbaf89023" providerId="ADAL" clId="{4F35B804-FA56-5F7D-A66A-48C3F121DAE4}" dt="2026-05-13T16:31:59.520" v="225" actId="2711"/>
          <ac:spMkLst>
            <pc:docMk/>
            <pc:sldMk cId="2209452064" sldId="11394"/>
            <ac:spMk id="29" creationId="{7C09E68C-FA1E-7A85-89ED-807D0028D6CD}"/>
          </ac:spMkLst>
        </pc:spChg>
        <pc:spChg chg="add mod">
          <ac:chgData name="Martin Boerman" userId="c1c4d39f-d644-4cf2-a264-5f7cbaf89023" providerId="ADAL" clId="{4F35B804-FA56-5F7D-A66A-48C3F121DAE4}" dt="2026-05-18T10:44:47.682" v="737"/>
          <ac:spMkLst>
            <pc:docMk/>
            <pc:sldMk cId="2209452064" sldId="11394"/>
            <ac:spMk id="32" creationId="{D28CE7D4-09DB-D227-6C57-1B895655E0D1}"/>
          </ac:spMkLst>
        </pc:spChg>
      </pc:sldChg>
      <pc:sldChg chg="addSp delSp modSp mod chgLayout modNotesTx">
        <pc:chgData name="Martin Boerman" userId="c1c4d39f-d644-4cf2-a264-5f7cbaf89023" providerId="ADAL" clId="{4F35B804-FA56-5F7D-A66A-48C3F121DAE4}" dt="2026-05-19T13:07:15.210" v="8640" actId="20577"/>
        <pc:sldMkLst>
          <pc:docMk/>
          <pc:sldMk cId="3761129568" sldId="11430"/>
        </pc:sldMkLst>
        <pc:spChg chg="mod ord">
          <ac:chgData name="Martin Boerman" userId="c1c4d39f-d644-4cf2-a264-5f7cbaf89023" providerId="ADAL" clId="{4F35B804-FA56-5F7D-A66A-48C3F121DAE4}" dt="2026-05-18T10:44:47.682" v="737"/>
          <ac:spMkLst>
            <pc:docMk/>
            <pc:sldMk cId="3761129568" sldId="11430"/>
            <ac:spMk id="2" creationId="{F1B609EF-4181-E74F-FF39-E0761C89B7D7}"/>
          </ac:spMkLst>
        </pc:spChg>
        <pc:spChg chg="mod">
          <ac:chgData name="Martin Boerman" userId="c1c4d39f-d644-4cf2-a264-5f7cbaf89023" providerId="ADAL" clId="{4F35B804-FA56-5F7D-A66A-48C3F121DAE4}" dt="2026-05-18T14:15:30.630" v="3561" actId="108"/>
          <ac:spMkLst>
            <pc:docMk/>
            <pc:sldMk cId="3761129568" sldId="11430"/>
            <ac:spMk id="3" creationId="{E2EE68DC-9DD1-19EB-B084-5915863A13C4}"/>
          </ac:spMkLst>
        </pc:spChg>
        <pc:spChg chg="add mod">
          <ac:chgData name="Martin Boerman" userId="c1c4d39f-d644-4cf2-a264-5f7cbaf89023" providerId="ADAL" clId="{4F35B804-FA56-5F7D-A66A-48C3F121DAE4}" dt="2026-05-18T14:16:49.848" v="3592" actId="167"/>
          <ac:spMkLst>
            <pc:docMk/>
            <pc:sldMk cId="3761129568" sldId="11430"/>
            <ac:spMk id="4" creationId="{AACFCA72-DEE3-65B6-4679-17A4B74D2F14}"/>
          </ac:spMkLst>
        </pc:spChg>
        <pc:spChg chg="mod ord">
          <ac:chgData name="Martin Boerman" userId="c1c4d39f-d644-4cf2-a264-5f7cbaf89023" providerId="ADAL" clId="{4F35B804-FA56-5F7D-A66A-48C3F121DAE4}" dt="2026-05-18T10:44:47.682" v="737"/>
          <ac:spMkLst>
            <pc:docMk/>
            <pc:sldMk cId="3761129568" sldId="11430"/>
            <ac:spMk id="5" creationId="{65651B26-96DD-EACD-2E25-B80757D07B99}"/>
          </ac:spMkLst>
        </pc:spChg>
        <pc:spChg chg="add mod">
          <ac:chgData name="Martin Boerman" userId="c1c4d39f-d644-4cf2-a264-5f7cbaf89023" providerId="ADAL" clId="{4F35B804-FA56-5F7D-A66A-48C3F121DAE4}" dt="2026-05-18T14:16:28.054" v="3585" actId="167"/>
          <ac:spMkLst>
            <pc:docMk/>
            <pc:sldMk cId="3761129568" sldId="11430"/>
            <ac:spMk id="12" creationId="{778F1813-57C1-FA66-CF13-BA70E8470911}"/>
          </ac:spMkLst>
        </pc:spChg>
        <pc:spChg chg="add mod">
          <ac:chgData name="Martin Boerman" userId="c1c4d39f-d644-4cf2-a264-5f7cbaf89023" providerId="ADAL" clId="{4F35B804-FA56-5F7D-A66A-48C3F121DAE4}" dt="2026-05-18T15:00:25.124" v="3641" actId="108"/>
          <ac:spMkLst>
            <pc:docMk/>
            <pc:sldMk cId="3761129568" sldId="11430"/>
            <ac:spMk id="14" creationId="{DE2D87A4-AE6B-0679-CEF5-2344C163627E}"/>
          </ac:spMkLst>
        </pc:spChg>
        <pc:spChg chg="del mod">
          <ac:chgData name="Martin Boerman" userId="c1c4d39f-d644-4cf2-a264-5f7cbaf89023" providerId="ADAL" clId="{4F35B804-FA56-5F7D-A66A-48C3F121DAE4}" dt="2026-05-18T14:15:20.131" v="3558" actId="478"/>
          <ac:spMkLst>
            <pc:docMk/>
            <pc:sldMk cId="3761129568" sldId="11430"/>
            <ac:spMk id="15" creationId="{9B50D10F-F915-DCFC-A5F9-B9784D2E0A44}"/>
          </ac:spMkLst>
        </pc:spChg>
        <pc:spChg chg="mod">
          <ac:chgData name="Martin Boerman" userId="c1c4d39f-d644-4cf2-a264-5f7cbaf89023" providerId="ADAL" clId="{4F35B804-FA56-5F7D-A66A-48C3F121DAE4}" dt="2026-05-18T15:00:26.944" v="3643" actId="108"/>
          <ac:spMkLst>
            <pc:docMk/>
            <pc:sldMk cId="3761129568" sldId="11430"/>
            <ac:spMk id="18" creationId="{EF195F66-2F7D-44D7-BBBD-D6BE8D7F6FC5}"/>
          </ac:spMkLst>
        </pc:spChg>
        <pc:spChg chg="mod">
          <ac:chgData name="Martin Boerman" userId="c1c4d39f-d644-4cf2-a264-5f7cbaf89023" providerId="ADAL" clId="{4F35B804-FA56-5F7D-A66A-48C3F121DAE4}" dt="2026-05-13T16:33:48.324" v="248" actId="34136"/>
          <ac:spMkLst>
            <pc:docMk/>
            <pc:sldMk cId="3761129568" sldId="11430"/>
            <ac:spMk id="19" creationId="{7222BC8B-9E66-91BE-A862-E4B0A9707F5E}"/>
          </ac:spMkLst>
        </pc:spChg>
        <pc:spChg chg="mod">
          <ac:chgData name="Martin Boerman" userId="c1c4d39f-d644-4cf2-a264-5f7cbaf89023" providerId="ADAL" clId="{4F35B804-FA56-5F7D-A66A-48C3F121DAE4}" dt="2026-05-13T16:33:48.324" v="248" actId="34136"/>
          <ac:spMkLst>
            <pc:docMk/>
            <pc:sldMk cId="3761129568" sldId="11430"/>
            <ac:spMk id="20" creationId="{0372C655-B475-E870-9B73-C457C9429959}"/>
          </ac:spMkLst>
        </pc:spChg>
        <pc:spChg chg="mod">
          <ac:chgData name="Martin Boerman" userId="c1c4d39f-d644-4cf2-a264-5f7cbaf89023" providerId="ADAL" clId="{4F35B804-FA56-5F7D-A66A-48C3F121DAE4}" dt="2026-05-13T16:33:48.324" v="248" actId="34136"/>
          <ac:spMkLst>
            <pc:docMk/>
            <pc:sldMk cId="3761129568" sldId="11430"/>
            <ac:spMk id="22" creationId="{81E714D1-2EDD-E6C5-CAAA-EB02239A0D7B}"/>
          </ac:spMkLst>
        </pc:spChg>
        <pc:spChg chg="mod">
          <ac:chgData name="Martin Boerman" userId="c1c4d39f-d644-4cf2-a264-5f7cbaf89023" providerId="ADAL" clId="{4F35B804-FA56-5F7D-A66A-48C3F121DAE4}" dt="2026-05-13T16:33:48.324" v="248" actId="34136"/>
          <ac:spMkLst>
            <pc:docMk/>
            <pc:sldMk cId="3761129568" sldId="11430"/>
            <ac:spMk id="24" creationId="{06245C99-D1A2-81E1-7A2A-9B3FA54DB5D9}"/>
          </ac:spMkLst>
        </pc:spChg>
        <pc:spChg chg="del mod">
          <ac:chgData name="Martin Boerman" userId="c1c4d39f-d644-4cf2-a264-5f7cbaf89023" providerId="ADAL" clId="{4F35B804-FA56-5F7D-A66A-48C3F121DAE4}" dt="2026-05-18T14:16:15.655" v="3577" actId="478"/>
          <ac:spMkLst>
            <pc:docMk/>
            <pc:sldMk cId="3761129568" sldId="11430"/>
            <ac:spMk id="26" creationId="{0DCAE605-6045-AE2B-8209-321411B56E14}"/>
          </ac:spMkLst>
        </pc:spChg>
        <pc:spChg chg="mod">
          <ac:chgData name="Martin Boerman" userId="c1c4d39f-d644-4cf2-a264-5f7cbaf89023" providerId="ADAL" clId="{4F35B804-FA56-5F7D-A66A-48C3F121DAE4}" dt="2026-05-18T15:00:34.943" v="3644" actId="207"/>
          <ac:spMkLst>
            <pc:docMk/>
            <pc:sldMk cId="3761129568" sldId="11430"/>
            <ac:spMk id="27" creationId="{58D67A48-2556-2ED0-85E0-5AC6B13B7FD3}"/>
          </ac:spMkLst>
        </pc:spChg>
        <pc:spChg chg="add mod">
          <ac:chgData name="Martin Boerman" userId="c1c4d39f-d644-4cf2-a264-5f7cbaf89023" providerId="ADAL" clId="{4F35B804-FA56-5F7D-A66A-48C3F121DAE4}" dt="2026-05-18T10:44:47.682" v="737"/>
          <ac:spMkLst>
            <pc:docMk/>
            <pc:sldMk cId="3761129568" sldId="11430"/>
            <ac:spMk id="30" creationId="{B5B24E0D-5B55-ABC1-35C9-12AE75B86C60}"/>
          </ac:spMkLst>
        </pc:spChg>
        <pc:spChg chg="mod">
          <ac:chgData name="Martin Boerman" userId="c1c4d39f-d644-4cf2-a264-5f7cbaf89023" providerId="ADAL" clId="{4F35B804-FA56-5F7D-A66A-48C3F121DAE4}" dt="2026-05-13T16:33:48.324" v="248" actId="34136"/>
          <ac:spMkLst>
            <pc:docMk/>
            <pc:sldMk cId="3761129568" sldId="11430"/>
            <ac:spMk id="34" creationId="{DB3E36D4-BB81-8AF0-CEF6-CCC2706BF831}"/>
          </ac:spMkLst>
        </pc:spChg>
        <pc:spChg chg="mod">
          <ac:chgData name="Martin Boerman" userId="c1c4d39f-d644-4cf2-a264-5f7cbaf89023" providerId="ADAL" clId="{4F35B804-FA56-5F7D-A66A-48C3F121DAE4}" dt="2026-05-13T16:33:48.324" v="248" actId="34136"/>
          <ac:spMkLst>
            <pc:docMk/>
            <pc:sldMk cId="3761129568" sldId="11430"/>
            <ac:spMk id="36" creationId="{8D18C5C7-06E2-49CE-D02A-344D110428DB}"/>
          </ac:spMkLst>
        </pc:spChg>
        <pc:spChg chg="add del mod">
          <ac:chgData name="Martin Boerman" userId="c1c4d39f-d644-4cf2-a264-5f7cbaf89023" providerId="ADAL" clId="{4F35B804-FA56-5F7D-A66A-48C3F121DAE4}" dt="2026-05-18T14:16:35.090" v="3587" actId="478"/>
          <ac:spMkLst>
            <pc:docMk/>
            <pc:sldMk cId="3761129568" sldId="11430"/>
            <ac:spMk id="37" creationId="{A519506A-F642-8B0A-0CD2-170BCE2AA552}"/>
          </ac:spMkLst>
        </pc:spChg>
        <pc:spChg chg="mod ord">
          <ac:chgData name="Martin Boerman" userId="c1c4d39f-d644-4cf2-a264-5f7cbaf89023" providerId="ADAL" clId="{4F35B804-FA56-5F7D-A66A-48C3F121DAE4}" dt="2026-05-18T10:44:47.682" v="737"/>
          <ac:spMkLst>
            <pc:docMk/>
            <pc:sldMk cId="3761129568" sldId="11430"/>
            <ac:spMk id="53" creationId="{A6914BE1-1869-02E9-03A8-308091307CA1}"/>
          </ac:spMkLst>
        </pc:spChg>
        <pc:spChg chg="mod ord">
          <ac:chgData name="Martin Boerman" userId="c1c4d39f-d644-4cf2-a264-5f7cbaf89023" providerId="ADAL" clId="{4F35B804-FA56-5F7D-A66A-48C3F121DAE4}" dt="2026-05-13T16:33:58.647" v="252" actId="14100"/>
          <ac:spMkLst>
            <pc:docMk/>
            <pc:sldMk cId="3761129568" sldId="11430"/>
            <ac:spMk id="54" creationId="{C9D4FD2A-29C7-977B-F942-DDDC53AD6ACB}"/>
          </ac:spMkLst>
        </pc:spChg>
        <pc:spChg chg="mod">
          <ac:chgData name="Martin Boerman" userId="c1c4d39f-d644-4cf2-a264-5f7cbaf89023" providerId="ADAL" clId="{4F35B804-FA56-5F7D-A66A-48C3F121DAE4}" dt="2026-05-18T15:00:26.944" v="3643" actId="108"/>
          <ac:spMkLst>
            <pc:docMk/>
            <pc:sldMk cId="3761129568" sldId="11430"/>
            <ac:spMk id="71" creationId="{630C82FE-1178-32D8-EC14-6C21317BE3E9}"/>
          </ac:spMkLst>
        </pc:spChg>
        <pc:spChg chg="add del mod">
          <ac:chgData name="Martin Boerman" userId="c1c4d39f-d644-4cf2-a264-5f7cbaf89023" providerId="ADAL" clId="{4F35B804-FA56-5F7D-A66A-48C3F121DAE4}" dt="2026-05-18T14:16:08.149" v="3573" actId="14100"/>
          <ac:spMkLst>
            <pc:docMk/>
            <pc:sldMk cId="3761129568" sldId="11430"/>
            <ac:spMk id="73" creationId="{8A515EA8-6F7F-CB57-EEF9-6A988D6515A9}"/>
          </ac:spMkLst>
        </pc:spChg>
        <pc:grpChg chg="add del mod">
          <ac:chgData name="Martin Boerman" userId="c1c4d39f-d644-4cf2-a264-5f7cbaf89023" providerId="ADAL" clId="{4F35B804-FA56-5F7D-A66A-48C3F121DAE4}" dt="2026-05-18T14:16:47.951" v="3591" actId="167"/>
          <ac:grpSpMkLst>
            <pc:docMk/>
            <pc:sldMk cId="3761129568" sldId="11430"/>
            <ac:grpSpMk id="7" creationId="{8058F19A-8E04-B773-2F63-975EE437CF7B}"/>
          </ac:grpSpMkLst>
        </pc:grpChg>
        <pc:grpChg chg="mod">
          <ac:chgData name="Martin Boerman" userId="c1c4d39f-d644-4cf2-a264-5f7cbaf89023" providerId="ADAL" clId="{4F35B804-FA56-5F7D-A66A-48C3F121DAE4}" dt="2026-05-18T15:02:41.159" v="3706" actId="1035"/>
          <ac:grpSpMkLst>
            <pc:docMk/>
            <pc:sldMk cId="3761129568" sldId="11430"/>
            <ac:grpSpMk id="8" creationId="{D89227F0-045C-CC55-9916-9690A349C77E}"/>
          </ac:grpSpMkLst>
        </pc:grpChg>
        <pc:graphicFrameChg chg="modGraphic">
          <ac:chgData name="Martin Boerman" userId="c1c4d39f-d644-4cf2-a264-5f7cbaf89023" providerId="ADAL" clId="{4F35B804-FA56-5F7D-A66A-48C3F121DAE4}" dt="2026-05-13T16:34:11.378" v="256" actId="14734"/>
          <ac:graphicFrameMkLst>
            <pc:docMk/>
            <pc:sldMk cId="3761129568" sldId="11430"/>
            <ac:graphicFrameMk id="38" creationId="{402C79F4-6E42-178E-24B7-07CA9240FF5A}"/>
          </ac:graphicFrameMkLst>
        </pc:graphicFrameChg>
        <pc:picChg chg="mod">
          <ac:chgData name="Martin Boerman" userId="c1c4d39f-d644-4cf2-a264-5f7cbaf89023" providerId="ADAL" clId="{4F35B804-FA56-5F7D-A66A-48C3F121DAE4}" dt="2026-05-18T14:15:29.618" v="3560" actId="108"/>
          <ac:picMkLst>
            <pc:docMk/>
            <pc:sldMk cId="3761129568" sldId="11430"/>
            <ac:picMk id="50" creationId="{0F81F54D-AD5F-2ED7-41E7-B4244E747E5F}"/>
          </ac:picMkLst>
        </pc:picChg>
        <pc:picChg chg="mod">
          <ac:chgData name="Martin Boerman" userId="c1c4d39f-d644-4cf2-a264-5f7cbaf89023" providerId="ADAL" clId="{4F35B804-FA56-5F7D-A66A-48C3F121DAE4}" dt="2026-05-18T14:15:29.618" v="3560" actId="108"/>
          <ac:picMkLst>
            <pc:docMk/>
            <pc:sldMk cId="3761129568" sldId="11430"/>
            <ac:picMk id="75" creationId="{B5BD83E5-4A87-97B5-1F20-E26F1CC99FB7}"/>
          </ac:picMkLst>
        </pc:picChg>
        <pc:cxnChg chg="add del">
          <ac:chgData name="Martin Boerman" userId="c1c4d39f-d644-4cf2-a264-5f7cbaf89023" providerId="ADAL" clId="{4F35B804-FA56-5F7D-A66A-48C3F121DAE4}" dt="2026-05-18T14:16:02.004" v="3570" actId="478"/>
          <ac:cxnSpMkLst>
            <pc:docMk/>
            <pc:sldMk cId="3761129568" sldId="11430"/>
            <ac:cxnSpMk id="80" creationId="{37D11895-5EFF-93B7-DE3D-9A9E9F09F8C1}"/>
          </ac:cxnSpMkLst>
        </pc:cxnChg>
      </pc:sldChg>
      <pc:sldChg chg="addSp delSp modSp del mod modShow chgLayout">
        <pc:chgData name="Martin Boerman" userId="c1c4d39f-d644-4cf2-a264-5f7cbaf89023" providerId="ADAL" clId="{4F35B804-FA56-5F7D-A66A-48C3F121DAE4}" dt="2026-05-18T11:51:28.905" v="2243" actId="2696"/>
        <pc:sldMkLst>
          <pc:docMk/>
          <pc:sldMk cId="1884463528" sldId="11481"/>
        </pc:sldMkLst>
        <pc:spChg chg="mod ord">
          <ac:chgData name="Martin Boerman" userId="c1c4d39f-d644-4cf2-a264-5f7cbaf89023" providerId="ADAL" clId="{4F35B804-FA56-5F7D-A66A-48C3F121DAE4}" dt="2026-05-18T10:44:47.682" v="737"/>
          <ac:spMkLst>
            <pc:docMk/>
            <pc:sldMk cId="1884463528" sldId="11481"/>
            <ac:spMk id="4" creationId="{B571F068-8C71-3D21-62FF-DAD35585195B}"/>
          </ac:spMkLst>
        </pc:spChg>
        <pc:spChg chg="mod ord">
          <ac:chgData name="Martin Boerman" userId="c1c4d39f-d644-4cf2-a264-5f7cbaf89023" providerId="ADAL" clId="{4F35B804-FA56-5F7D-A66A-48C3F121DAE4}" dt="2026-05-18T10:44:47.682" v="737"/>
          <ac:spMkLst>
            <pc:docMk/>
            <pc:sldMk cId="1884463528" sldId="11481"/>
            <ac:spMk id="5" creationId="{F0CE3D29-F258-C742-2A14-BCF03986DEC9}"/>
          </ac:spMkLst>
        </pc:spChg>
        <pc:spChg chg="add mod ord">
          <ac:chgData name="Martin Boerman" userId="c1c4d39f-d644-4cf2-a264-5f7cbaf89023" providerId="ADAL" clId="{4F35B804-FA56-5F7D-A66A-48C3F121DAE4}" dt="2026-05-18T10:44:47.682" v="737"/>
          <ac:spMkLst>
            <pc:docMk/>
            <pc:sldMk cId="1884463528" sldId="11481"/>
            <ac:spMk id="36" creationId="{B9707B76-3057-F1CB-957F-80BB2A1D2AD1}"/>
          </ac:spMkLst>
        </pc:spChg>
        <pc:spChg chg="mod ord">
          <ac:chgData name="Martin Boerman" userId="c1c4d39f-d644-4cf2-a264-5f7cbaf89023" providerId="ADAL" clId="{4F35B804-FA56-5F7D-A66A-48C3F121DAE4}" dt="2026-05-18T10:44:47.682" v="737"/>
          <ac:spMkLst>
            <pc:docMk/>
            <pc:sldMk cId="1884463528" sldId="11481"/>
            <ac:spMk id="63" creationId="{8492BCF5-82F4-DA5D-4789-A5B31042FCD0}"/>
          </ac:spMkLst>
        </pc:spChg>
        <pc:spChg chg="mod ord">
          <ac:chgData name="Martin Boerman" userId="c1c4d39f-d644-4cf2-a264-5f7cbaf89023" providerId="ADAL" clId="{4F35B804-FA56-5F7D-A66A-48C3F121DAE4}" dt="2026-05-18T10:44:47.682" v="737"/>
          <ac:spMkLst>
            <pc:docMk/>
            <pc:sldMk cId="1884463528" sldId="11481"/>
            <ac:spMk id="70" creationId="{FEE2E2EB-95CB-3211-6E1B-4E3530EAF847}"/>
          </ac:spMkLst>
        </pc:spChg>
        <pc:spChg chg="mod">
          <ac:chgData name="Martin Boerman" userId="c1c4d39f-d644-4cf2-a264-5f7cbaf89023" providerId="ADAL" clId="{4F35B804-FA56-5F7D-A66A-48C3F121DAE4}" dt="2026-05-18T11:48:29.858" v="2155" actId="171"/>
          <ac:spMkLst>
            <pc:docMk/>
            <pc:sldMk cId="1884463528" sldId="11481"/>
            <ac:spMk id="81" creationId="{272F2F13-0896-623C-F051-A762F0144832}"/>
          </ac:spMkLst>
        </pc:spChg>
      </pc:sldChg>
      <pc:sldChg chg="addSp delSp modSp add del mod chgLayout">
        <pc:chgData name="Martin Boerman" userId="c1c4d39f-d644-4cf2-a264-5f7cbaf89023" providerId="ADAL" clId="{4F35B804-FA56-5F7D-A66A-48C3F121DAE4}" dt="2026-05-18T13:31:38.381" v="2468" actId="2696"/>
        <pc:sldMkLst>
          <pc:docMk/>
          <pc:sldMk cId="2730532278" sldId="11481"/>
        </pc:sldMkLst>
        <pc:spChg chg="add del mod">
          <ac:chgData name="Martin Boerman" userId="c1c4d39f-d644-4cf2-a264-5f7cbaf89023" providerId="ADAL" clId="{4F35B804-FA56-5F7D-A66A-48C3F121DAE4}" dt="2026-05-18T11:52:08.263" v="2252" actId="6264"/>
          <ac:spMkLst>
            <pc:docMk/>
            <pc:sldMk cId="2730532278" sldId="11481"/>
            <ac:spMk id="2" creationId="{3A538E06-55A3-DB4C-C8C7-4DB389874BD7}"/>
          </ac:spMkLst>
        </pc:spChg>
        <pc:spChg chg="mod ord">
          <ac:chgData name="Martin Boerman" userId="c1c4d39f-d644-4cf2-a264-5f7cbaf89023" providerId="ADAL" clId="{4F35B804-FA56-5F7D-A66A-48C3F121DAE4}" dt="2026-05-18T11:57:06.151" v="2295" actId="700"/>
          <ac:spMkLst>
            <pc:docMk/>
            <pc:sldMk cId="2730532278" sldId="11481"/>
            <ac:spMk id="4" creationId="{B571F068-8C71-3D21-62FF-DAD35585195B}"/>
          </ac:spMkLst>
        </pc:spChg>
        <pc:spChg chg="mod ord">
          <ac:chgData name="Martin Boerman" userId="c1c4d39f-d644-4cf2-a264-5f7cbaf89023" providerId="ADAL" clId="{4F35B804-FA56-5F7D-A66A-48C3F121DAE4}" dt="2026-05-18T11:57:06.151" v="2295" actId="700"/>
          <ac:spMkLst>
            <pc:docMk/>
            <pc:sldMk cId="2730532278" sldId="11481"/>
            <ac:spMk id="5" creationId="{F0CE3D29-F258-C742-2A14-BCF03986DEC9}"/>
          </ac:spMkLst>
        </pc:spChg>
        <pc:spChg chg="add del mod">
          <ac:chgData name="Martin Boerman" userId="c1c4d39f-d644-4cf2-a264-5f7cbaf89023" providerId="ADAL" clId="{4F35B804-FA56-5F7D-A66A-48C3F121DAE4}" dt="2026-05-18T11:52:08.263" v="2252" actId="6264"/>
          <ac:spMkLst>
            <pc:docMk/>
            <pc:sldMk cId="2730532278" sldId="11481"/>
            <ac:spMk id="6" creationId="{23909FAA-A1E6-3B7F-CCA8-9E637B03B9C2}"/>
          </ac:spMkLst>
        </pc:spChg>
        <pc:spChg chg="add del mod">
          <ac:chgData name="Martin Boerman" userId="c1c4d39f-d644-4cf2-a264-5f7cbaf89023" providerId="ADAL" clId="{4F35B804-FA56-5F7D-A66A-48C3F121DAE4}" dt="2026-05-18T11:52:08.263" v="2252" actId="6264"/>
          <ac:spMkLst>
            <pc:docMk/>
            <pc:sldMk cId="2730532278" sldId="11481"/>
            <ac:spMk id="11" creationId="{B7859DA8-CD1E-287E-52F4-C9251BD2C615}"/>
          </ac:spMkLst>
        </pc:spChg>
        <pc:spChg chg="add del mod">
          <ac:chgData name="Martin Boerman" userId="c1c4d39f-d644-4cf2-a264-5f7cbaf89023" providerId="ADAL" clId="{4F35B804-FA56-5F7D-A66A-48C3F121DAE4}" dt="2026-05-18T11:52:08.263" v="2252" actId="6264"/>
          <ac:spMkLst>
            <pc:docMk/>
            <pc:sldMk cId="2730532278" sldId="11481"/>
            <ac:spMk id="16" creationId="{9C7B4170-3470-19CA-EEF6-45EDF0A82276}"/>
          </ac:spMkLst>
        </pc:spChg>
        <pc:spChg chg="add del mod ord">
          <ac:chgData name="Martin Boerman" userId="c1c4d39f-d644-4cf2-a264-5f7cbaf89023" providerId="ADAL" clId="{4F35B804-FA56-5F7D-A66A-48C3F121DAE4}" dt="2026-05-18T11:57:06.151" v="2295" actId="700"/>
          <ac:spMkLst>
            <pc:docMk/>
            <pc:sldMk cId="2730532278" sldId="11481"/>
            <ac:spMk id="36" creationId="{B9707B76-3057-F1CB-957F-80BB2A1D2AD1}"/>
          </ac:spMkLst>
        </pc:spChg>
        <pc:spChg chg="add del mod ord">
          <ac:chgData name="Martin Boerman" userId="c1c4d39f-d644-4cf2-a264-5f7cbaf89023" providerId="ADAL" clId="{4F35B804-FA56-5F7D-A66A-48C3F121DAE4}" dt="2026-05-18T11:52:08.263" v="2252" actId="6264"/>
          <ac:spMkLst>
            <pc:docMk/>
            <pc:sldMk cId="2730532278" sldId="11481"/>
            <ac:spMk id="37" creationId="{DD2A14B9-788B-36B7-68A1-83862E0A0E4B}"/>
          </ac:spMkLst>
        </pc:spChg>
        <pc:spChg chg="add del mod ord">
          <ac:chgData name="Martin Boerman" userId="c1c4d39f-d644-4cf2-a264-5f7cbaf89023" providerId="ADAL" clId="{4F35B804-FA56-5F7D-A66A-48C3F121DAE4}" dt="2026-05-18T11:52:11.192" v="2254" actId="700"/>
          <ac:spMkLst>
            <pc:docMk/>
            <pc:sldMk cId="2730532278" sldId="11481"/>
            <ac:spMk id="38" creationId="{78D84BB0-936E-7F83-78CB-F2CCACD8A756}"/>
          </ac:spMkLst>
        </pc:spChg>
        <pc:spChg chg="add del mod ord">
          <ac:chgData name="Martin Boerman" userId="c1c4d39f-d644-4cf2-a264-5f7cbaf89023" providerId="ADAL" clId="{4F35B804-FA56-5F7D-A66A-48C3F121DAE4}" dt="2026-05-18T11:57:06.151" v="2295" actId="700"/>
          <ac:spMkLst>
            <pc:docMk/>
            <pc:sldMk cId="2730532278" sldId="11481"/>
            <ac:spMk id="39" creationId="{B1F16BEC-8157-2440-C5A1-98CB9545EBEA}"/>
          </ac:spMkLst>
        </pc:spChg>
        <pc:spChg chg="mod ord">
          <ac:chgData name="Martin Boerman" userId="c1c4d39f-d644-4cf2-a264-5f7cbaf89023" providerId="ADAL" clId="{4F35B804-FA56-5F7D-A66A-48C3F121DAE4}" dt="2026-05-18T11:57:06.151" v="2295" actId="700"/>
          <ac:spMkLst>
            <pc:docMk/>
            <pc:sldMk cId="2730532278" sldId="11481"/>
            <ac:spMk id="63" creationId="{8492BCF5-82F4-DA5D-4789-A5B31042FCD0}"/>
          </ac:spMkLst>
        </pc:spChg>
        <pc:spChg chg="mod ord">
          <ac:chgData name="Martin Boerman" userId="c1c4d39f-d644-4cf2-a264-5f7cbaf89023" providerId="ADAL" clId="{4F35B804-FA56-5F7D-A66A-48C3F121DAE4}" dt="2026-05-18T11:57:06.151" v="2295" actId="700"/>
          <ac:spMkLst>
            <pc:docMk/>
            <pc:sldMk cId="2730532278" sldId="11481"/>
            <ac:spMk id="70" creationId="{FEE2E2EB-95CB-3211-6E1B-4E3530EAF847}"/>
          </ac:spMkLst>
        </pc:spChg>
      </pc:sldChg>
      <pc:sldChg chg="addSp delSp modSp del mod setBg chgLayout">
        <pc:chgData name="Martin Boerman" userId="c1c4d39f-d644-4cf2-a264-5f7cbaf89023" providerId="ADAL" clId="{4F35B804-FA56-5F7D-A66A-48C3F121DAE4}" dt="2026-05-18T10:48:26.211" v="963" actId="2696"/>
        <pc:sldMkLst>
          <pc:docMk/>
          <pc:sldMk cId="837537625" sldId="11482"/>
        </pc:sldMkLst>
        <pc:spChg chg="mod">
          <ac:chgData name="Martin Boerman" userId="c1c4d39f-d644-4cf2-a264-5f7cbaf89023" providerId="ADAL" clId="{4F35B804-FA56-5F7D-A66A-48C3F121DAE4}" dt="2026-05-18T10:41:08.771" v="728" actId="207"/>
          <ac:spMkLst>
            <pc:docMk/>
            <pc:sldMk cId="837537625" sldId="11482"/>
            <ac:spMk id="2" creationId="{DE8DECA9-24CF-753A-9E3D-ED81D7412706}"/>
          </ac:spMkLst>
        </pc:spChg>
        <pc:spChg chg="add del mod">
          <ac:chgData name="Martin Boerman" userId="c1c4d39f-d644-4cf2-a264-5f7cbaf89023" providerId="ADAL" clId="{4F35B804-FA56-5F7D-A66A-48C3F121DAE4}" dt="2026-05-18T10:46:34.433" v="924" actId="6264"/>
          <ac:spMkLst>
            <pc:docMk/>
            <pc:sldMk cId="837537625" sldId="11482"/>
            <ac:spMk id="3" creationId="{F2009E09-68C6-510E-B80F-8C6DC39E3D2D}"/>
          </ac:spMkLst>
        </pc:spChg>
        <pc:spChg chg="add del mod">
          <ac:chgData name="Martin Boerman" userId="c1c4d39f-d644-4cf2-a264-5f7cbaf89023" providerId="ADAL" clId="{4F35B804-FA56-5F7D-A66A-48C3F121DAE4}" dt="2026-05-18T10:46:34.433" v="924" actId="6264"/>
          <ac:spMkLst>
            <pc:docMk/>
            <pc:sldMk cId="837537625" sldId="11482"/>
            <ac:spMk id="4" creationId="{D238C489-47D5-9302-49EA-3D861C3E619C}"/>
          </ac:spMkLst>
        </pc:spChg>
        <pc:spChg chg="mod ord">
          <ac:chgData name="Martin Boerman" userId="c1c4d39f-d644-4cf2-a264-5f7cbaf89023" providerId="ADAL" clId="{4F35B804-FA56-5F7D-A66A-48C3F121DAE4}" dt="2026-05-18T10:47:15.099" v="940" actId="6264"/>
          <ac:spMkLst>
            <pc:docMk/>
            <pc:sldMk cId="837537625" sldId="11482"/>
            <ac:spMk id="5" creationId="{35FAE676-1E79-98D7-3514-335462A7999D}"/>
          </ac:spMkLst>
        </pc:spChg>
        <pc:spChg chg="add del mod">
          <ac:chgData name="Martin Boerman" userId="c1c4d39f-d644-4cf2-a264-5f7cbaf89023" providerId="ADAL" clId="{4F35B804-FA56-5F7D-A66A-48C3F121DAE4}" dt="2026-05-18T10:46:34.433" v="924" actId="6264"/>
          <ac:spMkLst>
            <pc:docMk/>
            <pc:sldMk cId="837537625" sldId="11482"/>
            <ac:spMk id="6" creationId="{DCA7A6FA-876A-8280-D292-9F07B69AA07E}"/>
          </ac:spMkLst>
        </pc:spChg>
        <pc:spChg chg="add del mod ord">
          <ac:chgData name="Martin Boerman" userId="c1c4d39f-d644-4cf2-a264-5f7cbaf89023" providerId="ADAL" clId="{4F35B804-FA56-5F7D-A66A-48C3F121DAE4}" dt="2026-05-18T10:46:34.433" v="924" actId="6264"/>
          <ac:spMkLst>
            <pc:docMk/>
            <pc:sldMk cId="837537625" sldId="11482"/>
            <ac:spMk id="12" creationId="{EBD46EF0-27E7-532D-E99C-21C2D9EBCC43}"/>
          </ac:spMkLst>
        </pc:spChg>
        <pc:spChg chg="add del mod">
          <ac:chgData name="Martin Boerman" userId="c1c4d39f-d644-4cf2-a264-5f7cbaf89023" providerId="ADAL" clId="{4F35B804-FA56-5F7D-A66A-48C3F121DAE4}" dt="2026-05-18T10:46:40.755" v="925" actId="6264"/>
          <ac:spMkLst>
            <pc:docMk/>
            <pc:sldMk cId="837537625" sldId="11482"/>
            <ac:spMk id="13" creationId="{2BABE391-2F57-603E-86B6-DEB80C5F7F65}"/>
          </ac:spMkLst>
        </pc:spChg>
        <pc:spChg chg="add del mod">
          <ac:chgData name="Martin Boerman" userId="c1c4d39f-d644-4cf2-a264-5f7cbaf89023" providerId="ADAL" clId="{4F35B804-FA56-5F7D-A66A-48C3F121DAE4}" dt="2026-05-18T10:46:40.755" v="925" actId="6264"/>
          <ac:spMkLst>
            <pc:docMk/>
            <pc:sldMk cId="837537625" sldId="11482"/>
            <ac:spMk id="14" creationId="{08974FDF-5EE5-FFE1-7E46-3A513ED8E88A}"/>
          </ac:spMkLst>
        </pc:spChg>
        <pc:spChg chg="add del mod">
          <ac:chgData name="Martin Boerman" userId="c1c4d39f-d644-4cf2-a264-5f7cbaf89023" providerId="ADAL" clId="{4F35B804-FA56-5F7D-A66A-48C3F121DAE4}" dt="2026-05-18T10:46:40.755" v="925" actId="6264"/>
          <ac:spMkLst>
            <pc:docMk/>
            <pc:sldMk cId="837537625" sldId="11482"/>
            <ac:spMk id="15" creationId="{C53A49DF-1764-BBB4-3992-CAE187103252}"/>
          </ac:spMkLst>
        </pc:spChg>
        <pc:spChg chg="add del mod ord">
          <ac:chgData name="Martin Boerman" userId="c1c4d39f-d644-4cf2-a264-5f7cbaf89023" providerId="ADAL" clId="{4F35B804-FA56-5F7D-A66A-48C3F121DAE4}" dt="2026-05-18T10:46:47.873" v="928" actId="700"/>
          <ac:spMkLst>
            <pc:docMk/>
            <pc:sldMk cId="837537625" sldId="11482"/>
            <ac:spMk id="16" creationId="{D8302EC4-D63C-8F27-7AA5-A1A1D9ED1A8A}"/>
          </ac:spMkLst>
        </pc:spChg>
        <pc:spChg chg="add del mod ord">
          <ac:chgData name="Martin Boerman" userId="c1c4d39f-d644-4cf2-a264-5f7cbaf89023" providerId="ADAL" clId="{4F35B804-FA56-5F7D-A66A-48C3F121DAE4}" dt="2026-05-18T10:46:44.632" v="927" actId="700"/>
          <ac:spMkLst>
            <pc:docMk/>
            <pc:sldMk cId="837537625" sldId="11482"/>
            <ac:spMk id="17" creationId="{28F41D91-B761-A5DF-A1A6-E94B19B39494}"/>
          </ac:spMkLst>
        </pc:spChg>
        <pc:spChg chg="add del mod ord">
          <ac:chgData name="Martin Boerman" userId="c1c4d39f-d644-4cf2-a264-5f7cbaf89023" providerId="ADAL" clId="{4F35B804-FA56-5F7D-A66A-48C3F121DAE4}" dt="2026-05-18T10:46:48.536" v="929" actId="6264"/>
          <ac:spMkLst>
            <pc:docMk/>
            <pc:sldMk cId="837537625" sldId="11482"/>
            <ac:spMk id="19" creationId="{ED25D349-2F31-7047-BCD0-196A4A9A17CC}"/>
          </ac:spMkLst>
        </pc:spChg>
        <pc:spChg chg="add del mod">
          <ac:chgData name="Martin Boerman" userId="c1c4d39f-d644-4cf2-a264-5f7cbaf89023" providerId="ADAL" clId="{4F35B804-FA56-5F7D-A66A-48C3F121DAE4}" dt="2026-05-18T10:46:48.536" v="929" actId="6264"/>
          <ac:spMkLst>
            <pc:docMk/>
            <pc:sldMk cId="837537625" sldId="11482"/>
            <ac:spMk id="20" creationId="{3B4F6AD5-198E-AE83-F201-F0FA7703C23F}"/>
          </ac:spMkLst>
        </pc:spChg>
        <pc:spChg chg="add del mod">
          <ac:chgData name="Martin Boerman" userId="c1c4d39f-d644-4cf2-a264-5f7cbaf89023" providerId="ADAL" clId="{4F35B804-FA56-5F7D-A66A-48C3F121DAE4}" dt="2026-05-18T10:46:48.536" v="929" actId="6264"/>
          <ac:spMkLst>
            <pc:docMk/>
            <pc:sldMk cId="837537625" sldId="11482"/>
            <ac:spMk id="21" creationId="{7B588D38-A0E9-17E9-EB76-96355C0FA24D}"/>
          </ac:spMkLst>
        </pc:spChg>
        <pc:spChg chg="add del mod">
          <ac:chgData name="Martin Boerman" userId="c1c4d39f-d644-4cf2-a264-5f7cbaf89023" providerId="ADAL" clId="{4F35B804-FA56-5F7D-A66A-48C3F121DAE4}" dt="2026-05-18T10:46:48.536" v="929" actId="6264"/>
          <ac:spMkLst>
            <pc:docMk/>
            <pc:sldMk cId="837537625" sldId="11482"/>
            <ac:spMk id="22" creationId="{CFCD3E16-2889-C2C9-E36D-F048C2507D18}"/>
          </ac:spMkLst>
        </pc:spChg>
        <pc:spChg chg="add del mod ord">
          <ac:chgData name="Martin Boerman" userId="c1c4d39f-d644-4cf2-a264-5f7cbaf89023" providerId="ADAL" clId="{4F35B804-FA56-5F7D-A66A-48C3F121DAE4}" dt="2026-05-18T10:47:14.137" v="937" actId="6264"/>
          <ac:spMkLst>
            <pc:docMk/>
            <pc:sldMk cId="837537625" sldId="11482"/>
            <ac:spMk id="24" creationId="{1A6C6D08-DF9F-9E56-069A-F7418BD88506}"/>
          </ac:spMkLst>
        </pc:spChg>
        <pc:spChg chg="add del mod">
          <ac:chgData name="Martin Boerman" userId="c1c4d39f-d644-4cf2-a264-5f7cbaf89023" providerId="ADAL" clId="{4F35B804-FA56-5F7D-A66A-48C3F121DAE4}" dt="2026-05-18T10:47:14.137" v="937" actId="6264"/>
          <ac:spMkLst>
            <pc:docMk/>
            <pc:sldMk cId="837537625" sldId="11482"/>
            <ac:spMk id="25" creationId="{AA1BB7F6-83BF-58DB-8BE7-A256A42918BF}"/>
          </ac:spMkLst>
        </pc:spChg>
        <pc:spChg chg="add del mod">
          <ac:chgData name="Martin Boerman" userId="c1c4d39f-d644-4cf2-a264-5f7cbaf89023" providerId="ADAL" clId="{4F35B804-FA56-5F7D-A66A-48C3F121DAE4}" dt="2026-05-18T10:47:14.137" v="937" actId="6264"/>
          <ac:spMkLst>
            <pc:docMk/>
            <pc:sldMk cId="837537625" sldId="11482"/>
            <ac:spMk id="26" creationId="{B7AF0381-B1CF-1854-2E82-9313A27A3207}"/>
          </ac:spMkLst>
        </pc:spChg>
        <pc:spChg chg="add del mod">
          <ac:chgData name="Martin Boerman" userId="c1c4d39f-d644-4cf2-a264-5f7cbaf89023" providerId="ADAL" clId="{4F35B804-FA56-5F7D-A66A-48C3F121DAE4}" dt="2026-05-18T10:47:14.137" v="937" actId="6264"/>
          <ac:spMkLst>
            <pc:docMk/>
            <pc:sldMk cId="837537625" sldId="11482"/>
            <ac:spMk id="27" creationId="{B077579F-9EC7-52ED-43E5-3DFB12C429EA}"/>
          </ac:spMkLst>
        </pc:spChg>
        <pc:spChg chg="add del mod ord">
          <ac:chgData name="Martin Boerman" userId="c1c4d39f-d644-4cf2-a264-5f7cbaf89023" providerId="ADAL" clId="{4F35B804-FA56-5F7D-A66A-48C3F121DAE4}" dt="2026-05-18T10:47:14.704" v="938" actId="6264"/>
          <ac:spMkLst>
            <pc:docMk/>
            <pc:sldMk cId="837537625" sldId="11482"/>
            <ac:spMk id="28" creationId="{1AF8221B-1A0E-E2A6-69D2-378E2F7CFDB9}"/>
          </ac:spMkLst>
        </pc:spChg>
        <pc:spChg chg="add del mod">
          <ac:chgData name="Martin Boerman" userId="c1c4d39f-d644-4cf2-a264-5f7cbaf89023" providerId="ADAL" clId="{4F35B804-FA56-5F7D-A66A-48C3F121DAE4}" dt="2026-05-18T10:47:14.704" v="938" actId="6264"/>
          <ac:spMkLst>
            <pc:docMk/>
            <pc:sldMk cId="837537625" sldId="11482"/>
            <ac:spMk id="33" creationId="{498FA6A8-FA6A-D6D9-DAA5-49113064F324}"/>
          </ac:spMkLst>
        </pc:spChg>
        <pc:spChg chg="add del mod">
          <ac:chgData name="Martin Boerman" userId="c1c4d39f-d644-4cf2-a264-5f7cbaf89023" providerId="ADAL" clId="{4F35B804-FA56-5F7D-A66A-48C3F121DAE4}" dt="2026-05-18T10:47:14.704" v="938" actId="6264"/>
          <ac:spMkLst>
            <pc:docMk/>
            <pc:sldMk cId="837537625" sldId="11482"/>
            <ac:spMk id="34" creationId="{615F61BF-97DA-85CD-6F68-D2A8763BBF92}"/>
          </ac:spMkLst>
        </pc:spChg>
        <pc:spChg chg="add del mod">
          <ac:chgData name="Martin Boerman" userId="c1c4d39f-d644-4cf2-a264-5f7cbaf89023" providerId="ADAL" clId="{4F35B804-FA56-5F7D-A66A-48C3F121DAE4}" dt="2026-05-18T10:47:14.704" v="938" actId="6264"/>
          <ac:spMkLst>
            <pc:docMk/>
            <pc:sldMk cId="837537625" sldId="11482"/>
            <ac:spMk id="35" creationId="{A3B33316-26C1-6969-3067-312EF28AB664}"/>
          </ac:spMkLst>
        </pc:spChg>
        <pc:spChg chg="add del mod ord">
          <ac:chgData name="Martin Boerman" userId="c1c4d39f-d644-4cf2-a264-5f7cbaf89023" providerId="ADAL" clId="{4F35B804-FA56-5F7D-A66A-48C3F121DAE4}" dt="2026-05-18T10:47:14.895" v="939" actId="6264"/>
          <ac:spMkLst>
            <pc:docMk/>
            <pc:sldMk cId="837537625" sldId="11482"/>
            <ac:spMk id="37" creationId="{D24CEB35-6846-62B6-A680-3CA902A65FE8}"/>
          </ac:spMkLst>
        </pc:spChg>
        <pc:spChg chg="mod">
          <ac:chgData name="Martin Boerman" userId="c1c4d39f-d644-4cf2-a264-5f7cbaf89023" providerId="ADAL" clId="{4F35B804-FA56-5F7D-A66A-48C3F121DAE4}" dt="2026-05-18T10:41:13.851" v="729" actId="207"/>
          <ac:spMkLst>
            <pc:docMk/>
            <pc:sldMk cId="837537625" sldId="11482"/>
            <ac:spMk id="42" creationId="{99C9D0E3-9C9E-5F23-111D-96C14386A39D}"/>
          </ac:spMkLst>
        </pc:spChg>
        <pc:spChg chg="add del mod">
          <ac:chgData name="Martin Boerman" userId="c1c4d39f-d644-4cf2-a264-5f7cbaf89023" providerId="ADAL" clId="{4F35B804-FA56-5F7D-A66A-48C3F121DAE4}" dt="2026-05-18T10:47:14.895" v="939" actId="6264"/>
          <ac:spMkLst>
            <pc:docMk/>
            <pc:sldMk cId="837537625" sldId="11482"/>
            <ac:spMk id="43" creationId="{2B6210DA-86C2-3512-9B30-057F988DD54A}"/>
          </ac:spMkLst>
        </pc:spChg>
        <pc:spChg chg="add del mod">
          <ac:chgData name="Martin Boerman" userId="c1c4d39f-d644-4cf2-a264-5f7cbaf89023" providerId="ADAL" clId="{4F35B804-FA56-5F7D-A66A-48C3F121DAE4}" dt="2026-05-18T10:47:14.895" v="939" actId="6264"/>
          <ac:spMkLst>
            <pc:docMk/>
            <pc:sldMk cId="837537625" sldId="11482"/>
            <ac:spMk id="45" creationId="{5B0FFC6B-1C70-AD63-BBA9-40B9B19E15C5}"/>
          </ac:spMkLst>
        </pc:spChg>
        <pc:spChg chg="add del mod">
          <ac:chgData name="Martin Boerman" userId="c1c4d39f-d644-4cf2-a264-5f7cbaf89023" providerId="ADAL" clId="{4F35B804-FA56-5F7D-A66A-48C3F121DAE4}" dt="2026-05-18T10:47:14.895" v="939" actId="6264"/>
          <ac:spMkLst>
            <pc:docMk/>
            <pc:sldMk cId="837537625" sldId="11482"/>
            <ac:spMk id="46" creationId="{2A011D2A-58E1-F440-DE18-56FA0C6A6129}"/>
          </ac:spMkLst>
        </pc:spChg>
        <pc:spChg chg="add del mod ord">
          <ac:chgData name="Martin Boerman" userId="c1c4d39f-d644-4cf2-a264-5f7cbaf89023" providerId="ADAL" clId="{4F35B804-FA56-5F7D-A66A-48C3F121DAE4}" dt="2026-05-18T10:47:15.099" v="940" actId="6264"/>
          <ac:spMkLst>
            <pc:docMk/>
            <pc:sldMk cId="837537625" sldId="11482"/>
            <ac:spMk id="47" creationId="{A8DA3E06-C7A6-4EA4-25AE-0963F6CE894C}"/>
          </ac:spMkLst>
        </pc:spChg>
        <pc:spChg chg="add del mod">
          <ac:chgData name="Martin Boerman" userId="c1c4d39f-d644-4cf2-a264-5f7cbaf89023" providerId="ADAL" clId="{4F35B804-FA56-5F7D-A66A-48C3F121DAE4}" dt="2026-05-18T10:47:15.099" v="940" actId="6264"/>
          <ac:spMkLst>
            <pc:docMk/>
            <pc:sldMk cId="837537625" sldId="11482"/>
            <ac:spMk id="49" creationId="{70D98EC7-0F07-C64C-D2B7-34084E11FCEE}"/>
          </ac:spMkLst>
        </pc:spChg>
        <pc:spChg chg="add del mod">
          <ac:chgData name="Martin Boerman" userId="c1c4d39f-d644-4cf2-a264-5f7cbaf89023" providerId="ADAL" clId="{4F35B804-FA56-5F7D-A66A-48C3F121DAE4}" dt="2026-05-18T10:47:15.099" v="940" actId="6264"/>
          <ac:spMkLst>
            <pc:docMk/>
            <pc:sldMk cId="837537625" sldId="11482"/>
            <ac:spMk id="52" creationId="{831BEE97-1C45-6D18-3D5B-F09D5C7F6217}"/>
          </ac:spMkLst>
        </pc:spChg>
        <pc:spChg chg="add del mod">
          <ac:chgData name="Martin Boerman" userId="c1c4d39f-d644-4cf2-a264-5f7cbaf89023" providerId="ADAL" clId="{4F35B804-FA56-5F7D-A66A-48C3F121DAE4}" dt="2026-05-18T10:47:15.099" v="940" actId="6264"/>
          <ac:spMkLst>
            <pc:docMk/>
            <pc:sldMk cId="837537625" sldId="11482"/>
            <ac:spMk id="53" creationId="{04D16CCC-6954-37D8-12D1-A8F5EEE5076A}"/>
          </ac:spMkLst>
        </pc:spChg>
        <pc:spChg chg="add mod ord">
          <ac:chgData name="Martin Boerman" userId="c1c4d39f-d644-4cf2-a264-5f7cbaf89023" providerId="ADAL" clId="{4F35B804-FA56-5F7D-A66A-48C3F121DAE4}" dt="2026-05-18T10:47:15.099" v="940" actId="6264"/>
          <ac:spMkLst>
            <pc:docMk/>
            <pc:sldMk cId="837537625" sldId="11482"/>
            <ac:spMk id="54" creationId="{3D907015-96AC-E8F1-BA50-0D21DAE637DC}"/>
          </ac:spMkLst>
        </pc:spChg>
        <pc:spChg chg="mod ord">
          <ac:chgData name="Martin Boerman" userId="c1c4d39f-d644-4cf2-a264-5f7cbaf89023" providerId="ADAL" clId="{4F35B804-FA56-5F7D-A66A-48C3F121DAE4}" dt="2026-05-18T10:47:15.099" v="940" actId="6264"/>
          <ac:spMkLst>
            <pc:docMk/>
            <pc:sldMk cId="837537625" sldId="11482"/>
            <ac:spMk id="63" creationId="{4470666D-AB22-177C-6C7A-D16FF6FB971C}"/>
          </ac:spMkLst>
        </pc:spChg>
        <pc:spChg chg="mod ord">
          <ac:chgData name="Martin Boerman" userId="c1c4d39f-d644-4cf2-a264-5f7cbaf89023" providerId="ADAL" clId="{4F35B804-FA56-5F7D-A66A-48C3F121DAE4}" dt="2026-05-18T10:47:15.099" v="940" actId="6264"/>
          <ac:spMkLst>
            <pc:docMk/>
            <pc:sldMk cId="837537625" sldId="11482"/>
            <ac:spMk id="70" creationId="{3EF7774A-211E-088E-C9B6-6A86C440503F}"/>
          </ac:spMkLst>
        </pc:spChg>
        <pc:spChg chg="mod">
          <ac:chgData name="Martin Boerman" userId="c1c4d39f-d644-4cf2-a264-5f7cbaf89023" providerId="ADAL" clId="{4F35B804-FA56-5F7D-A66A-48C3F121DAE4}" dt="2026-05-18T10:41:20.408" v="730" actId="207"/>
          <ac:spMkLst>
            <pc:docMk/>
            <pc:sldMk cId="837537625" sldId="11482"/>
            <ac:spMk id="72" creationId="{D5037DEE-D3A7-543A-B3E5-6F22ECB1E9B3}"/>
          </ac:spMkLst>
        </pc:spChg>
        <pc:spChg chg="mod">
          <ac:chgData name="Martin Boerman" userId="c1c4d39f-d644-4cf2-a264-5f7cbaf89023" providerId="ADAL" clId="{4F35B804-FA56-5F7D-A66A-48C3F121DAE4}" dt="2026-05-18T10:40:37.500" v="727" actId="207"/>
          <ac:spMkLst>
            <pc:docMk/>
            <pc:sldMk cId="837537625" sldId="11482"/>
            <ac:spMk id="92" creationId="{B6C70F8F-27F3-4CF3-FECD-439D34C6752D}"/>
          </ac:spMkLst>
        </pc:spChg>
      </pc:sldChg>
      <pc:sldChg chg="addSp delSp modSp mod chgLayout modNotesTx">
        <pc:chgData name="Martin Boerman" userId="c1c4d39f-d644-4cf2-a264-5f7cbaf89023" providerId="ADAL" clId="{4F35B804-FA56-5F7D-A66A-48C3F121DAE4}" dt="2026-05-19T10:32:45.935" v="6134" actId="113"/>
        <pc:sldMkLst>
          <pc:docMk/>
          <pc:sldMk cId="3325148299" sldId="11483"/>
        </pc:sldMkLst>
        <pc:spChg chg="mod ord">
          <ac:chgData name="Martin Boerman" userId="c1c4d39f-d644-4cf2-a264-5f7cbaf89023" providerId="ADAL" clId="{4F35B804-FA56-5F7D-A66A-48C3F121DAE4}" dt="2026-05-18T10:44:47.682" v="737"/>
          <ac:spMkLst>
            <pc:docMk/>
            <pc:sldMk cId="3325148299" sldId="11483"/>
            <ac:spMk id="2" creationId="{5B4D6E7B-3114-F989-0221-CF083D29CE8F}"/>
          </ac:spMkLst>
        </pc:spChg>
        <pc:spChg chg="mod ord">
          <ac:chgData name="Martin Boerman" userId="c1c4d39f-d644-4cf2-a264-5f7cbaf89023" providerId="ADAL" clId="{4F35B804-FA56-5F7D-A66A-48C3F121DAE4}" dt="2026-05-18T10:44:47.682" v="737"/>
          <ac:spMkLst>
            <pc:docMk/>
            <pc:sldMk cId="3325148299" sldId="11483"/>
            <ac:spMk id="5" creationId="{87DBA139-C731-CD59-94C7-031326B4159B}"/>
          </ac:spMkLst>
        </pc:spChg>
        <pc:spChg chg="mod ord">
          <ac:chgData name="Martin Boerman" userId="c1c4d39f-d644-4cf2-a264-5f7cbaf89023" providerId="ADAL" clId="{4F35B804-FA56-5F7D-A66A-48C3F121DAE4}" dt="2026-05-18T10:44:47.682" v="737"/>
          <ac:spMkLst>
            <pc:docMk/>
            <pc:sldMk cId="3325148299" sldId="11483"/>
            <ac:spMk id="6" creationId="{E94009D2-574F-A208-29BC-1338E3FDD51E}"/>
          </ac:spMkLst>
        </pc:spChg>
        <pc:spChg chg="mod">
          <ac:chgData name="Martin Boerman" userId="c1c4d39f-d644-4cf2-a264-5f7cbaf89023" providerId="ADAL" clId="{4F35B804-FA56-5F7D-A66A-48C3F121DAE4}" dt="2026-05-13T16:34:47.911" v="265" actId="2711"/>
          <ac:spMkLst>
            <pc:docMk/>
            <pc:sldMk cId="3325148299" sldId="11483"/>
            <ac:spMk id="7" creationId="{51AEDC6C-8C3E-727E-1418-2D7B541D7525}"/>
          </ac:spMkLst>
        </pc:spChg>
        <pc:spChg chg="mod">
          <ac:chgData name="Martin Boerman" userId="c1c4d39f-d644-4cf2-a264-5f7cbaf89023" providerId="ADAL" clId="{4F35B804-FA56-5F7D-A66A-48C3F121DAE4}" dt="2026-05-13T16:34:47.911" v="265" actId="2711"/>
          <ac:spMkLst>
            <pc:docMk/>
            <pc:sldMk cId="3325148299" sldId="11483"/>
            <ac:spMk id="11" creationId="{F6F2A0BE-E3E4-9A47-906A-32FD433FB0F7}"/>
          </ac:spMkLst>
        </pc:spChg>
        <pc:spChg chg="mod">
          <ac:chgData name="Martin Boerman" userId="c1c4d39f-d644-4cf2-a264-5f7cbaf89023" providerId="ADAL" clId="{4F35B804-FA56-5F7D-A66A-48C3F121DAE4}" dt="2026-05-13T16:34:47.911" v="265" actId="2711"/>
          <ac:spMkLst>
            <pc:docMk/>
            <pc:sldMk cId="3325148299" sldId="11483"/>
            <ac:spMk id="12" creationId="{4E5F2948-2383-E59A-7528-F3A85A416090}"/>
          </ac:spMkLst>
        </pc:spChg>
        <pc:spChg chg="mod">
          <ac:chgData name="Martin Boerman" userId="c1c4d39f-d644-4cf2-a264-5f7cbaf89023" providerId="ADAL" clId="{4F35B804-FA56-5F7D-A66A-48C3F121DAE4}" dt="2026-05-13T16:34:47.911" v="265" actId="2711"/>
          <ac:spMkLst>
            <pc:docMk/>
            <pc:sldMk cId="3325148299" sldId="11483"/>
            <ac:spMk id="13" creationId="{EDF7FCC4-80F8-93F6-F4FE-6E60740CE42A}"/>
          </ac:spMkLst>
        </pc:spChg>
        <pc:spChg chg="add mod">
          <ac:chgData name="Martin Boerman" userId="c1c4d39f-d644-4cf2-a264-5f7cbaf89023" providerId="ADAL" clId="{4F35B804-FA56-5F7D-A66A-48C3F121DAE4}" dt="2026-05-18T10:44:47.682" v="737"/>
          <ac:spMkLst>
            <pc:docMk/>
            <pc:sldMk cId="3325148299" sldId="11483"/>
            <ac:spMk id="32" creationId="{2FACC022-4D5B-60A4-E24B-97D867AE941A}"/>
          </ac:spMkLst>
        </pc:spChg>
        <pc:graphicFrameChg chg="mod">
          <ac:chgData name="Martin Boerman" userId="c1c4d39f-d644-4cf2-a264-5f7cbaf89023" providerId="ADAL" clId="{4F35B804-FA56-5F7D-A66A-48C3F121DAE4}" dt="2026-05-13T16:34:47.911" v="265" actId="2711"/>
          <ac:graphicFrameMkLst>
            <pc:docMk/>
            <pc:sldMk cId="3325148299" sldId="11483"/>
            <ac:graphicFrameMk id="9" creationId="{E5DDF9E1-26B6-EE58-18CE-4DBED266C4BE}"/>
          </ac:graphicFrameMkLst>
        </pc:graphicFrameChg>
        <pc:graphicFrameChg chg="mod">
          <ac:chgData name="Martin Boerman" userId="c1c4d39f-d644-4cf2-a264-5f7cbaf89023" providerId="ADAL" clId="{4F35B804-FA56-5F7D-A66A-48C3F121DAE4}" dt="2026-05-13T16:34:47.911" v="265" actId="2711"/>
          <ac:graphicFrameMkLst>
            <pc:docMk/>
            <pc:sldMk cId="3325148299" sldId="11483"/>
            <ac:graphicFrameMk id="10" creationId="{C4B4064B-3666-8F9B-FEDF-E1E1A99275BE}"/>
          </ac:graphicFrameMkLst>
        </pc:graphicFrameChg>
      </pc:sldChg>
      <pc:sldChg chg="addSp delSp modSp mod chgLayout modNotesTx">
        <pc:chgData name="Martin Boerman" userId="c1c4d39f-d644-4cf2-a264-5f7cbaf89023" providerId="ADAL" clId="{4F35B804-FA56-5F7D-A66A-48C3F121DAE4}" dt="2026-05-19T12:22:22.479" v="7012" actId="20577"/>
        <pc:sldMkLst>
          <pc:docMk/>
          <pc:sldMk cId="3355961269" sldId="11484"/>
        </pc:sldMkLst>
        <pc:spChg chg="mod ord">
          <ac:chgData name="Martin Boerman" userId="c1c4d39f-d644-4cf2-a264-5f7cbaf89023" providerId="ADAL" clId="{4F35B804-FA56-5F7D-A66A-48C3F121DAE4}" dt="2026-05-18T10:44:47.682" v="737"/>
          <ac:spMkLst>
            <pc:docMk/>
            <pc:sldMk cId="3355961269" sldId="11484"/>
            <ac:spMk id="2" creationId="{1972F7C4-C3B1-B0C2-D389-99A8407F9CDC}"/>
          </ac:spMkLst>
        </pc:spChg>
        <pc:spChg chg="mod ord">
          <ac:chgData name="Martin Boerman" userId="c1c4d39f-d644-4cf2-a264-5f7cbaf89023" providerId="ADAL" clId="{4F35B804-FA56-5F7D-A66A-48C3F121DAE4}" dt="2026-05-13T16:44:52.082" v="620" actId="14100"/>
          <ac:spMkLst>
            <pc:docMk/>
            <pc:sldMk cId="3355961269" sldId="11484"/>
            <ac:spMk id="3" creationId="{009CAEBE-164D-836E-049D-4910A21076B4}"/>
          </ac:spMkLst>
        </pc:spChg>
        <pc:spChg chg="mod ord">
          <ac:chgData name="Martin Boerman" userId="c1c4d39f-d644-4cf2-a264-5f7cbaf89023" providerId="ADAL" clId="{4F35B804-FA56-5F7D-A66A-48C3F121DAE4}" dt="2026-05-18T10:44:47.682" v="737"/>
          <ac:spMkLst>
            <pc:docMk/>
            <pc:sldMk cId="3355961269" sldId="11484"/>
            <ac:spMk id="4" creationId="{D4151CEE-B969-2DB6-0530-EA6B0263716D}"/>
          </ac:spMkLst>
        </pc:spChg>
        <pc:spChg chg="mod ord">
          <ac:chgData name="Martin Boerman" userId="c1c4d39f-d644-4cf2-a264-5f7cbaf89023" providerId="ADAL" clId="{4F35B804-FA56-5F7D-A66A-48C3F121DAE4}" dt="2026-05-18T10:44:47.682" v="737"/>
          <ac:spMkLst>
            <pc:docMk/>
            <pc:sldMk cId="3355961269" sldId="11484"/>
            <ac:spMk id="5" creationId="{E66DF9A9-2EED-6BE7-6C07-F39D9AF03C5F}"/>
          </ac:spMkLst>
        </pc:spChg>
        <pc:spChg chg="mod ord">
          <ac:chgData name="Martin Boerman" userId="c1c4d39f-d644-4cf2-a264-5f7cbaf89023" providerId="ADAL" clId="{4F35B804-FA56-5F7D-A66A-48C3F121DAE4}" dt="2026-05-18T10:44:47.682" v="737"/>
          <ac:spMkLst>
            <pc:docMk/>
            <pc:sldMk cId="3355961269" sldId="11484"/>
            <ac:spMk id="6" creationId="{694AA2B4-9A41-D6AF-11A8-87EF447EE166}"/>
          </ac:spMkLst>
        </pc:spChg>
      </pc:sldChg>
      <pc:sldChg chg="addSp delSp modSp del mod setBg chgLayout">
        <pc:chgData name="Martin Boerman" userId="c1c4d39f-d644-4cf2-a264-5f7cbaf89023" providerId="ADAL" clId="{4F35B804-FA56-5F7D-A66A-48C3F121DAE4}" dt="2026-05-19T10:18:12.095" v="4348" actId="2696"/>
        <pc:sldMkLst>
          <pc:docMk/>
          <pc:sldMk cId="4278537528" sldId="11485"/>
        </pc:sldMkLst>
        <pc:spChg chg="mod">
          <ac:chgData name="Martin Boerman" userId="c1c4d39f-d644-4cf2-a264-5f7cbaf89023" providerId="ADAL" clId="{4F35B804-FA56-5F7D-A66A-48C3F121DAE4}" dt="2026-05-18T14:13:13.738" v="3507" actId="167"/>
          <ac:spMkLst>
            <pc:docMk/>
            <pc:sldMk cId="4278537528" sldId="11485"/>
            <ac:spMk id="2" creationId="{B727BF5E-99B6-49EF-E4BA-CF8DCB737B80}"/>
          </ac:spMkLst>
        </pc:spChg>
        <pc:spChg chg="mod ord">
          <ac:chgData name="Martin Boerman" userId="c1c4d39f-d644-4cf2-a264-5f7cbaf89023" providerId="ADAL" clId="{4F35B804-FA56-5F7D-A66A-48C3F121DAE4}" dt="2026-05-19T10:16:41.494" v="4336" actId="6264"/>
          <ac:spMkLst>
            <pc:docMk/>
            <pc:sldMk cId="4278537528" sldId="11485"/>
            <ac:spMk id="3" creationId="{5B6251E5-A1AC-6CFF-9472-C53DC41655B8}"/>
          </ac:spMkLst>
        </pc:spChg>
        <pc:spChg chg="mod ord">
          <ac:chgData name="Martin Boerman" userId="c1c4d39f-d644-4cf2-a264-5f7cbaf89023" providerId="ADAL" clId="{4F35B804-FA56-5F7D-A66A-48C3F121DAE4}" dt="2026-05-19T10:16:41.494" v="4336" actId="6264"/>
          <ac:spMkLst>
            <pc:docMk/>
            <pc:sldMk cId="4278537528" sldId="11485"/>
            <ac:spMk id="4" creationId="{F62980CA-BB04-6BB3-C0C8-A9D4C2BCC14F}"/>
          </ac:spMkLst>
        </pc:spChg>
        <pc:spChg chg="mod">
          <ac:chgData name="Martin Boerman" userId="c1c4d39f-d644-4cf2-a264-5f7cbaf89023" providerId="ADAL" clId="{4F35B804-FA56-5F7D-A66A-48C3F121DAE4}" dt="2026-05-18T14:14:07.639" v="3538" actId="108"/>
          <ac:spMkLst>
            <pc:docMk/>
            <pc:sldMk cId="4278537528" sldId="11485"/>
            <ac:spMk id="5" creationId="{C0978B86-C287-03A1-FB46-4DAE9843BB13}"/>
          </ac:spMkLst>
        </pc:spChg>
        <pc:spChg chg="add del mod">
          <ac:chgData name="Martin Boerman" userId="c1c4d39f-d644-4cf2-a264-5f7cbaf89023" providerId="ADAL" clId="{4F35B804-FA56-5F7D-A66A-48C3F121DAE4}" dt="2026-05-19T10:16:41.494" v="4336" actId="6264"/>
          <ac:spMkLst>
            <pc:docMk/>
            <pc:sldMk cId="4278537528" sldId="11485"/>
            <ac:spMk id="6" creationId="{97A61A9F-50BE-F09D-0DF7-AEC7325D0786}"/>
          </ac:spMkLst>
        </pc:spChg>
        <pc:spChg chg="add del mod">
          <ac:chgData name="Martin Boerman" userId="c1c4d39f-d644-4cf2-a264-5f7cbaf89023" providerId="ADAL" clId="{4F35B804-FA56-5F7D-A66A-48C3F121DAE4}" dt="2026-05-19T10:16:41.494" v="4336" actId="6264"/>
          <ac:spMkLst>
            <pc:docMk/>
            <pc:sldMk cId="4278537528" sldId="11485"/>
            <ac:spMk id="7" creationId="{13BE4236-44F0-0DC4-D7A8-62BE1996B828}"/>
          </ac:spMkLst>
        </pc:spChg>
        <pc:spChg chg="add del mod">
          <ac:chgData name="Martin Boerman" userId="c1c4d39f-d644-4cf2-a264-5f7cbaf89023" providerId="ADAL" clId="{4F35B804-FA56-5F7D-A66A-48C3F121DAE4}" dt="2026-05-19T10:16:41.494" v="4336" actId="6264"/>
          <ac:spMkLst>
            <pc:docMk/>
            <pc:sldMk cId="4278537528" sldId="11485"/>
            <ac:spMk id="8" creationId="{97F69294-11B2-99B8-8D42-B803D4E5BB92}"/>
          </ac:spMkLst>
        </pc:spChg>
        <pc:spChg chg="add del mod">
          <ac:chgData name="Martin Boerman" userId="c1c4d39f-d644-4cf2-a264-5f7cbaf89023" providerId="ADAL" clId="{4F35B804-FA56-5F7D-A66A-48C3F121DAE4}" dt="2026-05-19T10:16:41.494" v="4336" actId="6264"/>
          <ac:spMkLst>
            <pc:docMk/>
            <pc:sldMk cId="4278537528" sldId="11485"/>
            <ac:spMk id="9" creationId="{5227A013-74CC-88CF-36F9-ED50E94055DC}"/>
          </ac:spMkLst>
        </pc:spChg>
        <pc:spChg chg="mod">
          <ac:chgData name="Martin Boerman" userId="c1c4d39f-d644-4cf2-a264-5f7cbaf89023" providerId="ADAL" clId="{4F35B804-FA56-5F7D-A66A-48C3F121DAE4}" dt="2026-05-18T14:13:24.537" v="3509" actId="108"/>
          <ac:spMkLst>
            <pc:docMk/>
            <pc:sldMk cId="4278537528" sldId="11485"/>
            <ac:spMk id="10" creationId="{EEC047B5-4675-87BB-C77D-525A9C15C89C}"/>
          </ac:spMkLst>
        </pc:spChg>
        <pc:spChg chg="mod">
          <ac:chgData name="Martin Boerman" userId="c1c4d39f-d644-4cf2-a264-5f7cbaf89023" providerId="ADAL" clId="{4F35B804-FA56-5F7D-A66A-48C3F121DAE4}" dt="2026-05-18T14:13:28.223" v="3510" actId="108"/>
          <ac:spMkLst>
            <pc:docMk/>
            <pc:sldMk cId="4278537528" sldId="11485"/>
            <ac:spMk id="11" creationId="{B27E223E-7F96-98A3-1BCE-3C7E3476061A}"/>
          </ac:spMkLst>
        </pc:spChg>
        <pc:spChg chg="mod">
          <ac:chgData name="Martin Boerman" userId="c1c4d39f-d644-4cf2-a264-5f7cbaf89023" providerId="ADAL" clId="{4F35B804-FA56-5F7D-A66A-48C3F121DAE4}" dt="2026-05-18T14:13:29.257" v="3511" actId="108"/>
          <ac:spMkLst>
            <pc:docMk/>
            <pc:sldMk cId="4278537528" sldId="11485"/>
            <ac:spMk id="12" creationId="{0490248B-B552-3119-224F-718F14ACB6C5}"/>
          </ac:spMkLst>
        </pc:spChg>
        <pc:spChg chg="add del mod ord">
          <ac:chgData name="Martin Boerman" userId="c1c4d39f-d644-4cf2-a264-5f7cbaf89023" providerId="ADAL" clId="{4F35B804-FA56-5F7D-A66A-48C3F121DAE4}" dt="2026-05-19T10:16:41.494" v="4336" actId="6264"/>
          <ac:spMkLst>
            <pc:docMk/>
            <pc:sldMk cId="4278537528" sldId="11485"/>
            <ac:spMk id="13" creationId="{1A30362F-12CC-CFD0-F1E6-7ED365E0A341}"/>
          </ac:spMkLst>
        </pc:spChg>
        <pc:spChg chg="mod">
          <ac:chgData name="Martin Boerman" userId="c1c4d39f-d644-4cf2-a264-5f7cbaf89023" providerId="ADAL" clId="{4F35B804-FA56-5F7D-A66A-48C3F121DAE4}" dt="2026-05-18T14:12:06.635" v="3474" actId="207"/>
          <ac:spMkLst>
            <pc:docMk/>
            <pc:sldMk cId="4278537528" sldId="11485"/>
            <ac:spMk id="19" creationId="{ABDAF8EC-3B95-C9D7-0FE9-71A7721CFF9D}"/>
          </ac:spMkLst>
        </pc:spChg>
        <pc:spChg chg="mod">
          <ac:chgData name="Martin Boerman" userId="c1c4d39f-d644-4cf2-a264-5f7cbaf89023" providerId="ADAL" clId="{4F35B804-FA56-5F7D-A66A-48C3F121DAE4}" dt="2026-05-18T14:11:59.403" v="3473" actId="207"/>
          <ac:spMkLst>
            <pc:docMk/>
            <pc:sldMk cId="4278537528" sldId="11485"/>
            <ac:spMk id="46" creationId="{A31936F0-9E5C-E499-ABD8-64AAF5C184BD}"/>
          </ac:spMkLst>
        </pc:spChg>
        <pc:spChg chg="mod">
          <ac:chgData name="Martin Boerman" userId="c1c4d39f-d644-4cf2-a264-5f7cbaf89023" providerId="ADAL" clId="{4F35B804-FA56-5F7D-A66A-48C3F121DAE4}" dt="2026-05-18T14:14:25.175" v="3545" actId="108"/>
          <ac:spMkLst>
            <pc:docMk/>
            <pc:sldMk cId="4278537528" sldId="11485"/>
            <ac:spMk id="52" creationId="{9E752103-7BCC-D47D-0E41-3D3118080490}"/>
          </ac:spMkLst>
        </pc:spChg>
        <pc:spChg chg="mod">
          <ac:chgData name="Martin Boerman" userId="c1c4d39f-d644-4cf2-a264-5f7cbaf89023" providerId="ADAL" clId="{4F35B804-FA56-5F7D-A66A-48C3F121DAE4}" dt="2026-05-18T14:13:29.974" v="3512" actId="108"/>
          <ac:spMkLst>
            <pc:docMk/>
            <pc:sldMk cId="4278537528" sldId="11485"/>
            <ac:spMk id="138" creationId="{6874EC91-042A-605C-8D6E-0521908AC107}"/>
          </ac:spMkLst>
        </pc:spChg>
        <pc:spChg chg="mod">
          <ac:chgData name="Martin Boerman" userId="c1c4d39f-d644-4cf2-a264-5f7cbaf89023" providerId="ADAL" clId="{4F35B804-FA56-5F7D-A66A-48C3F121DAE4}" dt="2026-05-18T14:13:34.792" v="3517" actId="108"/>
          <ac:spMkLst>
            <pc:docMk/>
            <pc:sldMk cId="4278537528" sldId="11485"/>
            <ac:spMk id="139" creationId="{7E0F3336-7E00-3017-BF4A-E0D62E8C679F}"/>
          </ac:spMkLst>
        </pc:spChg>
        <pc:spChg chg="mod">
          <ac:chgData name="Martin Boerman" userId="c1c4d39f-d644-4cf2-a264-5f7cbaf89023" providerId="ADAL" clId="{4F35B804-FA56-5F7D-A66A-48C3F121DAE4}" dt="2026-05-18T14:13:39.892" v="3522" actId="108"/>
          <ac:spMkLst>
            <pc:docMk/>
            <pc:sldMk cId="4278537528" sldId="11485"/>
            <ac:spMk id="140" creationId="{4CBA9FF2-A29A-B056-CCF4-3E8F6BF1E2B9}"/>
          </ac:spMkLst>
        </pc:spChg>
        <pc:spChg chg="mod">
          <ac:chgData name="Martin Boerman" userId="c1c4d39f-d644-4cf2-a264-5f7cbaf89023" providerId="ADAL" clId="{4F35B804-FA56-5F7D-A66A-48C3F121DAE4}" dt="2026-05-18T14:13:32.576" v="3515" actId="108"/>
          <ac:spMkLst>
            <pc:docMk/>
            <pc:sldMk cId="4278537528" sldId="11485"/>
            <ac:spMk id="141" creationId="{BC564ED3-A53F-4681-0C82-114FB291ABF6}"/>
          </ac:spMkLst>
        </pc:spChg>
        <pc:spChg chg="mod">
          <ac:chgData name="Martin Boerman" userId="c1c4d39f-d644-4cf2-a264-5f7cbaf89023" providerId="ADAL" clId="{4F35B804-FA56-5F7D-A66A-48C3F121DAE4}" dt="2026-05-18T14:13:33.657" v="3516" actId="108"/>
          <ac:spMkLst>
            <pc:docMk/>
            <pc:sldMk cId="4278537528" sldId="11485"/>
            <ac:spMk id="142" creationId="{498A5593-0A46-DE2F-22E7-1DCB40AE2D00}"/>
          </ac:spMkLst>
        </pc:spChg>
        <pc:spChg chg="mod">
          <ac:chgData name="Martin Boerman" userId="c1c4d39f-d644-4cf2-a264-5f7cbaf89023" providerId="ADAL" clId="{4F35B804-FA56-5F7D-A66A-48C3F121DAE4}" dt="2026-05-18T14:13:43.277" v="3525" actId="108"/>
          <ac:spMkLst>
            <pc:docMk/>
            <pc:sldMk cId="4278537528" sldId="11485"/>
            <ac:spMk id="148" creationId="{9CC9673A-F89B-12EB-21B8-75E30C9D2080}"/>
          </ac:spMkLst>
        </pc:spChg>
        <pc:spChg chg="mod">
          <ac:chgData name="Martin Boerman" userId="c1c4d39f-d644-4cf2-a264-5f7cbaf89023" providerId="ADAL" clId="{4F35B804-FA56-5F7D-A66A-48C3F121DAE4}" dt="2026-05-18T14:13:42.156" v="3524" actId="108"/>
          <ac:spMkLst>
            <pc:docMk/>
            <pc:sldMk cId="4278537528" sldId="11485"/>
            <ac:spMk id="149" creationId="{828AC1A7-9160-FEB7-DB79-3435941438F6}"/>
          </ac:spMkLst>
        </pc:spChg>
        <pc:spChg chg="mod">
          <ac:chgData name="Martin Boerman" userId="c1c4d39f-d644-4cf2-a264-5f7cbaf89023" providerId="ADAL" clId="{4F35B804-FA56-5F7D-A66A-48C3F121DAE4}" dt="2026-05-18T14:13:41.008" v="3523" actId="108"/>
          <ac:spMkLst>
            <pc:docMk/>
            <pc:sldMk cId="4278537528" sldId="11485"/>
            <ac:spMk id="150" creationId="{61B86929-CAFC-4B95-0C1C-51AC05D784F0}"/>
          </ac:spMkLst>
        </pc:spChg>
        <pc:spChg chg="mod">
          <ac:chgData name="Martin Boerman" userId="c1c4d39f-d644-4cf2-a264-5f7cbaf89023" providerId="ADAL" clId="{4F35B804-FA56-5F7D-A66A-48C3F121DAE4}" dt="2026-05-18T14:13:44.176" v="3526" actId="108"/>
          <ac:spMkLst>
            <pc:docMk/>
            <pc:sldMk cId="4278537528" sldId="11485"/>
            <ac:spMk id="151" creationId="{C9115110-8ADA-848B-D863-F06FB80DED4F}"/>
          </ac:spMkLst>
        </pc:spChg>
        <pc:spChg chg="mod">
          <ac:chgData name="Martin Boerman" userId="c1c4d39f-d644-4cf2-a264-5f7cbaf89023" providerId="ADAL" clId="{4F35B804-FA56-5F7D-A66A-48C3F121DAE4}" dt="2026-05-18T14:13:45.487" v="3527" actId="108"/>
          <ac:spMkLst>
            <pc:docMk/>
            <pc:sldMk cId="4278537528" sldId="11485"/>
            <ac:spMk id="156" creationId="{9BDEE888-167D-966F-C1F2-B5417B5DA84B}"/>
          </ac:spMkLst>
        </pc:spChg>
        <pc:spChg chg="mod">
          <ac:chgData name="Martin Boerman" userId="c1c4d39f-d644-4cf2-a264-5f7cbaf89023" providerId="ADAL" clId="{4F35B804-FA56-5F7D-A66A-48C3F121DAE4}" dt="2026-05-18T14:13:49.042" v="3530" actId="108"/>
          <ac:spMkLst>
            <pc:docMk/>
            <pc:sldMk cId="4278537528" sldId="11485"/>
            <ac:spMk id="157" creationId="{A8E55C29-424F-C86E-9059-BB74D2141A3C}"/>
          </ac:spMkLst>
        </pc:spChg>
        <pc:spChg chg="mod">
          <ac:chgData name="Martin Boerman" userId="c1c4d39f-d644-4cf2-a264-5f7cbaf89023" providerId="ADAL" clId="{4F35B804-FA56-5F7D-A66A-48C3F121DAE4}" dt="2026-05-18T14:13:47.659" v="3529" actId="108"/>
          <ac:spMkLst>
            <pc:docMk/>
            <pc:sldMk cId="4278537528" sldId="11485"/>
            <ac:spMk id="159" creationId="{1C67472D-7DB0-3A78-43FA-FFD2DD48FC01}"/>
          </ac:spMkLst>
        </pc:spChg>
        <pc:spChg chg="mod">
          <ac:chgData name="Martin Boerman" userId="c1c4d39f-d644-4cf2-a264-5f7cbaf89023" providerId="ADAL" clId="{4F35B804-FA56-5F7D-A66A-48C3F121DAE4}" dt="2026-05-18T14:13:46.476" v="3528" actId="108"/>
          <ac:spMkLst>
            <pc:docMk/>
            <pc:sldMk cId="4278537528" sldId="11485"/>
            <ac:spMk id="160" creationId="{1FC6962A-C121-CBE7-BDBD-17AB17923A72}"/>
          </ac:spMkLst>
        </pc:spChg>
        <pc:spChg chg="mod">
          <ac:chgData name="Martin Boerman" userId="c1c4d39f-d644-4cf2-a264-5f7cbaf89023" providerId="ADAL" clId="{4F35B804-FA56-5F7D-A66A-48C3F121DAE4}" dt="2026-05-18T14:13:50.341" v="3531" actId="108"/>
          <ac:spMkLst>
            <pc:docMk/>
            <pc:sldMk cId="4278537528" sldId="11485"/>
            <ac:spMk id="162" creationId="{1F2D0029-FADC-9339-9382-49C8069FF25F}"/>
          </ac:spMkLst>
        </pc:spChg>
        <pc:spChg chg="mod">
          <ac:chgData name="Martin Boerman" userId="c1c4d39f-d644-4cf2-a264-5f7cbaf89023" providerId="ADAL" clId="{4F35B804-FA56-5F7D-A66A-48C3F121DAE4}" dt="2026-05-18T14:13:51.809" v="3532" actId="108"/>
          <ac:spMkLst>
            <pc:docMk/>
            <pc:sldMk cId="4278537528" sldId="11485"/>
            <ac:spMk id="163" creationId="{6E7AABD6-937F-DAFB-B1F0-EE0A04634B74}"/>
          </ac:spMkLst>
        </pc:spChg>
        <pc:spChg chg="mod">
          <ac:chgData name="Martin Boerman" userId="c1c4d39f-d644-4cf2-a264-5f7cbaf89023" providerId="ADAL" clId="{4F35B804-FA56-5F7D-A66A-48C3F121DAE4}" dt="2026-05-18T14:13:52.776" v="3533" actId="108"/>
          <ac:spMkLst>
            <pc:docMk/>
            <pc:sldMk cId="4278537528" sldId="11485"/>
            <ac:spMk id="164" creationId="{1A485405-125F-7FAC-A51E-ADEA50ADBF11}"/>
          </ac:spMkLst>
        </pc:spChg>
        <pc:spChg chg="mod ord">
          <ac:chgData name="Martin Boerman" userId="c1c4d39f-d644-4cf2-a264-5f7cbaf89023" providerId="ADAL" clId="{4F35B804-FA56-5F7D-A66A-48C3F121DAE4}" dt="2026-05-19T10:16:41.494" v="4336" actId="6264"/>
          <ac:spMkLst>
            <pc:docMk/>
            <pc:sldMk cId="4278537528" sldId="11485"/>
            <ac:spMk id="169" creationId="{BC78F56D-3B9B-285C-51D5-D64BCFD4ED90}"/>
          </ac:spMkLst>
        </pc:spChg>
        <pc:spChg chg="mod ord">
          <ac:chgData name="Martin Boerman" userId="c1c4d39f-d644-4cf2-a264-5f7cbaf89023" providerId="ADAL" clId="{4F35B804-FA56-5F7D-A66A-48C3F121DAE4}" dt="2026-05-19T10:16:41.494" v="4336" actId="6264"/>
          <ac:spMkLst>
            <pc:docMk/>
            <pc:sldMk cId="4278537528" sldId="11485"/>
            <ac:spMk id="170" creationId="{8A7018F4-6ACE-298D-AE34-CBEDCC026F34}"/>
          </ac:spMkLst>
        </pc:spChg>
        <pc:spChg chg="mod">
          <ac:chgData name="Martin Boerman" userId="c1c4d39f-d644-4cf2-a264-5f7cbaf89023" providerId="ADAL" clId="{4F35B804-FA56-5F7D-A66A-48C3F121DAE4}" dt="2026-05-18T14:13:56.782" v="3537" actId="108"/>
          <ac:spMkLst>
            <pc:docMk/>
            <pc:sldMk cId="4278537528" sldId="11485"/>
            <ac:spMk id="185" creationId="{A8F5F29E-A2FB-9091-E6B6-74785EEC2691}"/>
          </ac:spMkLst>
        </pc:spChg>
        <pc:spChg chg="mod">
          <ac:chgData name="Martin Boerman" userId="c1c4d39f-d644-4cf2-a264-5f7cbaf89023" providerId="ADAL" clId="{4F35B804-FA56-5F7D-A66A-48C3F121DAE4}" dt="2026-05-18T14:13:54.158" v="3534" actId="108"/>
          <ac:spMkLst>
            <pc:docMk/>
            <pc:sldMk cId="4278537528" sldId="11485"/>
            <ac:spMk id="186" creationId="{2B5D5729-583E-8BF0-5AC8-486005BA6A0F}"/>
          </ac:spMkLst>
        </pc:spChg>
        <pc:spChg chg="mod">
          <ac:chgData name="Martin Boerman" userId="c1c4d39f-d644-4cf2-a264-5f7cbaf89023" providerId="ADAL" clId="{4F35B804-FA56-5F7D-A66A-48C3F121DAE4}" dt="2026-05-18T14:14:08.537" v="3539" actId="108"/>
          <ac:spMkLst>
            <pc:docMk/>
            <pc:sldMk cId="4278537528" sldId="11485"/>
            <ac:spMk id="187" creationId="{6512E9E4-9B95-7954-3745-5B7DFC710C19}"/>
          </ac:spMkLst>
        </pc:spChg>
        <pc:spChg chg="mod">
          <ac:chgData name="Martin Boerman" userId="c1c4d39f-d644-4cf2-a264-5f7cbaf89023" providerId="ADAL" clId="{4F35B804-FA56-5F7D-A66A-48C3F121DAE4}" dt="2026-05-18T14:14:09.277" v="3540" actId="108"/>
          <ac:spMkLst>
            <pc:docMk/>
            <pc:sldMk cId="4278537528" sldId="11485"/>
            <ac:spMk id="188" creationId="{F27BC448-4468-EA9E-A482-26966DD5E0A7}"/>
          </ac:spMkLst>
        </pc:spChg>
        <pc:spChg chg="mod">
          <ac:chgData name="Martin Boerman" userId="c1c4d39f-d644-4cf2-a264-5f7cbaf89023" providerId="ADAL" clId="{4F35B804-FA56-5F7D-A66A-48C3F121DAE4}" dt="2026-05-18T14:14:09.943" v="3541" actId="108"/>
          <ac:spMkLst>
            <pc:docMk/>
            <pc:sldMk cId="4278537528" sldId="11485"/>
            <ac:spMk id="189" creationId="{DCBB745F-1E7A-DCD4-F9CA-B9BE6C18EB8A}"/>
          </ac:spMkLst>
        </pc:spChg>
        <pc:spChg chg="mod">
          <ac:chgData name="Martin Boerman" userId="c1c4d39f-d644-4cf2-a264-5f7cbaf89023" providerId="ADAL" clId="{4F35B804-FA56-5F7D-A66A-48C3F121DAE4}" dt="2026-05-18T14:14:10.742" v="3542" actId="108"/>
          <ac:spMkLst>
            <pc:docMk/>
            <pc:sldMk cId="4278537528" sldId="11485"/>
            <ac:spMk id="190" creationId="{8FDE29E0-E140-7AE4-ABB5-5DF38D348344}"/>
          </ac:spMkLst>
        </pc:spChg>
        <pc:graphicFrameChg chg="mod modGraphic">
          <ac:chgData name="Martin Boerman" userId="c1c4d39f-d644-4cf2-a264-5f7cbaf89023" providerId="ADAL" clId="{4F35B804-FA56-5F7D-A66A-48C3F121DAE4}" dt="2026-05-19T10:16:36.804" v="4334"/>
          <ac:graphicFrameMkLst>
            <pc:docMk/>
            <pc:sldMk cId="4278537528" sldId="11485"/>
            <ac:graphicFrameMk id="20" creationId="{4348BD50-B7D4-1657-172B-FF11CBC247D8}"/>
          </ac:graphicFrameMkLst>
        </pc:graphicFrameChg>
        <pc:picChg chg="mod">
          <ac:chgData name="Martin Boerman" userId="c1c4d39f-d644-4cf2-a264-5f7cbaf89023" providerId="ADAL" clId="{4F35B804-FA56-5F7D-A66A-48C3F121DAE4}" dt="2026-05-18T14:14:57.471" v="3553" actId="1036"/>
          <ac:picMkLst>
            <pc:docMk/>
            <pc:sldMk cId="4278537528" sldId="11485"/>
            <ac:picMk id="56" creationId="{E447C6ED-5A30-ACDA-F05F-C9EE4524BE8F}"/>
          </ac:picMkLst>
        </pc:picChg>
      </pc:sldChg>
      <pc:sldChg chg="addSp delSp modSp mod chgLayout modNotesTx">
        <pc:chgData name="Martin Boerman" userId="c1c4d39f-d644-4cf2-a264-5f7cbaf89023" providerId="ADAL" clId="{4F35B804-FA56-5F7D-A66A-48C3F121DAE4}" dt="2026-05-19T12:53:05.756" v="7341" actId="20577"/>
        <pc:sldMkLst>
          <pc:docMk/>
          <pc:sldMk cId="1110005630" sldId="11486"/>
        </pc:sldMkLst>
        <pc:spChg chg="mod ord">
          <ac:chgData name="Martin Boerman" userId="c1c4d39f-d644-4cf2-a264-5f7cbaf89023" providerId="ADAL" clId="{4F35B804-FA56-5F7D-A66A-48C3F121DAE4}" dt="2026-05-18T10:44:47.682" v="737"/>
          <ac:spMkLst>
            <pc:docMk/>
            <pc:sldMk cId="1110005630" sldId="11486"/>
            <ac:spMk id="2" creationId="{C9023B7C-A473-4E6D-F108-E3D1F0A95D94}"/>
          </ac:spMkLst>
        </pc:spChg>
        <pc:spChg chg="add mod">
          <ac:chgData name="Martin Boerman" userId="c1c4d39f-d644-4cf2-a264-5f7cbaf89023" providerId="ADAL" clId="{4F35B804-FA56-5F7D-A66A-48C3F121DAE4}" dt="2026-05-18T13:48:04.828" v="2866" actId="171"/>
          <ac:spMkLst>
            <pc:docMk/>
            <pc:sldMk cId="1110005630" sldId="11486"/>
            <ac:spMk id="3" creationId="{E5830C6B-DE56-5831-A9AA-5E99713ECF70}"/>
          </ac:spMkLst>
        </pc:spChg>
        <pc:spChg chg="mod ord">
          <ac:chgData name="Martin Boerman" userId="c1c4d39f-d644-4cf2-a264-5f7cbaf89023" providerId="ADAL" clId="{4F35B804-FA56-5F7D-A66A-48C3F121DAE4}" dt="2026-05-18T10:44:47.682" v="737"/>
          <ac:spMkLst>
            <pc:docMk/>
            <pc:sldMk cId="1110005630" sldId="11486"/>
            <ac:spMk id="4" creationId="{5D74ABEF-BBA7-7EB8-0A5E-BB2FB1DE2F0D}"/>
          </ac:spMkLst>
        </pc:spChg>
        <pc:spChg chg="mod ord">
          <ac:chgData name="Martin Boerman" userId="c1c4d39f-d644-4cf2-a264-5f7cbaf89023" providerId="ADAL" clId="{4F35B804-FA56-5F7D-A66A-48C3F121DAE4}" dt="2026-05-18T10:44:47.682" v="737"/>
          <ac:spMkLst>
            <pc:docMk/>
            <pc:sldMk cId="1110005630" sldId="11486"/>
            <ac:spMk id="5" creationId="{5278C1DA-0A09-03B2-12F4-1C97F1DE4444}"/>
          </ac:spMkLst>
        </pc:spChg>
        <pc:spChg chg="add mod">
          <ac:chgData name="Martin Boerman" userId="c1c4d39f-d644-4cf2-a264-5f7cbaf89023" providerId="ADAL" clId="{4F35B804-FA56-5F7D-A66A-48C3F121DAE4}" dt="2026-05-18T13:48:12.962" v="2886" actId="171"/>
          <ac:spMkLst>
            <pc:docMk/>
            <pc:sldMk cId="1110005630" sldId="11486"/>
            <ac:spMk id="7" creationId="{B27630DC-3B12-E5B4-64B4-212D72A8C42C}"/>
          </ac:spMkLst>
        </pc:spChg>
        <pc:spChg chg="mod">
          <ac:chgData name="Martin Boerman" userId="c1c4d39f-d644-4cf2-a264-5f7cbaf89023" providerId="ADAL" clId="{4F35B804-FA56-5F7D-A66A-48C3F121DAE4}" dt="2026-05-18T15:00:42.088" v="3645" actId="207"/>
          <ac:spMkLst>
            <pc:docMk/>
            <pc:sldMk cId="1110005630" sldId="11486"/>
            <ac:spMk id="27" creationId="{4CE8562A-8EBE-7476-822E-7617D83FB982}"/>
          </ac:spMkLst>
        </pc:spChg>
        <pc:spChg chg="mod ord">
          <ac:chgData name="Martin Boerman" userId="c1c4d39f-d644-4cf2-a264-5f7cbaf89023" providerId="ADAL" clId="{4F35B804-FA56-5F7D-A66A-48C3F121DAE4}" dt="2026-05-18T10:44:47.682" v="737"/>
          <ac:spMkLst>
            <pc:docMk/>
            <pc:sldMk cId="1110005630" sldId="11486"/>
            <ac:spMk id="53" creationId="{096AE361-6DBC-B794-EDAB-4DC17958C495}"/>
          </ac:spMkLst>
        </pc:spChg>
        <pc:spChg chg="del">
          <ac:chgData name="Martin Boerman" userId="c1c4d39f-d644-4cf2-a264-5f7cbaf89023" providerId="ADAL" clId="{4F35B804-FA56-5F7D-A66A-48C3F121DAE4}" dt="2026-05-18T13:47:46.206" v="2846" actId="478"/>
          <ac:spMkLst>
            <pc:docMk/>
            <pc:sldMk cId="1110005630" sldId="11486"/>
            <ac:spMk id="69" creationId="{F62F3BBE-F027-D806-FFCD-85040BCE7D01}"/>
          </ac:spMkLst>
        </pc:spChg>
        <pc:spChg chg="add del mod">
          <ac:chgData name="Martin Boerman" userId="c1c4d39f-d644-4cf2-a264-5f7cbaf89023" providerId="ADAL" clId="{4F35B804-FA56-5F7D-A66A-48C3F121DAE4}" dt="2026-05-18T13:47:43.532" v="2845" actId="478"/>
          <ac:spMkLst>
            <pc:docMk/>
            <pc:sldMk cId="1110005630" sldId="11486"/>
            <ac:spMk id="70" creationId="{E1A4E865-37F0-9A34-FD7D-835BA918DD1E}"/>
          </ac:spMkLst>
        </pc:spChg>
        <pc:spChg chg="mod">
          <ac:chgData name="Martin Boerman" userId="c1c4d39f-d644-4cf2-a264-5f7cbaf89023" providerId="ADAL" clId="{4F35B804-FA56-5F7D-A66A-48C3F121DAE4}" dt="2026-05-18T13:47:11.823" v="2828" actId="14100"/>
          <ac:spMkLst>
            <pc:docMk/>
            <pc:sldMk cId="1110005630" sldId="11486"/>
            <ac:spMk id="72" creationId="{E0DB69D7-1842-B942-7F31-5E79154351F4}"/>
          </ac:spMkLst>
        </pc:spChg>
        <pc:spChg chg="mod">
          <ac:chgData name="Martin Boerman" userId="c1c4d39f-d644-4cf2-a264-5f7cbaf89023" providerId="ADAL" clId="{4F35B804-FA56-5F7D-A66A-48C3F121DAE4}" dt="2026-05-18T13:46:41.113" v="2818" actId="108"/>
          <ac:spMkLst>
            <pc:docMk/>
            <pc:sldMk cId="1110005630" sldId="11486"/>
            <ac:spMk id="77" creationId="{4E632430-34C6-9115-5659-8CA345289B29}"/>
          </ac:spMkLst>
        </pc:spChg>
        <pc:spChg chg="del mod">
          <ac:chgData name="Martin Boerman" userId="c1c4d39f-d644-4cf2-a264-5f7cbaf89023" providerId="ADAL" clId="{4F35B804-FA56-5F7D-A66A-48C3F121DAE4}" dt="2026-05-18T13:46:08.667" v="2813" actId="478"/>
          <ac:spMkLst>
            <pc:docMk/>
            <pc:sldMk cId="1110005630" sldId="11486"/>
            <ac:spMk id="84" creationId="{7663298D-4D08-EA75-E570-301709FB63B5}"/>
          </ac:spMkLst>
        </pc:spChg>
        <pc:grpChg chg="mod">
          <ac:chgData name="Martin Boerman" userId="c1c4d39f-d644-4cf2-a264-5f7cbaf89023" providerId="ADAL" clId="{4F35B804-FA56-5F7D-A66A-48C3F121DAE4}" dt="2026-05-18T15:02:50.979" v="3737" actId="1035"/>
          <ac:grpSpMkLst>
            <pc:docMk/>
            <pc:sldMk cId="1110005630" sldId="11486"/>
            <ac:grpSpMk id="8" creationId="{A90CCEF1-0D7F-A990-DCAA-3B1F056EDCF7}"/>
          </ac:grpSpMkLst>
        </pc:grpChg>
        <pc:grpChg chg="add del mod">
          <ac:chgData name="Martin Boerman" userId="c1c4d39f-d644-4cf2-a264-5f7cbaf89023" providerId="ADAL" clId="{4F35B804-FA56-5F7D-A66A-48C3F121DAE4}" dt="2026-05-18T13:47:33.539" v="2840" actId="478"/>
          <ac:grpSpMkLst>
            <pc:docMk/>
            <pc:sldMk cId="1110005630" sldId="11486"/>
            <ac:grpSpMk id="68" creationId="{6B0DEB51-B2FE-F834-8777-2603B3D20B39}"/>
          </ac:grpSpMkLst>
        </pc:grpChg>
        <pc:picChg chg="mod">
          <ac:chgData name="Martin Boerman" userId="c1c4d39f-d644-4cf2-a264-5f7cbaf89023" providerId="ADAL" clId="{4F35B804-FA56-5F7D-A66A-48C3F121DAE4}" dt="2026-05-18T13:47:26.747" v="2836" actId="108"/>
          <ac:picMkLst>
            <pc:docMk/>
            <pc:sldMk cId="1110005630" sldId="11486"/>
            <ac:picMk id="98" creationId="{6184C160-E2F7-3EE1-80A1-FA0E7C453FAF}"/>
          </ac:picMkLst>
        </pc:picChg>
        <pc:picChg chg="mod">
          <ac:chgData name="Martin Boerman" userId="c1c4d39f-d644-4cf2-a264-5f7cbaf89023" providerId="ADAL" clId="{4F35B804-FA56-5F7D-A66A-48C3F121DAE4}" dt="2026-05-18T13:47:26.747" v="2836" actId="108"/>
          <ac:picMkLst>
            <pc:docMk/>
            <pc:sldMk cId="1110005630" sldId="11486"/>
            <ac:picMk id="100" creationId="{00092586-1408-3B9B-0915-DD60B92E3ACB}"/>
          </ac:picMkLst>
        </pc:picChg>
      </pc:sldChg>
      <pc:sldChg chg="addSp delSp modSp mod modClrScheme chgLayout modNotesTx">
        <pc:chgData name="Martin Boerman" userId="c1c4d39f-d644-4cf2-a264-5f7cbaf89023" providerId="ADAL" clId="{4F35B804-FA56-5F7D-A66A-48C3F121DAE4}" dt="2026-05-19T13:56:18.980" v="8641" actId="20577"/>
        <pc:sldMkLst>
          <pc:docMk/>
          <pc:sldMk cId="1164340699" sldId="11487"/>
        </pc:sldMkLst>
        <pc:spChg chg="mod ord">
          <ac:chgData name="Martin Boerman" userId="c1c4d39f-d644-4cf2-a264-5f7cbaf89023" providerId="ADAL" clId="{4F35B804-FA56-5F7D-A66A-48C3F121DAE4}" dt="2026-05-18T10:44:47.682" v="737"/>
          <ac:spMkLst>
            <pc:docMk/>
            <pc:sldMk cId="1164340699" sldId="11487"/>
            <ac:spMk id="2" creationId="{3AC69A2C-A802-2564-B045-52FACE4578A8}"/>
          </ac:spMkLst>
        </pc:spChg>
        <pc:spChg chg="mod ord">
          <ac:chgData name="Martin Boerman" userId="c1c4d39f-d644-4cf2-a264-5f7cbaf89023" providerId="ADAL" clId="{4F35B804-FA56-5F7D-A66A-48C3F121DAE4}" dt="2026-05-18T10:44:47.682" v="737"/>
          <ac:spMkLst>
            <pc:docMk/>
            <pc:sldMk cId="1164340699" sldId="11487"/>
            <ac:spMk id="4" creationId="{4F31452C-B3D9-1038-BB21-62811C472580}"/>
          </ac:spMkLst>
        </pc:spChg>
        <pc:spChg chg="mod ord">
          <ac:chgData name="Martin Boerman" userId="c1c4d39f-d644-4cf2-a264-5f7cbaf89023" providerId="ADAL" clId="{4F35B804-FA56-5F7D-A66A-48C3F121DAE4}" dt="2026-05-18T10:44:47.682" v="737"/>
          <ac:spMkLst>
            <pc:docMk/>
            <pc:sldMk cId="1164340699" sldId="11487"/>
            <ac:spMk id="5" creationId="{39F0A056-8E36-38AE-2AC7-E82BB91DEF6E}"/>
          </ac:spMkLst>
        </pc:spChg>
        <pc:spChg chg="mod">
          <ac:chgData name="Martin Boerman" userId="c1c4d39f-d644-4cf2-a264-5f7cbaf89023" providerId="ADAL" clId="{4F35B804-FA56-5F7D-A66A-48C3F121DAE4}" dt="2026-05-18T13:49:38.873" v="2898" actId="33524"/>
          <ac:spMkLst>
            <pc:docMk/>
            <pc:sldMk cId="1164340699" sldId="11487"/>
            <ac:spMk id="6" creationId="{88BF66FC-97CC-BD90-B24F-F210E66AFE61}"/>
          </ac:spMkLst>
        </pc:spChg>
        <pc:spChg chg="mod">
          <ac:chgData name="Martin Boerman" userId="c1c4d39f-d644-4cf2-a264-5f7cbaf89023" providerId="ADAL" clId="{4F35B804-FA56-5F7D-A66A-48C3F121DAE4}" dt="2026-05-18T13:48:24.702" v="2889" actId="171"/>
          <ac:spMkLst>
            <pc:docMk/>
            <pc:sldMk cId="1164340699" sldId="11487"/>
            <ac:spMk id="14" creationId="{6024112E-385A-46B2-9146-3B430094ECEE}"/>
          </ac:spMkLst>
        </pc:spChg>
        <pc:spChg chg="mod">
          <ac:chgData name="Martin Boerman" userId="c1c4d39f-d644-4cf2-a264-5f7cbaf89023" providerId="ADAL" clId="{4F35B804-FA56-5F7D-A66A-48C3F121DAE4}" dt="2026-05-18T13:48:36.197" v="2890" actId="171"/>
          <ac:spMkLst>
            <pc:docMk/>
            <pc:sldMk cId="1164340699" sldId="11487"/>
            <ac:spMk id="16" creationId="{D5AF62F9-2731-16DA-3D50-41C5C6913927}"/>
          </ac:spMkLst>
        </pc:spChg>
        <pc:spChg chg="mod">
          <ac:chgData name="Martin Boerman" userId="c1c4d39f-d644-4cf2-a264-5f7cbaf89023" providerId="ADAL" clId="{4F35B804-FA56-5F7D-A66A-48C3F121DAE4}" dt="2026-05-18T13:47:00.508" v="2823" actId="14100"/>
          <ac:spMkLst>
            <pc:docMk/>
            <pc:sldMk cId="1164340699" sldId="11487"/>
            <ac:spMk id="17" creationId="{5F9B5B7F-C4FB-ED20-5174-E893C3E53456}"/>
          </ac:spMkLst>
        </pc:spChg>
        <pc:spChg chg="mod">
          <ac:chgData name="Martin Boerman" userId="c1c4d39f-d644-4cf2-a264-5f7cbaf89023" providerId="ADAL" clId="{4F35B804-FA56-5F7D-A66A-48C3F121DAE4}" dt="2026-05-18T13:45:43.188" v="2812" actId="1076"/>
          <ac:spMkLst>
            <pc:docMk/>
            <pc:sldMk cId="1164340699" sldId="11487"/>
            <ac:spMk id="25" creationId="{4BA3C8BC-C5A7-3237-B1EA-EEA17EC91199}"/>
          </ac:spMkLst>
        </pc:spChg>
        <pc:spChg chg="mod">
          <ac:chgData name="Martin Boerman" userId="c1c4d39f-d644-4cf2-a264-5f7cbaf89023" providerId="ADAL" clId="{4F35B804-FA56-5F7D-A66A-48C3F121DAE4}" dt="2026-05-18T15:02:20.843" v="3671" actId="34136"/>
          <ac:spMkLst>
            <pc:docMk/>
            <pc:sldMk cId="1164340699" sldId="11487"/>
            <ac:spMk id="27" creationId="{0C3D3AB2-F054-4EFB-3435-62E5C0FA49AB}"/>
          </ac:spMkLst>
        </pc:spChg>
        <pc:spChg chg="del mod">
          <ac:chgData name="Martin Boerman" userId="c1c4d39f-d644-4cf2-a264-5f7cbaf89023" providerId="ADAL" clId="{4F35B804-FA56-5F7D-A66A-48C3F121DAE4}" dt="2026-05-18T13:43:16.725" v="2724" actId="478"/>
          <ac:spMkLst>
            <pc:docMk/>
            <pc:sldMk cId="1164340699" sldId="11487"/>
            <ac:spMk id="40" creationId="{1A9FF113-390D-B765-CB3B-9A27EC9E0043}"/>
          </ac:spMkLst>
        </pc:spChg>
        <pc:spChg chg="mod ord">
          <ac:chgData name="Martin Boerman" userId="c1c4d39f-d644-4cf2-a264-5f7cbaf89023" providerId="ADAL" clId="{4F35B804-FA56-5F7D-A66A-48C3F121DAE4}" dt="2026-05-18T13:49:45.812" v="2901" actId="20577"/>
          <ac:spMkLst>
            <pc:docMk/>
            <pc:sldMk cId="1164340699" sldId="11487"/>
            <ac:spMk id="53" creationId="{C627CDF4-44FD-FE7F-BEB6-F93F1653279A}"/>
          </ac:spMkLst>
        </pc:spChg>
        <pc:spChg chg="mod ord">
          <ac:chgData name="Martin Boerman" userId="c1c4d39f-d644-4cf2-a264-5f7cbaf89023" providerId="ADAL" clId="{4F35B804-FA56-5F7D-A66A-48C3F121DAE4}" dt="2026-05-13T16:46:43.051" v="643" actId="14100"/>
          <ac:spMkLst>
            <pc:docMk/>
            <pc:sldMk cId="1164340699" sldId="11487"/>
            <ac:spMk id="54" creationId="{92F6EBB4-2CFF-E11E-C500-7D4D087C5FD3}"/>
          </ac:spMkLst>
        </pc:spChg>
        <pc:grpChg chg="mod">
          <ac:chgData name="Martin Boerman" userId="c1c4d39f-d644-4cf2-a264-5f7cbaf89023" providerId="ADAL" clId="{4F35B804-FA56-5F7D-A66A-48C3F121DAE4}" dt="2026-05-18T15:02:57.354" v="3745" actId="1035"/>
          <ac:grpSpMkLst>
            <pc:docMk/>
            <pc:sldMk cId="1164340699" sldId="11487"/>
            <ac:grpSpMk id="8" creationId="{DDF6022E-F95A-14F7-D500-BA24EAC5E025}"/>
          </ac:grpSpMkLst>
        </pc:grpChg>
        <pc:grpChg chg="mod">
          <ac:chgData name="Martin Boerman" userId="c1c4d39f-d644-4cf2-a264-5f7cbaf89023" providerId="ADAL" clId="{4F35B804-FA56-5F7D-A66A-48C3F121DAE4}" dt="2026-05-18T13:48:21.568" v="2888" actId="1076"/>
          <ac:grpSpMkLst>
            <pc:docMk/>
            <pc:sldMk cId="1164340699" sldId="11487"/>
            <ac:grpSpMk id="12" creationId="{4CE14A0A-B8B6-7D0D-3564-33C85D8F48B0}"/>
          </ac:grpSpMkLst>
        </pc:grpChg>
        <pc:cxnChg chg="add mod">
          <ac:chgData name="Martin Boerman" userId="c1c4d39f-d644-4cf2-a264-5f7cbaf89023" providerId="ADAL" clId="{4F35B804-FA56-5F7D-A66A-48C3F121DAE4}" dt="2026-05-18T13:48:53.752" v="2892"/>
          <ac:cxnSpMkLst>
            <pc:docMk/>
            <pc:sldMk cId="1164340699" sldId="11487"/>
            <ac:cxnSpMk id="3" creationId="{C5480F51-A6A3-72C6-86D6-8409E93D886E}"/>
          </ac:cxnSpMkLst>
        </pc:cxnChg>
        <pc:cxnChg chg="del mod">
          <ac:chgData name="Martin Boerman" userId="c1c4d39f-d644-4cf2-a264-5f7cbaf89023" providerId="ADAL" clId="{4F35B804-FA56-5F7D-A66A-48C3F121DAE4}" dt="2026-05-18T13:48:53.423" v="2891" actId="478"/>
          <ac:cxnSpMkLst>
            <pc:docMk/>
            <pc:sldMk cId="1164340699" sldId="11487"/>
            <ac:cxnSpMk id="57" creationId="{2667CBF8-AB62-D99D-BA51-142C08F5CF79}"/>
          </ac:cxnSpMkLst>
        </pc:cxnChg>
      </pc:sldChg>
      <pc:sldChg chg="addSp delSp modSp mod chgLayout modNotesTx">
        <pc:chgData name="Martin Boerman" userId="c1c4d39f-d644-4cf2-a264-5f7cbaf89023" providerId="ADAL" clId="{4F35B804-FA56-5F7D-A66A-48C3F121DAE4}" dt="2026-05-19T14:01:43.812" v="8866" actId="20577"/>
        <pc:sldMkLst>
          <pc:docMk/>
          <pc:sldMk cId="3162055397" sldId="11488"/>
        </pc:sldMkLst>
        <pc:spChg chg="mod ord">
          <ac:chgData name="Martin Boerman" userId="c1c4d39f-d644-4cf2-a264-5f7cbaf89023" providerId="ADAL" clId="{4F35B804-FA56-5F7D-A66A-48C3F121DAE4}" dt="2026-05-18T15:04:34.198" v="3748" actId="1076"/>
          <ac:spMkLst>
            <pc:docMk/>
            <pc:sldMk cId="3162055397" sldId="11488"/>
            <ac:spMk id="3" creationId="{4A5582F2-40D0-9238-3CA5-366CA9A6BEAE}"/>
          </ac:spMkLst>
        </pc:spChg>
        <pc:spChg chg="add del mod">
          <ac:chgData name="Martin Boerman" userId="c1c4d39f-d644-4cf2-a264-5f7cbaf89023" providerId="ADAL" clId="{4F35B804-FA56-5F7D-A66A-48C3F121DAE4}" dt="2026-05-18T13:50:25.320" v="2913" actId="478"/>
          <ac:spMkLst>
            <pc:docMk/>
            <pc:sldMk cId="3162055397" sldId="11488"/>
            <ac:spMk id="5" creationId="{0B0A8A84-3CAC-6934-C6BF-CFCD86AC3031}"/>
          </ac:spMkLst>
        </pc:spChg>
        <pc:spChg chg="add del mod">
          <ac:chgData name="Martin Boerman" userId="c1c4d39f-d644-4cf2-a264-5f7cbaf89023" providerId="ADAL" clId="{4F35B804-FA56-5F7D-A66A-48C3F121DAE4}" dt="2026-05-18T13:52:36.961" v="2965" actId="6264"/>
          <ac:spMkLst>
            <pc:docMk/>
            <pc:sldMk cId="3162055397" sldId="11488"/>
            <ac:spMk id="6" creationId="{A3658457-5249-0A84-1D24-5FE7C8F72322}"/>
          </ac:spMkLst>
        </pc:spChg>
        <pc:spChg chg="add del mod">
          <ac:chgData name="Martin Boerman" userId="c1c4d39f-d644-4cf2-a264-5f7cbaf89023" providerId="ADAL" clId="{4F35B804-FA56-5F7D-A66A-48C3F121DAE4}" dt="2026-05-18T13:52:36.961" v="2965" actId="6264"/>
          <ac:spMkLst>
            <pc:docMk/>
            <pc:sldMk cId="3162055397" sldId="11488"/>
            <ac:spMk id="7" creationId="{1664523C-A56A-4F80-E634-A7A3C3EED37A}"/>
          </ac:spMkLst>
        </pc:spChg>
        <pc:spChg chg="add del mod">
          <ac:chgData name="Martin Boerman" userId="c1c4d39f-d644-4cf2-a264-5f7cbaf89023" providerId="ADAL" clId="{4F35B804-FA56-5F7D-A66A-48C3F121DAE4}" dt="2026-05-18T13:52:36.961" v="2965" actId="6264"/>
          <ac:spMkLst>
            <pc:docMk/>
            <pc:sldMk cId="3162055397" sldId="11488"/>
            <ac:spMk id="8" creationId="{320D074E-1F69-BD5C-087F-8FFF5A10CC88}"/>
          </ac:spMkLst>
        </pc:spChg>
        <pc:spChg chg="mod">
          <ac:chgData name="Martin Boerman" userId="c1c4d39f-d644-4cf2-a264-5f7cbaf89023" providerId="ADAL" clId="{4F35B804-FA56-5F7D-A66A-48C3F121DAE4}" dt="2026-05-18T10:44:47.682" v="737"/>
          <ac:spMkLst>
            <pc:docMk/>
            <pc:sldMk cId="3162055397" sldId="11488"/>
            <ac:spMk id="11" creationId="{8CFF3985-4FCE-83E0-0FFC-607EBC973402}"/>
          </ac:spMkLst>
        </pc:spChg>
        <pc:spChg chg="add del mod ord">
          <ac:chgData name="Martin Boerman" userId="c1c4d39f-d644-4cf2-a264-5f7cbaf89023" providerId="ADAL" clId="{4F35B804-FA56-5F7D-A66A-48C3F121DAE4}" dt="2026-05-18T13:52:51.808" v="2967" actId="6264"/>
          <ac:spMkLst>
            <pc:docMk/>
            <pc:sldMk cId="3162055397" sldId="11488"/>
            <ac:spMk id="14" creationId="{109C6225-2A76-7678-D945-8161FEEF761A}"/>
          </ac:spMkLst>
        </pc:spChg>
        <pc:spChg chg="add del mod ord">
          <ac:chgData name="Martin Boerman" userId="c1c4d39f-d644-4cf2-a264-5f7cbaf89023" providerId="ADAL" clId="{4F35B804-FA56-5F7D-A66A-48C3F121DAE4}" dt="2026-05-18T13:52:51.808" v="2967" actId="6264"/>
          <ac:spMkLst>
            <pc:docMk/>
            <pc:sldMk cId="3162055397" sldId="11488"/>
            <ac:spMk id="16" creationId="{A461C752-EC16-7CD1-C940-158BBB479BDF}"/>
          </ac:spMkLst>
        </pc:spChg>
        <pc:spChg chg="add del mod">
          <ac:chgData name="Martin Boerman" userId="c1c4d39f-d644-4cf2-a264-5f7cbaf89023" providerId="ADAL" clId="{4F35B804-FA56-5F7D-A66A-48C3F121DAE4}" dt="2026-05-18T13:52:51.808" v="2967" actId="6264"/>
          <ac:spMkLst>
            <pc:docMk/>
            <pc:sldMk cId="3162055397" sldId="11488"/>
            <ac:spMk id="17" creationId="{EB81EC2C-BE05-D65F-24BF-065045029E69}"/>
          </ac:spMkLst>
        </pc:spChg>
        <pc:spChg chg="mod ord">
          <ac:chgData name="Martin Boerman" userId="c1c4d39f-d644-4cf2-a264-5f7cbaf89023" providerId="ADAL" clId="{4F35B804-FA56-5F7D-A66A-48C3F121DAE4}" dt="2026-05-18T13:52:51.808" v="2967" actId="6264"/>
          <ac:spMkLst>
            <pc:docMk/>
            <pc:sldMk cId="3162055397" sldId="11488"/>
            <ac:spMk id="18" creationId="{8F49E5F7-1212-C10F-AF03-7BCD250B5F9D}"/>
          </ac:spMkLst>
        </pc:spChg>
        <pc:spChg chg="add del mod">
          <ac:chgData name="Martin Boerman" userId="c1c4d39f-d644-4cf2-a264-5f7cbaf89023" providerId="ADAL" clId="{4F35B804-FA56-5F7D-A66A-48C3F121DAE4}" dt="2026-05-18T13:52:51.808" v="2967" actId="6264"/>
          <ac:spMkLst>
            <pc:docMk/>
            <pc:sldMk cId="3162055397" sldId="11488"/>
            <ac:spMk id="19" creationId="{5AB3D53D-212E-EE81-AD34-44A0748BB13E}"/>
          </ac:spMkLst>
        </pc:spChg>
        <pc:spChg chg="mod">
          <ac:chgData name="Martin Boerman" userId="c1c4d39f-d644-4cf2-a264-5f7cbaf89023" providerId="ADAL" clId="{4F35B804-FA56-5F7D-A66A-48C3F121DAE4}" dt="2026-05-18T10:44:47.682" v="737"/>
          <ac:spMkLst>
            <pc:docMk/>
            <pc:sldMk cId="3162055397" sldId="11488"/>
            <ac:spMk id="20" creationId="{66BB4E1B-985F-9EF3-5AC6-C768D2CB71BE}"/>
          </ac:spMkLst>
        </pc:spChg>
        <pc:spChg chg="add del mod">
          <ac:chgData name="Martin Boerman" userId="c1c4d39f-d644-4cf2-a264-5f7cbaf89023" providerId="ADAL" clId="{4F35B804-FA56-5F7D-A66A-48C3F121DAE4}" dt="2026-05-18T13:52:51.808" v="2967" actId="6264"/>
          <ac:spMkLst>
            <pc:docMk/>
            <pc:sldMk cId="3162055397" sldId="11488"/>
            <ac:spMk id="21" creationId="{EE889DCE-E8C3-7A8D-F9DC-9BBDB39F9FE8}"/>
          </ac:spMkLst>
        </pc:spChg>
        <pc:spChg chg="add del mod">
          <ac:chgData name="Martin Boerman" userId="c1c4d39f-d644-4cf2-a264-5f7cbaf89023" providerId="ADAL" clId="{4F35B804-FA56-5F7D-A66A-48C3F121DAE4}" dt="2026-05-18T13:52:51.808" v="2967" actId="6264"/>
          <ac:spMkLst>
            <pc:docMk/>
            <pc:sldMk cId="3162055397" sldId="11488"/>
            <ac:spMk id="22" creationId="{4FC3B68C-D88F-C894-7540-47E912CFD60F}"/>
          </ac:spMkLst>
        </pc:spChg>
        <pc:spChg chg="mod">
          <ac:chgData name="Martin Boerman" userId="c1c4d39f-d644-4cf2-a264-5f7cbaf89023" providerId="ADAL" clId="{4F35B804-FA56-5F7D-A66A-48C3F121DAE4}" dt="2026-05-18T13:54:48.569" v="3004" actId="20577"/>
          <ac:spMkLst>
            <pc:docMk/>
            <pc:sldMk cId="3162055397" sldId="11488"/>
            <ac:spMk id="23" creationId="{FD6074A5-5C8D-BDB6-142E-71A2D23E06BB}"/>
          </ac:spMkLst>
        </pc:spChg>
        <pc:spChg chg="add mod ord">
          <ac:chgData name="Martin Boerman" userId="c1c4d39f-d644-4cf2-a264-5f7cbaf89023" providerId="ADAL" clId="{4F35B804-FA56-5F7D-A66A-48C3F121DAE4}" dt="2026-05-18T13:52:51.808" v="2967" actId="6264"/>
          <ac:spMkLst>
            <pc:docMk/>
            <pc:sldMk cId="3162055397" sldId="11488"/>
            <ac:spMk id="24" creationId="{04618087-6E3C-6498-B232-3B582071982F}"/>
          </ac:spMkLst>
        </pc:spChg>
        <pc:spChg chg="add mod ord">
          <ac:chgData name="Martin Boerman" userId="c1c4d39f-d644-4cf2-a264-5f7cbaf89023" providerId="ADAL" clId="{4F35B804-FA56-5F7D-A66A-48C3F121DAE4}" dt="2026-05-18T13:52:51.808" v="2967" actId="6264"/>
          <ac:spMkLst>
            <pc:docMk/>
            <pc:sldMk cId="3162055397" sldId="11488"/>
            <ac:spMk id="25" creationId="{352E8C2F-045D-AC14-002E-9096F9771F2D}"/>
          </ac:spMkLst>
        </pc:spChg>
        <pc:spChg chg="del mod">
          <ac:chgData name="Martin Boerman" userId="c1c4d39f-d644-4cf2-a264-5f7cbaf89023" providerId="ADAL" clId="{4F35B804-FA56-5F7D-A66A-48C3F121DAE4}" dt="2026-05-18T13:52:36.961" v="2965" actId="6264"/>
          <ac:spMkLst>
            <pc:docMk/>
            <pc:sldMk cId="3162055397" sldId="11488"/>
            <ac:spMk id="54" creationId="{8BF02DAE-EC0A-4983-E576-7BFB54EFFC88}"/>
          </ac:spMkLst>
        </pc:spChg>
        <pc:spChg chg="add mod ord">
          <ac:chgData name="Martin Boerman" userId="c1c4d39f-d644-4cf2-a264-5f7cbaf89023" providerId="ADAL" clId="{4F35B804-FA56-5F7D-A66A-48C3F121DAE4}" dt="2026-05-18T10:44:47.682" v="737"/>
          <ac:spMkLst>
            <pc:docMk/>
            <pc:sldMk cId="3162055397" sldId="11488"/>
            <ac:spMk id="55" creationId="{7B080178-5037-514D-496B-EAD4473C0883}"/>
          </ac:spMkLst>
        </pc:spChg>
        <pc:spChg chg="add del mod ord">
          <ac:chgData name="Martin Boerman" userId="c1c4d39f-d644-4cf2-a264-5f7cbaf89023" providerId="ADAL" clId="{4F35B804-FA56-5F7D-A66A-48C3F121DAE4}" dt="2026-05-18T13:52:36.961" v="2965" actId="6264"/>
          <ac:spMkLst>
            <pc:docMk/>
            <pc:sldMk cId="3162055397" sldId="11488"/>
            <ac:spMk id="56" creationId="{39FD3A7C-CB6A-C081-9AF2-465C78AFE478}"/>
          </ac:spMkLst>
        </pc:spChg>
        <pc:spChg chg="add mod ord">
          <ac:chgData name="Martin Boerman" userId="c1c4d39f-d644-4cf2-a264-5f7cbaf89023" providerId="ADAL" clId="{4F35B804-FA56-5F7D-A66A-48C3F121DAE4}" dt="2026-05-18T10:44:47.682" v="737"/>
          <ac:spMkLst>
            <pc:docMk/>
            <pc:sldMk cId="3162055397" sldId="11488"/>
            <ac:spMk id="57" creationId="{B6733B03-A834-02B2-0824-8BCE606932D4}"/>
          </ac:spMkLst>
        </pc:spChg>
        <pc:spChg chg="mod">
          <ac:chgData name="Martin Boerman" userId="c1c4d39f-d644-4cf2-a264-5f7cbaf89023" providerId="ADAL" clId="{4F35B804-FA56-5F7D-A66A-48C3F121DAE4}" dt="2026-05-18T10:44:47.682" v="737"/>
          <ac:spMkLst>
            <pc:docMk/>
            <pc:sldMk cId="3162055397" sldId="11488"/>
            <ac:spMk id="58" creationId="{482E414A-F169-2FD3-1452-2FEE64F47431}"/>
          </ac:spMkLst>
        </pc:spChg>
        <pc:spChg chg="del mod">
          <ac:chgData name="Martin Boerman" userId="c1c4d39f-d644-4cf2-a264-5f7cbaf89023" providerId="ADAL" clId="{4F35B804-FA56-5F7D-A66A-48C3F121DAE4}" dt="2026-05-18T13:52:36.961" v="2965" actId="6264"/>
          <ac:spMkLst>
            <pc:docMk/>
            <pc:sldMk cId="3162055397" sldId="11488"/>
            <ac:spMk id="59" creationId="{F14CB85B-2814-9C39-6D0E-4D81C07A75EC}"/>
          </ac:spMkLst>
        </pc:spChg>
      </pc:sldChg>
      <pc:sldChg chg="modSp add del">
        <pc:chgData name="Martin Boerman" userId="c1c4d39f-d644-4cf2-a264-5f7cbaf89023" providerId="ADAL" clId="{4F35B804-FA56-5F7D-A66A-48C3F121DAE4}" dt="2026-05-18T10:40:18.927" v="724"/>
        <pc:sldMkLst>
          <pc:docMk/>
          <pc:sldMk cId="3472104615" sldId="11489"/>
        </pc:sldMkLst>
        <pc:spChg chg="mod">
          <ac:chgData name="Martin Boerman" userId="c1c4d39f-d644-4cf2-a264-5f7cbaf89023" providerId="ADAL" clId="{4F35B804-FA56-5F7D-A66A-48C3F121DAE4}" dt="2026-05-18T10:40:17.101" v="723"/>
          <ac:spMkLst>
            <pc:docMk/>
            <pc:sldMk cId="3472104615" sldId="11489"/>
            <ac:spMk id="5" creationId="{35FAE676-1E79-98D7-3514-335462A7999D}"/>
          </ac:spMkLst>
        </pc:spChg>
      </pc:sldChg>
      <pc:sldChg chg="modSp add del mod modShow">
        <pc:chgData name="Martin Boerman" userId="c1c4d39f-d644-4cf2-a264-5f7cbaf89023" providerId="ADAL" clId="{4F35B804-FA56-5F7D-A66A-48C3F121DAE4}" dt="2026-05-18T13:31:38.984" v="2470" actId="2696"/>
        <pc:sldMkLst>
          <pc:docMk/>
          <pc:sldMk cId="4247071702" sldId="11489"/>
        </pc:sldMkLst>
        <pc:spChg chg="mod">
          <ac:chgData name="Martin Boerman" userId="c1c4d39f-d644-4cf2-a264-5f7cbaf89023" providerId="ADAL" clId="{4F35B804-FA56-5F7D-A66A-48C3F121DAE4}" dt="2026-05-18T10:55:30.727" v="1378" actId="108"/>
          <ac:spMkLst>
            <pc:docMk/>
            <pc:sldMk cId="4247071702" sldId="11489"/>
            <ac:spMk id="11" creationId="{72B4FB6F-6763-191D-367B-6D9493FDE909}"/>
          </ac:spMkLst>
        </pc:spChg>
      </pc:sldChg>
      <pc:sldChg chg="new add del">
        <pc:chgData name="Martin Boerman" userId="c1c4d39f-d644-4cf2-a264-5f7cbaf89023" providerId="ADAL" clId="{4F35B804-FA56-5F7D-A66A-48C3F121DAE4}" dt="2026-05-18T10:47:37.698" v="945" actId="2696"/>
        <pc:sldMkLst>
          <pc:docMk/>
          <pc:sldMk cId="38758370" sldId="11490"/>
        </pc:sldMkLst>
      </pc:sldChg>
      <pc:sldChg chg="addSp delSp modSp add mod setBg chgLayout modNotesTx">
        <pc:chgData name="Martin Boerman" userId="c1c4d39f-d644-4cf2-a264-5f7cbaf89023" providerId="ADAL" clId="{4F35B804-FA56-5F7D-A66A-48C3F121DAE4}" dt="2026-05-19T10:12:08.594" v="4286" actId="20577"/>
        <pc:sldMkLst>
          <pc:docMk/>
          <pc:sldMk cId="4267523311" sldId="11491"/>
        </pc:sldMkLst>
        <pc:spChg chg="mod">
          <ac:chgData name="Martin Boerman" userId="c1c4d39f-d644-4cf2-a264-5f7cbaf89023" providerId="ADAL" clId="{4F35B804-FA56-5F7D-A66A-48C3F121DAE4}" dt="2026-05-18T10:55:06.292" v="1373" actId="115"/>
          <ac:spMkLst>
            <pc:docMk/>
            <pc:sldMk cId="4267523311" sldId="11491"/>
            <ac:spMk id="2" creationId="{7D17C4CD-4536-4327-B436-8B1EF9E520FD}"/>
          </ac:spMkLst>
        </pc:spChg>
        <pc:spChg chg="add del mod">
          <ac:chgData name="Martin Boerman" userId="c1c4d39f-d644-4cf2-a264-5f7cbaf89023" providerId="ADAL" clId="{4F35B804-FA56-5F7D-A66A-48C3F121DAE4}" dt="2026-05-18T10:47:40.173" v="946" actId="6264"/>
          <ac:spMkLst>
            <pc:docMk/>
            <pc:sldMk cId="4267523311" sldId="11491"/>
            <ac:spMk id="3" creationId="{04D982B0-D873-48A3-8DCE-75B8198F7208}"/>
          </ac:spMkLst>
        </pc:spChg>
        <pc:spChg chg="add del mod">
          <ac:chgData name="Martin Boerman" userId="c1c4d39f-d644-4cf2-a264-5f7cbaf89023" providerId="ADAL" clId="{4F35B804-FA56-5F7D-A66A-48C3F121DAE4}" dt="2026-05-18T10:47:40.173" v="946" actId="6264"/>
          <ac:spMkLst>
            <pc:docMk/>
            <pc:sldMk cId="4267523311" sldId="11491"/>
            <ac:spMk id="4" creationId="{7F5A2DB1-7FE6-ED97-B86A-98B1BD361151}"/>
          </ac:spMkLst>
        </pc:spChg>
        <pc:spChg chg="mod ord">
          <ac:chgData name="Martin Boerman" userId="c1c4d39f-d644-4cf2-a264-5f7cbaf89023" providerId="ADAL" clId="{4F35B804-FA56-5F7D-A66A-48C3F121DAE4}" dt="2026-05-18T10:47:40.173" v="946" actId="6264"/>
          <ac:spMkLst>
            <pc:docMk/>
            <pc:sldMk cId="4267523311" sldId="11491"/>
            <ac:spMk id="5" creationId="{4808FEA3-7EAC-66C9-C0CD-40F2E6F1F990}"/>
          </ac:spMkLst>
        </pc:spChg>
        <pc:spChg chg="add del mod">
          <ac:chgData name="Martin Boerman" userId="c1c4d39f-d644-4cf2-a264-5f7cbaf89023" providerId="ADAL" clId="{4F35B804-FA56-5F7D-A66A-48C3F121DAE4}" dt="2026-05-18T10:47:40.173" v="946" actId="6264"/>
          <ac:spMkLst>
            <pc:docMk/>
            <pc:sldMk cId="4267523311" sldId="11491"/>
            <ac:spMk id="6" creationId="{232FA1C3-40AE-1A7C-0909-A8E43152136C}"/>
          </ac:spMkLst>
        </pc:spChg>
        <pc:spChg chg="mod">
          <ac:chgData name="Martin Boerman" userId="c1c4d39f-d644-4cf2-a264-5f7cbaf89023" providerId="ADAL" clId="{4F35B804-FA56-5F7D-A66A-48C3F121DAE4}" dt="2026-05-18T10:50:20.471" v="1281" actId="207"/>
          <ac:spMkLst>
            <pc:docMk/>
            <pc:sldMk cId="4267523311" sldId="11491"/>
            <ac:spMk id="8" creationId="{BB687F42-C064-1E3A-1B7B-9DA0C7349920}"/>
          </ac:spMkLst>
        </pc:spChg>
        <pc:spChg chg="mod">
          <ac:chgData name="Martin Boerman" userId="c1c4d39f-d644-4cf2-a264-5f7cbaf89023" providerId="ADAL" clId="{4F35B804-FA56-5F7D-A66A-48C3F121DAE4}" dt="2026-05-18T10:50:34.371" v="1283" actId="207"/>
          <ac:spMkLst>
            <pc:docMk/>
            <pc:sldMk cId="4267523311" sldId="11491"/>
            <ac:spMk id="9" creationId="{0179509E-6168-6DB7-0A32-65BF727DBF85}"/>
          </ac:spMkLst>
        </pc:spChg>
        <pc:spChg chg="mod">
          <ac:chgData name="Martin Boerman" userId="c1c4d39f-d644-4cf2-a264-5f7cbaf89023" providerId="ADAL" clId="{4F35B804-FA56-5F7D-A66A-48C3F121DAE4}" dt="2026-05-18T10:55:34.438" v="1380" actId="108"/>
          <ac:spMkLst>
            <pc:docMk/>
            <pc:sldMk cId="4267523311" sldId="11491"/>
            <ac:spMk id="10" creationId="{D6FBA78C-2394-D8C1-53B6-42FA45BFC88A}"/>
          </ac:spMkLst>
        </pc:spChg>
        <pc:spChg chg="del mod">
          <ac:chgData name="Martin Boerman" userId="c1c4d39f-d644-4cf2-a264-5f7cbaf89023" providerId="ADAL" clId="{4F35B804-FA56-5F7D-A66A-48C3F121DAE4}" dt="2026-05-18T10:47:51.696" v="951" actId="478"/>
          <ac:spMkLst>
            <pc:docMk/>
            <pc:sldMk cId="4267523311" sldId="11491"/>
            <ac:spMk id="11" creationId="{1447F269-AEEA-89B2-4889-E1D80D3F5BE5}"/>
          </ac:spMkLst>
        </pc:spChg>
        <pc:spChg chg="add del mod ord">
          <ac:chgData name="Martin Boerman" userId="c1c4d39f-d644-4cf2-a264-5f7cbaf89023" providerId="ADAL" clId="{4F35B804-FA56-5F7D-A66A-48C3F121DAE4}" dt="2026-05-18T10:47:41.036" v="947" actId="478"/>
          <ac:spMkLst>
            <pc:docMk/>
            <pc:sldMk cId="4267523311" sldId="11491"/>
            <ac:spMk id="12" creationId="{F5341BD9-2CD9-AA22-3C73-F85FC5D059DE}"/>
          </ac:spMkLst>
        </pc:spChg>
        <pc:spChg chg="add mod">
          <ac:chgData name="Martin Boerman" userId="c1c4d39f-d644-4cf2-a264-5f7cbaf89023" providerId="ADAL" clId="{4F35B804-FA56-5F7D-A66A-48C3F121DAE4}" dt="2026-05-18T11:59:57.605" v="2404"/>
          <ac:spMkLst>
            <pc:docMk/>
            <pc:sldMk cId="4267523311" sldId="11491"/>
            <ac:spMk id="13" creationId="{DF8C3BD8-C3EF-12BE-4FF6-70008A881BF2}"/>
          </ac:spMkLst>
        </pc:spChg>
        <pc:spChg chg="add mod">
          <ac:chgData name="Martin Boerman" userId="c1c4d39f-d644-4cf2-a264-5f7cbaf89023" providerId="ADAL" clId="{4F35B804-FA56-5F7D-A66A-48C3F121DAE4}" dt="2026-05-18T11:59:57.605" v="2404"/>
          <ac:spMkLst>
            <pc:docMk/>
            <pc:sldMk cId="4267523311" sldId="11491"/>
            <ac:spMk id="14" creationId="{C1ABA14D-74B5-0671-39CF-65F7BDDAC203}"/>
          </ac:spMkLst>
        </pc:spChg>
        <pc:spChg chg="add mod">
          <ac:chgData name="Martin Boerman" userId="c1c4d39f-d644-4cf2-a264-5f7cbaf89023" providerId="ADAL" clId="{4F35B804-FA56-5F7D-A66A-48C3F121DAE4}" dt="2026-05-18T11:59:57.605" v="2404"/>
          <ac:spMkLst>
            <pc:docMk/>
            <pc:sldMk cId="4267523311" sldId="11491"/>
            <ac:spMk id="15" creationId="{07527A5A-486B-1E13-2F5B-63D966C03434}"/>
          </ac:spMkLst>
        </pc:spChg>
        <pc:spChg chg="add mod">
          <ac:chgData name="Martin Boerman" userId="c1c4d39f-d644-4cf2-a264-5f7cbaf89023" providerId="ADAL" clId="{4F35B804-FA56-5F7D-A66A-48C3F121DAE4}" dt="2026-05-18T11:59:57.605" v="2404"/>
          <ac:spMkLst>
            <pc:docMk/>
            <pc:sldMk cId="4267523311" sldId="11491"/>
            <ac:spMk id="16" creationId="{A76363AB-3F83-6A22-1630-EBA7DC4FC4BA}"/>
          </ac:spMkLst>
        </pc:spChg>
        <pc:spChg chg="add mod">
          <ac:chgData name="Martin Boerman" userId="c1c4d39f-d644-4cf2-a264-5f7cbaf89023" providerId="ADAL" clId="{4F35B804-FA56-5F7D-A66A-48C3F121DAE4}" dt="2026-05-18T11:59:57.605" v="2404"/>
          <ac:spMkLst>
            <pc:docMk/>
            <pc:sldMk cId="4267523311" sldId="11491"/>
            <ac:spMk id="17" creationId="{4F968E4B-C7A7-0464-03BB-A47961EE6411}"/>
          </ac:spMkLst>
        </pc:spChg>
        <pc:spChg chg="add mod">
          <ac:chgData name="Martin Boerman" userId="c1c4d39f-d644-4cf2-a264-5f7cbaf89023" providerId="ADAL" clId="{4F35B804-FA56-5F7D-A66A-48C3F121DAE4}" dt="2026-05-18T11:59:57.605" v="2404"/>
          <ac:spMkLst>
            <pc:docMk/>
            <pc:sldMk cId="4267523311" sldId="11491"/>
            <ac:spMk id="19" creationId="{AD493248-D21A-9F38-51A3-BB0B3EE2BFAE}"/>
          </ac:spMkLst>
        </pc:spChg>
        <pc:spChg chg="add mod">
          <ac:chgData name="Martin Boerman" userId="c1c4d39f-d644-4cf2-a264-5f7cbaf89023" providerId="ADAL" clId="{4F35B804-FA56-5F7D-A66A-48C3F121DAE4}" dt="2026-05-18T11:59:57.605" v="2404"/>
          <ac:spMkLst>
            <pc:docMk/>
            <pc:sldMk cId="4267523311" sldId="11491"/>
            <ac:spMk id="20" creationId="{F12CA778-F916-372B-6497-F2E144BDFCD0}"/>
          </ac:spMkLst>
        </pc:spChg>
        <pc:spChg chg="add mod">
          <ac:chgData name="Martin Boerman" userId="c1c4d39f-d644-4cf2-a264-5f7cbaf89023" providerId="ADAL" clId="{4F35B804-FA56-5F7D-A66A-48C3F121DAE4}" dt="2026-05-18T11:59:57.605" v="2404"/>
          <ac:spMkLst>
            <pc:docMk/>
            <pc:sldMk cId="4267523311" sldId="11491"/>
            <ac:spMk id="21" creationId="{B4481E2D-4251-BE96-E380-EACAEF9FE1A4}"/>
          </ac:spMkLst>
        </pc:spChg>
        <pc:spChg chg="add mod">
          <ac:chgData name="Martin Boerman" userId="c1c4d39f-d644-4cf2-a264-5f7cbaf89023" providerId="ADAL" clId="{4F35B804-FA56-5F7D-A66A-48C3F121DAE4}" dt="2026-05-18T11:59:57.605" v="2404"/>
          <ac:spMkLst>
            <pc:docMk/>
            <pc:sldMk cId="4267523311" sldId="11491"/>
            <ac:spMk id="22" creationId="{C9518977-7BCA-50DC-F1BD-017B7510C36D}"/>
          </ac:spMkLst>
        </pc:spChg>
        <pc:spChg chg="add mod">
          <ac:chgData name="Martin Boerman" userId="c1c4d39f-d644-4cf2-a264-5f7cbaf89023" providerId="ADAL" clId="{4F35B804-FA56-5F7D-A66A-48C3F121DAE4}" dt="2026-05-18T11:59:57.605" v="2404"/>
          <ac:spMkLst>
            <pc:docMk/>
            <pc:sldMk cId="4267523311" sldId="11491"/>
            <ac:spMk id="24" creationId="{39363E8F-A92E-E3CF-117B-E4057008AB66}"/>
          </ac:spMkLst>
        </pc:spChg>
        <pc:spChg chg="add mod">
          <ac:chgData name="Martin Boerman" userId="c1c4d39f-d644-4cf2-a264-5f7cbaf89023" providerId="ADAL" clId="{4F35B804-FA56-5F7D-A66A-48C3F121DAE4}" dt="2026-05-18T12:00:02.817" v="2409" actId="1038"/>
          <ac:spMkLst>
            <pc:docMk/>
            <pc:sldMk cId="4267523311" sldId="11491"/>
            <ac:spMk id="25" creationId="{88A01E84-252E-C378-6E9A-8E85BF4F6CCB}"/>
          </ac:spMkLst>
        </pc:spChg>
        <pc:spChg chg="mod">
          <ac:chgData name="Martin Boerman" userId="c1c4d39f-d644-4cf2-a264-5f7cbaf89023" providerId="ADAL" clId="{4F35B804-FA56-5F7D-A66A-48C3F121DAE4}" dt="2026-05-18T10:53:04.409" v="1358" actId="207"/>
          <ac:spMkLst>
            <pc:docMk/>
            <pc:sldMk cId="4267523311" sldId="11491"/>
            <ac:spMk id="29" creationId="{98B50B0B-3095-5898-209B-9C565C398593}"/>
          </ac:spMkLst>
        </pc:spChg>
        <pc:spChg chg="del mod">
          <ac:chgData name="Martin Boerman" userId="c1c4d39f-d644-4cf2-a264-5f7cbaf89023" providerId="ADAL" clId="{4F35B804-FA56-5F7D-A66A-48C3F121DAE4}" dt="2026-05-18T11:59:56.396" v="2403" actId="478"/>
          <ac:spMkLst>
            <pc:docMk/>
            <pc:sldMk cId="4267523311" sldId="11491"/>
            <ac:spMk id="30" creationId="{29BE93B9-864F-70BF-31F8-B72AD58E07F8}"/>
          </ac:spMkLst>
        </pc:spChg>
        <pc:spChg chg="mod">
          <ac:chgData name="Martin Boerman" userId="c1c4d39f-d644-4cf2-a264-5f7cbaf89023" providerId="ADAL" clId="{4F35B804-FA56-5F7D-A66A-48C3F121DAE4}" dt="2026-05-18T10:52:47.470" v="1357" actId="692"/>
          <ac:spMkLst>
            <pc:docMk/>
            <pc:sldMk cId="4267523311" sldId="11491"/>
            <ac:spMk id="31" creationId="{EA5E3D78-3190-511C-BA64-0D290116DD00}"/>
          </ac:spMkLst>
        </pc:spChg>
        <pc:spChg chg="mod">
          <ac:chgData name="Martin Boerman" userId="c1c4d39f-d644-4cf2-a264-5f7cbaf89023" providerId="ADAL" clId="{4F35B804-FA56-5F7D-A66A-48C3F121DAE4}" dt="2026-05-18T11:59:49.954" v="2400" actId="1038"/>
          <ac:spMkLst>
            <pc:docMk/>
            <pc:sldMk cId="4267523311" sldId="11491"/>
            <ac:spMk id="32" creationId="{B83C7092-8195-3DB3-15D2-2DC18BC60630}"/>
          </ac:spMkLst>
        </pc:spChg>
        <pc:spChg chg="mod">
          <ac:chgData name="Martin Boerman" userId="c1c4d39f-d644-4cf2-a264-5f7cbaf89023" providerId="ADAL" clId="{4F35B804-FA56-5F7D-A66A-48C3F121DAE4}" dt="2026-05-18T12:00:04.623" v="2410" actId="1038"/>
          <ac:spMkLst>
            <pc:docMk/>
            <pc:sldMk cId="4267523311" sldId="11491"/>
            <ac:spMk id="36" creationId="{EE0BA9E5-5769-D80A-BC09-4322C9F4D9D1}"/>
          </ac:spMkLst>
        </pc:spChg>
        <pc:spChg chg="mod">
          <ac:chgData name="Martin Boerman" userId="c1c4d39f-d644-4cf2-a264-5f7cbaf89023" providerId="ADAL" clId="{4F35B804-FA56-5F7D-A66A-48C3F121DAE4}" dt="2026-05-18T11:59:49.954" v="2400" actId="1038"/>
          <ac:spMkLst>
            <pc:docMk/>
            <pc:sldMk cId="4267523311" sldId="11491"/>
            <ac:spMk id="40" creationId="{6E7721CE-DB6A-054C-5148-9C525C2A435B}"/>
          </ac:spMkLst>
        </pc:spChg>
        <pc:spChg chg="mod">
          <ac:chgData name="Martin Boerman" userId="c1c4d39f-d644-4cf2-a264-5f7cbaf89023" providerId="ADAL" clId="{4F35B804-FA56-5F7D-A66A-48C3F121DAE4}" dt="2026-05-18T11:59:46.320" v="2399" actId="1038"/>
          <ac:spMkLst>
            <pc:docMk/>
            <pc:sldMk cId="4267523311" sldId="11491"/>
            <ac:spMk id="41" creationId="{D883264F-5912-B647-E774-DDC689528CF7}"/>
          </ac:spMkLst>
        </pc:spChg>
        <pc:spChg chg="mod">
          <ac:chgData name="Martin Boerman" userId="c1c4d39f-d644-4cf2-a264-5f7cbaf89023" providerId="ADAL" clId="{4F35B804-FA56-5F7D-A66A-48C3F121DAE4}" dt="2026-05-18T10:54:05.830" v="1359" actId="113"/>
          <ac:spMkLst>
            <pc:docMk/>
            <pc:sldMk cId="4267523311" sldId="11491"/>
            <ac:spMk id="42" creationId="{E1717845-ADE4-5531-08EA-EC0AA2D70E5D}"/>
          </ac:spMkLst>
        </pc:spChg>
        <pc:spChg chg="del">
          <ac:chgData name="Martin Boerman" userId="c1c4d39f-d644-4cf2-a264-5f7cbaf89023" providerId="ADAL" clId="{4F35B804-FA56-5F7D-A66A-48C3F121DAE4}" dt="2026-05-18T10:47:40.173" v="946" actId="6264"/>
          <ac:spMkLst>
            <pc:docMk/>
            <pc:sldMk cId="4267523311" sldId="11491"/>
            <ac:spMk id="54" creationId="{0B9D80FA-C679-06EB-B5F8-7915A4D1055A}"/>
          </ac:spMkLst>
        </pc:spChg>
        <pc:spChg chg="mod ord">
          <ac:chgData name="Martin Boerman" userId="c1c4d39f-d644-4cf2-a264-5f7cbaf89023" providerId="ADAL" clId="{4F35B804-FA56-5F7D-A66A-48C3F121DAE4}" dt="2026-05-18T10:47:40.173" v="946" actId="6264"/>
          <ac:spMkLst>
            <pc:docMk/>
            <pc:sldMk cId="4267523311" sldId="11491"/>
            <ac:spMk id="63" creationId="{5D080AD5-F20F-7AB2-78F5-CD418158C652}"/>
          </ac:spMkLst>
        </pc:spChg>
        <pc:spChg chg="mod">
          <ac:chgData name="Martin Boerman" userId="c1c4d39f-d644-4cf2-a264-5f7cbaf89023" providerId="ADAL" clId="{4F35B804-FA56-5F7D-A66A-48C3F121DAE4}" dt="2026-05-18T10:49:48.032" v="1278" actId="207"/>
          <ac:spMkLst>
            <pc:docMk/>
            <pc:sldMk cId="4267523311" sldId="11491"/>
            <ac:spMk id="65" creationId="{CE22836D-1C4B-E6F7-190B-DDC83B5114BD}"/>
          </ac:spMkLst>
        </pc:spChg>
        <pc:spChg chg="mod ord">
          <ac:chgData name="Martin Boerman" userId="c1c4d39f-d644-4cf2-a264-5f7cbaf89023" providerId="ADAL" clId="{4F35B804-FA56-5F7D-A66A-48C3F121DAE4}" dt="2026-05-18T12:01:49.085" v="2457" actId="20577"/>
          <ac:spMkLst>
            <pc:docMk/>
            <pc:sldMk cId="4267523311" sldId="11491"/>
            <ac:spMk id="70" creationId="{0241F196-EA46-ED14-654D-80E3EA86EA68}"/>
          </ac:spMkLst>
        </pc:spChg>
        <pc:spChg chg="mod">
          <ac:chgData name="Martin Boerman" userId="c1c4d39f-d644-4cf2-a264-5f7cbaf89023" providerId="ADAL" clId="{4F35B804-FA56-5F7D-A66A-48C3F121DAE4}" dt="2026-05-18T10:54:40.642" v="1365" actId="207"/>
          <ac:spMkLst>
            <pc:docMk/>
            <pc:sldMk cId="4267523311" sldId="11491"/>
            <ac:spMk id="72" creationId="{A291AB99-F076-5684-4BBA-063285988B19}"/>
          </ac:spMkLst>
        </pc:spChg>
        <pc:spChg chg="mod">
          <ac:chgData name="Martin Boerman" userId="c1c4d39f-d644-4cf2-a264-5f7cbaf89023" providerId="ADAL" clId="{4F35B804-FA56-5F7D-A66A-48C3F121DAE4}" dt="2026-05-18T11:00:02.392" v="2026" actId="692"/>
          <ac:spMkLst>
            <pc:docMk/>
            <pc:sldMk cId="4267523311" sldId="11491"/>
            <ac:spMk id="78" creationId="{2DDF2D9E-3304-0602-9A54-7ABBB461A7A5}"/>
          </ac:spMkLst>
        </pc:spChg>
        <pc:spChg chg="mod">
          <ac:chgData name="Martin Boerman" userId="c1c4d39f-d644-4cf2-a264-5f7cbaf89023" providerId="ADAL" clId="{4F35B804-FA56-5F7D-A66A-48C3F121DAE4}" dt="2026-05-18T10:49:29.087" v="1126" actId="167"/>
          <ac:spMkLst>
            <pc:docMk/>
            <pc:sldMk cId="4267523311" sldId="11491"/>
            <ac:spMk id="92" creationId="{01ECBEE7-F838-CD15-F539-C21BE9EA883C}"/>
          </ac:spMkLst>
        </pc:spChg>
        <pc:spChg chg="mod">
          <ac:chgData name="Martin Boerman" userId="c1c4d39f-d644-4cf2-a264-5f7cbaf89023" providerId="ADAL" clId="{4F35B804-FA56-5F7D-A66A-48C3F121DAE4}" dt="2026-05-18T10:51:26.522" v="1289" actId="1076"/>
          <ac:spMkLst>
            <pc:docMk/>
            <pc:sldMk cId="4267523311" sldId="11491"/>
            <ac:spMk id="99" creationId="{C60047A8-7BD2-C5F9-D4A2-B58304D391EC}"/>
          </ac:spMkLst>
        </pc:spChg>
        <pc:picChg chg="mod">
          <ac:chgData name="Martin Boerman" userId="c1c4d39f-d644-4cf2-a264-5f7cbaf89023" providerId="ADAL" clId="{4F35B804-FA56-5F7D-A66A-48C3F121DAE4}" dt="2026-05-18T13:59:18.243" v="3194" actId="1076"/>
          <ac:picMkLst>
            <pc:docMk/>
            <pc:sldMk cId="4267523311" sldId="11491"/>
            <ac:picMk id="7" creationId="{F7864AFD-6A70-4B97-300F-7C1386BFAB74}"/>
          </ac:picMkLst>
        </pc:picChg>
        <pc:picChg chg="add mod">
          <ac:chgData name="Martin Boerman" userId="c1c4d39f-d644-4cf2-a264-5f7cbaf89023" providerId="ADAL" clId="{4F35B804-FA56-5F7D-A66A-48C3F121DAE4}" dt="2026-05-18T13:59:19.228" v="3195"/>
          <ac:picMkLst>
            <pc:docMk/>
            <pc:sldMk cId="4267523311" sldId="11491"/>
            <ac:picMk id="26" creationId="{BA033C44-6303-4F75-9F6D-EF8705F02894}"/>
          </ac:picMkLst>
        </pc:picChg>
        <pc:picChg chg="add mod">
          <ac:chgData name="Martin Boerman" userId="c1c4d39f-d644-4cf2-a264-5f7cbaf89023" providerId="ADAL" clId="{4F35B804-FA56-5F7D-A66A-48C3F121DAE4}" dt="2026-05-18T14:02:16.364" v="3225"/>
          <ac:picMkLst>
            <pc:docMk/>
            <pc:sldMk cId="4267523311" sldId="11491"/>
            <ac:picMk id="27" creationId="{3D8B0925-9A39-6078-AB0E-421A0373E92E}"/>
          </ac:picMkLst>
        </pc:picChg>
        <pc:picChg chg="mod">
          <ac:chgData name="Martin Boerman" userId="c1c4d39f-d644-4cf2-a264-5f7cbaf89023" providerId="ADAL" clId="{4F35B804-FA56-5F7D-A66A-48C3F121DAE4}" dt="2026-05-18T10:48:20.040" v="962" actId="208"/>
          <ac:picMkLst>
            <pc:docMk/>
            <pc:sldMk cId="4267523311" sldId="11491"/>
            <ac:picMk id="79" creationId="{8CF7856D-F941-9ED4-C872-3501338D51B5}"/>
          </ac:picMkLst>
        </pc:picChg>
      </pc:sldChg>
      <pc:sldChg chg="addSp delSp modSp add del mod">
        <pc:chgData name="Martin Boerman" userId="c1c4d39f-d644-4cf2-a264-5f7cbaf89023" providerId="ADAL" clId="{4F35B804-FA56-5F7D-A66A-48C3F121DAE4}" dt="2026-05-18T13:39:44.970" v="2625" actId="2696"/>
        <pc:sldMkLst>
          <pc:docMk/>
          <pc:sldMk cId="185379416" sldId="11492"/>
        </pc:sldMkLst>
        <pc:spChg chg="add mod">
          <ac:chgData name="Martin Boerman" userId="c1c4d39f-d644-4cf2-a264-5f7cbaf89023" providerId="ADAL" clId="{4F35B804-FA56-5F7D-A66A-48C3F121DAE4}" dt="2026-05-18T10:57:14.694" v="1399"/>
          <ac:spMkLst>
            <pc:docMk/>
            <pc:sldMk cId="185379416" sldId="11492"/>
            <ac:spMk id="3" creationId="{4DBC68C4-AEA0-2C4A-E9D5-717373E6C807}"/>
          </ac:spMkLst>
        </pc:spChg>
        <pc:spChg chg="add del mod">
          <ac:chgData name="Martin Boerman" userId="c1c4d39f-d644-4cf2-a264-5f7cbaf89023" providerId="ADAL" clId="{4F35B804-FA56-5F7D-A66A-48C3F121DAE4}" dt="2026-05-18T10:57:27.110" v="1401" actId="478"/>
          <ac:spMkLst>
            <pc:docMk/>
            <pc:sldMk cId="185379416" sldId="11492"/>
            <ac:spMk id="4" creationId="{747A0D75-A0C2-C322-B07D-FAF6F3CCAD88}"/>
          </ac:spMkLst>
        </pc:spChg>
        <pc:spChg chg="mod">
          <ac:chgData name="Martin Boerman" userId="c1c4d39f-d644-4cf2-a264-5f7cbaf89023" providerId="ADAL" clId="{4F35B804-FA56-5F7D-A66A-48C3F121DAE4}" dt="2026-05-18T10:57:50.227" v="1408"/>
          <ac:spMkLst>
            <pc:docMk/>
            <pc:sldMk cId="185379416" sldId="11492"/>
            <ac:spMk id="11" creationId="{2F8986A0-660B-4F70-F3FA-904CE0C33B1A}"/>
          </ac:spMkLst>
        </pc:spChg>
        <pc:spChg chg="add mod">
          <ac:chgData name="Martin Boerman" userId="c1c4d39f-d644-4cf2-a264-5f7cbaf89023" providerId="ADAL" clId="{4F35B804-FA56-5F7D-A66A-48C3F121DAE4}" dt="2026-05-18T11:02:46.947" v="2083" actId="171"/>
          <ac:spMkLst>
            <pc:docMk/>
            <pc:sldMk cId="185379416" sldId="11492"/>
            <ac:spMk id="14" creationId="{5EEB85B1-5426-BCBE-E719-205CFD5394A9}"/>
          </ac:spMkLst>
        </pc:spChg>
        <pc:spChg chg="add mod">
          <ac:chgData name="Martin Boerman" userId="c1c4d39f-d644-4cf2-a264-5f7cbaf89023" providerId="ADAL" clId="{4F35B804-FA56-5F7D-A66A-48C3F121DAE4}" dt="2026-05-18T11:06:09.511" v="2094"/>
          <ac:spMkLst>
            <pc:docMk/>
            <pc:sldMk cId="185379416" sldId="11492"/>
            <ac:spMk id="16" creationId="{EE2550C2-444D-12AF-9BCB-7393669B4589}"/>
          </ac:spMkLst>
        </pc:spChg>
        <pc:spChg chg="add mod">
          <ac:chgData name="Martin Boerman" userId="c1c4d39f-d644-4cf2-a264-5f7cbaf89023" providerId="ADAL" clId="{4F35B804-FA56-5F7D-A66A-48C3F121DAE4}" dt="2026-05-18T11:06:09.511" v="2094"/>
          <ac:spMkLst>
            <pc:docMk/>
            <pc:sldMk cId="185379416" sldId="11492"/>
            <ac:spMk id="17" creationId="{D8A89ACF-44F8-B52F-65BB-610FFCCE581B}"/>
          </ac:spMkLst>
        </pc:spChg>
        <pc:spChg chg="del">
          <ac:chgData name="Martin Boerman" userId="c1c4d39f-d644-4cf2-a264-5f7cbaf89023" providerId="ADAL" clId="{4F35B804-FA56-5F7D-A66A-48C3F121DAE4}" dt="2026-05-18T11:03:29.862" v="2086" actId="478"/>
          <ac:spMkLst>
            <pc:docMk/>
            <pc:sldMk cId="185379416" sldId="11492"/>
            <ac:spMk id="18" creationId="{CAD9818B-F1F2-B933-9536-E08C46AEEFF6}"/>
          </ac:spMkLst>
        </pc:spChg>
        <pc:spChg chg="add mod">
          <ac:chgData name="Martin Boerman" userId="c1c4d39f-d644-4cf2-a264-5f7cbaf89023" providerId="ADAL" clId="{4F35B804-FA56-5F7D-A66A-48C3F121DAE4}" dt="2026-05-18T11:06:09.511" v="2094"/>
          <ac:spMkLst>
            <pc:docMk/>
            <pc:sldMk cId="185379416" sldId="11492"/>
            <ac:spMk id="19" creationId="{F4CE73D0-34C2-1711-C329-409966A11319}"/>
          </ac:spMkLst>
        </pc:spChg>
        <pc:spChg chg="add mod">
          <ac:chgData name="Martin Boerman" userId="c1c4d39f-d644-4cf2-a264-5f7cbaf89023" providerId="ADAL" clId="{4F35B804-FA56-5F7D-A66A-48C3F121DAE4}" dt="2026-05-18T11:06:09.511" v="2094"/>
          <ac:spMkLst>
            <pc:docMk/>
            <pc:sldMk cId="185379416" sldId="11492"/>
            <ac:spMk id="20" creationId="{05814482-0F91-90FE-AD40-6A7C2B9D89A4}"/>
          </ac:spMkLst>
        </pc:spChg>
        <pc:spChg chg="add mod">
          <ac:chgData name="Martin Boerman" userId="c1c4d39f-d644-4cf2-a264-5f7cbaf89023" providerId="ADAL" clId="{4F35B804-FA56-5F7D-A66A-48C3F121DAE4}" dt="2026-05-18T11:06:09.511" v="2094"/>
          <ac:spMkLst>
            <pc:docMk/>
            <pc:sldMk cId="185379416" sldId="11492"/>
            <ac:spMk id="21" creationId="{A3F46850-2285-C527-7F8F-8CDDE5D5F81C}"/>
          </ac:spMkLst>
        </pc:spChg>
        <pc:spChg chg="add mod">
          <ac:chgData name="Martin Boerman" userId="c1c4d39f-d644-4cf2-a264-5f7cbaf89023" providerId="ADAL" clId="{4F35B804-FA56-5F7D-A66A-48C3F121DAE4}" dt="2026-05-18T11:06:09.511" v="2094"/>
          <ac:spMkLst>
            <pc:docMk/>
            <pc:sldMk cId="185379416" sldId="11492"/>
            <ac:spMk id="22" creationId="{64BA0CB8-DDBA-D6CE-C456-DD02EA8F8F15}"/>
          </ac:spMkLst>
        </pc:spChg>
        <pc:spChg chg="del">
          <ac:chgData name="Martin Boerman" userId="c1c4d39f-d644-4cf2-a264-5f7cbaf89023" providerId="ADAL" clId="{4F35B804-FA56-5F7D-A66A-48C3F121DAE4}" dt="2026-05-18T11:03:34.468" v="2090" actId="478"/>
          <ac:spMkLst>
            <pc:docMk/>
            <pc:sldMk cId="185379416" sldId="11492"/>
            <ac:spMk id="23" creationId="{D5A8F801-2C37-1F27-1569-44153AFA755F}"/>
          </ac:spMkLst>
        </pc:spChg>
        <pc:spChg chg="add mod">
          <ac:chgData name="Martin Boerman" userId="c1c4d39f-d644-4cf2-a264-5f7cbaf89023" providerId="ADAL" clId="{4F35B804-FA56-5F7D-A66A-48C3F121DAE4}" dt="2026-05-18T11:06:09.511" v="2094"/>
          <ac:spMkLst>
            <pc:docMk/>
            <pc:sldMk cId="185379416" sldId="11492"/>
            <ac:spMk id="25" creationId="{5230BD39-6735-79C2-D5CF-2B277BEB58DC}"/>
          </ac:spMkLst>
        </pc:spChg>
        <pc:spChg chg="add mod">
          <ac:chgData name="Martin Boerman" userId="c1c4d39f-d644-4cf2-a264-5f7cbaf89023" providerId="ADAL" clId="{4F35B804-FA56-5F7D-A66A-48C3F121DAE4}" dt="2026-05-18T11:06:09.511" v="2094"/>
          <ac:spMkLst>
            <pc:docMk/>
            <pc:sldMk cId="185379416" sldId="11492"/>
            <ac:spMk id="27" creationId="{A1367C08-DFC4-7EA0-94D8-B39225EDB8F4}"/>
          </ac:spMkLst>
        </pc:spChg>
        <pc:spChg chg="add mod">
          <ac:chgData name="Martin Boerman" userId="c1c4d39f-d644-4cf2-a264-5f7cbaf89023" providerId="ADAL" clId="{4F35B804-FA56-5F7D-A66A-48C3F121DAE4}" dt="2026-05-18T11:06:09.511" v="2094"/>
          <ac:spMkLst>
            <pc:docMk/>
            <pc:sldMk cId="185379416" sldId="11492"/>
            <ac:spMk id="28" creationId="{4A4CEB8F-39EC-EEFC-CA01-7BCB0C1C8ADA}"/>
          </ac:spMkLst>
        </pc:spChg>
        <pc:spChg chg="add mod">
          <ac:chgData name="Martin Boerman" userId="c1c4d39f-d644-4cf2-a264-5f7cbaf89023" providerId="ADAL" clId="{4F35B804-FA56-5F7D-A66A-48C3F121DAE4}" dt="2026-05-18T11:06:09.511" v="2094"/>
          <ac:spMkLst>
            <pc:docMk/>
            <pc:sldMk cId="185379416" sldId="11492"/>
            <ac:spMk id="33" creationId="{71C35772-6A82-833F-46AB-8A7586FB585A}"/>
          </ac:spMkLst>
        </pc:spChg>
        <pc:spChg chg="add mod">
          <ac:chgData name="Martin Boerman" userId="c1c4d39f-d644-4cf2-a264-5f7cbaf89023" providerId="ADAL" clId="{4F35B804-FA56-5F7D-A66A-48C3F121DAE4}" dt="2026-05-18T11:11:18.693" v="2149" actId="170"/>
          <ac:spMkLst>
            <pc:docMk/>
            <pc:sldMk cId="185379416" sldId="11492"/>
            <ac:spMk id="34" creationId="{4B4ED71A-5D37-A284-E78C-418803166C2D}"/>
          </ac:spMkLst>
        </pc:spChg>
        <pc:spChg chg="add mod">
          <ac:chgData name="Martin Boerman" userId="c1c4d39f-d644-4cf2-a264-5f7cbaf89023" providerId="ADAL" clId="{4F35B804-FA56-5F7D-A66A-48C3F121DAE4}" dt="2026-05-18T11:10:12.562" v="2121" actId="207"/>
          <ac:spMkLst>
            <pc:docMk/>
            <pc:sldMk cId="185379416" sldId="11492"/>
            <ac:spMk id="35" creationId="{A9348256-06E8-8D84-B324-8D7DDFB1E3F1}"/>
          </ac:spMkLst>
        </pc:spChg>
        <pc:spChg chg="add mod">
          <ac:chgData name="Martin Boerman" userId="c1c4d39f-d644-4cf2-a264-5f7cbaf89023" providerId="ADAL" clId="{4F35B804-FA56-5F7D-A66A-48C3F121DAE4}" dt="2026-05-18T11:10:28.561" v="2124" actId="207"/>
          <ac:spMkLst>
            <pc:docMk/>
            <pc:sldMk cId="185379416" sldId="11492"/>
            <ac:spMk id="37" creationId="{0F5B382A-22E2-D484-FC09-209A6762CF65}"/>
          </ac:spMkLst>
        </pc:spChg>
        <pc:spChg chg="del">
          <ac:chgData name="Martin Boerman" userId="c1c4d39f-d644-4cf2-a264-5f7cbaf89023" providerId="ADAL" clId="{4F35B804-FA56-5F7D-A66A-48C3F121DAE4}" dt="2026-05-18T11:00:28.967" v="2029" actId="478"/>
          <ac:spMkLst>
            <pc:docMk/>
            <pc:sldMk cId="185379416" sldId="11492"/>
            <ac:spMk id="42" creationId="{00A4DC2A-E95B-7CCA-B44C-79FF53A3D71B}"/>
          </ac:spMkLst>
        </pc:spChg>
        <pc:spChg chg="add mod">
          <ac:chgData name="Martin Boerman" userId="c1c4d39f-d644-4cf2-a264-5f7cbaf89023" providerId="ADAL" clId="{4F35B804-FA56-5F7D-A66A-48C3F121DAE4}" dt="2026-05-18T11:10:24.678" v="2123" actId="207"/>
          <ac:spMkLst>
            <pc:docMk/>
            <pc:sldMk cId="185379416" sldId="11492"/>
            <ac:spMk id="43" creationId="{E5CBF518-20DA-6B4D-E152-73E52EFF523E}"/>
          </ac:spMkLst>
        </pc:spChg>
        <pc:spChg chg="add mod">
          <ac:chgData name="Martin Boerman" userId="c1c4d39f-d644-4cf2-a264-5f7cbaf89023" providerId="ADAL" clId="{4F35B804-FA56-5F7D-A66A-48C3F121DAE4}" dt="2026-05-18T11:10:53.992" v="2134" actId="170"/>
          <ac:spMkLst>
            <pc:docMk/>
            <pc:sldMk cId="185379416" sldId="11492"/>
            <ac:spMk id="45" creationId="{6506160C-1F10-0398-261E-36C1607BCBE5}"/>
          </ac:spMkLst>
        </pc:spChg>
        <pc:spChg chg="add mod">
          <ac:chgData name="Martin Boerman" userId="c1c4d39f-d644-4cf2-a264-5f7cbaf89023" providerId="ADAL" clId="{4F35B804-FA56-5F7D-A66A-48C3F121DAE4}" dt="2026-05-18T11:10:48.628" v="2129" actId="208"/>
          <ac:spMkLst>
            <pc:docMk/>
            <pc:sldMk cId="185379416" sldId="11492"/>
            <ac:spMk id="46" creationId="{DCC5CB60-61B4-5F4C-1B26-BB18E8C029AB}"/>
          </ac:spMkLst>
        </pc:spChg>
        <pc:spChg chg="add mod">
          <ac:chgData name="Martin Boerman" userId="c1c4d39f-d644-4cf2-a264-5f7cbaf89023" providerId="ADAL" clId="{4F35B804-FA56-5F7D-A66A-48C3F121DAE4}" dt="2026-05-18T11:10:24.678" v="2123" actId="207"/>
          <ac:spMkLst>
            <pc:docMk/>
            <pc:sldMk cId="185379416" sldId="11492"/>
            <ac:spMk id="49" creationId="{07AE7D6A-7D96-9965-867E-6AC7CEE64715}"/>
          </ac:spMkLst>
        </pc:spChg>
        <pc:spChg chg="del">
          <ac:chgData name="Martin Boerman" userId="c1c4d39f-d644-4cf2-a264-5f7cbaf89023" providerId="ADAL" clId="{4F35B804-FA56-5F7D-A66A-48C3F121DAE4}" dt="2026-05-18T11:03:37.632" v="2093" actId="478"/>
          <ac:spMkLst>
            <pc:docMk/>
            <pc:sldMk cId="185379416" sldId="11492"/>
            <ac:spMk id="50" creationId="{C3155214-0C32-B8B5-2306-18A913DF0AB3}"/>
          </ac:spMkLst>
        </pc:spChg>
        <pc:spChg chg="del">
          <ac:chgData name="Martin Boerman" userId="c1c4d39f-d644-4cf2-a264-5f7cbaf89023" providerId="ADAL" clId="{4F35B804-FA56-5F7D-A66A-48C3F121DAE4}" dt="2026-05-18T11:03:35.785" v="2091" actId="478"/>
          <ac:spMkLst>
            <pc:docMk/>
            <pc:sldMk cId="185379416" sldId="11492"/>
            <ac:spMk id="51" creationId="{8832885D-4928-165D-FD4C-7D0FC2583D12}"/>
          </ac:spMkLst>
        </pc:spChg>
        <pc:spChg chg="add mod">
          <ac:chgData name="Martin Boerman" userId="c1c4d39f-d644-4cf2-a264-5f7cbaf89023" providerId="ADAL" clId="{4F35B804-FA56-5F7D-A66A-48C3F121DAE4}" dt="2026-05-18T11:10:12.562" v="2121" actId="207"/>
          <ac:spMkLst>
            <pc:docMk/>
            <pc:sldMk cId="185379416" sldId="11492"/>
            <ac:spMk id="53" creationId="{CBE42289-43F5-EEC4-CE84-AEC89BD46CFF}"/>
          </ac:spMkLst>
        </pc:spChg>
        <pc:spChg chg="add mod">
          <ac:chgData name="Martin Boerman" userId="c1c4d39f-d644-4cf2-a264-5f7cbaf89023" providerId="ADAL" clId="{4F35B804-FA56-5F7D-A66A-48C3F121DAE4}" dt="2026-05-18T11:10:12.562" v="2121" actId="207"/>
          <ac:spMkLst>
            <pc:docMk/>
            <pc:sldMk cId="185379416" sldId="11492"/>
            <ac:spMk id="54" creationId="{965264A9-FE23-3575-C865-B721AE6742C6}"/>
          </ac:spMkLst>
        </pc:spChg>
        <pc:spChg chg="add mod">
          <ac:chgData name="Martin Boerman" userId="c1c4d39f-d644-4cf2-a264-5f7cbaf89023" providerId="ADAL" clId="{4F35B804-FA56-5F7D-A66A-48C3F121DAE4}" dt="2026-05-18T11:10:04.682" v="2120" actId="208"/>
          <ac:spMkLst>
            <pc:docMk/>
            <pc:sldMk cId="185379416" sldId="11492"/>
            <ac:spMk id="55" creationId="{12DC512A-2452-3C39-64BC-2A4671DF99BD}"/>
          </ac:spMkLst>
        </pc:spChg>
        <pc:spChg chg="add mod">
          <ac:chgData name="Martin Boerman" userId="c1c4d39f-d644-4cf2-a264-5f7cbaf89023" providerId="ADAL" clId="{4F35B804-FA56-5F7D-A66A-48C3F121DAE4}" dt="2026-05-18T11:09:10.245" v="2114" actId="207"/>
          <ac:spMkLst>
            <pc:docMk/>
            <pc:sldMk cId="185379416" sldId="11492"/>
            <ac:spMk id="56" creationId="{306CAE6F-D82A-A370-4E6E-D8F6DBC391F6}"/>
          </ac:spMkLst>
        </pc:spChg>
        <pc:spChg chg="add mod">
          <ac:chgData name="Martin Boerman" userId="c1c4d39f-d644-4cf2-a264-5f7cbaf89023" providerId="ADAL" clId="{4F35B804-FA56-5F7D-A66A-48C3F121DAE4}" dt="2026-05-18T11:10:41.884" v="2127" actId="207"/>
          <ac:spMkLst>
            <pc:docMk/>
            <pc:sldMk cId="185379416" sldId="11492"/>
            <ac:spMk id="57" creationId="{DF8CF800-C0E2-82A7-8EEF-3A5C43BA9A39}"/>
          </ac:spMkLst>
        </pc:spChg>
        <pc:spChg chg="add mod">
          <ac:chgData name="Martin Boerman" userId="c1c4d39f-d644-4cf2-a264-5f7cbaf89023" providerId="ADAL" clId="{4F35B804-FA56-5F7D-A66A-48C3F121DAE4}" dt="2026-05-18T11:10:41.884" v="2127" actId="207"/>
          <ac:spMkLst>
            <pc:docMk/>
            <pc:sldMk cId="185379416" sldId="11492"/>
            <ac:spMk id="58" creationId="{ABAAC825-8A0A-00A8-D76F-9EE52A478F99}"/>
          </ac:spMkLst>
        </pc:spChg>
        <pc:spChg chg="mod">
          <ac:chgData name="Martin Boerman" userId="c1c4d39f-d644-4cf2-a264-5f7cbaf89023" providerId="ADAL" clId="{4F35B804-FA56-5F7D-A66A-48C3F121DAE4}" dt="2026-05-18T12:01:56.201" v="2465" actId="20577"/>
          <ac:spMkLst>
            <pc:docMk/>
            <pc:sldMk cId="185379416" sldId="11492"/>
            <ac:spMk id="70" creationId="{1A774743-16CA-C595-0A93-8A77B32CDD63}"/>
          </ac:spMkLst>
        </pc:spChg>
        <pc:spChg chg="mod">
          <ac:chgData name="Martin Boerman" userId="c1c4d39f-d644-4cf2-a264-5f7cbaf89023" providerId="ADAL" clId="{4F35B804-FA56-5F7D-A66A-48C3F121DAE4}" dt="2026-05-18T11:01:14.126" v="2045" actId="14100"/>
          <ac:spMkLst>
            <pc:docMk/>
            <pc:sldMk cId="185379416" sldId="11492"/>
            <ac:spMk id="78" creationId="{218477CF-F361-4553-B3D8-B417673F7B1A}"/>
          </ac:spMkLst>
        </pc:spChg>
        <pc:spChg chg="mod">
          <ac:chgData name="Martin Boerman" userId="c1c4d39f-d644-4cf2-a264-5f7cbaf89023" providerId="ADAL" clId="{4F35B804-FA56-5F7D-A66A-48C3F121DAE4}" dt="2026-05-18T11:10:30.738" v="2126" actId="1036"/>
          <ac:spMkLst>
            <pc:docMk/>
            <pc:sldMk cId="185379416" sldId="11492"/>
            <ac:spMk id="92" creationId="{647C07BE-20B7-0E12-B532-321C17ECD408}"/>
          </ac:spMkLst>
        </pc:spChg>
        <pc:spChg chg="add del mod">
          <ac:chgData name="Martin Boerman" userId="c1c4d39f-d644-4cf2-a264-5f7cbaf89023" providerId="ADAL" clId="{4F35B804-FA56-5F7D-A66A-48C3F121DAE4}" dt="2026-05-18T11:03:32.794" v="2089" actId="478"/>
          <ac:spMkLst>
            <pc:docMk/>
            <pc:sldMk cId="185379416" sldId="11492"/>
            <ac:spMk id="99" creationId="{6494FFC3-DB8F-305F-CAD2-55465715A054}"/>
          </ac:spMkLst>
        </pc:spChg>
        <pc:grpChg chg="add mod">
          <ac:chgData name="Martin Boerman" userId="c1c4d39f-d644-4cf2-a264-5f7cbaf89023" providerId="ADAL" clId="{4F35B804-FA56-5F7D-A66A-48C3F121DAE4}" dt="2026-05-18T10:57:50.227" v="1408"/>
          <ac:grpSpMkLst>
            <pc:docMk/>
            <pc:sldMk cId="185379416" sldId="11492"/>
            <ac:grpSpMk id="6" creationId="{544A1E9D-5172-AE0C-F70B-4AEA71B12B32}"/>
          </ac:grpSpMkLst>
        </pc:grpChg>
        <pc:picChg chg="del">
          <ac:chgData name="Martin Boerman" userId="c1c4d39f-d644-4cf2-a264-5f7cbaf89023" providerId="ADAL" clId="{4F35B804-FA56-5F7D-A66A-48C3F121DAE4}" dt="2026-05-18T11:00:36.047" v="2031" actId="478"/>
          <ac:picMkLst>
            <pc:docMk/>
            <pc:sldMk cId="185379416" sldId="11492"/>
            <ac:picMk id="7" creationId="{F3DBC55A-0E91-AF42-7E64-E7E8C87AD0E7}"/>
          </ac:picMkLst>
        </pc:picChg>
        <pc:picChg chg="mod">
          <ac:chgData name="Martin Boerman" userId="c1c4d39f-d644-4cf2-a264-5f7cbaf89023" providerId="ADAL" clId="{4F35B804-FA56-5F7D-A66A-48C3F121DAE4}" dt="2026-05-18T10:57:50.227" v="1408"/>
          <ac:picMkLst>
            <pc:docMk/>
            <pc:sldMk cId="185379416" sldId="11492"/>
            <ac:picMk id="12" creationId="{740013BB-C056-9473-630F-A411576D990C}"/>
          </ac:picMkLst>
        </pc:picChg>
        <pc:picChg chg="add mod">
          <ac:chgData name="Martin Boerman" userId="c1c4d39f-d644-4cf2-a264-5f7cbaf89023" providerId="ADAL" clId="{4F35B804-FA56-5F7D-A66A-48C3F121DAE4}" dt="2026-05-18T10:58:31.897" v="1415" actId="1076"/>
          <ac:picMkLst>
            <pc:docMk/>
            <pc:sldMk cId="185379416" sldId="11492"/>
            <ac:picMk id="13" creationId="{83D9E435-B32C-441D-9AF5-1D5B302E9F10}"/>
          </ac:picMkLst>
        </pc:picChg>
        <pc:picChg chg="add mod">
          <ac:chgData name="Martin Boerman" userId="c1c4d39f-d644-4cf2-a264-5f7cbaf89023" providerId="ADAL" clId="{4F35B804-FA56-5F7D-A66A-48C3F121DAE4}" dt="2026-05-18T11:01:51.693" v="2056" actId="207"/>
          <ac:picMkLst>
            <pc:docMk/>
            <pc:sldMk cId="185379416" sldId="11492"/>
            <ac:picMk id="15" creationId="{04DED1D5-3D8A-A5B5-0D72-14410EAC8295}"/>
          </ac:picMkLst>
        </pc:picChg>
        <pc:picChg chg="del">
          <ac:chgData name="Martin Boerman" userId="c1c4d39f-d644-4cf2-a264-5f7cbaf89023" providerId="ADAL" clId="{4F35B804-FA56-5F7D-A66A-48C3F121DAE4}" dt="2026-05-18T10:57:13.800" v="1398" actId="478"/>
          <ac:picMkLst>
            <pc:docMk/>
            <pc:sldMk cId="185379416" sldId="11492"/>
            <ac:picMk id="79" creationId="{4342162B-9DF3-6759-81BE-93CD493EDDB5}"/>
          </ac:picMkLst>
        </pc:picChg>
        <pc:cxnChg chg="mod">
          <ac:chgData name="Martin Boerman" userId="c1c4d39f-d644-4cf2-a264-5f7cbaf89023" providerId="ADAL" clId="{4F35B804-FA56-5F7D-A66A-48C3F121DAE4}" dt="2026-05-18T11:10:44.784" v="2128" actId="208"/>
          <ac:cxnSpMkLst>
            <pc:docMk/>
            <pc:sldMk cId="185379416" sldId="11492"/>
            <ac:cxnSpMk id="47" creationId="{7C69E5CE-31CB-5611-B3DD-F0AACE0E5369}"/>
          </ac:cxnSpMkLst>
        </pc:cxnChg>
        <pc:cxnChg chg="del">
          <ac:chgData name="Martin Boerman" userId="c1c4d39f-d644-4cf2-a264-5f7cbaf89023" providerId="ADAL" clId="{4F35B804-FA56-5F7D-A66A-48C3F121DAE4}" dt="2026-05-18T11:03:36.631" v="2092" actId="478"/>
          <ac:cxnSpMkLst>
            <pc:docMk/>
            <pc:sldMk cId="185379416" sldId="11492"/>
            <ac:cxnSpMk id="48" creationId="{82720BAF-DDBA-C0E3-1A67-F914D1058312}"/>
          </ac:cxnSpMkLst>
        </pc:cxnChg>
        <pc:cxnChg chg="mod">
          <ac:chgData name="Martin Boerman" userId="c1c4d39f-d644-4cf2-a264-5f7cbaf89023" providerId="ADAL" clId="{4F35B804-FA56-5F7D-A66A-48C3F121DAE4}" dt="2026-05-18T11:10:15.278" v="2122" actId="208"/>
          <ac:cxnSpMkLst>
            <pc:docMk/>
            <pc:sldMk cId="185379416" sldId="11492"/>
            <ac:cxnSpMk id="52" creationId="{B82E2522-0C1B-FA3C-EDFF-77D68E88DC5F}"/>
          </ac:cxnSpMkLst>
        </pc:cxnChg>
      </pc:sldChg>
      <pc:sldChg chg="addSp delSp modSp add mod ord chgLayout">
        <pc:chgData name="Martin Boerman" userId="c1c4d39f-d644-4cf2-a264-5f7cbaf89023" providerId="ADAL" clId="{4F35B804-FA56-5F7D-A66A-48C3F121DAE4}" dt="2026-05-19T10:16:16.907" v="4333"/>
        <pc:sldMkLst>
          <pc:docMk/>
          <pc:sldMk cId="2667515669" sldId="11492"/>
        </pc:sldMkLst>
        <pc:spChg chg="mod ord">
          <ac:chgData name="Martin Boerman" userId="c1c4d39f-d644-4cf2-a264-5f7cbaf89023" providerId="ADAL" clId="{4F35B804-FA56-5F7D-A66A-48C3F121DAE4}" dt="2026-05-19T10:16:05.983" v="4330" actId="6264"/>
          <ac:spMkLst>
            <pc:docMk/>
            <pc:sldMk cId="2667515669" sldId="11492"/>
            <ac:spMk id="5" creationId="{49DA6CE4-BAFE-E2AA-A608-EA0CB410AB76}"/>
          </ac:spMkLst>
        </pc:spChg>
        <pc:spChg chg="add del mod">
          <ac:chgData name="Martin Boerman" userId="c1c4d39f-d644-4cf2-a264-5f7cbaf89023" providerId="ADAL" clId="{4F35B804-FA56-5F7D-A66A-48C3F121DAE4}" dt="2026-05-19T10:16:05.983" v="4330" actId="6264"/>
          <ac:spMkLst>
            <pc:docMk/>
            <pc:sldMk cId="2667515669" sldId="11492"/>
            <ac:spMk id="17" creationId="{53217743-7466-4929-C872-97C7271BC940}"/>
          </ac:spMkLst>
        </pc:spChg>
        <pc:spChg chg="add del mod">
          <ac:chgData name="Martin Boerman" userId="c1c4d39f-d644-4cf2-a264-5f7cbaf89023" providerId="ADAL" clId="{4F35B804-FA56-5F7D-A66A-48C3F121DAE4}" dt="2026-05-19T10:16:05.983" v="4330" actId="6264"/>
          <ac:spMkLst>
            <pc:docMk/>
            <pc:sldMk cId="2667515669" sldId="11492"/>
            <ac:spMk id="18" creationId="{68D31887-E4CE-F808-4288-83157251B9B7}"/>
          </ac:spMkLst>
        </pc:spChg>
        <pc:spChg chg="add del mod">
          <ac:chgData name="Martin Boerman" userId="c1c4d39f-d644-4cf2-a264-5f7cbaf89023" providerId="ADAL" clId="{4F35B804-FA56-5F7D-A66A-48C3F121DAE4}" dt="2026-05-19T10:16:05.983" v="4330" actId="6264"/>
          <ac:spMkLst>
            <pc:docMk/>
            <pc:sldMk cId="2667515669" sldId="11492"/>
            <ac:spMk id="19" creationId="{C31D7BD2-D0BE-ADC9-0BC3-8F4804E9EBF0}"/>
          </ac:spMkLst>
        </pc:spChg>
        <pc:spChg chg="add del mod ord">
          <ac:chgData name="Martin Boerman" userId="c1c4d39f-d644-4cf2-a264-5f7cbaf89023" providerId="ADAL" clId="{4F35B804-FA56-5F7D-A66A-48C3F121DAE4}" dt="2026-05-19T10:16:05.983" v="4330" actId="6264"/>
          <ac:spMkLst>
            <pc:docMk/>
            <pc:sldMk cId="2667515669" sldId="11492"/>
            <ac:spMk id="20" creationId="{8E23E4DF-BC37-2931-3E01-43A3F6AC56CD}"/>
          </ac:spMkLst>
        </pc:spChg>
        <pc:spChg chg="add mod">
          <ac:chgData name="Martin Boerman" userId="c1c4d39f-d644-4cf2-a264-5f7cbaf89023" providerId="ADAL" clId="{4F35B804-FA56-5F7D-A66A-48C3F121DAE4}" dt="2026-05-19T10:16:16.907" v="4333"/>
          <ac:spMkLst>
            <pc:docMk/>
            <pc:sldMk cId="2667515669" sldId="11492"/>
            <ac:spMk id="21" creationId="{6E4EF2D5-16F3-CFBD-9112-6E75B6D4644B}"/>
          </ac:spMkLst>
        </pc:spChg>
        <pc:spChg chg="mod ord">
          <ac:chgData name="Martin Boerman" userId="c1c4d39f-d644-4cf2-a264-5f7cbaf89023" providerId="ADAL" clId="{4F35B804-FA56-5F7D-A66A-48C3F121DAE4}" dt="2026-05-19T10:16:05.983" v="4330" actId="6264"/>
          <ac:spMkLst>
            <pc:docMk/>
            <pc:sldMk cId="2667515669" sldId="11492"/>
            <ac:spMk id="63" creationId="{5126A97A-49BC-694F-693F-9D80F39E5FFF}"/>
          </ac:spMkLst>
        </pc:spChg>
        <pc:spChg chg="mod ord">
          <ac:chgData name="Martin Boerman" userId="c1c4d39f-d644-4cf2-a264-5f7cbaf89023" providerId="ADAL" clId="{4F35B804-FA56-5F7D-A66A-48C3F121DAE4}" dt="2026-05-19T10:16:05.983" v="4330" actId="6264"/>
          <ac:spMkLst>
            <pc:docMk/>
            <pc:sldMk cId="2667515669" sldId="11492"/>
            <ac:spMk id="70" creationId="{1A774743-16CA-C595-0A93-8A77B32CDD63}"/>
          </ac:spMkLst>
        </pc:spChg>
        <pc:picChg chg="add mod">
          <ac:chgData name="Martin Boerman" userId="c1c4d39f-d644-4cf2-a264-5f7cbaf89023" providerId="ADAL" clId="{4F35B804-FA56-5F7D-A66A-48C3F121DAE4}" dt="2026-05-18T13:59:10.402" v="3193"/>
          <ac:picMkLst>
            <pc:docMk/>
            <pc:sldMk cId="2667515669" sldId="11492"/>
            <ac:picMk id="3" creationId="{EABED11C-AF9E-AC0A-03DB-294ABB1D0E6B}"/>
          </ac:picMkLst>
        </pc:picChg>
        <pc:picChg chg="add del mod">
          <ac:chgData name="Martin Boerman" userId="c1c4d39f-d644-4cf2-a264-5f7cbaf89023" providerId="ADAL" clId="{4F35B804-FA56-5F7D-A66A-48C3F121DAE4}" dt="2026-05-18T14:02:13.647" v="3224" actId="478"/>
          <ac:picMkLst>
            <pc:docMk/>
            <pc:sldMk cId="2667515669" sldId="11492"/>
            <ac:picMk id="4" creationId="{D3565791-AF2F-F714-26F8-1AB60D892CED}"/>
          </ac:picMkLst>
        </pc:picChg>
        <pc:picChg chg="add mod">
          <ac:chgData name="Martin Boerman" userId="c1c4d39f-d644-4cf2-a264-5f7cbaf89023" providerId="ADAL" clId="{4F35B804-FA56-5F7D-A66A-48C3F121DAE4}" dt="2026-05-18T14:02:12.044" v="3223"/>
          <ac:picMkLst>
            <pc:docMk/>
            <pc:sldMk cId="2667515669" sldId="11492"/>
            <ac:picMk id="7" creationId="{316C58B3-B2D7-1CDE-23DB-829698D47013}"/>
          </ac:picMkLst>
        </pc:picChg>
        <pc:picChg chg="del">
          <ac:chgData name="Martin Boerman" userId="c1c4d39f-d644-4cf2-a264-5f7cbaf89023" providerId="ADAL" clId="{4F35B804-FA56-5F7D-A66A-48C3F121DAE4}" dt="2026-05-18T13:59:51.225" v="3197" actId="478"/>
          <ac:picMkLst>
            <pc:docMk/>
            <pc:sldMk cId="2667515669" sldId="11492"/>
            <ac:picMk id="13" creationId="{83D9E435-B32C-441D-9AF5-1D5B302E9F10}"/>
          </ac:picMkLst>
        </pc:picChg>
      </pc:sldChg>
      <pc:sldChg chg="add del">
        <pc:chgData name="Martin Boerman" userId="c1c4d39f-d644-4cf2-a264-5f7cbaf89023" providerId="ADAL" clId="{4F35B804-FA56-5F7D-A66A-48C3F121DAE4}" dt="2026-05-18T13:39:52.902" v="2628" actId="2696"/>
        <pc:sldMkLst>
          <pc:docMk/>
          <pc:sldMk cId="40301553" sldId="11493"/>
        </pc:sldMkLst>
      </pc:sldChg>
      <pc:sldChg chg="addSp modSp add mod">
        <pc:chgData name="Martin Boerman" userId="c1c4d39f-d644-4cf2-a264-5f7cbaf89023" providerId="ADAL" clId="{4F35B804-FA56-5F7D-A66A-48C3F121DAE4}" dt="2026-05-19T10:18:20.235" v="4351" actId="1076"/>
        <pc:sldMkLst>
          <pc:docMk/>
          <pc:sldMk cId="952131102" sldId="11493"/>
        </pc:sldMkLst>
        <pc:spChg chg="add mod">
          <ac:chgData name="Martin Boerman" userId="c1c4d39f-d644-4cf2-a264-5f7cbaf89023" providerId="ADAL" clId="{4F35B804-FA56-5F7D-A66A-48C3F121DAE4}" dt="2026-05-19T10:18:17.170" v="4349"/>
          <ac:spMkLst>
            <pc:docMk/>
            <pc:sldMk cId="952131102" sldId="11493"/>
            <ac:spMk id="3" creationId="{B90D04D7-A036-3F9D-73EB-B3B55677EA51}"/>
          </ac:spMkLst>
        </pc:spChg>
        <pc:picChg chg="add mod">
          <ac:chgData name="Martin Boerman" userId="c1c4d39f-d644-4cf2-a264-5f7cbaf89023" providerId="ADAL" clId="{4F35B804-FA56-5F7D-A66A-48C3F121DAE4}" dt="2026-05-19T10:18:20.235" v="4351" actId="1076"/>
          <ac:picMkLst>
            <pc:docMk/>
            <pc:sldMk cId="952131102" sldId="11493"/>
            <ac:picMk id="6" creationId="{F804FC7E-C023-90F2-5353-524BFC6A4DFC}"/>
          </ac:picMkLst>
        </pc:picChg>
        <pc:picChg chg="add mod">
          <ac:chgData name="Martin Boerman" userId="c1c4d39f-d644-4cf2-a264-5f7cbaf89023" providerId="ADAL" clId="{4F35B804-FA56-5F7D-A66A-48C3F121DAE4}" dt="2026-05-18T14:01:15.376" v="3219"/>
          <ac:picMkLst>
            <pc:docMk/>
            <pc:sldMk cId="952131102" sldId="11493"/>
            <ac:picMk id="11" creationId="{56FCB6D2-6A6B-6ECC-B9F0-0FE1F3BA66E5}"/>
          </ac:picMkLst>
        </pc:picChg>
        <pc:picChg chg="mod">
          <ac:chgData name="Martin Boerman" userId="c1c4d39f-d644-4cf2-a264-5f7cbaf89023" providerId="ADAL" clId="{4F35B804-FA56-5F7D-A66A-48C3F121DAE4}" dt="2026-05-18T13:59:05.287" v="3191" actId="170"/>
          <ac:picMkLst>
            <pc:docMk/>
            <pc:sldMk cId="952131102" sldId="11493"/>
            <ac:picMk id="13" creationId="{0D6B8A8B-0F98-2EE1-FA56-C52898DC2E76}"/>
          </ac:picMkLst>
        </pc:picChg>
      </pc:sldChg>
      <pc:sldChg chg="addSp delSp modSp add del mod">
        <pc:chgData name="Martin Boerman" userId="c1c4d39f-d644-4cf2-a264-5f7cbaf89023" providerId="ADAL" clId="{4F35B804-FA56-5F7D-A66A-48C3F121DAE4}" dt="2026-05-18T13:39:44.970" v="2625" actId="2696"/>
        <pc:sldMkLst>
          <pc:docMk/>
          <pc:sldMk cId="1725239113" sldId="11493"/>
        </pc:sldMkLst>
        <pc:spChg chg="mod">
          <ac:chgData name="Martin Boerman" userId="c1c4d39f-d644-4cf2-a264-5f7cbaf89023" providerId="ADAL" clId="{4F35B804-FA56-5F7D-A66A-48C3F121DAE4}" dt="2026-05-18T11:52:56.964" v="2258" actId="2711"/>
          <ac:spMkLst>
            <pc:docMk/>
            <pc:sldMk cId="1725239113" sldId="11493"/>
            <ac:spMk id="2" creationId="{5BA10B83-D6DA-80E3-920D-C933FA544953}"/>
          </ac:spMkLst>
        </pc:spChg>
        <pc:spChg chg="add mod">
          <ac:chgData name="Martin Boerman" userId="c1c4d39f-d644-4cf2-a264-5f7cbaf89023" providerId="ADAL" clId="{4F35B804-FA56-5F7D-A66A-48C3F121DAE4}" dt="2026-05-18T11:52:56.964" v="2258" actId="2711"/>
          <ac:spMkLst>
            <pc:docMk/>
            <pc:sldMk cId="1725239113" sldId="11493"/>
            <ac:spMk id="7" creationId="{9CA1AE85-A29B-1D34-9106-4BA58BE4530F}"/>
          </ac:spMkLst>
        </pc:spChg>
        <pc:spChg chg="mod">
          <ac:chgData name="Martin Boerman" userId="c1c4d39f-d644-4cf2-a264-5f7cbaf89023" providerId="ADAL" clId="{4F35B804-FA56-5F7D-A66A-48C3F121DAE4}" dt="2026-05-18T11:49:37.986" v="2217" actId="688"/>
          <ac:spMkLst>
            <pc:docMk/>
            <pc:sldMk cId="1725239113" sldId="11493"/>
            <ac:spMk id="8" creationId="{17F05B75-6037-EA45-B1B1-1E43332943AE}"/>
          </ac:spMkLst>
        </pc:spChg>
        <pc:spChg chg="mod">
          <ac:chgData name="Martin Boerman" userId="c1c4d39f-d644-4cf2-a264-5f7cbaf89023" providerId="ADAL" clId="{4F35B804-FA56-5F7D-A66A-48C3F121DAE4}" dt="2026-05-18T11:49:10.479" v="2211" actId="688"/>
          <ac:spMkLst>
            <pc:docMk/>
            <pc:sldMk cId="1725239113" sldId="11493"/>
            <ac:spMk id="14" creationId="{3EAFA8A7-AE4B-1781-86B0-F16AF416EAA0}"/>
          </ac:spMkLst>
        </pc:spChg>
        <pc:spChg chg="add mod">
          <ac:chgData name="Martin Boerman" userId="c1c4d39f-d644-4cf2-a264-5f7cbaf89023" providerId="ADAL" clId="{4F35B804-FA56-5F7D-A66A-48C3F121DAE4}" dt="2026-05-18T11:52:56.964" v="2258" actId="2711"/>
          <ac:spMkLst>
            <pc:docMk/>
            <pc:sldMk cId="1725239113" sldId="11493"/>
            <ac:spMk id="16" creationId="{04D47726-2EF1-6500-76BE-2F3AD901A604}"/>
          </ac:spMkLst>
        </pc:spChg>
        <pc:spChg chg="add mod">
          <ac:chgData name="Martin Boerman" userId="c1c4d39f-d644-4cf2-a264-5f7cbaf89023" providerId="ADAL" clId="{4F35B804-FA56-5F7D-A66A-48C3F121DAE4}" dt="2026-05-18T11:52:56.964" v="2258" actId="2711"/>
          <ac:spMkLst>
            <pc:docMk/>
            <pc:sldMk cId="1725239113" sldId="11493"/>
            <ac:spMk id="17" creationId="{26FAC4B8-00A4-5706-A673-0CAA6B0B9B67}"/>
          </ac:spMkLst>
        </pc:spChg>
        <pc:spChg chg="add mod">
          <ac:chgData name="Martin Boerman" userId="c1c4d39f-d644-4cf2-a264-5f7cbaf89023" providerId="ADAL" clId="{4F35B804-FA56-5F7D-A66A-48C3F121DAE4}" dt="2026-05-18T11:52:56.964" v="2258" actId="2711"/>
          <ac:spMkLst>
            <pc:docMk/>
            <pc:sldMk cId="1725239113" sldId="11493"/>
            <ac:spMk id="18" creationId="{91C5EDB6-0BF6-145B-AF80-FB63F494DB85}"/>
          </ac:spMkLst>
        </pc:spChg>
        <pc:spChg chg="add mod">
          <ac:chgData name="Martin Boerman" userId="c1c4d39f-d644-4cf2-a264-5f7cbaf89023" providerId="ADAL" clId="{4F35B804-FA56-5F7D-A66A-48C3F121DAE4}" dt="2026-05-18T11:52:48.669" v="2257" actId="207"/>
          <ac:spMkLst>
            <pc:docMk/>
            <pc:sldMk cId="1725239113" sldId="11493"/>
            <ac:spMk id="19" creationId="{5FBFADCE-ED5C-FB0F-77C4-65D286EF4D1D}"/>
          </ac:spMkLst>
        </pc:spChg>
        <pc:spChg chg="add mod">
          <ac:chgData name="Martin Boerman" userId="c1c4d39f-d644-4cf2-a264-5f7cbaf89023" providerId="ADAL" clId="{4F35B804-FA56-5F7D-A66A-48C3F121DAE4}" dt="2026-05-18T11:53:08.535" v="2259" actId="207"/>
          <ac:spMkLst>
            <pc:docMk/>
            <pc:sldMk cId="1725239113" sldId="11493"/>
            <ac:spMk id="20" creationId="{CA0B37D6-F33F-292E-7B91-2D69F1AE6A09}"/>
          </ac:spMkLst>
        </pc:spChg>
        <pc:spChg chg="add mod">
          <ac:chgData name="Martin Boerman" userId="c1c4d39f-d644-4cf2-a264-5f7cbaf89023" providerId="ADAL" clId="{4F35B804-FA56-5F7D-A66A-48C3F121DAE4}" dt="2026-05-18T11:53:08.535" v="2259" actId="207"/>
          <ac:spMkLst>
            <pc:docMk/>
            <pc:sldMk cId="1725239113" sldId="11493"/>
            <ac:spMk id="21" creationId="{6CA98FB2-4EDF-E920-9E9B-F62B47CB9AEF}"/>
          </ac:spMkLst>
        </pc:spChg>
        <pc:spChg chg="add mod">
          <ac:chgData name="Martin Boerman" userId="c1c4d39f-d644-4cf2-a264-5f7cbaf89023" providerId="ADAL" clId="{4F35B804-FA56-5F7D-A66A-48C3F121DAE4}" dt="2026-05-18T11:53:08.535" v="2259" actId="207"/>
          <ac:spMkLst>
            <pc:docMk/>
            <pc:sldMk cId="1725239113" sldId="11493"/>
            <ac:spMk id="22" creationId="{E7D51654-3295-3491-0707-70DFF3FC051F}"/>
          </ac:spMkLst>
        </pc:spChg>
        <pc:spChg chg="add mod">
          <ac:chgData name="Martin Boerman" userId="c1c4d39f-d644-4cf2-a264-5f7cbaf89023" providerId="ADAL" clId="{4F35B804-FA56-5F7D-A66A-48C3F121DAE4}" dt="2026-05-18T11:53:08.535" v="2259" actId="207"/>
          <ac:spMkLst>
            <pc:docMk/>
            <pc:sldMk cId="1725239113" sldId="11493"/>
            <ac:spMk id="23" creationId="{613E0652-B48A-FCAD-997C-F26EE6E4D752}"/>
          </ac:spMkLst>
        </pc:spChg>
        <pc:spChg chg="add mod">
          <ac:chgData name="Martin Boerman" userId="c1c4d39f-d644-4cf2-a264-5f7cbaf89023" providerId="ADAL" clId="{4F35B804-FA56-5F7D-A66A-48C3F121DAE4}" dt="2026-05-18T11:53:08.535" v="2259" actId="207"/>
          <ac:spMkLst>
            <pc:docMk/>
            <pc:sldMk cId="1725239113" sldId="11493"/>
            <ac:spMk id="24" creationId="{6060922F-0A01-1CA8-AC95-96E7EB70ED2D}"/>
          </ac:spMkLst>
        </pc:spChg>
        <pc:spChg chg="del">
          <ac:chgData name="Martin Boerman" userId="c1c4d39f-d644-4cf2-a264-5f7cbaf89023" providerId="ADAL" clId="{4F35B804-FA56-5F7D-A66A-48C3F121DAE4}" dt="2026-05-18T11:52:25.449" v="2255" actId="478"/>
          <ac:spMkLst>
            <pc:docMk/>
            <pc:sldMk cId="1725239113" sldId="11493"/>
            <ac:spMk id="29" creationId="{59E2AE69-726A-C201-2FB8-72E803458007}"/>
          </ac:spMkLst>
        </pc:spChg>
        <pc:spChg chg="del">
          <ac:chgData name="Martin Boerman" userId="c1c4d39f-d644-4cf2-a264-5f7cbaf89023" providerId="ADAL" clId="{4F35B804-FA56-5F7D-A66A-48C3F121DAE4}" dt="2026-05-18T11:52:25.449" v="2255" actId="478"/>
          <ac:spMkLst>
            <pc:docMk/>
            <pc:sldMk cId="1725239113" sldId="11493"/>
            <ac:spMk id="30" creationId="{D158A398-07C8-2700-8452-981502C33ED8}"/>
          </ac:spMkLst>
        </pc:spChg>
        <pc:spChg chg="del">
          <ac:chgData name="Martin Boerman" userId="c1c4d39f-d644-4cf2-a264-5f7cbaf89023" providerId="ADAL" clId="{4F35B804-FA56-5F7D-A66A-48C3F121DAE4}" dt="2026-05-18T11:52:25.449" v="2255" actId="478"/>
          <ac:spMkLst>
            <pc:docMk/>
            <pc:sldMk cId="1725239113" sldId="11493"/>
            <ac:spMk id="32" creationId="{6F521285-48F4-1B99-0D84-C6D364C88A36}"/>
          </ac:spMkLst>
        </pc:spChg>
        <pc:spChg chg="del">
          <ac:chgData name="Martin Boerman" userId="c1c4d39f-d644-4cf2-a264-5f7cbaf89023" providerId="ADAL" clId="{4F35B804-FA56-5F7D-A66A-48C3F121DAE4}" dt="2026-05-18T11:52:25.449" v="2255" actId="478"/>
          <ac:spMkLst>
            <pc:docMk/>
            <pc:sldMk cId="1725239113" sldId="11493"/>
            <ac:spMk id="36" creationId="{5ADD2F0E-B586-DF65-1A3A-69AE997F543B}"/>
          </ac:spMkLst>
        </pc:spChg>
        <pc:spChg chg="del">
          <ac:chgData name="Martin Boerman" userId="c1c4d39f-d644-4cf2-a264-5f7cbaf89023" providerId="ADAL" clId="{4F35B804-FA56-5F7D-A66A-48C3F121DAE4}" dt="2026-05-18T11:52:25.449" v="2255" actId="478"/>
          <ac:spMkLst>
            <pc:docMk/>
            <pc:sldMk cId="1725239113" sldId="11493"/>
            <ac:spMk id="38" creationId="{191BA720-621D-60A7-8437-9808DB8D6F3D}"/>
          </ac:spMkLst>
        </pc:spChg>
        <pc:spChg chg="del">
          <ac:chgData name="Martin Boerman" userId="c1c4d39f-d644-4cf2-a264-5f7cbaf89023" providerId="ADAL" clId="{4F35B804-FA56-5F7D-A66A-48C3F121DAE4}" dt="2026-05-18T11:52:25.449" v="2255" actId="478"/>
          <ac:spMkLst>
            <pc:docMk/>
            <pc:sldMk cId="1725239113" sldId="11493"/>
            <ac:spMk id="39" creationId="{C88BC118-0AA5-0026-2982-58008605122B}"/>
          </ac:spMkLst>
        </pc:spChg>
        <pc:spChg chg="del">
          <ac:chgData name="Martin Boerman" userId="c1c4d39f-d644-4cf2-a264-5f7cbaf89023" providerId="ADAL" clId="{4F35B804-FA56-5F7D-A66A-48C3F121DAE4}" dt="2026-05-18T11:52:25.449" v="2255" actId="478"/>
          <ac:spMkLst>
            <pc:docMk/>
            <pc:sldMk cId="1725239113" sldId="11493"/>
            <ac:spMk id="40" creationId="{8BB7DF16-E9E1-131E-01A4-30EB6B4917A7}"/>
          </ac:spMkLst>
        </pc:spChg>
        <pc:spChg chg="del">
          <ac:chgData name="Martin Boerman" userId="c1c4d39f-d644-4cf2-a264-5f7cbaf89023" providerId="ADAL" clId="{4F35B804-FA56-5F7D-A66A-48C3F121DAE4}" dt="2026-05-18T11:52:25.449" v="2255" actId="478"/>
          <ac:spMkLst>
            <pc:docMk/>
            <pc:sldMk cId="1725239113" sldId="11493"/>
            <ac:spMk id="41" creationId="{9C2BC8A7-92C0-F1A3-CCF6-0BA868D95D48}"/>
          </ac:spMkLst>
        </pc:spChg>
        <pc:spChg chg="mod">
          <ac:chgData name="Martin Boerman" userId="c1c4d39f-d644-4cf2-a264-5f7cbaf89023" providerId="ADAL" clId="{4F35B804-FA56-5F7D-A66A-48C3F121DAE4}" dt="2026-05-18T11:50:31.565" v="2236" actId="1076"/>
          <ac:spMkLst>
            <pc:docMk/>
            <pc:sldMk cId="1725239113" sldId="11493"/>
            <ac:spMk id="43" creationId="{FA1A77FB-E341-2D18-2935-1521C442D217}"/>
          </ac:spMkLst>
        </pc:spChg>
        <pc:spChg chg="add del">
          <ac:chgData name="Martin Boerman" userId="c1c4d39f-d644-4cf2-a264-5f7cbaf89023" providerId="ADAL" clId="{4F35B804-FA56-5F7D-A66A-48C3F121DAE4}" dt="2026-05-18T11:48:45.373" v="2162" actId="478"/>
          <ac:spMkLst>
            <pc:docMk/>
            <pc:sldMk cId="1725239113" sldId="11493"/>
            <ac:spMk id="44" creationId="{E084D8A4-F40E-E88C-1600-0D7004E254AC}"/>
          </ac:spMkLst>
        </pc:spChg>
        <pc:spChg chg="mod">
          <ac:chgData name="Martin Boerman" userId="c1c4d39f-d644-4cf2-a264-5f7cbaf89023" providerId="ADAL" clId="{4F35B804-FA56-5F7D-A66A-48C3F121DAE4}" dt="2026-05-18T11:50:36.028" v="2239" actId="1035"/>
          <ac:spMkLst>
            <pc:docMk/>
            <pc:sldMk cId="1725239113" sldId="11493"/>
            <ac:spMk id="45" creationId="{46F36EAA-1133-7C6E-9C1F-5FD59C95E829}"/>
          </ac:spMkLst>
        </pc:spChg>
        <pc:spChg chg="mod">
          <ac:chgData name="Martin Boerman" userId="c1c4d39f-d644-4cf2-a264-5f7cbaf89023" providerId="ADAL" clId="{4F35B804-FA56-5F7D-A66A-48C3F121DAE4}" dt="2026-05-18T11:49:51.597" v="2219" actId="688"/>
          <ac:spMkLst>
            <pc:docMk/>
            <pc:sldMk cId="1725239113" sldId="11493"/>
            <ac:spMk id="46" creationId="{0CA9D39A-AE2D-F5A1-AFE9-94EE6229B0E1}"/>
          </ac:spMkLst>
        </pc:spChg>
        <pc:spChg chg="mod">
          <ac:chgData name="Martin Boerman" userId="c1c4d39f-d644-4cf2-a264-5f7cbaf89023" providerId="ADAL" clId="{4F35B804-FA56-5F7D-A66A-48C3F121DAE4}" dt="2026-05-18T11:50:04.337" v="2227" actId="207"/>
          <ac:spMkLst>
            <pc:docMk/>
            <pc:sldMk cId="1725239113" sldId="11493"/>
            <ac:spMk id="49" creationId="{6BE3D97C-5E72-8396-1823-91125609A96D}"/>
          </ac:spMkLst>
        </pc:spChg>
        <pc:spChg chg="mod">
          <ac:chgData name="Martin Boerman" userId="c1c4d39f-d644-4cf2-a264-5f7cbaf89023" providerId="ADAL" clId="{4F35B804-FA56-5F7D-A66A-48C3F121DAE4}" dt="2026-05-18T11:50:55.531" v="2242" actId="14100"/>
          <ac:spMkLst>
            <pc:docMk/>
            <pc:sldMk cId="1725239113" sldId="11493"/>
            <ac:spMk id="55" creationId="{527BB33F-4585-371F-ACC1-9F71E65DDD4C}"/>
          </ac:spMkLst>
        </pc:spChg>
        <pc:spChg chg="mod">
          <ac:chgData name="Martin Boerman" userId="c1c4d39f-d644-4cf2-a264-5f7cbaf89023" providerId="ADAL" clId="{4F35B804-FA56-5F7D-A66A-48C3F121DAE4}" dt="2026-05-18T11:50:19.055" v="2235" actId="1036"/>
          <ac:spMkLst>
            <pc:docMk/>
            <pc:sldMk cId="1725239113" sldId="11493"/>
            <ac:spMk id="56" creationId="{991063C4-67DA-CB4D-3CF1-118B6D0CA3AC}"/>
          </ac:spMkLst>
        </pc:spChg>
        <pc:spChg chg="add del">
          <ac:chgData name="Martin Boerman" userId="c1c4d39f-d644-4cf2-a264-5f7cbaf89023" providerId="ADAL" clId="{4F35B804-FA56-5F7D-A66A-48C3F121DAE4}" dt="2026-05-18T11:49:18.386" v="2214" actId="478"/>
          <ac:spMkLst>
            <pc:docMk/>
            <pc:sldMk cId="1725239113" sldId="11493"/>
            <ac:spMk id="57" creationId="{9AB47F86-EFE9-379B-A946-147D3438BAF2}"/>
          </ac:spMkLst>
        </pc:spChg>
        <pc:spChg chg="mod">
          <ac:chgData name="Martin Boerman" userId="c1c4d39f-d644-4cf2-a264-5f7cbaf89023" providerId="ADAL" clId="{4F35B804-FA56-5F7D-A66A-48C3F121DAE4}" dt="2026-05-18T12:02:00.327" v="2467" actId="20577"/>
          <ac:spMkLst>
            <pc:docMk/>
            <pc:sldMk cId="1725239113" sldId="11493"/>
            <ac:spMk id="70" creationId="{6C36E2D2-BDE7-3638-8830-7AA8B9E6FE11}"/>
          </ac:spMkLst>
        </pc:spChg>
        <pc:spChg chg="mod">
          <ac:chgData name="Martin Boerman" userId="c1c4d39f-d644-4cf2-a264-5f7cbaf89023" providerId="ADAL" clId="{4F35B804-FA56-5F7D-A66A-48C3F121DAE4}" dt="2026-05-18T11:51:56.205" v="2250" actId="113"/>
          <ac:spMkLst>
            <pc:docMk/>
            <pc:sldMk cId="1725239113" sldId="11493"/>
            <ac:spMk id="72" creationId="{44902451-3E9D-34D7-3E33-F7EF72DAB275}"/>
          </ac:spMkLst>
        </pc:spChg>
        <pc:spChg chg="mod">
          <ac:chgData name="Martin Boerman" userId="c1c4d39f-d644-4cf2-a264-5f7cbaf89023" providerId="ADAL" clId="{4F35B804-FA56-5F7D-A66A-48C3F121DAE4}" dt="2026-05-18T11:49:15.380" v="2212" actId="14100"/>
          <ac:spMkLst>
            <pc:docMk/>
            <pc:sldMk cId="1725239113" sldId="11493"/>
            <ac:spMk id="78" creationId="{DDFC5E12-0E6B-C817-F7FC-E582CEF0E6A6}"/>
          </ac:spMkLst>
        </pc:spChg>
        <pc:grpChg chg="del">
          <ac:chgData name="Martin Boerman" userId="c1c4d39f-d644-4cf2-a264-5f7cbaf89023" providerId="ADAL" clId="{4F35B804-FA56-5F7D-A66A-48C3F121DAE4}" dt="2026-05-18T11:48:46.765" v="2163" actId="478"/>
          <ac:grpSpMkLst>
            <pc:docMk/>
            <pc:sldMk cId="1725239113" sldId="11493"/>
            <ac:grpSpMk id="6" creationId="{5AEBBDCB-C3D7-BD5D-5FFE-FC7B4726DE8E}"/>
          </ac:grpSpMkLst>
        </pc:grpChg>
        <pc:picChg chg="add mod">
          <ac:chgData name="Martin Boerman" userId="c1c4d39f-d644-4cf2-a264-5f7cbaf89023" providerId="ADAL" clId="{4F35B804-FA56-5F7D-A66A-48C3F121DAE4}" dt="2026-05-18T11:48:40.290" v="2159"/>
          <ac:picMkLst>
            <pc:docMk/>
            <pc:sldMk cId="1725239113" sldId="11493"/>
            <ac:picMk id="3" creationId="{AD8BEF52-5EBB-E1A1-B690-FC04FBB7F46D}"/>
          </ac:picMkLst>
        </pc:picChg>
        <pc:picChg chg="add mod">
          <ac:chgData name="Martin Boerman" userId="c1c4d39f-d644-4cf2-a264-5f7cbaf89023" providerId="ADAL" clId="{4F35B804-FA56-5F7D-A66A-48C3F121DAE4}" dt="2026-05-18T11:48:53.856" v="2179" actId="1038"/>
          <ac:picMkLst>
            <pc:docMk/>
            <pc:sldMk cId="1725239113" sldId="11493"/>
            <ac:picMk id="4" creationId="{81954DBF-D406-0A67-F624-0193BBA96B87}"/>
          </ac:picMkLst>
        </pc:picChg>
        <pc:picChg chg="add del">
          <ac:chgData name="Martin Boerman" userId="c1c4d39f-d644-4cf2-a264-5f7cbaf89023" providerId="ADAL" clId="{4F35B804-FA56-5F7D-A66A-48C3F121DAE4}" dt="2026-05-18T11:49:20.262" v="2215" actId="478"/>
          <ac:picMkLst>
            <pc:docMk/>
            <pc:sldMk cId="1725239113" sldId="11493"/>
            <ac:picMk id="15" creationId="{5267C370-137B-91AB-FB4C-036A83E04B7D}"/>
          </ac:picMkLst>
        </pc:picChg>
      </pc:sldChg>
      <pc:sldChg chg="addSp delSp modSp add mod">
        <pc:chgData name="Martin Boerman" userId="c1c4d39f-d644-4cf2-a264-5f7cbaf89023" providerId="ADAL" clId="{4F35B804-FA56-5F7D-A66A-48C3F121DAE4}" dt="2026-05-19T15:00:30.962" v="8879" actId="20577"/>
        <pc:sldMkLst>
          <pc:docMk/>
          <pc:sldMk cId="457943290" sldId="11494"/>
        </pc:sldMkLst>
        <pc:spChg chg="add del mod">
          <ac:chgData name="Martin Boerman" userId="c1c4d39f-d644-4cf2-a264-5f7cbaf89023" providerId="ADAL" clId="{4F35B804-FA56-5F7D-A66A-48C3F121DAE4}" dt="2026-05-19T13:58:07.408" v="8654" actId="478"/>
          <ac:spMkLst>
            <pc:docMk/>
            <pc:sldMk cId="457943290" sldId="11494"/>
            <ac:spMk id="6" creationId="{365814AB-1C4E-3458-4478-D82F0A10144A}"/>
          </ac:spMkLst>
        </pc:spChg>
        <pc:spChg chg="mod">
          <ac:chgData name="Martin Boerman" userId="c1c4d39f-d644-4cf2-a264-5f7cbaf89023" providerId="ADAL" clId="{4F35B804-FA56-5F7D-A66A-48C3F121DAE4}" dt="2026-05-18T13:49:52.173" v="2907" actId="20577"/>
          <ac:spMkLst>
            <pc:docMk/>
            <pc:sldMk cId="457943290" sldId="11494"/>
            <ac:spMk id="42" creationId="{CFE476A8-9EF4-F773-CFF2-5DDA599AA046}"/>
          </ac:spMkLst>
        </pc:spChg>
        <pc:spChg chg="mod">
          <ac:chgData name="Martin Boerman" userId="c1c4d39f-d644-4cf2-a264-5f7cbaf89023" providerId="ADAL" clId="{4F35B804-FA56-5F7D-A66A-48C3F121DAE4}" dt="2026-05-18T14:00:33.557" v="3216" actId="1076"/>
          <ac:spMkLst>
            <pc:docMk/>
            <pc:sldMk cId="457943290" sldId="11494"/>
            <ac:spMk id="65" creationId="{E6E16EAA-1BD4-5F4A-C17E-CA9D39D43904}"/>
          </ac:spMkLst>
        </pc:spChg>
        <pc:spChg chg="mod">
          <ac:chgData name="Martin Boerman" userId="c1c4d39f-d644-4cf2-a264-5f7cbaf89023" providerId="ADAL" clId="{4F35B804-FA56-5F7D-A66A-48C3F121DAE4}" dt="2026-05-18T13:50:02.192" v="2911" actId="20577"/>
          <ac:spMkLst>
            <pc:docMk/>
            <pc:sldMk cId="457943290" sldId="11494"/>
            <ac:spMk id="70" creationId="{00BFD206-7066-9EC9-2C30-E740C588C570}"/>
          </ac:spMkLst>
        </pc:spChg>
        <pc:spChg chg="mod">
          <ac:chgData name="Martin Boerman" userId="c1c4d39f-d644-4cf2-a264-5f7cbaf89023" providerId="ADAL" clId="{4F35B804-FA56-5F7D-A66A-48C3F121DAE4}" dt="2026-05-19T15:00:30.962" v="8879" actId="20577"/>
          <ac:spMkLst>
            <pc:docMk/>
            <pc:sldMk cId="457943290" sldId="11494"/>
            <ac:spMk id="72" creationId="{274B2B63-F26A-2AD8-057D-1637CDFD5849}"/>
          </ac:spMkLst>
        </pc:spChg>
        <pc:picChg chg="mod">
          <ac:chgData name="Martin Boerman" userId="c1c4d39f-d644-4cf2-a264-5f7cbaf89023" providerId="ADAL" clId="{4F35B804-FA56-5F7D-A66A-48C3F121DAE4}" dt="2026-05-18T14:00:47.753" v="3218" actId="1076"/>
          <ac:picMkLst>
            <pc:docMk/>
            <pc:sldMk cId="457943290" sldId="11494"/>
            <ac:picMk id="3" creationId="{208BE8B9-44D6-8C8F-E94F-6103CB2CD433}"/>
          </ac:picMkLst>
        </pc:picChg>
        <pc:picChg chg="add mod">
          <ac:chgData name="Martin Boerman" userId="c1c4d39f-d644-4cf2-a264-5f7cbaf89023" providerId="ADAL" clId="{4F35B804-FA56-5F7D-A66A-48C3F121DAE4}" dt="2026-05-18T13:59:07.490" v="3192"/>
          <ac:picMkLst>
            <pc:docMk/>
            <pc:sldMk cId="457943290" sldId="11494"/>
            <ac:picMk id="4" creationId="{C95473EB-5879-ECF0-9487-1F9BBE3AE962}"/>
          </ac:picMkLst>
        </pc:picChg>
        <pc:picChg chg="add mod">
          <ac:chgData name="Martin Boerman" userId="c1c4d39f-d644-4cf2-a264-5f7cbaf89023" providerId="ADAL" clId="{4F35B804-FA56-5F7D-A66A-48C3F121DAE4}" dt="2026-05-18T14:01:54.022" v="3221"/>
          <ac:picMkLst>
            <pc:docMk/>
            <pc:sldMk cId="457943290" sldId="11494"/>
            <ac:picMk id="6" creationId="{A09DDD3F-E7ED-9887-AB35-3B764DA5E7E4}"/>
          </ac:picMkLst>
        </pc:picChg>
        <pc:picChg chg="add mod">
          <ac:chgData name="Martin Boerman" userId="c1c4d39f-d644-4cf2-a264-5f7cbaf89023" providerId="ADAL" clId="{4F35B804-FA56-5F7D-A66A-48C3F121DAE4}" dt="2026-05-18T14:02:08.428" v="3222"/>
          <ac:picMkLst>
            <pc:docMk/>
            <pc:sldMk cId="457943290" sldId="11494"/>
            <ac:picMk id="7" creationId="{8EBAE409-6D3F-6B84-5F35-B94F02D6FB56}"/>
          </ac:picMkLst>
        </pc:picChg>
      </pc:sldChg>
      <pc:sldChg chg="add del">
        <pc:chgData name="Martin Boerman" userId="c1c4d39f-d644-4cf2-a264-5f7cbaf89023" providerId="ADAL" clId="{4F35B804-FA56-5F7D-A66A-48C3F121DAE4}" dt="2026-05-18T13:39:52.902" v="2628" actId="2696"/>
        <pc:sldMkLst>
          <pc:docMk/>
          <pc:sldMk cId="471366444" sldId="11494"/>
        </pc:sldMkLst>
      </pc:sldChg>
      <pc:sldChg chg="add del">
        <pc:chgData name="Martin Boerman" userId="c1c4d39f-d644-4cf2-a264-5f7cbaf89023" providerId="ADAL" clId="{4F35B804-FA56-5F7D-A66A-48C3F121DAE4}" dt="2026-05-18T13:39:57.696" v="2630" actId="2696"/>
        <pc:sldMkLst>
          <pc:docMk/>
          <pc:sldMk cId="3446989308" sldId="11494"/>
        </pc:sldMkLst>
      </pc:sldChg>
      <pc:sldChg chg="addSp delSp modSp add del mod">
        <pc:chgData name="Martin Boerman" userId="c1c4d39f-d644-4cf2-a264-5f7cbaf89023" providerId="ADAL" clId="{4F35B804-FA56-5F7D-A66A-48C3F121DAE4}" dt="2026-05-18T13:39:44.970" v="2625" actId="2696"/>
        <pc:sldMkLst>
          <pc:docMk/>
          <pc:sldMk cId="3543978800" sldId="11494"/>
        </pc:sldMkLst>
        <pc:spChg chg="add del">
          <ac:chgData name="Martin Boerman" userId="c1c4d39f-d644-4cf2-a264-5f7cbaf89023" providerId="ADAL" clId="{4F35B804-FA56-5F7D-A66A-48C3F121DAE4}" dt="2026-05-18T11:58:53.143" v="2334" actId="478"/>
          <ac:spMkLst>
            <pc:docMk/>
            <pc:sldMk cId="3543978800" sldId="11494"/>
            <ac:spMk id="2" creationId="{C60F0EC4-6C21-3CA4-3BD7-6393AD6E97C4}"/>
          </ac:spMkLst>
        </pc:spChg>
        <pc:spChg chg="add mod">
          <ac:chgData name="Martin Boerman" userId="c1c4d39f-d644-4cf2-a264-5f7cbaf89023" providerId="ADAL" clId="{4F35B804-FA56-5F7D-A66A-48C3F121DAE4}" dt="2026-05-18T11:58:51.755" v="2333"/>
          <ac:spMkLst>
            <pc:docMk/>
            <pc:sldMk cId="3543978800" sldId="11494"/>
            <ac:spMk id="4" creationId="{F9CD0ACB-0C8C-9A65-63F7-45F51A3B93A9}"/>
          </ac:spMkLst>
        </pc:spChg>
        <pc:spChg chg="add mod">
          <ac:chgData name="Martin Boerman" userId="c1c4d39f-d644-4cf2-a264-5f7cbaf89023" providerId="ADAL" clId="{4F35B804-FA56-5F7D-A66A-48C3F121DAE4}" dt="2026-05-18T11:58:51.755" v="2333"/>
          <ac:spMkLst>
            <pc:docMk/>
            <pc:sldMk cId="3543978800" sldId="11494"/>
            <ac:spMk id="6" creationId="{1824DAA0-6172-3428-6D79-4A1A6FF16173}"/>
          </ac:spMkLst>
        </pc:spChg>
        <pc:spChg chg="add mod">
          <ac:chgData name="Martin Boerman" userId="c1c4d39f-d644-4cf2-a264-5f7cbaf89023" providerId="ADAL" clId="{4F35B804-FA56-5F7D-A66A-48C3F121DAE4}" dt="2026-05-18T11:58:51.755" v="2333"/>
          <ac:spMkLst>
            <pc:docMk/>
            <pc:sldMk cId="3543978800" sldId="11494"/>
            <ac:spMk id="11" creationId="{FF89AF2F-FA62-3FF9-1FE4-E7CBBC87A0E1}"/>
          </ac:spMkLst>
        </pc:spChg>
        <pc:spChg chg="add mod">
          <ac:chgData name="Martin Boerman" userId="c1c4d39f-d644-4cf2-a264-5f7cbaf89023" providerId="ADAL" clId="{4F35B804-FA56-5F7D-A66A-48C3F121DAE4}" dt="2026-05-18T11:58:51.755" v="2333"/>
          <ac:spMkLst>
            <pc:docMk/>
            <pc:sldMk cId="3543978800" sldId="11494"/>
            <ac:spMk id="12" creationId="{AB16C1C4-4560-B860-C5FF-5575B30271B6}"/>
          </ac:spMkLst>
        </pc:spChg>
        <pc:spChg chg="add mod">
          <ac:chgData name="Martin Boerman" userId="c1c4d39f-d644-4cf2-a264-5f7cbaf89023" providerId="ADAL" clId="{4F35B804-FA56-5F7D-A66A-48C3F121DAE4}" dt="2026-05-18T11:58:51.755" v="2333"/>
          <ac:spMkLst>
            <pc:docMk/>
            <pc:sldMk cId="3543978800" sldId="11494"/>
            <ac:spMk id="13" creationId="{3C71B883-BDF8-493F-1626-1663B598A033}"/>
          </ac:spMkLst>
        </pc:spChg>
        <pc:spChg chg="add mod">
          <ac:chgData name="Martin Boerman" userId="c1c4d39f-d644-4cf2-a264-5f7cbaf89023" providerId="ADAL" clId="{4F35B804-FA56-5F7D-A66A-48C3F121DAE4}" dt="2026-05-18T11:58:51.755" v="2333"/>
          <ac:spMkLst>
            <pc:docMk/>
            <pc:sldMk cId="3543978800" sldId="11494"/>
            <ac:spMk id="14" creationId="{71F6E6CF-2598-CD04-956E-1DE2F7EC5E2D}"/>
          </ac:spMkLst>
        </pc:spChg>
        <pc:spChg chg="add mod">
          <ac:chgData name="Martin Boerman" userId="c1c4d39f-d644-4cf2-a264-5f7cbaf89023" providerId="ADAL" clId="{4F35B804-FA56-5F7D-A66A-48C3F121DAE4}" dt="2026-05-18T11:58:51.755" v="2333"/>
          <ac:spMkLst>
            <pc:docMk/>
            <pc:sldMk cId="3543978800" sldId="11494"/>
            <ac:spMk id="15" creationId="{F0815F76-C388-9C98-D15E-13CC1790774C}"/>
          </ac:spMkLst>
        </pc:spChg>
        <pc:spChg chg="add mod">
          <ac:chgData name="Martin Boerman" userId="c1c4d39f-d644-4cf2-a264-5f7cbaf89023" providerId="ADAL" clId="{4F35B804-FA56-5F7D-A66A-48C3F121DAE4}" dt="2026-05-18T11:58:51.755" v="2333"/>
          <ac:spMkLst>
            <pc:docMk/>
            <pc:sldMk cId="3543978800" sldId="11494"/>
            <ac:spMk id="16" creationId="{9C14C12B-6C08-F987-B5D7-C35F1199ED66}"/>
          </ac:spMkLst>
        </pc:spChg>
        <pc:spChg chg="add mod">
          <ac:chgData name="Martin Boerman" userId="c1c4d39f-d644-4cf2-a264-5f7cbaf89023" providerId="ADAL" clId="{4F35B804-FA56-5F7D-A66A-48C3F121DAE4}" dt="2026-05-18T11:58:51.755" v="2333"/>
          <ac:spMkLst>
            <pc:docMk/>
            <pc:sldMk cId="3543978800" sldId="11494"/>
            <ac:spMk id="17" creationId="{3B85EAE7-7FA1-C993-955C-F767BCA2F819}"/>
          </ac:spMkLst>
        </pc:spChg>
        <pc:spChg chg="add mod">
          <ac:chgData name="Martin Boerman" userId="c1c4d39f-d644-4cf2-a264-5f7cbaf89023" providerId="ADAL" clId="{4F35B804-FA56-5F7D-A66A-48C3F121DAE4}" dt="2026-05-18T11:58:51.755" v="2333"/>
          <ac:spMkLst>
            <pc:docMk/>
            <pc:sldMk cId="3543978800" sldId="11494"/>
            <ac:spMk id="19" creationId="{37886655-F03A-CF8D-4A9D-3423FBBA4918}"/>
          </ac:spMkLst>
        </pc:spChg>
        <pc:spChg chg="add mod">
          <ac:chgData name="Martin Boerman" userId="c1c4d39f-d644-4cf2-a264-5f7cbaf89023" providerId="ADAL" clId="{4F35B804-FA56-5F7D-A66A-48C3F121DAE4}" dt="2026-05-18T11:59:13.850" v="2341" actId="207"/>
          <ac:spMkLst>
            <pc:docMk/>
            <pc:sldMk cId="3543978800" sldId="11494"/>
            <ac:spMk id="20" creationId="{F0C9E6F0-AF57-27D2-2913-CC715BC49056}"/>
          </ac:spMkLst>
        </pc:spChg>
        <pc:spChg chg="add mod">
          <ac:chgData name="Martin Boerman" userId="c1c4d39f-d644-4cf2-a264-5f7cbaf89023" providerId="ADAL" clId="{4F35B804-FA56-5F7D-A66A-48C3F121DAE4}" dt="2026-05-18T11:59:13.850" v="2341" actId="207"/>
          <ac:spMkLst>
            <pc:docMk/>
            <pc:sldMk cId="3543978800" sldId="11494"/>
            <ac:spMk id="21" creationId="{A2663BF7-FBD1-7B24-963B-5116ABEB81D8}"/>
          </ac:spMkLst>
        </pc:spChg>
        <pc:spChg chg="add mod">
          <ac:chgData name="Martin Boerman" userId="c1c4d39f-d644-4cf2-a264-5f7cbaf89023" providerId="ADAL" clId="{4F35B804-FA56-5F7D-A66A-48C3F121DAE4}" dt="2026-05-18T11:59:13.850" v="2341" actId="207"/>
          <ac:spMkLst>
            <pc:docMk/>
            <pc:sldMk cId="3543978800" sldId="11494"/>
            <ac:spMk id="22" creationId="{6AFCD09F-2C2F-9FD1-3848-43BA345AAC3D}"/>
          </ac:spMkLst>
        </pc:spChg>
        <pc:spChg chg="mod">
          <ac:chgData name="Martin Boerman" userId="c1c4d39f-d644-4cf2-a264-5f7cbaf89023" providerId="ADAL" clId="{4F35B804-FA56-5F7D-A66A-48C3F121DAE4}" dt="2026-05-18T11:57:50.804" v="2304" actId="1037"/>
          <ac:spMkLst>
            <pc:docMk/>
            <pc:sldMk cId="3543978800" sldId="11494"/>
            <ac:spMk id="23" creationId="{D87261F9-CCF1-FFE7-D34E-87A9836BCEC3}"/>
          </ac:spMkLst>
        </pc:spChg>
        <pc:spChg chg="add mod">
          <ac:chgData name="Martin Boerman" userId="c1c4d39f-d644-4cf2-a264-5f7cbaf89023" providerId="ADAL" clId="{4F35B804-FA56-5F7D-A66A-48C3F121DAE4}" dt="2026-05-18T11:59:13.850" v="2341" actId="207"/>
          <ac:spMkLst>
            <pc:docMk/>
            <pc:sldMk cId="3543978800" sldId="11494"/>
            <ac:spMk id="24" creationId="{68D9B1D4-C935-3C29-FAC9-DECBCB4A59F0}"/>
          </ac:spMkLst>
        </pc:spChg>
        <pc:spChg chg="add mod">
          <ac:chgData name="Martin Boerman" userId="c1c4d39f-d644-4cf2-a264-5f7cbaf89023" providerId="ADAL" clId="{4F35B804-FA56-5F7D-A66A-48C3F121DAE4}" dt="2026-05-18T11:59:13.850" v="2341" actId="207"/>
          <ac:spMkLst>
            <pc:docMk/>
            <pc:sldMk cId="3543978800" sldId="11494"/>
            <ac:spMk id="25" creationId="{0AAFC52E-E42E-F702-7780-DFB7DBF7333B}"/>
          </ac:spMkLst>
        </pc:spChg>
        <pc:spChg chg="add mod">
          <ac:chgData name="Martin Boerman" userId="c1c4d39f-d644-4cf2-a264-5f7cbaf89023" providerId="ADAL" clId="{4F35B804-FA56-5F7D-A66A-48C3F121DAE4}" dt="2026-05-18T11:59:09.491" v="2340" actId="113"/>
          <ac:spMkLst>
            <pc:docMk/>
            <pc:sldMk cId="3543978800" sldId="11494"/>
            <ac:spMk id="26" creationId="{18589086-78F7-35C2-623C-A40465DFC0A3}"/>
          </ac:spMkLst>
        </pc:spChg>
        <pc:spChg chg="add mod">
          <ac:chgData name="Martin Boerman" userId="c1c4d39f-d644-4cf2-a264-5f7cbaf89023" providerId="ADAL" clId="{4F35B804-FA56-5F7D-A66A-48C3F121DAE4}" dt="2026-05-18T11:59:09.491" v="2340" actId="113"/>
          <ac:spMkLst>
            <pc:docMk/>
            <pc:sldMk cId="3543978800" sldId="11494"/>
            <ac:spMk id="27" creationId="{E1E916FD-893A-C2A9-BE2E-C3C6F2F0BDD5}"/>
          </ac:spMkLst>
        </pc:spChg>
        <pc:spChg chg="add mod">
          <ac:chgData name="Martin Boerman" userId="c1c4d39f-d644-4cf2-a264-5f7cbaf89023" providerId="ADAL" clId="{4F35B804-FA56-5F7D-A66A-48C3F121DAE4}" dt="2026-05-18T11:59:09.491" v="2340" actId="113"/>
          <ac:spMkLst>
            <pc:docMk/>
            <pc:sldMk cId="3543978800" sldId="11494"/>
            <ac:spMk id="28" creationId="{2379B828-5D95-2A77-154F-6EC7164CD6F6}"/>
          </ac:spMkLst>
        </pc:spChg>
        <pc:spChg chg="del">
          <ac:chgData name="Martin Boerman" userId="c1c4d39f-d644-4cf2-a264-5f7cbaf89023" providerId="ADAL" clId="{4F35B804-FA56-5F7D-A66A-48C3F121DAE4}" dt="2026-05-18T11:58:59.869" v="2335" actId="478"/>
          <ac:spMkLst>
            <pc:docMk/>
            <pc:sldMk cId="3543978800" sldId="11494"/>
            <ac:spMk id="29" creationId="{FD19D3A3-120B-A9F4-6490-F928BA402985}"/>
          </ac:spMkLst>
        </pc:spChg>
        <pc:spChg chg="del">
          <ac:chgData name="Martin Boerman" userId="c1c4d39f-d644-4cf2-a264-5f7cbaf89023" providerId="ADAL" clId="{4F35B804-FA56-5F7D-A66A-48C3F121DAE4}" dt="2026-05-18T11:58:59.869" v="2335" actId="478"/>
          <ac:spMkLst>
            <pc:docMk/>
            <pc:sldMk cId="3543978800" sldId="11494"/>
            <ac:spMk id="30" creationId="{93E9E1A6-080E-C0FC-11D2-CD5FA43B682C}"/>
          </ac:spMkLst>
        </pc:spChg>
        <pc:spChg chg="del">
          <ac:chgData name="Martin Boerman" userId="c1c4d39f-d644-4cf2-a264-5f7cbaf89023" providerId="ADAL" clId="{4F35B804-FA56-5F7D-A66A-48C3F121DAE4}" dt="2026-05-18T11:58:59.869" v="2335" actId="478"/>
          <ac:spMkLst>
            <pc:docMk/>
            <pc:sldMk cId="3543978800" sldId="11494"/>
            <ac:spMk id="32" creationId="{9CE764AC-5280-FBC4-C55C-FB1BE3EDAEF6}"/>
          </ac:spMkLst>
        </pc:spChg>
        <pc:spChg chg="add mod">
          <ac:chgData name="Martin Boerman" userId="c1c4d39f-d644-4cf2-a264-5f7cbaf89023" providerId="ADAL" clId="{4F35B804-FA56-5F7D-A66A-48C3F121DAE4}" dt="2026-05-18T11:59:09.491" v="2340" actId="113"/>
          <ac:spMkLst>
            <pc:docMk/>
            <pc:sldMk cId="3543978800" sldId="11494"/>
            <ac:spMk id="33" creationId="{E29BDFFD-2D01-46B3-576F-544DEC794098}"/>
          </ac:spMkLst>
        </pc:spChg>
        <pc:spChg chg="add mod">
          <ac:chgData name="Martin Boerman" userId="c1c4d39f-d644-4cf2-a264-5f7cbaf89023" providerId="ADAL" clId="{4F35B804-FA56-5F7D-A66A-48C3F121DAE4}" dt="2026-05-18T11:59:09.491" v="2340" actId="113"/>
          <ac:spMkLst>
            <pc:docMk/>
            <pc:sldMk cId="3543978800" sldId="11494"/>
            <ac:spMk id="34" creationId="{1CC24F92-8358-5438-A3A7-0BA671221F5A}"/>
          </ac:spMkLst>
        </pc:spChg>
        <pc:spChg chg="del">
          <ac:chgData name="Martin Boerman" userId="c1c4d39f-d644-4cf2-a264-5f7cbaf89023" providerId="ADAL" clId="{4F35B804-FA56-5F7D-A66A-48C3F121DAE4}" dt="2026-05-18T11:58:59.869" v="2335" actId="478"/>
          <ac:spMkLst>
            <pc:docMk/>
            <pc:sldMk cId="3543978800" sldId="11494"/>
            <ac:spMk id="36" creationId="{FFC2151B-4D66-8312-955D-D0787DB2E55A}"/>
          </ac:spMkLst>
        </pc:spChg>
        <pc:spChg chg="del">
          <ac:chgData name="Martin Boerman" userId="c1c4d39f-d644-4cf2-a264-5f7cbaf89023" providerId="ADAL" clId="{4F35B804-FA56-5F7D-A66A-48C3F121DAE4}" dt="2026-05-18T11:58:59.869" v="2335" actId="478"/>
          <ac:spMkLst>
            <pc:docMk/>
            <pc:sldMk cId="3543978800" sldId="11494"/>
            <ac:spMk id="38" creationId="{11AE78A4-6140-3E7F-E104-BCCAC64E8280}"/>
          </ac:spMkLst>
        </pc:spChg>
        <pc:spChg chg="del">
          <ac:chgData name="Martin Boerman" userId="c1c4d39f-d644-4cf2-a264-5f7cbaf89023" providerId="ADAL" clId="{4F35B804-FA56-5F7D-A66A-48C3F121DAE4}" dt="2026-05-18T11:59:04.034" v="2337" actId="478"/>
          <ac:spMkLst>
            <pc:docMk/>
            <pc:sldMk cId="3543978800" sldId="11494"/>
            <ac:spMk id="39" creationId="{8C6E0C27-C211-D0E8-92DC-A3D756F10376}"/>
          </ac:spMkLst>
        </pc:spChg>
        <pc:spChg chg="del">
          <ac:chgData name="Martin Boerman" userId="c1c4d39f-d644-4cf2-a264-5f7cbaf89023" providerId="ADAL" clId="{4F35B804-FA56-5F7D-A66A-48C3F121DAE4}" dt="2026-05-18T11:58:59.869" v="2335" actId="478"/>
          <ac:spMkLst>
            <pc:docMk/>
            <pc:sldMk cId="3543978800" sldId="11494"/>
            <ac:spMk id="40" creationId="{43A6C942-CD32-5484-6127-C7B22DF05F8F}"/>
          </ac:spMkLst>
        </pc:spChg>
        <pc:spChg chg="del">
          <ac:chgData name="Martin Boerman" userId="c1c4d39f-d644-4cf2-a264-5f7cbaf89023" providerId="ADAL" clId="{4F35B804-FA56-5F7D-A66A-48C3F121DAE4}" dt="2026-05-18T11:58:59.869" v="2335" actId="478"/>
          <ac:spMkLst>
            <pc:docMk/>
            <pc:sldMk cId="3543978800" sldId="11494"/>
            <ac:spMk id="41" creationId="{9FA521A5-F7CD-C6F6-7C52-29C2B00271AF}"/>
          </ac:spMkLst>
        </pc:spChg>
        <pc:spChg chg="mod">
          <ac:chgData name="Martin Boerman" userId="c1c4d39f-d644-4cf2-a264-5f7cbaf89023" providerId="ADAL" clId="{4F35B804-FA56-5F7D-A66A-48C3F121DAE4}" dt="2026-05-18T11:56:29.468" v="2288" actId="20577"/>
          <ac:spMkLst>
            <pc:docMk/>
            <pc:sldMk cId="3543978800" sldId="11494"/>
            <ac:spMk id="42" creationId="{CFE476A8-9EF4-F773-CFF2-5DDA599AA046}"/>
          </ac:spMkLst>
        </pc:spChg>
        <pc:spChg chg="mod">
          <ac:chgData name="Martin Boerman" userId="c1c4d39f-d644-4cf2-a264-5f7cbaf89023" providerId="ADAL" clId="{4F35B804-FA56-5F7D-A66A-48C3F121DAE4}" dt="2026-05-18T12:01:53.687" v="2462" actId="20577"/>
          <ac:spMkLst>
            <pc:docMk/>
            <pc:sldMk cId="3543978800" sldId="11494"/>
            <ac:spMk id="70" creationId="{00BFD206-7066-9EC9-2C30-E740C588C570}"/>
          </ac:spMkLst>
        </pc:spChg>
        <pc:spChg chg="mod">
          <ac:chgData name="Martin Boerman" userId="c1c4d39f-d644-4cf2-a264-5f7cbaf89023" providerId="ADAL" clId="{4F35B804-FA56-5F7D-A66A-48C3F121DAE4}" dt="2026-05-18T12:00:42.151" v="2418" actId="20577"/>
          <ac:spMkLst>
            <pc:docMk/>
            <pc:sldMk cId="3543978800" sldId="11494"/>
            <ac:spMk id="72" creationId="{274B2B63-F26A-2AD8-057D-1637CDFD5849}"/>
          </ac:spMkLst>
        </pc:spChg>
        <pc:spChg chg="mod">
          <ac:chgData name="Martin Boerman" userId="c1c4d39f-d644-4cf2-a264-5f7cbaf89023" providerId="ADAL" clId="{4F35B804-FA56-5F7D-A66A-48C3F121DAE4}" dt="2026-05-18T11:57:38.803" v="2300" actId="14100"/>
          <ac:spMkLst>
            <pc:docMk/>
            <pc:sldMk cId="3543978800" sldId="11494"/>
            <ac:spMk id="99" creationId="{ACC3BA98-D238-1684-3571-69473456AC50}"/>
          </ac:spMkLst>
        </pc:spChg>
        <pc:picChg chg="add mod">
          <ac:chgData name="Martin Boerman" userId="c1c4d39f-d644-4cf2-a264-5f7cbaf89023" providerId="ADAL" clId="{4F35B804-FA56-5F7D-A66A-48C3F121DAE4}" dt="2026-05-18T11:56:51.957" v="2293" actId="207"/>
          <ac:picMkLst>
            <pc:docMk/>
            <pc:sldMk cId="3543978800" sldId="11494"/>
            <ac:picMk id="3" creationId="{208BE8B9-44D6-8C8F-E94F-6103CB2CD433}"/>
          </ac:picMkLst>
        </pc:picChg>
        <pc:picChg chg="del">
          <ac:chgData name="Martin Boerman" userId="c1c4d39f-d644-4cf2-a264-5f7cbaf89023" providerId="ADAL" clId="{4F35B804-FA56-5F7D-A66A-48C3F121DAE4}" dt="2026-05-18T11:56:31.744" v="2289" actId="478"/>
          <ac:picMkLst>
            <pc:docMk/>
            <pc:sldMk cId="3543978800" sldId="11494"/>
            <ac:picMk id="7" creationId="{66715D7E-D913-90EE-54FB-C894EB71705D}"/>
          </ac:picMkLst>
        </pc:picChg>
      </pc:sldChg>
      <pc:sldChg chg="add del setBg">
        <pc:chgData name="Martin Boerman" userId="c1c4d39f-d644-4cf2-a264-5f7cbaf89023" providerId="ADAL" clId="{4F35B804-FA56-5F7D-A66A-48C3F121DAE4}" dt="2026-05-18T14:14:17.660" v="3543" actId="2696"/>
        <pc:sldMkLst>
          <pc:docMk/>
          <pc:sldMk cId="732735349" sldId="11495"/>
        </pc:sldMkLst>
      </pc:sldChg>
      <pc:sldChg chg="modSp add del mod modShow">
        <pc:chgData name="Martin Boerman" userId="c1c4d39f-d644-4cf2-a264-5f7cbaf89023" providerId="ADAL" clId="{4F35B804-FA56-5F7D-A66A-48C3F121DAE4}" dt="2026-05-18T14:17:04.229" v="3596" actId="2696"/>
        <pc:sldMkLst>
          <pc:docMk/>
          <pc:sldMk cId="2000254679" sldId="11495"/>
        </pc:sldMkLst>
        <pc:spChg chg="mod">
          <ac:chgData name="Martin Boerman" userId="c1c4d39f-d644-4cf2-a264-5f7cbaf89023" providerId="ADAL" clId="{4F35B804-FA56-5F7D-A66A-48C3F121DAE4}" dt="2026-05-18T14:15:48.579" v="3566" actId="167"/>
          <ac:spMkLst>
            <pc:docMk/>
            <pc:sldMk cId="2000254679" sldId="11495"/>
            <ac:spMk id="3" creationId="{74B15676-14BD-1A11-1BB0-3F890BAF2532}"/>
          </ac:spMkLst>
        </pc:spChg>
        <pc:spChg chg="mod">
          <ac:chgData name="Martin Boerman" userId="c1c4d39f-d644-4cf2-a264-5f7cbaf89023" providerId="ADAL" clId="{4F35B804-FA56-5F7D-A66A-48C3F121DAE4}" dt="2026-05-18T14:15:56.554" v="3568" actId="167"/>
          <ac:spMkLst>
            <pc:docMk/>
            <pc:sldMk cId="2000254679" sldId="11495"/>
            <ac:spMk id="7" creationId="{48819BF3-40AF-6ACF-2653-F410C58144AF}"/>
          </ac:spMkLst>
        </pc:spChg>
        <pc:grpChg chg="mod">
          <ac:chgData name="Martin Boerman" userId="c1c4d39f-d644-4cf2-a264-5f7cbaf89023" providerId="ADAL" clId="{4F35B804-FA56-5F7D-A66A-48C3F121DAE4}" dt="2026-05-18T14:15:48.579" v="3566" actId="167"/>
          <ac:grpSpMkLst>
            <pc:docMk/>
            <pc:sldMk cId="2000254679" sldId="11495"/>
            <ac:grpSpMk id="68" creationId="{0A61007C-95CD-5FA9-BD18-C8AFA9E9B768}"/>
          </ac:grpSpMkLst>
        </pc:grpChg>
      </pc:sldChg>
      <pc:sldChg chg="modSp new mod modNotesTx">
        <pc:chgData name="Martin Boerman" userId="c1c4d39f-d644-4cf2-a264-5f7cbaf89023" providerId="ADAL" clId="{4F35B804-FA56-5F7D-A66A-48C3F121DAE4}" dt="2026-05-19T10:10:00.499" v="4072" actId="20577"/>
        <pc:sldMkLst>
          <pc:docMk/>
          <pc:sldMk cId="2886157599" sldId="11495"/>
        </pc:sldMkLst>
        <pc:spChg chg="mod">
          <ac:chgData name="Martin Boerman" userId="c1c4d39f-d644-4cf2-a264-5f7cbaf89023" providerId="ADAL" clId="{4F35B804-FA56-5F7D-A66A-48C3F121DAE4}" dt="2026-05-18T14:58:42.798" v="3630" actId="20577"/>
          <ac:spMkLst>
            <pc:docMk/>
            <pc:sldMk cId="2886157599" sldId="11495"/>
            <ac:spMk id="2" creationId="{7D9C44FD-B6F4-64A3-C9BC-4636196AAEF0}"/>
          </ac:spMkLst>
        </pc:spChg>
        <pc:spChg chg="mod">
          <ac:chgData name="Martin Boerman" userId="c1c4d39f-d644-4cf2-a264-5f7cbaf89023" providerId="ADAL" clId="{4F35B804-FA56-5F7D-A66A-48C3F121DAE4}" dt="2026-05-18T14:58:46.354" v="3632" actId="20577"/>
          <ac:spMkLst>
            <pc:docMk/>
            <pc:sldMk cId="2886157599" sldId="11495"/>
            <ac:spMk id="3" creationId="{73270CE5-0352-6778-82AC-04215D5FD36A}"/>
          </ac:spMkLst>
        </pc:spChg>
        <pc:spChg chg="mod">
          <ac:chgData name="Martin Boerman" userId="c1c4d39f-d644-4cf2-a264-5f7cbaf89023" providerId="ADAL" clId="{4F35B804-FA56-5F7D-A66A-48C3F121DAE4}" dt="2026-05-18T14:58:52.597" v="3634" actId="20577"/>
          <ac:spMkLst>
            <pc:docMk/>
            <pc:sldMk cId="2886157599" sldId="11495"/>
            <ac:spMk id="4" creationId="{68F64136-0CB5-F440-39A7-2B0617A7C038}"/>
          </ac:spMkLst>
        </pc:spChg>
      </pc:sldChg>
      <pc:sldChg chg="addSp delSp modSp new mod">
        <pc:chgData name="Martin Boerman" userId="c1c4d39f-d644-4cf2-a264-5f7cbaf89023" providerId="ADAL" clId="{4F35B804-FA56-5F7D-A66A-48C3F121DAE4}" dt="2026-05-19T10:19:00.433" v="4359" actId="14100"/>
        <pc:sldMkLst>
          <pc:docMk/>
          <pc:sldMk cId="1006442230" sldId="11496"/>
        </pc:sldMkLst>
        <pc:spChg chg="mod">
          <ac:chgData name="Martin Boerman" userId="c1c4d39f-d644-4cf2-a264-5f7cbaf89023" providerId="ADAL" clId="{4F35B804-FA56-5F7D-A66A-48C3F121DAE4}" dt="2026-05-19T10:14:58.768" v="4315" actId="20577"/>
          <ac:spMkLst>
            <pc:docMk/>
            <pc:sldMk cId="1006442230" sldId="11496"/>
            <ac:spMk id="3" creationId="{25A75DB4-6E24-35F2-1681-B70BFF59613A}"/>
          </ac:spMkLst>
        </pc:spChg>
        <pc:spChg chg="mod">
          <ac:chgData name="Martin Boerman" userId="c1c4d39f-d644-4cf2-a264-5f7cbaf89023" providerId="ADAL" clId="{4F35B804-FA56-5F7D-A66A-48C3F121DAE4}" dt="2026-05-19T10:15:03.283" v="4316"/>
          <ac:spMkLst>
            <pc:docMk/>
            <pc:sldMk cId="1006442230" sldId="11496"/>
            <ac:spMk id="4" creationId="{70BED898-473E-5E65-35FA-D322BFB9ED3F}"/>
          </ac:spMkLst>
        </pc:spChg>
        <pc:spChg chg="add del">
          <ac:chgData name="Martin Boerman" userId="c1c4d39f-d644-4cf2-a264-5f7cbaf89023" providerId="ADAL" clId="{4F35B804-FA56-5F7D-A66A-48C3F121DAE4}" dt="2026-05-19T10:14:49.720" v="4312" actId="478"/>
          <ac:spMkLst>
            <pc:docMk/>
            <pc:sldMk cId="1006442230" sldId="11496"/>
            <ac:spMk id="5" creationId="{ACDA20B7-61F8-0E4F-83C2-3D2B35D82832}"/>
          </ac:spMkLst>
        </pc:spChg>
        <pc:spChg chg="add mod">
          <ac:chgData name="Martin Boerman" userId="c1c4d39f-d644-4cf2-a264-5f7cbaf89023" providerId="ADAL" clId="{4F35B804-FA56-5F7D-A66A-48C3F121DAE4}" dt="2026-05-19T10:14:17.787" v="4306"/>
          <ac:spMkLst>
            <pc:docMk/>
            <pc:sldMk cId="1006442230" sldId="11496"/>
            <ac:spMk id="8" creationId="{C7D1D75D-A1DB-AAD2-9F18-1D3A0DA60621}"/>
          </ac:spMkLst>
        </pc:spChg>
        <pc:spChg chg="mod">
          <ac:chgData name="Martin Boerman" userId="c1c4d39f-d644-4cf2-a264-5f7cbaf89023" providerId="ADAL" clId="{4F35B804-FA56-5F7D-A66A-48C3F121DAE4}" dt="2026-05-19T10:14:17.787" v="4306"/>
          <ac:spMkLst>
            <pc:docMk/>
            <pc:sldMk cId="1006442230" sldId="11496"/>
            <ac:spMk id="10" creationId="{63CBD818-2283-3F35-92C9-6D9D79186413}"/>
          </ac:spMkLst>
        </pc:spChg>
        <pc:spChg chg="mod">
          <ac:chgData name="Martin Boerman" userId="c1c4d39f-d644-4cf2-a264-5f7cbaf89023" providerId="ADAL" clId="{4F35B804-FA56-5F7D-A66A-48C3F121DAE4}" dt="2026-05-19T10:14:17.787" v="4306"/>
          <ac:spMkLst>
            <pc:docMk/>
            <pc:sldMk cId="1006442230" sldId="11496"/>
            <ac:spMk id="14" creationId="{06D63EFB-CBDC-3F7C-E3F5-64B6885C025C}"/>
          </ac:spMkLst>
        </pc:spChg>
        <pc:spChg chg="mod">
          <ac:chgData name="Martin Boerman" userId="c1c4d39f-d644-4cf2-a264-5f7cbaf89023" providerId="ADAL" clId="{4F35B804-FA56-5F7D-A66A-48C3F121DAE4}" dt="2026-05-19T10:14:17.787" v="4306"/>
          <ac:spMkLst>
            <pc:docMk/>
            <pc:sldMk cId="1006442230" sldId="11496"/>
            <ac:spMk id="19" creationId="{BBF178B7-A41B-9FAA-794A-02F0F50B81F1}"/>
          </ac:spMkLst>
        </pc:spChg>
        <pc:spChg chg="mod">
          <ac:chgData name="Martin Boerman" userId="c1c4d39f-d644-4cf2-a264-5f7cbaf89023" providerId="ADAL" clId="{4F35B804-FA56-5F7D-A66A-48C3F121DAE4}" dt="2026-05-19T10:14:17.787" v="4306"/>
          <ac:spMkLst>
            <pc:docMk/>
            <pc:sldMk cId="1006442230" sldId="11496"/>
            <ac:spMk id="22" creationId="{5B6D5CC0-2BCA-F168-5B30-0E424D8372BE}"/>
          </ac:spMkLst>
        </pc:spChg>
        <pc:spChg chg="mod">
          <ac:chgData name="Martin Boerman" userId="c1c4d39f-d644-4cf2-a264-5f7cbaf89023" providerId="ADAL" clId="{4F35B804-FA56-5F7D-A66A-48C3F121DAE4}" dt="2026-05-19T10:14:17.787" v="4306"/>
          <ac:spMkLst>
            <pc:docMk/>
            <pc:sldMk cId="1006442230" sldId="11496"/>
            <ac:spMk id="24" creationId="{5FD99E92-595F-9096-FF0C-9AF79CD82455}"/>
          </ac:spMkLst>
        </pc:spChg>
        <pc:spChg chg="mod">
          <ac:chgData name="Martin Boerman" userId="c1c4d39f-d644-4cf2-a264-5f7cbaf89023" providerId="ADAL" clId="{4F35B804-FA56-5F7D-A66A-48C3F121DAE4}" dt="2026-05-19T10:14:17.787" v="4306"/>
          <ac:spMkLst>
            <pc:docMk/>
            <pc:sldMk cId="1006442230" sldId="11496"/>
            <ac:spMk id="25" creationId="{1F851C95-15E0-E7C2-C44D-9C25267677D0}"/>
          </ac:spMkLst>
        </pc:spChg>
        <pc:spChg chg="mod">
          <ac:chgData name="Martin Boerman" userId="c1c4d39f-d644-4cf2-a264-5f7cbaf89023" providerId="ADAL" clId="{4F35B804-FA56-5F7D-A66A-48C3F121DAE4}" dt="2026-05-19T10:14:17.787" v="4306"/>
          <ac:spMkLst>
            <pc:docMk/>
            <pc:sldMk cId="1006442230" sldId="11496"/>
            <ac:spMk id="26" creationId="{BA3E503F-6338-4F4E-CD8A-EF2C71716DBC}"/>
          </ac:spMkLst>
        </pc:spChg>
        <pc:spChg chg="add mod">
          <ac:chgData name="Martin Boerman" userId="c1c4d39f-d644-4cf2-a264-5f7cbaf89023" providerId="ADAL" clId="{4F35B804-FA56-5F7D-A66A-48C3F121DAE4}" dt="2026-05-19T10:14:17.787" v="4306"/>
          <ac:spMkLst>
            <pc:docMk/>
            <pc:sldMk cId="1006442230" sldId="11496"/>
            <ac:spMk id="42" creationId="{00E3965F-A214-5676-DE8D-CB53BF3E1459}"/>
          </ac:spMkLst>
        </pc:spChg>
        <pc:spChg chg="add mod">
          <ac:chgData name="Martin Boerman" userId="c1c4d39f-d644-4cf2-a264-5f7cbaf89023" providerId="ADAL" clId="{4F35B804-FA56-5F7D-A66A-48C3F121DAE4}" dt="2026-05-19T10:14:17.787" v="4306"/>
          <ac:spMkLst>
            <pc:docMk/>
            <pc:sldMk cId="1006442230" sldId="11496"/>
            <ac:spMk id="44" creationId="{C0836504-49EC-4E8B-8D8D-C615ADFA161E}"/>
          </ac:spMkLst>
        </pc:spChg>
        <pc:spChg chg="mod">
          <ac:chgData name="Martin Boerman" userId="c1c4d39f-d644-4cf2-a264-5f7cbaf89023" providerId="ADAL" clId="{4F35B804-FA56-5F7D-A66A-48C3F121DAE4}" dt="2026-05-19T10:14:28.358" v="4309"/>
          <ac:spMkLst>
            <pc:docMk/>
            <pc:sldMk cId="1006442230" sldId="11496"/>
            <ac:spMk id="49" creationId="{1B858C4C-0B38-7F66-6112-63B7AFF66498}"/>
          </ac:spMkLst>
        </pc:spChg>
        <pc:spChg chg="mod">
          <ac:chgData name="Martin Boerman" userId="c1c4d39f-d644-4cf2-a264-5f7cbaf89023" providerId="ADAL" clId="{4F35B804-FA56-5F7D-A66A-48C3F121DAE4}" dt="2026-05-19T10:14:28.358" v="4309"/>
          <ac:spMkLst>
            <pc:docMk/>
            <pc:sldMk cId="1006442230" sldId="11496"/>
            <ac:spMk id="52" creationId="{4E3B63CB-92BD-0DB8-65FC-A928B0593A25}"/>
          </ac:spMkLst>
        </pc:spChg>
        <pc:spChg chg="add mod">
          <ac:chgData name="Martin Boerman" userId="c1c4d39f-d644-4cf2-a264-5f7cbaf89023" providerId="ADAL" clId="{4F35B804-FA56-5F7D-A66A-48C3F121DAE4}" dt="2026-05-19T10:14:28.358" v="4309"/>
          <ac:spMkLst>
            <pc:docMk/>
            <pc:sldMk cId="1006442230" sldId="11496"/>
            <ac:spMk id="59" creationId="{7F11C3EC-4095-C052-34C7-69AE8BEAC6CD}"/>
          </ac:spMkLst>
        </pc:spChg>
        <pc:spChg chg="mod">
          <ac:chgData name="Martin Boerman" userId="c1c4d39f-d644-4cf2-a264-5f7cbaf89023" providerId="ADAL" clId="{4F35B804-FA56-5F7D-A66A-48C3F121DAE4}" dt="2026-05-19T10:14:28.358" v="4309"/>
          <ac:spMkLst>
            <pc:docMk/>
            <pc:sldMk cId="1006442230" sldId="11496"/>
            <ac:spMk id="65" creationId="{80F8C20A-93F7-4DC6-613E-328A49BA5CDF}"/>
          </ac:spMkLst>
        </pc:spChg>
        <pc:spChg chg="mod">
          <ac:chgData name="Martin Boerman" userId="c1c4d39f-d644-4cf2-a264-5f7cbaf89023" providerId="ADAL" clId="{4F35B804-FA56-5F7D-A66A-48C3F121DAE4}" dt="2026-05-19T10:14:28.358" v="4309"/>
          <ac:spMkLst>
            <pc:docMk/>
            <pc:sldMk cId="1006442230" sldId="11496"/>
            <ac:spMk id="69" creationId="{C9B7091A-5542-2C00-F1C6-822F2174716E}"/>
          </ac:spMkLst>
        </pc:spChg>
        <pc:spChg chg="mod">
          <ac:chgData name="Martin Boerman" userId="c1c4d39f-d644-4cf2-a264-5f7cbaf89023" providerId="ADAL" clId="{4F35B804-FA56-5F7D-A66A-48C3F121DAE4}" dt="2026-05-19T10:14:28.358" v="4309"/>
          <ac:spMkLst>
            <pc:docMk/>
            <pc:sldMk cId="1006442230" sldId="11496"/>
            <ac:spMk id="70" creationId="{58FEAC7B-467A-404F-18F6-AD5A8062BB86}"/>
          </ac:spMkLst>
        </pc:spChg>
        <pc:spChg chg="mod">
          <ac:chgData name="Martin Boerman" userId="c1c4d39f-d644-4cf2-a264-5f7cbaf89023" providerId="ADAL" clId="{4F35B804-FA56-5F7D-A66A-48C3F121DAE4}" dt="2026-05-19T10:14:28.358" v="4309"/>
          <ac:spMkLst>
            <pc:docMk/>
            <pc:sldMk cId="1006442230" sldId="11496"/>
            <ac:spMk id="74" creationId="{F96B41CB-7F57-4B2C-249D-FDEB0FF00F54}"/>
          </ac:spMkLst>
        </pc:spChg>
        <pc:spChg chg="mod">
          <ac:chgData name="Martin Boerman" userId="c1c4d39f-d644-4cf2-a264-5f7cbaf89023" providerId="ADAL" clId="{4F35B804-FA56-5F7D-A66A-48C3F121DAE4}" dt="2026-05-19T10:14:28.358" v="4309"/>
          <ac:spMkLst>
            <pc:docMk/>
            <pc:sldMk cId="1006442230" sldId="11496"/>
            <ac:spMk id="75" creationId="{4D2504E8-B502-B279-C296-D6A5074B00E6}"/>
          </ac:spMkLst>
        </pc:spChg>
        <pc:spChg chg="add mod">
          <ac:chgData name="Martin Boerman" userId="c1c4d39f-d644-4cf2-a264-5f7cbaf89023" providerId="ADAL" clId="{4F35B804-FA56-5F7D-A66A-48C3F121DAE4}" dt="2026-05-19T10:14:28.358" v="4309"/>
          <ac:spMkLst>
            <pc:docMk/>
            <pc:sldMk cId="1006442230" sldId="11496"/>
            <ac:spMk id="82" creationId="{54C9FE3F-C862-543B-9A57-D407DB23D87D}"/>
          </ac:spMkLst>
        </pc:spChg>
        <pc:spChg chg="add mod">
          <ac:chgData name="Martin Boerman" userId="c1c4d39f-d644-4cf2-a264-5f7cbaf89023" providerId="ADAL" clId="{4F35B804-FA56-5F7D-A66A-48C3F121DAE4}" dt="2026-05-19T10:14:28.358" v="4309"/>
          <ac:spMkLst>
            <pc:docMk/>
            <pc:sldMk cId="1006442230" sldId="11496"/>
            <ac:spMk id="83" creationId="{C2952C5E-1649-56C3-13E2-D17EA1CC0D65}"/>
          </ac:spMkLst>
        </pc:spChg>
        <pc:spChg chg="mod">
          <ac:chgData name="Martin Boerman" userId="c1c4d39f-d644-4cf2-a264-5f7cbaf89023" providerId="ADAL" clId="{4F35B804-FA56-5F7D-A66A-48C3F121DAE4}" dt="2026-05-19T10:18:52.940" v="4355" actId="14100"/>
          <ac:spMkLst>
            <pc:docMk/>
            <pc:sldMk cId="1006442230" sldId="11496"/>
            <ac:spMk id="86" creationId="{4E24F167-8275-24CF-BB75-60A257B13933}"/>
          </ac:spMkLst>
        </pc:spChg>
        <pc:spChg chg="mod">
          <ac:chgData name="Martin Boerman" userId="c1c4d39f-d644-4cf2-a264-5f7cbaf89023" providerId="ADAL" clId="{4F35B804-FA56-5F7D-A66A-48C3F121DAE4}" dt="2026-05-19T10:14:30.480" v="4310"/>
          <ac:spMkLst>
            <pc:docMk/>
            <pc:sldMk cId="1006442230" sldId="11496"/>
            <ac:spMk id="88" creationId="{ED988246-BFD9-FB05-5D73-2AC15731E14A}"/>
          </ac:spMkLst>
        </pc:spChg>
        <pc:spChg chg="mod">
          <ac:chgData name="Martin Boerman" userId="c1c4d39f-d644-4cf2-a264-5f7cbaf89023" providerId="ADAL" clId="{4F35B804-FA56-5F7D-A66A-48C3F121DAE4}" dt="2026-05-19T10:14:30.480" v="4310"/>
          <ac:spMkLst>
            <pc:docMk/>
            <pc:sldMk cId="1006442230" sldId="11496"/>
            <ac:spMk id="92" creationId="{540D8C23-C7E2-27D6-89D0-C3A504877ADB}"/>
          </ac:spMkLst>
        </pc:spChg>
        <pc:spChg chg="mod">
          <ac:chgData name="Martin Boerman" userId="c1c4d39f-d644-4cf2-a264-5f7cbaf89023" providerId="ADAL" clId="{4F35B804-FA56-5F7D-A66A-48C3F121DAE4}" dt="2026-05-19T10:14:30.480" v="4310"/>
          <ac:spMkLst>
            <pc:docMk/>
            <pc:sldMk cId="1006442230" sldId="11496"/>
            <ac:spMk id="94" creationId="{1BECEDE1-73C2-A97B-6D92-FB84416CAFF1}"/>
          </ac:spMkLst>
        </pc:spChg>
        <pc:spChg chg="add mod">
          <ac:chgData name="Martin Boerman" userId="c1c4d39f-d644-4cf2-a264-5f7cbaf89023" providerId="ADAL" clId="{4F35B804-FA56-5F7D-A66A-48C3F121DAE4}" dt="2026-05-19T10:15:23.303" v="4323" actId="113"/>
          <ac:spMkLst>
            <pc:docMk/>
            <pc:sldMk cId="1006442230" sldId="11496"/>
            <ac:spMk id="98" creationId="{6F250970-D859-A879-3913-3D72C1AE4978}"/>
          </ac:spMkLst>
        </pc:spChg>
        <pc:spChg chg="mod">
          <ac:chgData name="Martin Boerman" userId="c1c4d39f-d644-4cf2-a264-5f7cbaf89023" providerId="ADAL" clId="{4F35B804-FA56-5F7D-A66A-48C3F121DAE4}" dt="2026-05-19T10:14:30.480" v="4310"/>
          <ac:spMkLst>
            <pc:docMk/>
            <pc:sldMk cId="1006442230" sldId="11496"/>
            <ac:spMk id="104" creationId="{EB698BB1-611F-F6BC-78F2-8E36DAFB7E3A}"/>
          </ac:spMkLst>
        </pc:spChg>
        <pc:spChg chg="mod">
          <ac:chgData name="Martin Boerman" userId="c1c4d39f-d644-4cf2-a264-5f7cbaf89023" providerId="ADAL" clId="{4F35B804-FA56-5F7D-A66A-48C3F121DAE4}" dt="2026-05-19T10:14:30.480" v="4310"/>
          <ac:spMkLst>
            <pc:docMk/>
            <pc:sldMk cId="1006442230" sldId="11496"/>
            <ac:spMk id="106" creationId="{34457632-8830-8845-30F6-D68241F56A5B}"/>
          </ac:spMkLst>
        </pc:spChg>
        <pc:spChg chg="mod">
          <ac:chgData name="Martin Boerman" userId="c1c4d39f-d644-4cf2-a264-5f7cbaf89023" providerId="ADAL" clId="{4F35B804-FA56-5F7D-A66A-48C3F121DAE4}" dt="2026-05-19T10:14:30.480" v="4310"/>
          <ac:spMkLst>
            <pc:docMk/>
            <pc:sldMk cId="1006442230" sldId="11496"/>
            <ac:spMk id="109" creationId="{3CA1A39B-42F9-D7CA-2470-18AD1978C7B1}"/>
          </ac:spMkLst>
        </pc:spChg>
        <pc:spChg chg="mod">
          <ac:chgData name="Martin Boerman" userId="c1c4d39f-d644-4cf2-a264-5f7cbaf89023" providerId="ADAL" clId="{4F35B804-FA56-5F7D-A66A-48C3F121DAE4}" dt="2026-05-19T10:14:30.480" v="4310"/>
          <ac:spMkLst>
            <pc:docMk/>
            <pc:sldMk cId="1006442230" sldId="11496"/>
            <ac:spMk id="111" creationId="{9B286957-F3B8-1041-32B2-A06E1E6F19BF}"/>
          </ac:spMkLst>
        </pc:spChg>
        <pc:spChg chg="mod">
          <ac:chgData name="Martin Boerman" userId="c1c4d39f-d644-4cf2-a264-5f7cbaf89023" providerId="ADAL" clId="{4F35B804-FA56-5F7D-A66A-48C3F121DAE4}" dt="2026-05-19T10:14:30.480" v="4310"/>
          <ac:spMkLst>
            <pc:docMk/>
            <pc:sldMk cId="1006442230" sldId="11496"/>
            <ac:spMk id="114" creationId="{913784CE-26B1-DE34-27DA-3B1B8AB6A06B}"/>
          </ac:spMkLst>
        </pc:spChg>
        <pc:spChg chg="mod">
          <ac:chgData name="Martin Boerman" userId="c1c4d39f-d644-4cf2-a264-5f7cbaf89023" providerId="ADAL" clId="{4F35B804-FA56-5F7D-A66A-48C3F121DAE4}" dt="2026-05-19T10:14:52.061" v="4313" actId="207"/>
          <ac:spMkLst>
            <pc:docMk/>
            <pc:sldMk cId="1006442230" sldId="11496"/>
            <ac:spMk id="115" creationId="{99BE0FD8-BE39-BEB5-2942-358A01D45A8E}"/>
          </ac:spMkLst>
        </pc:spChg>
        <pc:spChg chg="mod">
          <ac:chgData name="Martin Boerman" userId="c1c4d39f-d644-4cf2-a264-5f7cbaf89023" providerId="ADAL" clId="{4F35B804-FA56-5F7D-A66A-48C3F121DAE4}" dt="2026-05-19T10:19:00.433" v="4359" actId="14100"/>
          <ac:spMkLst>
            <pc:docMk/>
            <pc:sldMk cId="1006442230" sldId="11496"/>
            <ac:spMk id="116" creationId="{D97B5B47-5BF5-5B78-259F-74088A759B32}"/>
          </ac:spMkLst>
        </pc:spChg>
        <pc:spChg chg="add mod">
          <ac:chgData name="Martin Boerman" userId="c1c4d39f-d644-4cf2-a264-5f7cbaf89023" providerId="ADAL" clId="{4F35B804-FA56-5F7D-A66A-48C3F121DAE4}" dt="2026-05-19T10:14:30.480" v="4310"/>
          <ac:spMkLst>
            <pc:docMk/>
            <pc:sldMk cId="1006442230" sldId="11496"/>
            <ac:spMk id="122" creationId="{72BD72CC-A675-4A77-EF95-03F85681C7EA}"/>
          </ac:spMkLst>
        </pc:spChg>
        <pc:graphicFrameChg chg="mod modGraphic">
          <ac:chgData name="Martin Boerman" userId="c1c4d39f-d644-4cf2-a264-5f7cbaf89023" providerId="ADAL" clId="{4F35B804-FA56-5F7D-A66A-48C3F121DAE4}" dt="2026-05-19T10:18:55.456" v="4357" actId="1076"/>
          <ac:graphicFrameMkLst>
            <pc:docMk/>
            <pc:sldMk cId="1006442230" sldId="11496"/>
            <ac:graphicFrameMk id="85" creationId="{F5D4B112-9A59-01BE-3D14-EA16958DF964}"/>
          </ac:graphicFrameMkLst>
        </pc:graphicFrameChg>
        <pc:graphicFrameChg chg="modGraphic">
          <ac:chgData name="Martin Boerman" userId="c1c4d39f-d644-4cf2-a264-5f7cbaf89023" providerId="ADAL" clId="{4F35B804-FA56-5F7D-A66A-48C3F121DAE4}" dt="2026-05-19T10:15:14.820" v="4321" actId="207"/>
          <ac:graphicFrameMkLst>
            <pc:docMk/>
            <pc:sldMk cId="1006442230" sldId="11496"/>
            <ac:graphicFrameMk id="119" creationId="{05EA3B3B-0B30-3DD0-8FFD-F31E1399A04D}"/>
          </ac:graphicFrameMkLst>
        </pc:graphicFrameChg>
        <pc:picChg chg="mod">
          <ac:chgData name="Martin Boerman" userId="c1c4d39f-d644-4cf2-a264-5f7cbaf89023" providerId="ADAL" clId="{4F35B804-FA56-5F7D-A66A-48C3F121DAE4}" dt="2026-05-19T10:14:47.037" v="4311" actId="207"/>
          <ac:picMkLst>
            <pc:docMk/>
            <pc:sldMk cId="1006442230" sldId="11496"/>
            <ac:picMk id="123" creationId="{557D4D07-B156-09BD-CAB9-8106431948F8}"/>
          </ac:picMkLst>
        </pc:picChg>
        <pc:picChg chg="add mod">
          <ac:chgData name="Martin Boerman" userId="c1c4d39f-d644-4cf2-a264-5f7cbaf89023" providerId="ADAL" clId="{4F35B804-FA56-5F7D-A66A-48C3F121DAE4}" dt="2026-05-19T10:18:26.602" v="4353"/>
          <ac:picMkLst>
            <pc:docMk/>
            <pc:sldMk cId="1006442230" sldId="11496"/>
            <ac:picMk id="124" creationId="{C3FD86E8-D7E8-FD46-5EF7-7724754C8610}"/>
          </ac:picMkLst>
        </pc:picChg>
      </pc:sldChg>
      <pc:sldChg chg="new del">
        <pc:chgData name="Martin Boerman" userId="c1c4d39f-d644-4cf2-a264-5f7cbaf89023" providerId="ADAL" clId="{4F35B804-FA56-5F7D-A66A-48C3F121DAE4}" dt="2026-05-19T10:16:09.818" v="4332" actId="2696"/>
        <pc:sldMkLst>
          <pc:docMk/>
          <pc:sldMk cId="2710578343" sldId="11497"/>
        </pc:sldMkLst>
      </pc:sldChg>
      <pc:sldChg chg="addSp delSp modSp new mod">
        <pc:chgData name="Martin Boerman" userId="c1c4d39f-d644-4cf2-a264-5f7cbaf89023" providerId="ADAL" clId="{4F35B804-FA56-5F7D-A66A-48C3F121DAE4}" dt="2026-05-19T10:18:21.549" v="4352"/>
        <pc:sldMkLst>
          <pc:docMk/>
          <pc:sldMk cId="3187525441" sldId="11497"/>
        </pc:sldMkLst>
        <pc:spChg chg="mod">
          <ac:chgData name="Martin Boerman" userId="c1c4d39f-d644-4cf2-a264-5f7cbaf89023" providerId="ADAL" clId="{4F35B804-FA56-5F7D-A66A-48C3F121DAE4}" dt="2026-05-19T10:17:52.102" v="4345" actId="20577"/>
          <ac:spMkLst>
            <pc:docMk/>
            <pc:sldMk cId="3187525441" sldId="11497"/>
            <ac:spMk id="3" creationId="{F894557F-0554-71AE-0C15-1A3CED926712}"/>
          </ac:spMkLst>
        </pc:spChg>
        <pc:spChg chg="mod">
          <ac:chgData name="Martin Boerman" userId="c1c4d39f-d644-4cf2-a264-5f7cbaf89023" providerId="ADAL" clId="{4F35B804-FA56-5F7D-A66A-48C3F121DAE4}" dt="2026-05-19T10:18:06.406" v="4347"/>
          <ac:spMkLst>
            <pc:docMk/>
            <pc:sldMk cId="3187525441" sldId="11497"/>
            <ac:spMk id="4" creationId="{F8F80480-06CE-0E01-8488-969A0D8A1484}"/>
          </ac:spMkLst>
        </pc:spChg>
        <pc:spChg chg="del">
          <ac:chgData name="Martin Boerman" userId="c1c4d39f-d644-4cf2-a264-5f7cbaf89023" providerId="ADAL" clId="{4F35B804-FA56-5F7D-A66A-48C3F121DAE4}" dt="2026-05-19T10:16:51.646" v="4340" actId="478"/>
          <ac:spMkLst>
            <pc:docMk/>
            <pc:sldMk cId="3187525441" sldId="11497"/>
            <ac:spMk id="5" creationId="{86623E28-0FD3-770F-1618-3634837A28C8}"/>
          </ac:spMkLst>
        </pc:spChg>
        <pc:spChg chg="add mod">
          <ac:chgData name="Martin Boerman" userId="c1c4d39f-d644-4cf2-a264-5f7cbaf89023" providerId="ADAL" clId="{4F35B804-FA56-5F7D-A66A-48C3F121DAE4}" dt="2026-05-19T10:16:47.598" v="4338"/>
          <ac:spMkLst>
            <pc:docMk/>
            <pc:sldMk cId="3187525441" sldId="11497"/>
            <ac:spMk id="11" creationId="{B06BE0BB-93AF-BE55-5331-A1C36979207A}"/>
          </ac:spMkLst>
        </pc:spChg>
        <pc:spChg chg="add mod">
          <ac:chgData name="Martin Boerman" userId="c1c4d39f-d644-4cf2-a264-5f7cbaf89023" providerId="ADAL" clId="{4F35B804-FA56-5F7D-A66A-48C3F121DAE4}" dt="2026-05-19T10:16:47.598" v="4338"/>
          <ac:spMkLst>
            <pc:docMk/>
            <pc:sldMk cId="3187525441" sldId="11497"/>
            <ac:spMk id="12" creationId="{86A9AD58-DE7A-5425-D1CE-1E48572110E8}"/>
          </ac:spMkLst>
        </pc:spChg>
        <pc:spChg chg="add mod">
          <ac:chgData name="Martin Boerman" userId="c1c4d39f-d644-4cf2-a264-5f7cbaf89023" providerId="ADAL" clId="{4F35B804-FA56-5F7D-A66A-48C3F121DAE4}" dt="2026-05-19T10:16:47.598" v="4338"/>
          <ac:spMkLst>
            <pc:docMk/>
            <pc:sldMk cId="3187525441" sldId="11497"/>
            <ac:spMk id="13" creationId="{62B2A151-8C7D-67C7-D52B-3E85DB62B5B2}"/>
          </ac:spMkLst>
        </pc:spChg>
        <pc:spChg chg="add mod">
          <ac:chgData name="Martin Boerman" userId="c1c4d39f-d644-4cf2-a264-5f7cbaf89023" providerId="ADAL" clId="{4F35B804-FA56-5F7D-A66A-48C3F121DAE4}" dt="2026-05-19T10:16:47.598" v="4338"/>
          <ac:spMkLst>
            <pc:docMk/>
            <pc:sldMk cId="3187525441" sldId="11497"/>
            <ac:spMk id="14" creationId="{2EF4D21A-9EEE-1CA6-4855-F2C637F45D48}"/>
          </ac:spMkLst>
        </pc:spChg>
        <pc:spChg chg="add mod">
          <ac:chgData name="Martin Boerman" userId="c1c4d39f-d644-4cf2-a264-5f7cbaf89023" providerId="ADAL" clId="{4F35B804-FA56-5F7D-A66A-48C3F121DAE4}" dt="2026-05-19T10:16:47.598" v="4338"/>
          <ac:spMkLst>
            <pc:docMk/>
            <pc:sldMk cId="3187525441" sldId="11497"/>
            <ac:spMk id="18" creationId="{2ABEC6F9-3740-0827-392A-D3E971B0A795}"/>
          </ac:spMkLst>
        </pc:spChg>
        <pc:spChg chg="add mod">
          <ac:chgData name="Martin Boerman" userId="c1c4d39f-d644-4cf2-a264-5f7cbaf89023" providerId="ADAL" clId="{4F35B804-FA56-5F7D-A66A-48C3F121DAE4}" dt="2026-05-19T10:16:47.598" v="4338"/>
          <ac:spMkLst>
            <pc:docMk/>
            <pc:sldMk cId="3187525441" sldId="11497"/>
            <ac:spMk id="21" creationId="{FAC7A002-2688-54F8-D3AA-01F097E6D7CA}"/>
          </ac:spMkLst>
        </pc:spChg>
        <pc:spChg chg="add mod">
          <ac:chgData name="Martin Boerman" userId="c1c4d39f-d644-4cf2-a264-5f7cbaf89023" providerId="ADAL" clId="{4F35B804-FA56-5F7D-A66A-48C3F121DAE4}" dt="2026-05-19T10:16:47.598" v="4338"/>
          <ac:spMkLst>
            <pc:docMk/>
            <pc:sldMk cId="3187525441" sldId="11497"/>
            <ac:spMk id="29" creationId="{189F9C2B-33FE-FBE9-13A1-947839224A76}"/>
          </ac:spMkLst>
        </pc:spChg>
        <pc:spChg chg="add mod">
          <ac:chgData name="Martin Boerman" userId="c1c4d39f-d644-4cf2-a264-5f7cbaf89023" providerId="ADAL" clId="{4F35B804-FA56-5F7D-A66A-48C3F121DAE4}" dt="2026-05-19T10:16:47.598" v="4338"/>
          <ac:spMkLst>
            <pc:docMk/>
            <pc:sldMk cId="3187525441" sldId="11497"/>
            <ac:spMk id="30" creationId="{E1D8E4CB-7974-0B83-3799-F976A2E1F0DD}"/>
          </ac:spMkLst>
        </pc:spChg>
        <pc:spChg chg="add mod">
          <ac:chgData name="Martin Boerman" userId="c1c4d39f-d644-4cf2-a264-5f7cbaf89023" providerId="ADAL" clId="{4F35B804-FA56-5F7D-A66A-48C3F121DAE4}" dt="2026-05-19T10:16:47.598" v="4338"/>
          <ac:spMkLst>
            <pc:docMk/>
            <pc:sldMk cId="3187525441" sldId="11497"/>
            <ac:spMk id="34" creationId="{F3427081-8D65-D9AB-BF36-A159479CE3E0}"/>
          </ac:spMkLst>
        </pc:spChg>
        <pc:spChg chg="add mod">
          <ac:chgData name="Martin Boerman" userId="c1c4d39f-d644-4cf2-a264-5f7cbaf89023" providerId="ADAL" clId="{4F35B804-FA56-5F7D-A66A-48C3F121DAE4}" dt="2026-05-19T10:16:47.598" v="4338"/>
          <ac:spMkLst>
            <pc:docMk/>
            <pc:sldMk cId="3187525441" sldId="11497"/>
            <ac:spMk id="35" creationId="{61287C7D-A30E-5BAA-DA89-1B9D0BBE0EE5}"/>
          </ac:spMkLst>
        </pc:spChg>
        <pc:spChg chg="add mod">
          <ac:chgData name="Martin Boerman" userId="c1c4d39f-d644-4cf2-a264-5f7cbaf89023" providerId="ADAL" clId="{4F35B804-FA56-5F7D-A66A-48C3F121DAE4}" dt="2026-05-19T10:16:50.566" v="4339"/>
          <ac:spMkLst>
            <pc:docMk/>
            <pc:sldMk cId="3187525441" sldId="11497"/>
            <ac:spMk id="43" creationId="{990B48D1-FDE8-993A-7FF6-57E59BF6C628}"/>
          </ac:spMkLst>
        </pc:spChg>
        <pc:spChg chg="add mod">
          <ac:chgData name="Martin Boerman" userId="c1c4d39f-d644-4cf2-a264-5f7cbaf89023" providerId="ADAL" clId="{4F35B804-FA56-5F7D-A66A-48C3F121DAE4}" dt="2026-05-19T10:16:50.566" v="4339"/>
          <ac:spMkLst>
            <pc:docMk/>
            <pc:sldMk cId="3187525441" sldId="11497"/>
            <ac:spMk id="44" creationId="{C5F78E60-3B47-8C20-A691-5F801D110770}"/>
          </ac:spMkLst>
        </pc:spChg>
        <pc:spChg chg="add mod">
          <ac:chgData name="Martin Boerman" userId="c1c4d39f-d644-4cf2-a264-5f7cbaf89023" providerId="ADAL" clId="{4F35B804-FA56-5F7D-A66A-48C3F121DAE4}" dt="2026-05-19T10:16:50.566" v="4339"/>
          <ac:spMkLst>
            <pc:docMk/>
            <pc:sldMk cId="3187525441" sldId="11497"/>
            <ac:spMk id="45" creationId="{F8C7F3BB-ED5D-923B-F8BB-ECB94D0A3AAA}"/>
          </ac:spMkLst>
        </pc:spChg>
        <pc:spChg chg="mod">
          <ac:chgData name="Martin Boerman" userId="c1c4d39f-d644-4cf2-a264-5f7cbaf89023" providerId="ADAL" clId="{4F35B804-FA56-5F7D-A66A-48C3F121DAE4}" dt="2026-05-19T10:16:54.650" v="4341" actId="207"/>
          <ac:spMkLst>
            <pc:docMk/>
            <pc:sldMk cId="3187525441" sldId="11497"/>
            <ac:spMk id="47" creationId="{1EFBC7B9-A7E2-37D7-97A7-C2C4CCFF2E35}"/>
          </ac:spMkLst>
        </pc:spChg>
        <pc:spChg chg="add mod">
          <ac:chgData name="Martin Boerman" userId="c1c4d39f-d644-4cf2-a264-5f7cbaf89023" providerId="ADAL" clId="{4F35B804-FA56-5F7D-A66A-48C3F121DAE4}" dt="2026-05-19T10:16:50.566" v="4339"/>
          <ac:spMkLst>
            <pc:docMk/>
            <pc:sldMk cId="3187525441" sldId="11497"/>
            <ac:spMk id="48" creationId="{B6C4235B-404E-EA03-9B74-96DB47186EE6}"/>
          </ac:spMkLst>
        </pc:spChg>
        <pc:spChg chg="add mod">
          <ac:chgData name="Martin Boerman" userId="c1c4d39f-d644-4cf2-a264-5f7cbaf89023" providerId="ADAL" clId="{4F35B804-FA56-5F7D-A66A-48C3F121DAE4}" dt="2026-05-19T10:16:50.566" v="4339"/>
          <ac:spMkLst>
            <pc:docMk/>
            <pc:sldMk cId="3187525441" sldId="11497"/>
            <ac:spMk id="54" creationId="{9BB7FB91-1372-027A-4141-FC9A86D56B81}"/>
          </ac:spMkLst>
        </pc:spChg>
        <pc:spChg chg="add mod">
          <ac:chgData name="Martin Boerman" userId="c1c4d39f-d644-4cf2-a264-5f7cbaf89023" providerId="ADAL" clId="{4F35B804-FA56-5F7D-A66A-48C3F121DAE4}" dt="2026-05-19T10:16:50.566" v="4339"/>
          <ac:spMkLst>
            <pc:docMk/>
            <pc:sldMk cId="3187525441" sldId="11497"/>
            <ac:spMk id="56" creationId="{A918939A-9E03-BD07-F266-74594A4EC047}"/>
          </ac:spMkLst>
        </pc:spChg>
        <pc:spChg chg="add mod">
          <ac:chgData name="Martin Boerman" userId="c1c4d39f-d644-4cf2-a264-5f7cbaf89023" providerId="ADAL" clId="{4F35B804-FA56-5F7D-A66A-48C3F121DAE4}" dt="2026-05-19T10:16:50.566" v="4339"/>
          <ac:spMkLst>
            <pc:docMk/>
            <pc:sldMk cId="3187525441" sldId="11497"/>
            <ac:spMk id="60" creationId="{F5882323-9AA5-F6A3-D378-0A3EFF188AC0}"/>
          </ac:spMkLst>
        </pc:spChg>
        <pc:spChg chg="add mod">
          <ac:chgData name="Martin Boerman" userId="c1c4d39f-d644-4cf2-a264-5f7cbaf89023" providerId="ADAL" clId="{4F35B804-FA56-5F7D-A66A-48C3F121DAE4}" dt="2026-05-19T10:16:50.566" v="4339"/>
          <ac:spMkLst>
            <pc:docMk/>
            <pc:sldMk cId="3187525441" sldId="11497"/>
            <ac:spMk id="61" creationId="{F028B447-C538-AFF4-9842-F1711F2BBEA9}"/>
          </ac:spMkLst>
        </pc:spChg>
        <pc:spChg chg="add mod">
          <ac:chgData name="Martin Boerman" userId="c1c4d39f-d644-4cf2-a264-5f7cbaf89023" providerId="ADAL" clId="{4F35B804-FA56-5F7D-A66A-48C3F121DAE4}" dt="2026-05-19T10:16:50.566" v="4339"/>
          <ac:spMkLst>
            <pc:docMk/>
            <pc:sldMk cId="3187525441" sldId="11497"/>
            <ac:spMk id="64" creationId="{DF15CA36-723E-225F-4165-0531564B5DEF}"/>
          </ac:spMkLst>
        </pc:spChg>
        <pc:spChg chg="add mod">
          <ac:chgData name="Martin Boerman" userId="c1c4d39f-d644-4cf2-a264-5f7cbaf89023" providerId="ADAL" clId="{4F35B804-FA56-5F7D-A66A-48C3F121DAE4}" dt="2026-05-19T10:16:50.566" v="4339"/>
          <ac:spMkLst>
            <pc:docMk/>
            <pc:sldMk cId="3187525441" sldId="11497"/>
            <ac:spMk id="67" creationId="{A84DBBBA-C691-9388-22E6-FF1EDB78E635}"/>
          </ac:spMkLst>
        </pc:spChg>
        <pc:graphicFrameChg chg="modGraphic">
          <ac:chgData name="Martin Boerman" userId="c1c4d39f-d644-4cf2-a264-5f7cbaf89023" providerId="ADAL" clId="{4F35B804-FA56-5F7D-A66A-48C3F121DAE4}" dt="2026-05-19T10:16:57.960" v="4342" actId="207"/>
          <ac:graphicFrameMkLst>
            <pc:docMk/>
            <pc:sldMk cId="3187525441" sldId="11497"/>
            <ac:graphicFrameMk id="41" creationId="{E42522EA-8992-375C-AE33-CDCDBEEAF108}"/>
          </ac:graphicFrameMkLst>
        </pc:graphicFrameChg>
        <pc:graphicFrameChg chg="modGraphic">
          <ac:chgData name="Martin Boerman" userId="c1c4d39f-d644-4cf2-a264-5f7cbaf89023" providerId="ADAL" clId="{4F35B804-FA56-5F7D-A66A-48C3F121DAE4}" dt="2026-05-19T10:17:01.338" v="4343" actId="207"/>
          <ac:graphicFrameMkLst>
            <pc:docMk/>
            <pc:sldMk cId="3187525441" sldId="11497"/>
            <ac:graphicFrameMk id="51" creationId="{8ACB5509-D420-8E37-C7B8-26312A33B5E4}"/>
          </ac:graphicFrameMkLst>
        </pc:graphicFrameChg>
        <pc:picChg chg="add mod">
          <ac:chgData name="Martin Boerman" userId="c1c4d39f-d644-4cf2-a264-5f7cbaf89023" providerId="ADAL" clId="{4F35B804-FA56-5F7D-A66A-48C3F121DAE4}" dt="2026-05-19T10:18:21.549" v="4352"/>
          <ac:picMkLst>
            <pc:docMk/>
            <pc:sldMk cId="3187525441" sldId="11497"/>
            <ac:picMk id="75" creationId="{B6348E57-DFBB-B006-EFF2-F9174403E0E8}"/>
          </ac:picMkLst>
        </pc:picChg>
      </pc:sldChg>
      <pc:sldMasterChg chg="addSp delSp modSp mod modSldLayout">
        <pc:chgData name="Martin Boerman" userId="c1c4d39f-d644-4cf2-a264-5f7cbaf89023" providerId="ADAL" clId="{4F35B804-FA56-5F7D-A66A-48C3F121DAE4}" dt="2026-05-18T15:04:41.754" v="3750" actId="207"/>
        <pc:sldMasterMkLst>
          <pc:docMk/>
          <pc:sldMasterMk cId="3181681741" sldId="2147484078"/>
        </pc:sldMasterMkLst>
        <pc:spChg chg="mod">
          <ac:chgData name="Martin Boerman" userId="c1c4d39f-d644-4cf2-a264-5f7cbaf89023" providerId="ADAL" clId="{4F35B804-FA56-5F7D-A66A-48C3F121DAE4}" dt="2026-05-13T16:31:27.546" v="220" actId="2711"/>
          <ac:spMkLst>
            <pc:docMk/>
            <pc:sldMasterMk cId="3181681741" sldId="2147484078"/>
            <ac:spMk id="2" creationId="{46B1E0A4-1DAC-17EF-4CAA-8843388CE9A3}"/>
          </ac:spMkLst>
        </pc:spChg>
        <pc:spChg chg="mod">
          <ac:chgData name="Martin Boerman" userId="c1c4d39f-d644-4cf2-a264-5f7cbaf89023" providerId="ADAL" clId="{4F35B804-FA56-5F7D-A66A-48C3F121DAE4}" dt="2026-05-13T16:31:27.546" v="220" actId="2711"/>
          <ac:spMkLst>
            <pc:docMk/>
            <pc:sldMasterMk cId="3181681741" sldId="2147484078"/>
            <ac:spMk id="3" creationId="{C435FC6F-0D4F-AF87-09DF-DD2BC9444E10}"/>
          </ac:spMkLst>
        </pc:spChg>
        <pc:spChg chg="mod">
          <ac:chgData name="Martin Boerman" userId="c1c4d39f-d644-4cf2-a264-5f7cbaf89023" providerId="ADAL" clId="{4F35B804-FA56-5F7D-A66A-48C3F121DAE4}" dt="2026-05-13T16:31:27.546" v="220" actId="2711"/>
          <ac:spMkLst>
            <pc:docMk/>
            <pc:sldMasterMk cId="3181681741" sldId="2147484078"/>
            <ac:spMk id="4" creationId="{3B4DFA5E-8AE2-7EBB-9A47-9EC4F67C60A0}"/>
          </ac:spMkLst>
        </pc:spChg>
        <pc:spChg chg="mod">
          <ac:chgData name="Martin Boerman" userId="c1c4d39f-d644-4cf2-a264-5f7cbaf89023" providerId="ADAL" clId="{4F35B804-FA56-5F7D-A66A-48C3F121DAE4}" dt="2026-05-13T16:31:27.546" v="220" actId="2711"/>
          <ac:spMkLst>
            <pc:docMk/>
            <pc:sldMasterMk cId="3181681741" sldId="2147484078"/>
            <ac:spMk id="5" creationId="{55FC72A7-3115-CF97-7EB1-0D5EDD6EA996}"/>
          </ac:spMkLst>
        </pc:spChg>
        <pc:spChg chg="add mod">
          <ac:chgData name="Martin Boerman" userId="c1c4d39f-d644-4cf2-a264-5f7cbaf89023" providerId="ADAL" clId="{4F35B804-FA56-5F7D-A66A-48C3F121DAE4}" dt="2026-05-13T16:48:31.705" v="691"/>
          <ac:spMkLst>
            <pc:docMk/>
            <pc:sldMasterMk cId="3181681741" sldId="2147484078"/>
            <ac:spMk id="7" creationId="{AA5FF976-BCD0-D477-DD5A-DFE5EA933BAB}"/>
          </ac:spMkLst>
        </pc:spChg>
        <pc:sldLayoutChg chg="addSp delSp modSp mod">
          <pc:chgData name="Martin Boerman" userId="c1c4d39f-d644-4cf2-a264-5f7cbaf89023" providerId="ADAL" clId="{4F35B804-FA56-5F7D-A66A-48C3F121DAE4}" dt="2026-05-13T16:48:29.238" v="689"/>
          <pc:sldLayoutMkLst>
            <pc:docMk/>
            <pc:sldMasterMk cId="3181681741" sldId="2147484078"/>
            <pc:sldLayoutMk cId="3363668390" sldId="2147484079"/>
          </pc:sldLayoutMkLst>
          <pc:spChg chg="add mod">
            <ac:chgData name="Martin Boerman" userId="c1c4d39f-d644-4cf2-a264-5f7cbaf89023" providerId="ADAL" clId="{4F35B804-FA56-5F7D-A66A-48C3F121DAE4}" dt="2026-05-13T16:48:29.238" v="689"/>
            <ac:spMkLst>
              <pc:docMk/>
              <pc:sldMasterMk cId="3181681741" sldId="2147484078"/>
              <pc:sldLayoutMk cId="3363668390" sldId="2147484079"/>
              <ac:spMk id="7" creationId="{CE3B8C7A-7826-B261-59C3-2F8FB60AC78D}"/>
            </ac:spMkLst>
          </pc:spChg>
        </pc:sldLayoutChg>
        <pc:sldLayoutChg chg="addSp delSp modSp mod">
          <pc:chgData name="Martin Boerman" userId="c1c4d39f-d644-4cf2-a264-5f7cbaf89023" providerId="ADAL" clId="{4F35B804-FA56-5F7D-A66A-48C3F121DAE4}" dt="2026-05-13T16:48:26.871" v="687"/>
          <pc:sldLayoutMkLst>
            <pc:docMk/>
            <pc:sldMasterMk cId="3181681741" sldId="2147484078"/>
            <pc:sldLayoutMk cId="3867936016" sldId="2147484080"/>
          </pc:sldLayoutMkLst>
          <pc:spChg chg="add mod">
            <ac:chgData name="Martin Boerman" userId="c1c4d39f-d644-4cf2-a264-5f7cbaf89023" providerId="ADAL" clId="{4F35B804-FA56-5F7D-A66A-48C3F121DAE4}" dt="2026-05-13T16:48:26.871" v="687"/>
            <ac:spMkLst>
              <pc:docMk/>
              <pc:sldMasterMk cId="3181681741" sldId="2147484078"/>
              <pc:sldLayoutMk cId="3867936016" sldId="2147484080"/>
              <ac:spMk id="7" creationId="{1B8B338A-4662-E820-C00A-231B13CD8A83}"/>
            </ac:spMkLst>
          </pc:spChg>
        </pc:sldLayoutChg>
        <pc:sldLayoutChg chg="addSp delSp modSp mod">
          <pc:chgData name="Martin Boerman" userId="c1c4d39f-d644-4cf2-a264-5f7cbaf89023" providerId="ADAL" clId="{4F35B804-FA56-5F7D-A66A-48C3F121DAE4}" dt="2026-05-13T16:48:24.465" v="685"/>
          <pc:sldLayoutMkLst>
            <pc:docMk/>
            <pc:sldMasterMk cId="3181681741" sldId="2147484078"/>
            <pc:sldLayoutMk cId="1822528432" sldId="2147484081"/>
          </pc:sldLayoutMkLst>
          <pc:spChg chg="mod">
            <ac:chgData name="Martin Boerman" userId="c1c4d39f-d644-4cf2-a264-5f7cbaf89023" providerId="ADAL" clId="{4F35B804-FA56-5F7D-A66A-48C3F121DAE4}" dt="2026-05-13T16:25:57.924" v="153" actId="14100"/>
            <ac:spMkLst>
              <pc:docMk/>
              <pc:sldMasterMk cId="3181681741" sldId="2147484078"/>
              <pc:sldLayoutMk cId="1822528432" sldId="2147484081"/>
              <ac:spMk id="2" creationId="{CA37C09B-2777-0472-9F59-A2090F066C5D}"/>
            </ac:spMkLst>
          </pc:spChg>
          <pc:spChg chg="mod">
            <ac:chgData name="Martin Boerman" userId="c1c4d39f-d644-4cf2-a264-5f7cbaf89023" providerId="ADAL" clId="{4F35B804-FA56-5F7D-A66A-48C3F121DAE4}" dt="2026-05-13T16:25:57.924" v="153" actId="14100"/>
            <ac:spMkLst>
              <pc:docMk/>
              <pc:sldMasterMk cId="3181681741" sldId="2147484078"/>
              <pc:sldLayoutMk cId="1822528432" sldId="2147484081"/>
              <ac:spMk id="3" creationId="{973AE233-7DBD-651C-4482-4908A64D1D87}"/>
            </ac:spMkLst>
          </pc:spChg>
          <pc:spChg chg="add mod">
            <ac:chgData name="Martin Boerman" userId="c1c4d39f-d644-4cf2-a264-5f7cbaf89023" providerId="ADAL" clId="{4F35B804-FA56-5F7D-A66A-48C3F121DAE4}" dt="2026-05-13T16:48:24.465" v="685"/>
            <ac:spMkLst>
              <pc:docMk/>
              <pc:sldMasterMk cId="3181681741" sldId="2147484078"/>
              <pc:sldLayoutMk cId="1822528432" sldId="2147484081"/>
              <ac:spMk id="7" creationId="{78F90BB8-F5C7-2B99-7F8B-989C2E75E713}"/>
            </ac:spMkLst>
          </pc:spChg>
        </pc:sldLayoutChg>
        <pc:sldLayoutChg chg="addSp delSp modSp mod">
          <pc:chgData name="Martin Boerman" userId="c1c4d39f-d644-4cf2-a264-5f7cbaf89023" providerId="ADAL" clId="{4F35B804-FA56-5F7D-A66A-48C3F121DAE4}" dt="2026-05-13T16:48:21.900" v="683"/>
          <pc:sldLayoutMkLst>
            <pc:docMk/>
            <pc:sldMasterMk cId="3181681741" sldId="2147484078"/>
            <pc:sldLayoutMk cId="568328932" sldId="2147484082"/>
          </pc:sldLayoutMkLst>
          <pc:spChg chg="mod">
            <ac:chgData name="Martin Boerman" userId="c1c4d39f-d644-4cf2-a264-5f7cbaf89023" providerId="ADAL" clId="{4F35B804-FA56-5F7D-A66A-48C3F121DAE4}" dt="2026-05-13T16:25:23.862" v="148" actId="14100"/>
            <ac:spMkLst>
              <pc:docMk/>
              <pc:sldMasterMk cId="3181681741" sldId="2147484078"/>
              <pc:sldLayoutMk cId="568328932" sldId="2147484082"/>
              <ac:spMk id="3" creationId="{F2B6A7A9-E8A5-E4A1-5C52-267E457F4ED6}"/>
            </ac:spMkLst>
          </pc:spChg>
          <pc:spChg chg="mod">
            <ac:chgData name="Martin Boerman" userId="c1c4d39f-d644-4cf2-a264-5f7cbaf89023" providerId="ADAL" clId="{4F35B804-FA56-5F7D-A66A-48C3F121DAE4}" dt="2026-05-13T16:25:29.910" v="150" actId="1076"/>
            <ac:spMkLst>
              <pc:docMk/>
              <pc:sldMasterMk cId="3181681741" sldId="2147484078"/>
              <pc:sldLayoutMk cId="568328932" sldId="2147484082"/>
              <ac:spMk id="4" creationId="{FA0FA91C-A580-14C0-0C55-BBE9BF4EEA1C}"/>
            </ac:spMkLst>
          </pc:spChg>
          <pc:spChg chg="add mod">
            <ac:chgData name="Martin Boerman" userId="c1c4d39f-d644-4cf2-a264-5f7cbaf89023" providerId="ADAL" clId="{4F35B804-FA56-5F7D-A66A-48C3F121DAE4}" dt="2026-05-13T16:48:21.900" v="683"/>
            <ac:spMkLst>
              <pc:docMk/>
              <pc:sldMasterMk cId="3181681741" sldId="2147484078"/>
              <pc:sldLayoutMk cId="568328932" sldId="2147484082"/>
              <ac:spMk id="8" creationId="{62AC5246-F9BD-C3D5-C164-BB0769FC8A05}"/>
            </ac:spMkLst>
          </pc:spChg>
        </pc:sldLayoutChg>
        <pc:sldLayoutChg chg="addSp delSp modSp mod">
          <pc:chgData name="Martin Boerman" userId="c1c4d39f-d644-4cf2-a264-5f7cbaf89023" providerId="ADAL" clId="{4F35B804-FA56-5F7D-A66A-48C3F121DAE4}" dt="2026-05-13T16:48:18.311" v="681"/>
          <pc:sldLayoutMkLst>
            <pc:docMk/>
            <pc:sldMasterMk cId="3181681741" sldId="2147484078"/>
            <pc:sldLayoutMk cId="1523914221" sldId="2147484083"/>
          </pc:sldLayoutMkLst>
          <pc:spChg chg="mod">
            <ac:chgData name="Martin Boerman" userId="c1c4d39f-d644-4cf2-a264-5f7cbaf89023" providerId="ADAL" clId="{4F35B804-FA56-5F7D-A66A-48C3F121DAE4}" dt="2026-05-13T16:24:10.525" v="135" actId="14100"/>
            <ac:spMkLst>
              <pc:docMk/>
              <pc:sldMasterMk cId="3181681741" sldId="2147484078"/>
              <pc:sldLayoutMk cId="1523914221" sldId="2147484083"/>
              <ac:spMk id="2" creationId="{0664D081-7488-E276-8787-4E395CB31554}"/>
            </ac:spMkLst>
          </pc:spChg>
          <pc:spChg chg="mod">
            <ac:chgData name="Martin Boerman" userId="c1c4d39f-d644-4cf2-a264-5f7cbaf89023" providerId="ADAL" clId="{4F35B804-FA56-5F7D-A66A-48C3F121DAE4}" dt="2026-05-13T16:25:40.959" v="152" actId="14100"/>
            <ac:spMkLst>
              <pc:docMk/>
              <pc:sldMasterMk cId="3181681741" sldId="2147484078"/>
              <pc:sldLayoutMk cId="1523914221" sldId="2147484083"/>
              <ac:spMk id="3" creationId="{AF0C8699-11C7-547E-2B8B-832D36B67097}"/>
            </ac:spMkLst>
          </pc:spChg>
          <pc:spChg chg="mod">
            <ac:chgData name="Martin Boerman" userId="c1c4d39f-d644-4cf2-a264-5f7cbaf89023" providerId="ADAL" clId="{4F35B804-FA56-5F7D-A66A-48C3F121DAE4}" dt="2026-05-13T16:25:03.654" v="145" actId="14100"/>
            <ac:spMkLst>
              <pc:docMk/>
              <pc:sldMasterMk cId="3181681741" sldId="2147484078"/>
              <pc:sldLayoutMk cId="1523914221" sldId="2147484083"/>
              <ac:spMk id="4" creationId="{E4DC1E40-1862-5ED5-61E6-E6F81C9DA2DC}"/>
            </ac:spMkLst>
          </pc:spChg>
          <pc:spChg chg="mod">
            <ac:chgData name="Martin Boerman" userId="c1c4d39f-d644-4cf2-a264-5f7cbaf89023" providerId="ADAL" clId="{4F35B804-FA56-5F7D-A66A-48C3F121DAE4}" dt="2026-05-13T16:25:37.528" v="151" actId="14100"/>
            <ac:spMkLst>
              <pc:docMk/>
              <pc:sldMasterMk cId="3181681741" sldId="2147484078"/>
              <pc:sldLayoutMk cId="1523914221" sldId="2147484083"/>
              <ac:spMk id="5" creationId="{1E345B34-2574-C9AC-7CBE-E9AB152A6872}"/>
            </ac:spMkLst>
          </pc:spChg>
          <pc:spChg chg="mod">
            <ac:chgData name="Martin Boerman" userId="c1c4d39f-d644-4cf2-a264-5f7cbaf89023" providerId="ADAL" clId="{4F35B804-FA56-5F7D-A66A-48C3F121DAE4}" dt="2026-05-13T16:25:14.059" v="147" actId="1076"/>
            <ac:spMkLst>
              <pc:docMk/>
              <pc:sldMasterMk cId="3181681741" sldId="2147484078"/>
              <pc:sldLayoutMk cId="1523914221" sldId="2147484083"/>
              <ac:spMk id="6" creationId="{3AA01F3D-B80D-D478-9281-525FE87A0AC8}"/>
            </ac:spMkLst>
          </pc:spChg>
          <pc:spChg chg="add mod">
            <ac:chgData name="Martin Boerman" userId="c1c4d39f-d644-4cf2-a264-5f7cbaf89023" providerId="ADAL" clId="{4F35B804-FA56-5F7D-A66A-48C3F121DAE4}" dt="2026-05-13T16:48:18.311" v="681"/>
            <ac:spMkLst>
              <pc:docMk/>
              <pc:sldMasterMk cId="3181681741" sldId="2147484078"/>
              <pc:sldLayoutMk cId="1523914221" sldId="2147484083"/>
              <ac:spMk id="10" creationId="{7025F6B9-7E29-7E51-CF5A-4325BAFECEA3}"/>
            </ac:spMkLst>
          </pc:spChg>
        </pc:sldLayoutChg>
        <pc:sldLayoutChg chg="addSp delSp modSp mod">
          <pc:chgData name="Martin Boerman" userId="c1c4d39f-d644-4cf2-a264-5f7cbaf89023" providerId="ADAL" clId="{4F35B804-FA56-5F7D-A66A-48C3F121DAE4}" dt="2026-05-13T16:48:15.903" v="679"/>
          <pc:sldLayoutMkLst>
            <pc:docMk/>
            <pc:sldMasterMk cId="3181681741" sldId="2147484078"/>
            <pc:sldLayoutMk cId="3758802551" sldId="2147484084"/>
          </pc:sldLayoutMkLst>
          <pc:spChg chg="add mod">
            <ac:chgData name="Martin Boerman" userId="c1c4d39f-d644-4cf2-a264-5f7cbaf89023" providerId="ADAL" clId="{4F35B804-FA56-5F7D-A66A-48C3F121DAE4}" dt="2026-05-13T16:48:15.903" v="679"/>
            <ac:spMkLst>
              <pc:docMk/>
              <pc:sldMasterMk cId="3181681741" sldId="2147484078"/>
              <pc:sldLayoutMk cId="3758802551" sldId="2147484084"/>
              <ac:spMk id="6" creationId="{03D8518E-2D97-DD34-F4BA-3FBF3DD320D4}"/>
            </ac:spMkLst>
          </pc:spChg>
        </pc:sldLayoutChg>
        <pc:sldLayoutChg chg="addSp delSp modSp mod">
          <pc:chgData name="Martin Boerman" userId="c1c4d39f-d644-4cf2-a264-5f7cbaf89023" providerId="ADAL" clId="{4F35B804-FA56-5F7D-A66A-48C3F121DAE4}" dt="2026-05-13T16:48:12.857" v="677"/>
          <pc:sldLayoutMkLst>
            <pc:docMk/>
            <pc:sldMasterMk cId="3181681741" sldId="2147484078"/>
            <pc:sldLayoutMk cId="1567257181" sldId="2147484085"/>
          </pc:sldLayoutMkLst>
          <pc:spChg chg="add mod">
            <ac:chgData name="Martin Boerman" userId="c1c4d39f-d644-4cf2-a264-5f7cbaf89023" providerId="ADAL" clId="{4F35B804-FA56-5F7D-A66A-48C3F121DAE4}" dt="2026-05-13T16:48:12.857" v="677"/>
            <ac:spMkLst>
              <pc:docMk/>
              <pc:sldMasterMk cId="3181681741" sldId="2147484078"/>
              <pc:sldLayoutMk cId="1567257181" sldId="2147484085"/>
              <ac:spMk id="5" creationId="{7F3A5DFF-6655-9EFD-C45C-7B20F2B94A34}"/>
            </ac:spMkLst>
          </pc:spChg>
        </pc:sldLayoutChg>
        <pc:sldLayoutChg chg="addSp delSp modSp mod">
          <pc:chgData name="Martin Boerman" userId="c1c4d39f-d644-4cf2-a264-5f7cbaf89023" providerId="ADAL" clId="{4F35B804-FA56-5F7D-A66A-48C3F121DAE4}" dt="2026-05-13T16:48:10.378" v="675"/>
          <pc:sldLayoutMkLst>
            <pc:docMk/>
            <pc:sldMasterMk cId="3181681741" sldId="2147484078"/>
            <pc:sldLayoutMk cId="1530616776" sldId="2147484086"/>
          </pc:sldLayoutMkLst>
          <pc:spChg chg="mod">
            <ac:chgData name="Martin Boerman" userId="c1c4d39f-d644-4cf2-a264-5f7cbaf89023" providerId="ADAL" clId="{4F35B804-FA56-5F7D-A66A-48C3F121DAE4}" dt="2026-05-13T16:26:54.576" v="163" actId="14100"/>
            <ac:spMkLst>
              <pc:docMk/>
              <pc:sldMasterMk cId="3181681741" sldId="2147484078"/>
              <pc:sldLayoutMk cId="1530616776" sldId="2147484086"/>
              <ac:spMk id="2" creationId="{7DF10CD0-8486-DED3-88D1-427F96C444A6}"/>
            </ac:spMkLst>
          </pc:spChg>
          <pc:spChg chg="mod">
            <ac:chgData name="Martin Boerman" userId="c1c4d39f-d644-4cf2-a264-5f7cbaf89023" providerId="ADAL" clId="{4F35B804-FA56-5F7D-A66A-48C3F121DAE4}" dt="2026-05-13T16:27:01.171" v="166" actId="14100"/>
            <ac:spMkLst>
              <pc:docMk/>
              <pc:sldMasterMk cId="3181681741" sldId="2147484078"/>
              <pc:sldLayoutMk cId="1530616776" sldId="2147484086"/>
              <ac:spMk id="3" creationId="{71977572-A73D-0DE3-957D-2026B260D559}"/>
            </ac:spMkLst>
          </pc:spChg>
          <pc:spChg chg="mod">
            <ac:chgData name="Martin Boerman" userId="c1c4d39f-d644-4cf2-a264-5f7cbaf89023" providerId="ADAL" clId="{4F35B804-FA56-5F7D-A66A-48C3F121DAE4}" dt="2026-05-13T16:26:54.576" v="163" actId="14100"/>
            <ac:spMkLst>
              <pc:docMk/>
              <pc:sldMasterMk cId="3181681741" sldId="2147484078"/>
              <pc:sldLayoutMk cId="1530616776" sldId="2147484086"/>
              <ac:spMk id="4" creationId="{42EB25CC-9169-FC63-95C3-57275B75C1F7}"/>
            </ac:spMkLst>
          </pc:spChg>
          <pc:spChg chg="add mod">
            <ac:chgData name="Martin Boerman" userId="c1c4d39f-d644-4cf2-a264-5f7cbaf89023" providerId="ADAL" clId="{4F35B804-FA56-5F7D-A66A-48C3F121DAE4}" dt="2026-05-13T16:48:10.378" v="675"/>
            <ac:spMkLst>
              <pc:docMk/>
              <pc:sldMasterMk cId="3181681741" sldId="2147484078"/>
              <pc:sldLayoutMk cId="1530616776" sldId="2147484086"/>
              <ac:spMk id="8" creationId="{47F2C02E-4146-82F9-00BA-7525E3B1BF24}"/>
            </ac:spMkLst>
          </pc:spChg>
        </pc:sldLayoutChg>
        <pc:sldLayoutChg chg="addSp delSp modSp mod">
          <pc:chgData name="Martin Boerman" userId="c1c4d39f-d644-4cf2-a264-5f7cbaf89023" providerId="ADAL" clId="{4F35B804-FA56-5F7D-A66A-48C3F121DAE4}" dt="2026-05-13T16:48:08.211" v="673" actId="1035"/>
          <pc:sldLayoutMkLst>
            <pc:docMk/>
            <pc:sldMasterMk cId="3181681741" sldId="2147484078"/>
            <pc:sldLayoutMk cId="618752798" sldId="2147484087"/>
          </pc:sldLayoutMkLst>
          <pc:spChg chg="mod">
            <ac:chgData name="Martin Boerman" userId="c1c4d39f-d644-4cf2-a264-5f7cbaf89023" providerId="ADAL" clId="{4F35B804-FA56-5F7D-A66A-48C3F121DAE4}" dt="2026-05-13T16:27:12.761" v="167" actId="14100"/>
            <ac:spMkLst>
              <pc:docMk/>
              <pc:sldMasterMk cId="3181681741" sldId="2147484078"/>
              <pc:sldLayoutMk cId="618752798" sldId="2147484087"/>
              <ac:spMk id="2" creationId="{F6CD855E-FC4B-4E3A-133B-D48B4B58F3A9}"/>
            </ac:spMkLst>
          </pc:spChg>
          <pc:spChg chg="mod">
            <ac:chgData name="Martin Boerman" userId="c1c4d39f-d644-4cf2-a264-5f7cbaf89023" providerId="ADAL" clId="{4F35B804-FA56-5F7D-A66A-48C3F121DAE4}" dt="2026-05-13T16:27:15.844" v="168" actId="14100"/>
            <ac:spMkLst>
              <pc:docMk/>
              <pc:sldMasterMk cId="3181681741" sldId="2147484078"/>
              <pc:sldLayoutMk cId="618752798" sldId="2147484087"/>
              <ac:spMk id="3" creationId="{E8AB45CA-5366-657B-9752-4357385E3560}"/>
            </ac:spMkLst>
          </pc:spChg>
          <pc:spChg chg="mod">
            <ac:chgData name="Martin Boerman" userId="c1c4d39f-d644-4cf2-a264-5f7cbaf89023" providerId="ADAL" clId="{4F35B804-FA56-5F7D-A66A-48C3F121DAE4}" dt="2026-05-13T16:27:12.761" v="167" actId="14100"/>
            <ac:spMkLst>
              <pc:docMk/>
              <pc:sldMasterMk cId="3181681741" sldId="2147484078"/>
              <pc:sldLayoutMk cId="618752798" sldId="2147484087"/>
              <ac:spMk id="4" creationId="{697E1FEE-667B-4575-015E-4E7C60DF8E64}"/>
            </ac:spMkLst>
          </pc:spChg>
          <pc:spChg chg="add mod">
            <ac:chgData name="Martin Boerman" userId="c1c4d39f-d644-4cf2-a264-5f7cbaf89023" providerId="ADAL" clId="{4F35B804-FA56-5F7D-A66A-48C3F121DAE4}" dt="2026-05-13T16:48:08.211" v="673" actId="1035"/>
            <ac:spMkLst>
              <pc:docMk/>
              <pc:sldMasterMk cId="3181681741" sldId="2147484078"/>
              <pc:sldLayoutMk cId="618752798" sldId="2147484087"/>
              <ac:spMk id="8" creationId="{9EDD4DF6-3281-744B-203A-D495DF4A4A89}"/>
            </ac:spMkLst>
          </pc:spChg>
        </pc:sldLayoutChg>
        <pc:sldLayoutChg chg="addSp delSp modSp mod">
          <pc:chgData name="Martin Boerman" userId="c1c4d39f-d644-4cf2-a264-5f7cbaf89023" providerId="ADAL" clId="{4F35B804-FA56-5F7D-A66A-48C3F121DAE4}" dt="2026-05-13T16:48:04.172" v="669"/>
          <pc:sldLayoutMkLst>
            <pc:docMk/>
            <pc:sldMasterMk cId="3181681741" sldId="2147484078"/>
            <pc:sldLayoutMk cId="3431082719" sldId="2147484088"/>
          </pc:sldLayoutMkLst>
          <pc:spChg chg="add mod">
            <ac:chgData name="Martin Boerman" userId="c1c4d39f-d644-4cf2-a264-5f7cbaf89023" providerId="ADAL" clId="{4F35B804-FA56-5F7D-A66A-48C3F121DAE4}" dt="2026-05-13T16:48:04.172" v="669"/>
            <ac:spMkLst>
              <pc:docMk/>
              <pc:sldMasterMk cId="3181681741" sldId="2147484078"/>
              <pc:sldLayoutMk cId="3431082719" sldId="2147484088"/>
              <ac:spMk id="7" creationId="{266032FE-5951-E1CA-36A8-C1295DEE3327}"/>
            </ac:spMkLst>
          </pc:spChg>
        </pc:sldLayoutChg>
        <pc:sldLayoutChg chg="addSp delSp modSp mod">
          <pc:chgData name="Martin Boerman" userId="c1c4d39f-d644-4cf2-a264-5f7cbaf89023" providerId="ADAL" clId="{4F35B804-FA56-5F7D-A66A-48C3F121DAE4}" dt="2026-05-13T16:47:58.615" v="667"/>
          <pc:sldLayoutMkLst>
            <pc:docMk/>
            <pc:sldMasterMk cId="3181681741" sldId="2147484078"/>
            <pc:sldLayoutMk cId="2088934686" sldId="2147484089"/>
          </pc:sldLayoutMkLst>
          <pc:spChg chg="add mod">
            <ac:chgData name="Martin Boerman" userId="c1c4d39f-d644-4cf2-a264-5f7cbaf89023" providerId="ADAL" clId="{4F35B804-FA56-5F7D-A66A-48C3F121DAE4}" dt="2026-05-13T16:47:58.615" v="667"/>
            <ac:spMkLst>
              <pc:docMk/>
              <pc:sldMasterMk cId="3181681741" sldId="2147484078"/>
              <pc:sldLayoutMk cId="2088934686" sldId="2147484089"/>
              <ac:spMk id="7" creationId="{B0BE340C-3970-2D71-6F7A-E6F56EA6ED95}"/>
            </ac:spMkLst>
          </pc:spChg>
        </pc:sldLayoutChg>
        <pc:sldLayoutChg chg="addSp delSp modSp mod">
          <pc:chgData name="Martin Boerman" userId="c1c4d39f-d644-4cf2-a264-5f7cbaf89023" providerId="ADAL" clId="{4F35B804-FA56-5F7D-A66A-48C3F121DAE4}" dt="2026-05-18T14:58:21.080" v="3621"/>
          <pc:sldLayoutMkLst>
            <pc:docMk/>
            <pc:sldMasterMk cId="3181681741" sldId="2147484078"/>
            <pc:sldLayoutMk cId="863613193" sldId="2147484090"/>
          </pc:sldLayoutMkLst>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2" creationId="{8AEBBE0C-2740-493E-2D03-D2829B97AB14}"/>
            </ac:spMkLst>
          </pc:spChg>
          <pc:spChg chg="add mod">
            <ac:chgData name="Martin Boerman" userId="c1c4d39f-d644-4cf2-a264-5f7cbaf89023" providerId="ADAL" clId="{4F35B804-FA56-5F7D-A66A-48C3F121DAE4}" dt="2026-05-13T16:47:55.057" v="665"/>
            <ac:spMkLst>
              <pc:docMk/>
              <pc:sldMasterMk cId="3181681741" sldId="2147484078"/>
              <pc:sldLayoutMk cId="863613193" sldId="2147484090"/>
              <ac:spMk id="3" creationId="{0BCDEC38-4CDF-2F85-E8C8-41FB0085ECFC}"/>
            </ac:spMkLst>
          </pc:spChg>
          <pc:spChg chg="add del">
            <ac:chgData name="Martin Boerman" userId="c1c4d39f-d644-4cf2-a264-5f7cbaf89023" providerId="ADAL" clId="{4F35B804-FA56-5F7D-A66A-48C3F121DAE4}" dt="2026-05-18T14:58:16.733" v="3620" actId="478"/>
            <ac:spMkLst>
              <pc:docMk/>
              <pc:sldMasterMk cId="3181681741" sldId="2147484078"/>
              <pc:sldLayoutMk cId="863613193" sldId="2147484090"/>
              <ac:spMk id="5" creationId="{530DC186-58C9-D5C9-C897-44E41DF211D9}"/>
            </ac:spMkLst>
          </pc:spChg>
          <pc:spChg chg="add mod">
            <ac:chgData name="Martin Boerman" userId="c1c4d39f-d644-4cf2-a264-5f7cbaf89023" providerId="ADAL" clId="{4F35B804-FA56-5F7D-A66A-48C3F121DAE4}" dt="2026-05-18T14:58:21.080" v="3621"/>
            <ac:spMkLst>
              <pc:docMk/>
              <pc:sldMasterMk cId="3181681741" sldId="2147484078"/>
              <pc:sldLayoutMk cId="863613193" sldId="2147484090"/>
              <ac:spMk id="6" creationId="{BED36E9F-55FE-17FB-D69F-C713841335C9}"/>
            </ac:spMkLst>
          </pc:spChg>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14" creationId="{811FEE32-F393-744E-EBFD-1C14BB1094DB}"/>
            </ac:spMkLst>
          </pc:spChg>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15" creationId="{CC7910BC-58A3-14A8-3CB9-E7BE52B4B489}"/>
            </ac:spMkLst>
          </pc:spChg>
        </pc:sldLayoutChg>
        <pc:sldLayoutChg chg="addSp delSp modSp mod">
          <pc:chgData name="Martin Boerman" userId="c1c4d39f-d644-4cf2-a264-5f7cbaf89023" providerId="ADAL" clId="{4F35B804-FA56-5F7D-A66A-48C3F121DAE4}" dt="2026-05-18T14:57:48.705" v="3611"/>
          <pc:sldLayoutMkLst>
            <pc:docMk/>
            <pc:sldMasterMk cId="3181681741" sldId="2147484078"/>
            <pc:sldLayoutMk cId="977873502" sldId="2147484091"/>
          </pc:sldLayoutMkLst>
          <pc:spChg chg="add mod">
            <ac:chgData name="Martin Boerman" userId="c1c4d39f-d644-4cf2-a264-5f7cbaf89023" providerId="ADAL" clId="{4F35B804-FA56-5F7D-A66A-48C3F121DAE4}" dt="2026-05-18T14:57:48.705" v="3611"/>
            <ac:spMkLst>
              <pc:docMk/>
              <pc:sldMasterMk cId="3181681741" sldId="2147484078"/>
              <pc:sldLayoutMk cId="977873502" sldId="2147484091"/>
              <ac:spMk id="2" creationId="{5E064D04-1B47-2CA6-6819-D5C70FCE757F}"/>
            </ac:spMkLst>
          </pc:spChg>
          <pc:spChg chg="mod">
            <ac:chgData name="Martin Boerman" userId="c1c4d39f-d644-4cf2-a264-5f7cbaf89023" providerId="ADAL" clId="{4F35B804-FA56-5F7D-A66A-48C3F121DAE4}" dt="2026-05-13T16:27:52.800" v="174" actId="207"/>
            <ac:spMkLst>
              <pc:docMk/>
              <pc:sldMasterMk cId="3181681741" sldId="2147484078"/>
              <pc:sldLayoutMk cId="977873502" sldId="2147484091"/>
              <ac:spMk id="4" creationId="{F5581EF9-202E-75BA-5611-B35F6FE181AC}"/>
            </ac:spMkLst>
          </pc:spChg>
          <pc:spChg chg="add mod">
            <ac:chgData name="Martin Boerman" userId="c1c4d39f-d644-4cf2-a264-5f7cbaf89023" providerId="ADAL" clId="{4F35B804-FA56-5F7D-A66A-48C3F121DAE4}" dt="2026-05-13T16:47:52.272" v="663"/>
            <ac:spMkLst>
              <pc:docMk/>
              <pc:sldMasterMk cId="3181681741" sldId="2147484078"/>
              <pc:sldLayoutMk cId="977873502" sldId="2147484091"/>
              <ac:spMk id="6" creationId="{83CCEBC4-9F31-475B-A20A-62508FF94CC0}"/>
            </ac:spMkLst>
          </pc:spChg>
          <pc:spChg chg="add del mod">
            <ac:chgData name="Martin Boerman" userId="c1c4d39f-d644-4cf2-a264-5f7cbaf89023" providerId="ADAL" clId="{4F35B804-FA56-5F7D-A66A-48C3F121DAE4}" dt="2026-05-18T14:57:48.039" v="3610" actId="478"/>
            <ac:spMkLst>
              <pc:docMk/>
              <pc:sldMasterMk cId="3181681741" sldId="2147484078"/>
              <pc:sldLayoutMk cId="977873502" sldId="2147484091"/>
              <ac:spMk id="7" creationId="{7FB73498-437B-5FE6-8362-63DFC0F34FAA}"/>
            </ac:spMkLst>
          </pc:spChg>
          <pc:spChg chg="mod">
            <ac:chgData name="Martin Boerman" userId="c1c4d39f-d644-4cf2-a264-5f7cbaf89023" providerId="ADAL" clId="{4F35B804-FA56-5F7D-A66A-48C3F121DAE4}" dt="2026-05-13T16:27:52.800" v="174" actId="207"/>
            <ac:spMkLst>
              <pc:docMk/>
              <pc:sldMasterMk cId="3181681741" sldId="2147484078"/>
              <pc:sldLayoutMk cId="977873502" sldId="2147484091"/>
              <ac:spMk id="12" creationId="{4F637EDD-DD17-8404-6CF0-C103F6B059BD}"/>
            </ac:spMkLst>
          </pc:spChg>
        </pc:sldLayoutChg>
        <pc:sldLayoutChg chg="addSp delSp modSp mod">
          <pc:chgData name="Martin Boerman" userId="c1c4d39f-d644-4cf2-a264-5f7cbaf89023" providerId="ADAL" clId="{4F35B804-FA56-5F7D-A66A-48C3F121DAE4}" dt="2026-05-13T16:49:12.106" v="698"/>
          <pc:sldLayoutMkLst>
            <pc:docMk/>
            <pc:sldMasterMk cId="3181681741" sldId="2147484078"/>
            <pc:sldLayoutMk cId="1283676016" sldId="2147484092"/>
          </pc:sldLayoutMkLst>
          <pc:spChg chg="add mod">
            <ac:chgData name="Martin Boerman" userId="c1c4d39f-d644-4cf2-a264-5f7cbaf89023" providerId="ADAL" clId="{4F35B804-FA56-5F7D-A66A-48C3F121DAE4}" dt="2026-05-13T16:49:12.106" v="698"/>
            <ac:spMkLst>
              <pc:docMk/>
              <pc:sldMasterMk cId="3181681741" sldId="2147484078"/>
              <pc:sldLayoutMk cId="1283676016" sldId="2147484092"/>
              <ac:spMk id="3" creationId="{8C31C1A6-51A5-3275-2831-9AB400A4317E}"/>
            </ac:spMkLst>
          </pc:spChg>
          <pc:spChg chg="mod">
            <ac:chgData name="Martin Boerman" userId="c1c4d39f-d644-4cf2-a264-5f7cbaf89023" providerId="ADAL" clId="{4F35B804-FA56-5F7D-A66A-48C3F121DAE4}" dt="2026-05-13T16:32:33.265" v="228" actId="255"/>
            <ac:spMkLst>
              <pc:docMk/>
              <pc:sldMasterMk cId="3181681741" sldId="2147484078"/>
              <pc:sldLayoutMk cId="1283676016" sldId="2147484092"/>
              <ac:spMk id="13" creationId="{F750EC08-DA20-234C-8634-75139A014432}"/>
            </ac:spMkLst>
          </pc:spChg>
          <pc:spChg chg="mod">
            <ac:chgData name="Martin Boerman" userId="c1c4d39f-d644-4cf2-a264-5f7cbaf89023" providerId="ADAL" clId="{4F35B804-FA56-5F7D-A66A-48C3F121DAE4}" dt="2026-05-13T16:27:57.662" v="175" actId="2711"/>
            <ac:spMkLst>
              <pc:docMk/>
              <pc:sldMasterMk cId="3181681741" sldId="2147484078"/>
              <pc:sldLayoutMk cId="1283676016" sldId="2147484092"/>
              <ac:spMk id="15" creationId="{598AB3A5-9E9A-0F4F-B44F-E7B1D1AFFB8E}"/>
            </ac:spMkLst>
          </pc:spChg>
          <pc:spChg chg="mod">
            <ac:chgData name="Martin Boerman" userId="c1c4d39f-d644-4cf2-a264-5f7cbaf89023" providerId="ADAL" clId="{4F35B804-FA56-5F7D-A66A-48C3F121DAE4}" dt="2026-05-13T16:28:46.465" v="185" actId="14100"/>
            <ac:spMkLst>
              <pc:docMk/>
              <pc:sldMasterMk cId="3181681741" sldId="2147484078"/>
              <pc:sldLayoutMk cId="1283676016" sldId="2147484092"/>
              <ac:spMk id="26" creationId="{CC299468-581B-CC41-8897-C7E1583185E0}"/>
            </ac:spMkLst>
          </pc:spChg>
          <pc:spChg chg="mod">
            <ac:chgData name="Martin Boerman" userId="c1c4d39f-d644-4cf2-a264-5f7cbaf89023" providerId="ADAL" clId="{4F35B804-FA56-5F7D-A66A-48C3F121DAE4}" dt="2026-05-13T16:28:05.525" v="177" actId="14100"/>
            <ac:spMkLst>
              <pc:docMk/>
              <pc:sldMasterMk cId="3181681741" sldId="2147484078"/>
              <pc:sldLayoutMk cId="1283676016" sldId="2147484092"/>
              <ac:spMk id="27" creationId="{8A8B0682-F79C-014E-BF74-DADFA39ECD08}"/>
            </ac:spMkLst>
          </pc:spChg>
        </pc:sldLayoutChg>
        <pc:sldLayoutChg chg="addSp delSp modSp mod">
          <pc:chgData name="Martin Boerman" userId="c1c4d39f-d644-4cf2-a264-5f7cbaf89023" providerId="ADAL" clId="{4F35B804-FA56-5F7D-A66A-48C3F121DAE4}" dt="2026-05-18T15:04:41.754" v="3750" actId="207"/>
          <pc:sldLayoutMkLst>
            <pc:docMk/>
            <pc:sldMasterMk cId="3181681741" sldId="2147484078"/>
            <pc:sldLayoutMk cId="2458720001" sldId="2147484093"/>
          </pc:sldLayoutMkLst>
          <pc:spChg chg="del">
            <ac:chgData name="Martin Boerman" userId="c1c4d39f-d644-4cf2-a264-5f7cbaf89023" providerId="ADAL" clId="{4F35B804-FA56-5F7D-A66A-48C3F121DAE4}" dt="2026-05-18T13:52:23.661" v="2961" actId="478"/>
            <ac:spMkLst>
              <pc:docMk/>
              <pc:sldMasterMk cId="3181681741" sldId="2147484078"/>
              <pc:sldLayoutMk cId="2458720001" sldId="2147484093"/>
              <ac:spMk id="2" creationId="{85F2A81F-5932-87E7-D36E-A48D21EE92CB}"/>
            </ac:spMkLst>
          </pc:spChg>
          <pc:spChg chg="add mod">
            <ac:chgData name="Martin Boerman" userId="c1c4d39f-d644-4cf2-a264-5f7cbaf89023" providerId="ADAL" clId="{4F35B804-FA56-5F7D-A66A-48C3F121DAE4}" dt="2026-05-18T13:52:24.469" v="2962"/>
            <ac:spMkLst>
              <pc:docMk/>
              <pc:sldMasterMk cId="3181681741" sldId="2147484078"/>
              <pc:sldLayoutMk cId="2458720001" sldId="2147484093"/>
              <ac:spMk id="3" creationId="{701E72AC-9CA2-58A8-6B37-AE5184FA0F1B}"/>
            </ac:spMkLst>
          </pc:spChg>
          <pc:spChg chg="add mod">
            <ac:chgData name="Martin Boerman" userId="c1c4d39f-d644-4cf2-a264-5f7cbaf89023" providerId="ADAL" clId="{4F35B804-FA56-5F7D-A66A-48C3F121DAE4}" dt="2026-05-18T13:52:24.469" v="2962"/>
            <ac:spMkLst>
              <pc:docMk/>
              <pc:sldMasterMk cId="3181681741" sldId="2147484078"/>
              <pc:sldLayoutMk cId="2458720001" sldId="2147484093"/>
              <ac:spMk id="4" creationId="{5E99CD7B-6681-D5A0-0230-B1D1313490F3}"/>
            </ac:spMkLst>
          </pc:spChg>
          <pc:spChg chg="del mod">
            <ac:chgData name="Martin Boerman" userId="c1c4d39f-d644-4cf2-a264-5f7cbaf89023" providerId="ADAL" clId="{4F35B804-FA56-5F7D-A66A-48C3F121DAE4}" dt="2026-05-18T13:52:21.191" v="2960" actId="478"/>
            <ac:spMkLst>
              <pc:docMk/>
              <pc:sldMasterMk cId="3181681741" sldId="2147484078"/>
              <pc:sldLayoutMk cId="2458720001" sldId="2147484093"/>
              <ac:spMk id="5" creationId="{B55AD1E1-E49C-07DA-9E88-2A64DC932614}"/>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7" creationId="{D8BC2DDE-6625-F621-EC94-783A87A7B4F3}"/>
            </ac:spMkLst>
          </pc:spChg>
          <pc:spChg chg="add mod">
            <ac:chgData name="Martin Boerman" userId="c1c4d39f-d644-4cf2-a264-5f7cbaf89023" providerId="ADAL" clId="{4F35B804-FA56-5F7D-A66A-48C3F121DAE4}" dt="2026-05-13T16:47:14.032" v="652"/>
            <ac:spMkLst>
              <pc:docMk/>
              <pc:sldMasterMk cId="3181681741" sldId="2147484078"/>
              <pc:sldLayoutMk cId="2458720001" sldId="2147484093"/>
              <ac:spMk id="8" creationId="{D18CE3AC-8E4E-3906-43B4-F25009D1BC3E}"/>
            </ac:spMkLst>
          </pc:spChg>
          <pc:spChg chg="add mod">
            <ac:chgData name="Martin Boerman" userId="c1c4d39f-d644-4cf2-a264-5f7cbaf89023" providerId="ADAL" clId="{4F35B804-FA56-5F7D-A66A-48C3F121DAE4}" dt="2026-05-13T16:47:48.353" v="661"/>
            <ac:spMkLst>
              <pc:docMk/>
              <pc:sldMasterMk cId="3181681741" sldId="2147484078"/>
              <pc:sldLayoutMk cId="2458720001" sldId="2147484093"/>
              <ac:spMk id="10" creationId="{283C8BD3-4E00-F508-962A-5E8821ABC641}"/>
            </ac:spMkLst>
          </pc:spChg>
          <pc:spChg chg="mod">
            <ac:chgData name="Martin Boerman" userId="c1c4d39f-d644-4cf2-a264-5f7cbaf89023" providerId="ADAL" clId="{4F35B804-FA56-5F7D-A66A-48C3F121DAE4}" dt="2026-05-18T13:52:46.991" v="2966" actId="113"/>
            <ac:spMkLst>
              <pc:docMk/>
              <pc:sldMasterMk cId="3181681741" sldId="2147484078"/>
              <pc:sldLayoutMk cId="2458720001" sldId="2147484093"/>
              <ac:spMk id="30" creationId="{F21ED1E9-7DDE-7349-A824-0A8F7F613A5A}"/>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34" creationId="{9C79926D-A7E4-AB44-88CA-35B39C0B0F3B}"/>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41" creationId="{EA2FDCAB-455C-4E49-AF74-1E4FA9011BDE}"/>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43" creationId="{CAAE3B6A-A32C-2E31-61A0-D3B86C8941C9}"/>
            </ac:spMkLst>
          </pc:spChg>
          <pc:spChg chg="mod">
            <ac:chgData name="Martin Boerman" userId="c1c4d39f-d644-4cf2-a264-5f7cbaf89023" providerId="ADAL" clId="{4F35B804-FA56-5F7D-A66A-48C3F121DAE4}" dt="2026-05-18T13:51:41.134" v="2958" actId="692"/>
            <ac:spMkLst>
              <pc:docMk/>
              <pc:sldMasterMk cId="3181681741" sldId="2147484078"/>
              <pc:sldLayoutMk cId="2458720001" sldId="2147484093"/>
              <ac:spMk id="48" creationId="{91356441-694B-B541-8959-E690A83565FC}"/>
            </ac:spMkLst>
          </pc:spChg>
          <pc:spChg chg="mod">
            <ac:chgData name="Martin Boerman" userId="c1c4d39f-d644-4cf2-a264-5f7cbaf89023" providerId="ADAL" clId="{4F35B804-FA56-5F7D-A66A-48C3F121DAE4}" dt="2026-05-18T15:04:41.754" v="3750" actId="207"/>
            <ac:spMkLst>
              <pc:docMk/>
              <pc:sldMasterMk cId="3181681741" sldId="2147484078"/>
              <pc:sldLayoutMk cId="2458720001" sldId="2147484093"/>
              <ac:spMk id="50" creationId="{A85B6768-8DD0-3840-98FF-EA35442768A0}"/>
            </ac:spMkLst>
          </pc:spChg>
          <pc:spChg chg="mod">
            <ac:chgData name="Martin Boerman" userId="c1c4d39f-d644-4cf2-a264-5f7cbaf89023" providerId="ADAL" clId="{4F35B804-FA56-5F7D-A66A-48C3F121DAE4}" dt="2026-05-13T16:47:24.485" v="656" actId="14100"/>
            <ac:spMkLst>
              <pc:docMk/>
              <pc:sldMasterMk cId="3181681741" sldId="2147484078"/>
              <pc:sldLayoutMk cId="2458720001" sldId="2147484093"/>
              <ac:spMk id="55" creationId="{C8989BBF-287E-B847-9CAC-6DA102EFBD4A}"/>
            </ac:spMkLst>
          </pc:spChg>
          <pc:spChg chg="mod">
            <ac:chgData name="Martin Boerman" userId="c1c4d39f-d644-4cf2-a264-5f7cbaf89023" providerId="ADAL" clId="{4F35B804-FA56-5F7D-A66A-48C3F121DAE4}" dt="2026-05-18T13:50:59.472" v="2920" actId="207"/>
            <ac:spMkLst>
              <pc:docMk/>
              <pc:sldMasterMk cId="3181681741" sldId="2147484078"/>
              <pc:sldLayoutMk cId="2458720001" sldId="2147484093"/>
              <ac:spMk id="56" creationId="{8FE26B8D-BD73-4444-8D0F-1248DE1DD5BD}"/>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58" creationId="{EDC22544-D9BC-B244-939B-9E83862D4EF4}"/>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60" creationId="{BB9C82F9-0A2D-9945-BB70-9C7924044338}"/>
            </ac:spMkLst>
          </pc:spChg>
        </pc:sldLayoutChg>
        <pc:sldLayoutChg chg="setBg">
          <pc:chgData name="Martin Boerman" userId="c1c4d39f-d644-4cf2-a264-5f7cbaf89023" providerId="ADAL" clId="{4F35B804-FA56-5F7D-A66A-48C3F121DAE4}" dt="2026-05-18T10:46:22.223" v="922"/>
          <pc:sldLayoutMkLst>
            <pc:docMk/>
            <pc:sldMasterMk cId="3181681741" sldId="2147484078"/>
            <pc:sldLayoutMk cId="1708767194" sldId="2147484096"/>
          </pc:sldLayoutMkLst>
        </pc:sldLayoutChg>
      </pc:sldMasterChg>
      <pc:sldMasterChg chg="del">
        <pc:chgData name="Martin Boerman" userId="c1c4d39f-d644-4cf2-a264-5f7cbaf89023" providerId="ADAL" clId="{4F35B804-FA56-5F7D-A66A-48C3F121DAE4}" dt="2026-05-18T13:31:39.020" v="2471" actId="2696"/>
        <pc:sldMasterMkLst>
          <pc:docMk/>
          <pc:sldMasterMk cId="283223298" sldId="2147484094"/>
        </pc:sldMasterMkLst>
      </pc:sldMasterChg>
    </pc:docChg>
  </pc:docChgLst>
  <pc:docChgLst>
    <pc:chgData name="Wouter Knigge" userId="7314eada-7027-45ac-ba5e-aa4e9f5ed08b" providerId="ADAL" clId="{006BC29B-B5A1-5A6B-8E8E-BD2736881BA2}"/>
    <pc:docChg chg="undo custSel modSld">
      <pc:chgData name="Wouter Knigge" userId="7314eada-7027-45ac-ba5e-aa4e9f5ed08b" providerId="ADAL" clId="{006BC29B-B5A1-5A6B-8E8E-BD2736881BA2}" dt="2026-05-19T07:26:25.967" v="2962" actId="20577"/>
      <pc:docMkLst>
        <pc:docMk/>
      </pc:docMkLst>
      <pc:sldChg chg="modNotesTx">
        <pc:chgData name="Wouter Knigge" userId="7314eada-7027-45ac-ba5e-aa4e9f5ed08b" providerId="ADAL" clId="{006BC29B-B5A1-5A6B-8E8E-BD2736881BA2}" dt="2026-05-19T07:26:25.967" v="2962" actId="20577"/>
        <pc:sldMkLst>
          <pc:docMk/>
          <pc:sldMk cId="729317030" sldId="1824"/>
        </pc:sldMkLst>
      </pc:sldChg>
      <pc:sldChg chg="modSp mod">
        <pc:chgData name="Wouter Knigge" userId="7314eada-7027-45ac-ba5e-aa4e9f5ed08b" providerId="ADAL" clId="{006BC29B-B5A1-5A6B-8E8E-BD2736881BA2}" dt="2026-05-19T06:43:33.293" v="317" actId="20577"/>
        <pc:sldMkLst>
          <pc:docMk/>
          <pc:sldMk cId="331429872" sldId="2011"/>
        </pc:sldMkLst>
        <pc:spChg chg="mod">
          <ac:chgData name="Wouter Knigge" userId="7314eada-7027-45ac-ba5e-aa4e9f5ed08b" providerId="ADAL" clId="{006BC29B-B5A1-5A6B-8E8E-BD2736881BA2}" dt="2026-05-19T06:43:33.293" v="317" actId="20577"/>
          <ac:spMkLst>
            <pc:docMk/>
            <pc:sldMk cId="331429872" sldId="2011"/>
            <ac:spMk id="25" creationId="{BDEAA53F-F465-CAD1-D039-210FAB636309}"/>
          </ac:spMkLst>
        </pc:spChg>
      </pc:sldChg>
      <pc:sldChg chg="modSp mod modNotesTx">
        <pc:chgData name="Wouter Knigge" userId="7314eada-7027-45ac-ba5e-aa4e9f5ed08b" providerId="ADAL" clId="{006BC29B-B5A1-5A6B-8E8E-BD2736881BA2}" dt="2026-05-19T07:23:19.591" v="2088" actId="113"/>
        <pc:sldMkLst>
          <pc:docMk/>
          <pc:sldMk cId="1856569133" sldId="11330"/>
        </pc:sldMkLst>
        <pc:spChg chg="mod">
          <ac:chgData name="Wouter Knigge" userId="7314eada-7027-45ac-ba5e-aa4e9f5ed08b" providerId="ADAL" clId="{006BC29B-B5A1-5A6B-8E8E-BD2736881BA2}" dt="2026-05-19T06:40:42.162" v="303" actId="20577"/>
          <ac:spMkLst>
            <pc:docMk/>
            <pc:sldMk cId="1856569133" sldId="11330"/>
            <ac:spMk id="8" creationId="{14C925DB-E118-F4E3-AF41-5BD45439B8AD}"/>
          </ac:spMkLst>
        </pc:spChg>
      </pc:sldChg>
      <pc:sldChg chg="modSp mod modNotesTx">
        <pc:chgData name="Wouter Knigge" userId="7314eada-7027-45ac-ba5e-aa4e9f5ed08b" providerId="ADAL" clId="{006BC29B-B5A1-5A6B-8E8E-BD2736881BA2}" dt="2026-05-19T07:20:26.176" v="1348" actId="113"/>
        <pc:sldMkLst>
          <pc:docMk/>
          <pc:sldMk cId="2209452064" sldId="11394"/>
        </pc:sldMkLst>
        <pc:spChg chg="mod">
          <ac:chgData name="Wouter Knigge" userId="7314eada-7027-45ac-ba5e-aa4e9f5ed08b" providerId="ADAL" clId="{006BC29B-B5A1-5A6B-8E8E-BD2736881BA2}" dt="2026-05-19T06:42:18.463" v="304" actId="20577"/>
          <ac:spMkLst>
            <pc:docMk/>
            <pc:sldMk cId="2209452064" sldId="11394"/>
            <ac:spMk id="25" creationId="{6A214DA1-21AC-CB54-8885-268F55934D9A}"/>
          </ac:spMkLst>
        </pc:spChg>
        <pc:spChg chg="mod">
          <ac:chgData name="Wouter Knigge" userId="7314eada-7027-45ac-ba5e-aa4e9f5ed08b" providerId="ADAL" clId="{006BC29B-B5A1-5A6B-8E8E-BD2736881BA2}" dt="2026-05-19T06:42:28.948" v="315" actId="20577"/>
          <ac:spMkLst>
            <pc:docMk/>
            <pc:sldMk cId="2209452064" sldId="11394"/>
            <ac:spMk id="26" creationId="{3C064188-8D2E-E6DB-CEA1-90C74176B0E2}"/>
          </ac:spMkLst>
        </pc:spChg>
      </pc:sldChg>
      <pc:sldChg chg="modSp mod">
        <pc:chgData name="Wouter Knigge" userId="7314eada-7027-45ac-ba5e-aa4e9f5ed08b" providerId="ADAL" clId="{006BC29B-B5A1-5A6B-8E8E-BD2736881BA2}" dt="2026-05-19T06:45:48.942" v="318" actId="242"/>
        <pc:sldMkLst>
          <pc:docMk/>
          <pc:sldMk cId="3761129568" sldId="11430"/>
        </pc:sldMkLst>
        <pc:graphicFrameChg chg="modGraphic">
          <ac:chgData name="Wouter Knigge" userId="7314eada-7027-45ac-ba5e-aa4e9f5ed08b" providerId="ADAL" clId="{006BC29B-B5A1-5A6B-8E8E-BD2736881BA2}" dt="2026-05-19T06:45:48.942" v="318" actId="242"/>
          <ac:graphicFrameMkLst>
            <pc:docMk/>
            <pc:sldMk cId="3761129568" sldId="11430"/>
            <ac:graphicFrameMk id="38" creationId="{402C79F4-6E42-178E-24B7-07CA9240FF5A}"/>
          </ac:graphicFrameMkLst>
        </pc:graphicFrameChg>
      </pc:sldChg>
      <pc:sldChg chg="modSp mod">
        <pc:chgData name="Wouter Knigge" userId="7314eada-7027-45ac-ba5e-aa4e9f5ed08b" providerId="ADAL" clId="{006BC29B-B5A1-5A6B-8E8E-BD2736881BA2}" dt="2026-05-19T06:57:52.468" v="338" actId="20577"/>
        <pc:sldMkLst>
          <pc:docMk/>
          <pc:sldMk cId="3355961269" sldId="11484"/>
        </pc:sldMkLst>
        <pc:spChg chg="mod">
          <ac:chgData name="Wouter Knigge" userId="7314eada-7027-45ac-ba5e-aa4e9f5ed08b" providerId="ADAL" clId="{006BC29B-B5A1-5A6B-8E8E-BD2736881BA2}" dt="2026-05-19T06:57:52.468" v="338" actId="20577"/>
          <ac:spMkLst>
            <pc:docMk/>
            <pc:sldMk cId="3355961269" sldId="11484"/>
            <ac:spMk id="3" creationId="{009CAEBE-164D-836E-049D-4910A21076B4}"/>
          </ac:spMkLst>
        </pc:spChg>
      </pc:sldChg>
      <pc:sldChg chg="modSp mod">
        <pc:chgData name="Wouter Knigge" userId="7314eada-7027-45ac-ba5e-aa4e9f5ed08b" providerId="ADAL" clId="{006BC29B-B5A1-5A6B-8E8E-BD2736881BA2}" dt="2026-05-19T06:59:57.946" v="342" actId="14734"/>
        <pc:sldMkLst>
          <pc:docMk/>
          <pc:sldMk cId="1110005630" sldId="11486"/>
        </pc:sldMkLst>
        <pc:spChg chg="mod">
          <ac:chgData name="Wouter Knigge" userId="7314eada-7027-45ac-ba5e-aa4e9f5ed08b" providerId="ADAL" clId="{006BC29B-B5A1-5A6B-8E8E-BD2736881BA2}" dt="2026-05-19T06:58:32.150" v="339" actId="404"/>
          <ac:spMkLst>
            <pc:docMk/>
            <pc:sldMk cId="1110005630" sldId="11486"/>
            <ac:spMk id="39" creationId="{750F924A-2375-295D-4FA1-E0595583258E}"/>
          </ac:spMkLst>
        </pc:spChg>
        <pc:graphicFrameChg chg="mod modGraphic">
          <ac:chgData name="Wouter Knigge" userId="7314eada-7027-45ac-ba5e-aa4e9f5ed08b" providerId="ADAL" clId="{006BC29B-B5A1-5A6B-8E8E-BD2736881BA2}" dt="2026-05-19T06:59:57.946" v="342" actId="14734"/>
          <ac:graphicFrameMkLst>
            <pc:docMk/>
            <pc:sldMk cId="1110005630" sldId="11486"/>
            <ac:graphicFrameMk id="38" creationId="{EC064487-82CA-6298-4D63-838846DA7153}"/>
          </ac:graphicFrameMkLst>
        </pc:graphicFrameChg>
      </pc:sldChg>
      <pc:sldChg chg="addSp delSp modSp mod">
        <pc:chgData name="Wouter Knigge" userId="7314eada-7027-45ac-ba5e-aa4e9f5ed08b" providerId="ADAL" clId="{006BC29B-B5A1-5A6B-8E8E-BD2736881BA2}" dt="2026-05-19T06:37:06.311" v="297" actId="403"/>
        <pc:sldMkLst>
          <pc:docMk/>
          <pc:sldMk cId="2667515669" sldId="11492"/>
        </pc:sldMkLst>
        <pc:spChg chg="add mod">
          <ac:chgData name="Wouter Knigge" userId="7314eada-7027-45ac-ba5e-aa4e9f5ed08b" providerId="ADAL" clId="{006BC29B-B5A1-5A6B-8E8E-BD2736881BA2}" dt="2026-05-19T06:34:50.236" v="57" actId="465"/>
          <ac:spMkLst>
            <pc:docMk/>
            <pc:sldMk cId="2667515669" sldId="11492"/>
            <ac:spMk id="4" creationId="{2AA61E2A-9665-F937-08E4-2E6CD6E32BC0}"/>
          </ac:spMkLst>
        </pc:spChg>
        <pc:spChg chg="add mod">
          <ac:chgData name="Wouter Knigge" userId="7314eada-7027-45ac-ba5e-aa4e9f5ed08b" providerId="ADAL" clId="{006BC29B-B5A1-5A6B-8E8E-BD2736881BA2}" dt="2026-05-19T06:35:04.993" v="61" actId="1076"/>
          <ac:spMkLst>
            <pc:docMk/>
            <pc:sldMk cId="2667515669" sldId="11492"/>
            <ac:spMk id="13" creationId="{CF222110-EEBB-9166-73A7-F9FEF2F31253}"/>
          </ac:spMkLst>
        </pc:spChg>
        <pc:spChg chg="add mod">
          <ac:chgData name="Wouter Knigge" userId="7314eada-7027-45ac-ba5e-aa4e9f5ed08b" providerId="ADAL" clId="{006BC29B-B5A1-5A6B-8E8E-BD2736881BA2}" dt="2026-05-19T06:35:08.713" v="62" actId="1076"/>
          <ac:spMkLst>
            <pc:docMk/>
            <pc:sldMk cId="2667515669" sldId="11492"/>
            <ac:spMk id="16" creationId="{48A0D0E5-D57F-B0A3-0F1D-8852489FE9A5}"/>
          </ac:spMkLst>
        </pc:spChg>
        <pc:spChg chg="del">
          <ac:chgData name="Wouter Knigge" userId="7314eada-7027-45ac-ba5e-aa4e9f5ed08b" providerId="ADAL" clId="{006BC29B-B5A1-5A6B-8E8E-BD2736881BA2}" dt="2026-05-19T06:34:59.103" v="58" actId="478"/>
          <ac:spMkLst>
            <pc:docMk/>
            <pc:sldMk cId="2667515669" sldId="11492"/>
            <ac:spMk id="30" creationId="{730865C7-CC74-4564-924C-9C2A638ACD85}"/>
          </ac:spMkLst>
        </pc:spChg>
        <pc:spChg chg="mod">
          <ac:chgData name="Wouter Knigge" userId="7314eada-7027-45ac-ba5e-aa4e9f5ed08b" providerId="ADAL" clId="{006BC29B-B5A1-5A6B-8E8E-BD2736881BA2}" dt="2026-05-19T06:35:10.622" v="63" actId="1076"/>
          <ac:spMkLst>
            <pc:docMk/>
            <pc:sldMk cId="2667515669" sldId="11492"/>
            <ac:spMk id="32" creationId="{790EEEA0-FCD1-9918-9BC8-A7F2656987D0}"/>
          </ac:spMkLst>
        </pc:spChg>
        <pc:spChg chg="mod">
          <ac:chgData name="Wouter Knigge" userId="7314eada-7027-45ac-ba5e-aa4e9f5ed08b" providerId="ADAL" clId="{006BC29B-B5A1-5A6B-8E8E-BD2736881BA2}" dt="2026-05-19T06:35:17.033" v="66" actId="1035"/>
          <ac:spMkLst>
            <pc:docMk/>
            <pc:sldMk cId="2667515669" sldId="11492"/>
            <ac:spMk id="36" creationId="{B6DFC081-2465-574B-0C9F-C7EF15751A41}"/>
          </ac:spMkLst>
        </pc:spChg>
        <pc:spChg chg="mod">
          <ac:chgData name="Wouter Knigge" userId="7314eada-7027-45ac-ba5e-aa4e9f5ed08b" providerId="ADAL" clId="{006BC29B-B5A1-5A6B-8E8E-BD2736881BA2}" dt="2026-05-19T06:34:50.236" v="57" actId="465"/>
          <ac:spMkLst>
            <pc:docMk/>
            <pc:sldMk cId="2667515669" sldId="11492"/>
            <ac:spMk id="38" creationId="{490AFF25-FCF1-DF5B-4D3B-1F151686A2D0}"/>
          </ac:spMkLst>
        </pc:spChg>
        <pc:spChg chg="mod">
          <ac:chgData name="Wouter Knigge" userId="7314eada-7027-45ac-ba5e-aa4e9f5ed08b" providerId="ADAL" clId="{006BC29B-B5A1-5A6B-8E8E-BD2736881BA2}" dt="2026-05-19T06:34:50.236" v="57" actId="465"/>
          <ac:spMkLst>
            <pc:docMk/>
            <pc:sldMk cId="2667515669" sldId="11492"/>
            <ac:spMk id="39" creationId="{C05A8701-519C-B9AE-56CA-4339D3D38493}"/>
          </ac:spMkLst>
        </pc:spChg>
        <pc:spChg chg="mod">
          <ac:chgData name="Wouter Knigge" userId="7314eada-7027-45ac-ba5e-aa4e9f5ed08b" providerId="ADAL" clId="{006BC29B-B5A1-5A6B-8E8E-BD2736881BA2}" dt="2026-05-19T06:34:50.236" v="57" actId="465"/>
          <ac:spMkLst>
            <pc:docMk/>
            <pc:sldMk cId="2667515669" sldId="11492"/>
            <ac:spMk id="40" creationId="{E2F39C54-DAE4-2C9B-5AD4-F36790D1E9FE}"/>
          </ac:spMkLst>
        </pc:spChg>
        <pc:spChg chg="mod">
          <ac:chgData name="Wouter Knigge" userId="7314eada-7027-45ac-ba5e-aa4e9f5ed08b" providerId="ADAL" clId="{006BC29B-B5A1-5A6B-8E8E-BD2736881BA2}" dt="2026-05-19T06:34:50.236" v="57" actId="465"/>
          <ac:spMkLst>
            <pc:docMk/>
            <pc:sldMk cId="2667515669" sldId="11492"/>
            <ac:spMk id="41" creationId="{A10AF40F-4180-EDB5-FCF9-B6FB2D56BACB}"/>
          </ac:spMkLst>
        </pc:spChg>
        <pc:spChg chg="mod">
          <ac:chgData name="Wouter Knigge" userId="7314eada-7027-45ac-ba5e-aa4e9f5ed08b" providerId="ADAL" clId="{006BC29B-B5A1-5A6B-8E8E-BD2736881BA2}" dt="2026-05-19T06:37:06.311" v="297" actId="403"/>
          <ac:spMkLst>
            <pc:docMk/>
            <pc:sldMk cId="2667515669" sldId="11492"/>
            <ac:spMk id="72" creationId="{11F4886F-073D-F480-0E26-C68C10E44E67}"/>
          </ac:spMkLst>
        </pc:spChg>
      </pc:sldChg>
      <pc:sldChg chg="modSp mod">
        <pc:chgData name="Wouter Knigge" userId="7314eada-7027-45ac-ba5e-aa4e9f5ed08b" providerId="ADAL" clId="{006BC29B-B5A1-5A6B-8E8E-BD2736881BA2}" dt="2026-05-19T07:01:16.977" v="344" actId="108"/>
        <pc:sldMkLst>
          <pc:docMk/>
          <pc:sldMk cId="457943290" sldId="11494"/>
        </pc:sldMkLst>
        <pc:spChg chg="mod">
          <ac:chgData name="Wouter Knigge" userId="7314eada-7027-45ac-ba5e-aa4e9f5ed08b" providerId="ADAL" clId="{006BC29B-B5A1-5A6B-8E8E-BD2736881BA2}" dt="2026-05-19T07:01:16.977" v="344" actId="108"/>
          <ac:spMkLst>
            <pc:docMk/>
            <pc:sldMk cId="457943290" sldId="11494"/>
            <ac:spMk id="72" creationId="{274B2B63-F26A-2AD8-057D-1637CDFD5849}"/>
          </ac:spMkLst>
        </pc:spChg>
      </pc:sldChg>
    </pc:docChg>
  </pc:docChgLst>
</pc:chgInfo>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Integrationtest-kafka</c:v>
                </c:pt>
              </c:strCache>
            </c:strRef>
          </c:tx>
          <c:spPr>
            <a:ln w="19050" cap="rnd">
              <a:solidFill>
                <a:schemeClr val="accent2"/>
              </a:solid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solidFill>
                  <a:schemeClr val="accent2"/>
                </a:solidFill>
              </a:ln>
              <a:effectLst>
                <a:outerShdw blurRad="76200" sx="102000" sy="102000" algn="ctr" rotWithShape="0">
                  <a:schemeClr val="accent3">
                    <a:alpha val="30000"/>
                  </a:schemeClr>
                </a:outerShdw>
              </a:effectLst>
            </c:spPr>
          </c:marker>
          <c:dPt>
            <c:idx val="0"/>
            <c:marker>
              <c:symbol val="diamond"/>
              <c:size val="11"/>
              <c:spPr>
                <a:solidFill>
                  <a:schemeClr val="accent2"/>
                </a:solidFill>
                <a:ln w="38100">
                  <a:solidFill>
                    <a:schemeClr val="accent2"/>
                  </a:solidFill>
                </a:ln>
                <a:effectLst>
                  <a:outerShdw blurRad="76200" sx="102000" sy="102000" algn="ctr" rotWithShape="0">
                    <a:schemeClr val="accent3">
                      <a:alpha val="30000"/>
                    </a:schemeClr>
                  </a:outerShdw>
                </a:effectLst>
              </c:spPr>
            </c:marker>
            <c:bubble3D val="0"/>
            <c:spPr>
              <a:ln w="19050" cap="rnd">
                <a:noFill/>
                <a:round/>
              </a:ln>
              <a:effectLst>
                <a:outerShdw blurRad="76200" sx="102000" sy="102000" algn="ctr" rotWithShape="0">
                  <a:schemeClr val="accent3">
                    <a:alpha val="30000"/>
                  </a:schemeClr>
                </a:outerShdw>
              </a:effectLst>
            </c:spPr>
            <c:extLst>
              <c:ext xmlns:c16="http://schemas.microsoft.com/office/drawing/2014/chart" uri="{C3380CC4-5D6E-409C-BE32-E72D297353CC}">
                <c16:uniqueId val="{00000000-B86A-D14B-85E9-B8DEC18B60F7}"/>
              </c:ext>
            </c:extLst>
          </c:dPt>
          <c:dLbls>
            <c:dLbl>
              <c:idx val="0"/>
              <c:tx>
                <c:rich>
                  <a:bodyPr rot="0" spcFirstLastPara="1" vertOverflow="clip" horzOverflow="clip" vert="horz" wrap="none" lIns="36576" tIns="0" rIns="36576" bIns="0" anchor="ctr" anchorCtr="1">
                    <a:spAutoFit/>
                  </a:bodyPr>
                  <a:lstStyle/>
                  <a:p>
                    <a:r>
                      <a:t>Integrationtest-kafka</a:t>
                    </a:r>
                  </a:p>
                </c:rich>
              </c:tx>
              <c:numFmt formatCode="#,##0.0" sourceLinked="0"/>
              <c:dLblPos val="r"/>
              <c:showLegendKey val="0"/>
              <c:showVal val="1"/>
              <c:showCatName val="0"/>
              <c:showSerName val="0"/>
              <c:showPercent val="0"/>
              <c:showBubbleSize val="0"/>
              <c:separator>; </c:separator>
              <c:extLst>
                <c:ext xmlns:c15="http://schemas.microsoft.com/office/drawing/2012/chart" uri="{CE6537A1-D6FC-4f65-9D91-7224C49458BB}">
                  <c15:spPr xmlns:c15="http://schemas.microsoft.com/office/drawing/2012/chart">
                    <a:prstGeom prst="roundRect">
                      <a:avLst/>
                    </a:prstGeom>
                    <a:noFill/>
                    <a:ln>
                      <a:noFill/>
                    </a:ln>
                  </c15:spPr>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solidFill>
                <a:schemeClr val="accent2">
                  <a:alpha val="71591"/>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Sheet1!$A$2:$A$2</c:f>
              <c:numCache>
                <c:formatCode>General</c:formatCode>
                <c:ptCount val="1"/>
                <c:pt idx="0">
                  <c:v>43.0</c:v>
                </c:pt>
              </c:numCache>
            </c:numRef>
          </c:xVal>
          <c:yVal>
            <c:numRef>
              <c:f>Sheet1!$B$2:$B$2</c:f>
              <c:numCache>
                <c:formatCode>General</c:formatCode>
                <c:ptCount val="1"/>
                <c:pt idx="0">
                  <c:v>2.6396228517578364</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Sheet1!$A$2:$A$3</c:f>
              <c:strCache>
                <c:ptCount val="2"/>
                <c:pt idx="0">
                  <c:v>Java</c:v>
                </c:pt>
                <c:pt idx="1">
                  <c:v>Python</c:v>
                </c:pt>
              </c:strCache>
            </c:strRef>
          </c:cat>
          <c:val>
            <c:numRef>
              <c:f>Sheet1!$B$2:$B$3</c:f>
              <c:numCache>
                <c:formatCode>General</c:formatCode>
                <c:ptCount val="2"/>
                <c:pt idx="0">
                  <c:v>0.997283943415205</c:v>
                </c:pt>
                <c:pt idx="1">
                  <c:v>0.002716056584794975</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3C8842"/>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rgbClr val="3C8842"/>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7F4-8A4B-8FCE-EB828520119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Java</c:v>
                </c:pt>
                <c:pt idx="1">
                  <c:v>Python</c:v>
                </c:pt>
              </c:strCache>
            </c:strRef>
          </c:cat>
          <c:val>
            <c:numRef>
              <c:f>Sheet1!$B$2:$B$3</c:f>
              <c:numCache>
                <c:formatCode>General</c:formatCode>
                <c:ptCount val="2"/>
                <c:pt idx="0">
                  <c:v>0.997283943415205</c:v>
                </c:pt>
                <c:pt idx="1">
                  <c:v>0.002716056584794975</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Legal risk</c:v>
                </c:pt>
              </c:strCache>
            </c:strRef>
          </c:cat>
          <c:val>
            <c:numRef>
              <c:f>Sheet1!$B$2:$B$3</c:f>
              <c:numCache>
                <c:formatCode>General</c:formatCode>
                <c:ptCount val="2"/>
                <c:pt idx="0">
                  <c:v>1</c:v>
                </c:pt>
                <c:pt idx="1">
                  <c:v>0</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Legal risk</c:v>
                </c:pt>
              </c:strCache>
            </c:strRef>
          </c:cat>
          <c:val>
            <c:numRef>
              <c:f>Sheet1!$C$2:$C$3</c:f>
              <c:numCache>
                <c:formatCode>General</c:formatCode>
                <c:ptCount val="2"/>
                <c:pt idx="0">
                  <c:v>0</c:v>
                </c:pt>
                <c:pt idx="1">
                  <c:v>0</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Legal risk</c:v>
                </c:pt>
              </c:strCache>
            </c:strRef>
          </c:cat>
          <c:val>
            <c:numRef>
              <c:f>Sheet1!$D$2:$D$3</c:f>
              <c:numCache>
                <c:formatCode>General</c:formatCode>
                <c:ptCount val="2"/>
                <c:pt idx="0">
                  <c:v>0</c:v>
                </c:pt>
                <c:pt idx="1">
                  <c:v>0</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Legal risk</c:v>
                </c:pt>
              </c:strCache>
            </c:strRef>
          </c:cat>
          <c:val>
            <c:numRef>
              <c:f>Sheet1!$E$2:$E$3</c:f>
              <c:numCache>
                <c:formatCode>General</c:formatCode>
                <c:ptCount val="2"/>
                <c:pt idx="0">
                  <c:v>0</c:v>
                </c:pt>
                <c:pt idx="1">
                  <c:v>1</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9.6"/>
          <c:min val="0.0"/>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c:v>
                </c:pt>
                <c:pt idx="1">
                  <c:v>0</c:v>
                </c:pt>
                <c:pt idx="2">
                  <c:v>0</c:v>
                </c:pt>
                <c:pt idx="3">
                  <c:v>9</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0</c:v>
                </c:pt>
                <c:pt idx="1">
                  <c:v>0</c:v>
                </c:pt>
                <c:pt idx="2">
                  <c:v>0</c:v>
                </c:pt>
                <c:pt idx="3">
                  <c:v>1</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0</c:v>
                </c:pt>
                <c:pt idx="1">
                  <c:v>0</c:v>
                </c:pt>
                <c:pt idx="2">
                  <c:v>0</c:v>
                </c:pt>
                <c:pt idx="3">
                  <c:v>18</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6</c:v>
                </c:pt>
                <c:pt idx="1">
                  <c:v>0</c:v>
                </c:pt>
                <c:pt idx="2">
                  <c:v>0</c:v>
                </c:pt>
                <c:pt idx="3">
                  <c:v>8</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39.6"/>
          <c:min val="0.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6/1/26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6/1/26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States customer and system or portfolio name. Use project codename if required.</a:t>
            </a:r>
          </a:p>
        </p:txBody>
      </p:sp>
      <p:sp>
        <p:nvSpPr>
          <p:cNvPr id="4" name="Slide Number Placeholder 3"/>
          <p:cNvSpPr>
            <a:spLocks noGrp="1"/>
          </p:cNvSpPr>
          <p:nvPr>
            <p:ph type="sldNum" sz="quarter" idx="5"/>
          </p:nvPr>
        </p:nvSpPr>
        <p:spPr/>
        <p:txBody>
          <a:bodyPr/>
          <a:lstStyle/>
          <a:p>
            <a:fld id="{4408DED6-61EF-5240-95D8-926F20A98C89}" type="slidenum">
              <a:rPr lang="en-US" smtClean="0"/>
              <a:t>1</a:t>
            </a:fld>
            <a:endParaRPr lang="en-US"/>
          </a:p>
        </p:txBody>
      </p:sp>
    </p:spTree>
    <p:extLst>
      <p:ext uri="{BB962C8B-B14F-4D97-AF65-F5344CB8AC3E}">
        <p14:creationId xmlns:p14="http://schemas.microsoft.com/office/powerpoint/2010/main" val="1389574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Ensure the content slide is aligned with the report content</a:t>
            </a:r>
          </a:p>
        </p:txBody>
      </p:sp>
      <p:sp>
        <p:nvSpPr>
          <p:cNvPr id="4" name="Slide Number Placeholder 3"/>
          <p:cNvSpPr>
            <a:spLocks noGrp="1"/>
          </p:cNvSpPr>
          <p:nvPr>
            <p:ph type="sldNum" sz="quarter" idx="5"/>
          </p:nvPr>
        </p:nvSpPr>
        <p:spPr/>
        <p:txBody>
          <a:bodyPr/>
          <a:lstStyle/>
          <a:p>
            <a:fld id="{4408DED6-61EF-5240-95D8-926F20A98C89}" type="slidenum">
              <a:rPr lang="en-US" smtClean="0"/>
              <a:t>2</a:t>
            </a:fld>
            <a:endParaRPr lang="en-US"/>
          </a:p>
        </p:txBody>
      </p:sp>
    </p:spTree>
    <p:extLst>
      <p:ext uri="{BB962C8B-B14F-4D97-AF65-F5344CB8AC3E}">
        <p14:creationId xmlns:p14="http://schemas.microsoft.com/office/powerpoint/2010/main" val="382108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Shows the metadata entered in Sigrid. Adjust or complete manually if needed.</a:t>
            </a:r>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097714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r>
              <a:rPr lang="en-US" b="1"/>
              <a:t>SIG Guidance</a:t>
            </a:r>
          </a:p>
          <a:p>
            <a:r>
              <a:rPr lang="en-US"/>
              <a:t>- This overview shows the ‘technical summary’ of the findings of the analysis. This is merely a representation of the deep layer of findings for the IT DD assignment. Best practice is to combine these findings with the context of your client to put this into a business perspective. This means taking the various indications above and relating them to the business objectives the acquiring company might have with the target, in terms of scaling, integrating with other company landscapes, etc. Another angle to consider is the needed investment that is required post-acquisition to fix quality and security / open-source issues that come from this analysis. This last part impacts the valuation, though for larger acquisitions these costs tend to be secondary of nature regarding the negotiation of the actual company sale.</a:t>
            </a:r>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3708-EE17-EF9A-14D9-E6FA1E5C3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C235A-1BFE-7D62-F5E0-E35EC1F0AA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48CCE7-627F-2A01-DE8E-D09B0638A158}"/>
              </a:ext>
            </a:extLst>
          </p:cNvPr>
          <p:cNvSpPr>
            <a:spLocks noGrp="1"/>
          </p:cNvSpPr>
          <p:nvPr>
            <p:ph type="body" idx="1"/>
          </p:nvPr>
        </p:nvSpPr>
        <p:spPr/>
        <p:txBody>
          <a:bodyPr/>
          <a:lstStyle/>
          <a:p>
            <a:r>
              <a:rPr lang="en-US" b="1"/>
              <a:t>SIG Guidance</a:t>
            </a:r>
          </a:p>
          <a:p>
            <a:pPr marL="171450" indent="-171450">
              <a:buFontTx/>
              <a:buChar char="-"/>
            </a:pPr>
            <a:r>
              <a:rPr lang="en-US" b="0"/>
              <a:t>Ensure the content slide is aligned with the report content</a:t>
            </a:r>
          </a:p>
        </p:txBody>
      </p:sp>
      <p:sp>
        <p:nvSpPr>
          <p:cNvPr id="4" name="Slide Number Placeholder 3">
            <a:extLst>
              <a:ext uri="{FF2B5EF4-FFF2-40B4-BE49-F238E27FC236}">
                <a16:creationId xmlns:a16="http://schemas.microsoft.com/office/drawing/2014/main" id="{28CB7B2D-5975-8B6B-26F9-C5B7A4760738}"/>
              </a:ext>
            </a:extLst>
          </p:cNvPr>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2495133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p:txBody>
      </p:sp>
      <p:sp>
        <p:nvSpPr>
          <p:cNvPr id="4" name="Slide Number Placeholder 3"/>
          <p:cNvSpPr>
            <a:spLocks noGrp="1"/>
          </p:cNvSpPr>
          <p:nvPr>
            <p:ph type="sldNum" sz="quarter" idx="5"/>
          </p:nvPr>
        </p:nvSpPr>
        <p:spPr/>
        <p:txBody>
          <a:bodyPr/>
          <a:lstStyle/>
          <a:p>
            <a:fld id="{4408DED6-61EF-5240-95D8-926F20A98C89}" type="slidenum">
              <a:rPr lang="en-US" smtClean="0"/>
              <a:t>6</a:t>
            </a:fld>
            <a:endParaRPr lang="en-US"/>
          </a:p>
        </p:txBody>
      </p:sp>
    </p:spTree>
    <p:extLst>
      <p:ext uri="{BB962C8B-B14F-4D97-AF65-F5344CB8AC3E}">
        <p14:creationId xmlns:p14="http://schemas.microsoft.com/office/powerpoint/2010/main" val="2910907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7</a:t>
            </a:fld>
            <a:endParaRPr lang="en-US"/>
          </a:p>
        </p:txBody>
      </p:sp>
    </p:spTree>
    <p:extLst>
      <p:ext uri="{BB962C8B-B14F-4D97-AF65-F5344CB8AC3E}">
        <p14:creationId xmlns:p14="http://schemas.microsoft.com/office/powerpoint/2010/main" val="2744520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r>
              <a:rPr lang="en-US"/>
              <a:t>- This benchmark slide is an important visualization for many clients. It allows an easier understanding of the system size and quality as related to what is in the market and what this means for the acquisition party. Functionality is difficult to estimate and relate to size for many people, even in IT. Use this slide to position the application within its context: is it a system with a relatively small set of features but it shows up here to be very big in size? Is it offering many different functionalities but shows to be small? How do various applications compare if multiple systems are in scope of the analysis? In this overview, take care to distinguish between older monolithic builds and newer micro-service builds.</a:t>
            </a:r>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a:t>This is a breakdown of the Maintainability rating. First, it indicates how maintenance costs and time to market compare to the market. The slide continues to show the different system properties for Maintainability and the benchmarked ratings for each. It can be used to identify the key improvement areas in the system. A low Maintainability rating may be caused by code-level metrics such as unit size or –complexity or may be caused by architectural issues mainly. </a:t>
            </a:r>
          </a:p>
          <a:p>
            <a:pPr marL="171450" indent="-171450">
              <a:buFontTx/>
              <a:buChar char="-"/>
            </a:pPr>
            <a:r>
              <a:rPr lang="en-US"/>
              <a:t>Details regarding interpretation are described in the SIG 2026 Tech DD for Partners -  Sigrid Interpretation Guide, available separately</a:t>
            </a:r>
          </a:p>
        </p:txBody>
      </p:sp>
      <p:sp>
        <p:nvSpPr>
          <p:cNvPr id="4" name="Slide Number Placeholder 3"/>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3116559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r>
              <a:rPr lang="en-US"/>
              <a:t>- On this page, a breakdown of technologies is provided. This slide is focused on programming languages only, not on surrounding technologies (such as Kubernetes, Azure, or PostgreSQL). It is meant to show the different programming languages that have been used to develop production code with. It indicates the number of lines of code, but more importantly it shows the amount of person years associated with these amounts. To compare programming languages (technologies) to one another, the rebuild size in person years/months/days needs to be used. This is how volume is normalized across technologies to be able to compare them. </a:t>
            </a:r>
            <a:r>
              <a:rPr lang="en-US" b="1"/>
              <a:t>Lines of code cannot be directly compared between technologies.</a:t>
            </a:r>
          </a:p>
        </p:txBody>
      </p:sp>
      <p:sp>
        <p:nvSpPr>
          <p:cNvPr id="4" name="Slide Number Placeholder 3"/>
          <p:cNvSpPr>
            <a:spLocks noGrp="1"/>
          </p:cNvSpPr>
          <p:nvPr>
            <p:ph type="sldNum" sz="quarter" idx="5"/>
          </p:nvPr>
        </p:nvSpPr>
        <p:spPr/>
        <p:txBody>
          <a:bodyPr/>
          <a:lstStyle/>
          <a:p>
            <a:fld id="{4408DED6-61EF-5240-95D8-926F20A98C89}" type="slidenum">
              <a:rPr lang="en-US" smtClean="0"/>
              <a:t>10</a:t>
            </a:fld>
            <a:endParaRPr lang="en-US"/>
          </a:p>
        </p:txBody>
      </p:sp>
    </p:spTree>
    <p:extLst>
      <p:ext uri="{BB962C8B-B14F-4D97-AF65-F5344CB8AC3E}">
        <p14:creationId xmlns:p14="http://schemas.microsoft.com/office/powerpoint/2010/main" val="2080611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This shows an overview of test code volume versus production code volume to indicate the level of test automation. The assumption here is that mainly unit- and integration tests are included in the analysis. Other types of tests should be excluded from this metric and assessed differently. For unit- and integration tests, the test code to production code ratio is a good indirect indication of test coverage. The rule of thumb for modern systems is to have roughly 100% test code volume compared to production code volume (a 1:1 ratio). Typically, this corresponds to about 80% coverage, the </a:t>
            </a:r>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1915755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266212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13</a:t>
            </a:fld>
            <a:endParaRPr lang="en-US"/>
          </a:p>
        </p:txBody>
      </p:sp>
    </p:spTree>
    <p:extLst>
      <p:ext uri="{BB962C8B-B14F-4D97-AF65-F5344CB8AC3E}">
        <p14:creationId xmlns:p14="http://schemas.microsoft.com/office/powerpoint/2010/main" val="2371922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This is an overview of the Architecture Quality rating, and a breakdown of the individual metrics (system properties) on the right-hand side. On the left-hand side, the Architecture sub-characteristics are shown. These represent an aggregation of the system properties. </a:t>
            </a:r>
          </a:p>
        </p:txBody>
      </p:sp>
      <p:sp>
        <p:nvSpPr>
          <p:cNvPr id="4" name="Slide Number Placeholder 3"/>
          <p:cNvSpPr>
            <a:spLocks noGrp="1"/>
          </p:cNvSpPr>
          <p:nvPr>
            <p:ph type="sldNum" sz="quarter" idx="5"/>
          </p:nvPr>
        </p:nvSpPr>
        <p:spPr/>
        <p:txBody>
          <a:bodyPr/>
          <a:lstStyle/>
          <a:p>
            <a:fld id="{4408DED6-61EF-5240-95D8-926F20A98C89}" type="slidenum">
              <a:rPr lang="en-US" smtClean="0"/>
              <a:t>14</a:t>
            </a:fld>
            <a:endParaRPr lang="en-US"/>
          </a:p>
        </p:txBody>
      </p:sp>
    </p:spTree>
    <p:extLst>
      <p:ext uri="{BB962C8B-B14F-4D97-AF65-F5344CB8AC3E}">
        <p14:creationId xmlns:p14="http://schemas.microsoft.com/office/powerpoint/2010/main" val="1046814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1822917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a:t>On this page, results are shown for all properties of the SIG Open-Source Health model. Each of the properties is benchmarked, so the resulting ratings indicates how well the system is doing compared to the market. For open-source libraries, the key risk area is known security vulnerabilities. Vulnerability risks should get priority over other types of risk. Another important metric is the license use. Certain licenses carry high risk because in conjunction with certain software distribution methods they may expose the company to license-related liabilities (such as allowing parties to force proprietary software to be open-sourced).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Details regarding interpretation are described in the SIG 2026 Tech DD for Partners -  Maintainability Interpretation Guide, available separately.</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p:txBody>
      </p:sp>
      <p:sp>
        <p:nvSpPr>
          <p:cNvPr id="4" name="Slide Number Placeholder 3"/>
          <p:cNvSpPr>
            <a:spLocks noGrp="1"/>
          </p:cNvSpPr>
          <p:nvPr>
            <p:ph type="sldNum" sz="quarter" idx="5"/>
          </p:nvPr>
        </p:nvSpPr>
        <p:spPr/>
        <p:txBody>
          <a:bodyPr/>
          <a:lstStyle/>
          <a:p>
            <a:fld id="{4408DED6-61EF-5240-95D8-926F20A98C89}" type="slidenum">
              <a:rPr lang="en-US" smtClean="0"/>
              <a:t>16</a:t>
            </a:fld>
            <a:endParaRPr lang="en-US"/>
          </a:p>
        </p:txBody>
      </p:sp>
    </p:spTree>
    <p:extLst>
      <p:ext uri="{BB962C8B-B14F-4D97-AF65-F5344CB8AC3E}">
        <p14:creationId xmlns:p14="http://schemas.microsoft.com/office/powerpoint/2010/main" val="10706837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 This page shows additional details per system property for Open-Source Health, indicating the number of findings and risk levels for each of the system properties.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Details regarding interpretation are described in the SIG 2026 Tech DD for Partners -  Sigrid Interpretation Guide, available separately.</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17</a:t>
            </a:fld>
            <a:endParaRPr lang="en-US"/>
          </a:p>
        </p:txBody>
      </p:sp>
    </p:spTree>
    <p:extLst>
      <p:ext uri="{BB962C8B-B14F-4D97-AF65-F5344CB8AC3E}">
        <p14:creationId xmlns:p14="http://schemas.microsoft.com/office/powerpoint/2010/main" val="2133480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 Id="rId7"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683E3-5FB9-AD96-6B12-CD4182345C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3CE3C5-1182-0A50-409F-EEEC0F13E2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67432B-4A6E-E429-716A-1C4EB1FEE0EF}"/>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5" name="Footer Placeholder 4">
            <a:extLst>
              <a:ext uri="{FF2B5EF4-FFF2-40B4-BE49-F238E27FC236}">
                <a16:creationId xmlns:a16="http://schemas.microsoft.com/office/drawing/2014/main" id="{019E8AE2-3087-8C72-19E2-47EEE24B9063}"/>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CE3B8C7A-7826-B261-59C3-2F8FB60AC78D}"/>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636683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1B1A-92B1-B3B4-5A58-9A831E5687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23C648-394F-D11E-21DE-5E0A0FD57A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86FA9A-F688-5D40-6CE7-42A6858ACC21}"/>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5" name="Footer Placeholder 4">
            <a:extLst>
              <a:ext uri="{FF2B5EF4-FFF2-40B4-BE49-F238E27FC236}">
                <a16:creationId xmlns:a16="http://schemas.microsoft.com/office/drawing/2014/main" id="{ED562908-B0F4-4A22-11FB-CE89C0694894}"/>
              </a:ext>
            </a:extLst>
          </p:cNvPr>
          <p:cNvSpPr>
            <a:spLocks noGrp="1"/>
          </p:cNvSpPr>
          <p:nvPr>
            <p:ph type="ftr" sz="quarter" idx="11"/>
          </p:nvPr>
        </p:nvSpPr>
        <p:spPr/>
        <p:txBody>
          <a:bodyPr/>
          <a:lstStyle/>
          <a:p>
            <a:r>
              <a:rPr lang="nl-NL" err="1"/>
              <a:t>Confidential</a:t>
            </a:r>
            <a:endParaRPr lang="nl-NL"/>
          </a:p>
        </p:txBody>
      </p:sp>
      <p:sp>
        <p:nvSpPr>
          <p:cNvPr id="7" name="Slide Number Placeholder 5">
            <a:extLst>
              <a:ext uri="{FF2B5EF4-FFF2-40B4-BE49-F238E27FC236}">
                <a16:creationId xmlns:a16="http://schemas.microsoft.com/office/drawing/2014/main" id="{1B8B338A-4662-E820-C00A-231B13CD8A83}"/>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793601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C09B-2777-0472-9F59-A2090F066C5D}"/>
              </a:ext>
            </a:extLst>
          </p:cNvPr>
          <p:cNvSpPr>
            <a:spLocks noGrp="1"/>
          </p:cNvSpPr>
          <p:nvPr>
            <p:ph type="title"/>
          </p:nvPr>
        </p:nvSpPr>
        <p:spPr>
          <a:xfrm>
            <a:off x="368710" y="1709738"/>
            <a:ext cx="1097874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3AE233-7DBD-651C-4482-4908A64D1D87}"/>
              </a:ext>
            </a:extLst>
          </p:cNvPr>
          <p:cNvSpPr>
            <a:spLocks noGrp="1"/>
          </p:cNvSpPr>
          <p:nvPr>
            <p:ph type="body" idx="1"/>
          </p:nvPr>
        </p:nvSpPr>
        <p:spPr>
          <a:xfrm>
            <a:off x="368710" y="4589463"/>
            <a:ext cx="1097874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AA33A9-DA04-BD89-8C49-3C994D71E747}"/>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5" name="Footer Placeholder 4">
            <a:extLst>
              <a:ext uri="{FF2B5EF4-FFF2-40B4-BE49-F238E27FC236}">
                <a16:creationId xmlns:a16="http://schemas.microsoft.com/office/drawing/2014/main" id="{E75F91FE-934D-EE8D-D20B-A64E03C81CE3}"/>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78F90BB8-F5C7-2B99-7F8B-989C2E75E713}"/>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252843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2C39-01FF-0758-2969-5B9EA3A265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B6A7A9-E8A5-E4A1-5C52-267E457F4ED6}"/>
              </a:ext>
            </a:extLst>
          </p:cNvPr>
          <p:cNvSpPr>
            <a:spLocks noGrp="1"/>
          </p:cNvSpPr>
          <p:nvPr>
            <p:ph sz="half" idx="1"/>
          </p:nvPr>
        </p:nvSpPr>
        <p:spPr>
          <a:xfrm>
            <a:off x="368710" y="1825625"/>
            <a:ext cx="53035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0FA91C-A580-14C0-0C55-BBE9BF4EEA1C}"/>
              </a:ext>
            </a:extLst>
          </p:cNvPr>
          <p:cNvSpPr>
            <a:spLocks noGrp="1"/>
          </p:cNvSpPr>
          <p:nvPr>
            <p:ph sz="half" idx="2"/>
          </p:nvPr>
        </p:nvSpPr>
        <p:spPr>
          <a:xfrm>
            <a:off x="6050280" y="1825625"/>
            <a:ext cx="53035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5848DC-71D0-ED2F-7470-4B264FE48E3C}"/>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6" name="Footer Placeholder 5">
            <a:extLst>
              <a:ext uri="{FF2B5EF4-FFF2-40B4-BE49-F238E27FC236}">
                <a16:creationId xmlns:a16="http://schemas.microsoft.com/office/drawing/2014/main" id="{DB93445D-4723-3BF7-B8B5-44120C63EC62}"/>
              </a:ext>
            </a:extLst>
          </p:cNvPr>
          <p:cNvSpPr>
            <a:spLocks noGrp="1"/>
          </p:cNvSpPr>
          <p:nvPr>
            <p:ph type="ftr" sz="quarter" idx="11"/>
          </p:nvPr>
        </p:nvSpPr>
        <p:spPr/>
        <p:txBody>
          <a:bodyPr/>
          <a:lstStyle/>
          <a:p>
            <a:r>
              <a:rPr lang="nl-NL"/>
              <a:t>Confidential</a:t>
            </a:r>
          </a:p>
        </p:txBody>
      </p:sp>
      <p:sp>
        <p:nvSpPr>
          <p:cNvPr id="8" name="Slide Number Placeholder 5">
            <a:extLst>
              <a:ext uri="{FF2B5EF4-FFF2-40B4-BE49-F238E27FC236}">
                <a16:creationId xmlns:a16="http://schemas.microsoft.com/office/drawing/2014/main" id="{62AC5246-F9BD-C3D5-C164-BB0769FC8A0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832893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D081-7488-E276-8787-4E395CB31554}"/>
              </a:ext>
            </a:extLst>
          </p:cNvPr>
          <p:cNvSpPr>
            <a:spLocks noGrp="1"/>
          </p:cNvSpPr>
          <p:nvPr>
            <p:ph type="title"/>
          </p:nvPr>
        </p:nvSpPr>
        <p:spPr>
          <a:xfrm>
            <a:off x="368710" y="365125"/>
            <a:ext cx="1098667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0C8699-11C7-547E-2B8B-832D36B67097}"/>
              </a:ext>
            </a:extLst>
          </p:cNvPr>
          <p:cNvSpPr>
            <a:spLocks noGrp="1"/>
          </p:cNvSpPr>
          <p:nvPr>
            <p:ph type="body" idx="1"/>
          </p:nvPr>
        </p:nvSpPr>
        <p:spPr>
          <a:xfrm>
            <a:off x="368711" y="1769806"/>
            <a:ext cx="5303520" cy="74479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DC1E40-1862-5ED5-61E6-E6F81C9DA2DC}"/>
              </a:ext>
            </a:extLst>
          </p:cNvPr>
          <p:cNvSpPr>
            <a:spLocks noGrp="1"/>
          </p:cNvSpPr>
          <p:nvPr>
            <p:ph sz="half" idx="2"/>
          </p:nvPr>
        </p:nvSpPr>
        <p:spPr>
          <a:xfrm>
            <a:off x="368711" y="2514600"/>
            <a:ext cx="530352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345B34-2574-C9AC-7CBE-E9AB152A6872}"/>
              </a:ext>
            </a:extLst>
          </p:cNvPr>
          <p:cNvSpPr>
            <a:spLocks noGrp="1"/>
          </p:cNvSpPr>
          <p:nvPr>
            <p:ph type="body" sz="quarter" idx="3"/>
          </p:nvPr>
        </p:nvSpPr>
        <p:spPr>
          <a:xfrm>
            <a:off x="6050280" y="1769806"/>
            <a:ext cx="5303520" cy="74479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A01F3D-B80D-D478-9281-525FE87A0AC8}"/>
              </a:ext>
            </a:extLst>
          </p:cNvPr>
          <p:cNvSpPr>
            <a:spLocks noGrp="1"/>
          </p:cNvSpPr>
          <p:nvPr>
            <p:ph sz="quarter" idx="4"/>
          </p:nvPr>
        </p:nvSpPr>
        <p:spPr>
          <a:xfrm>
            <a:off x="6050280" y="2514600"/>
            <a:ext cx="530352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D53ED0-41A4-A8EB-F317-AF846DF28393}"/>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8" name="Footer Placeholder 7">
            <a:extLst>
              <a:ext uri="{FF2B5EF4-FFF2-40B4-BE49-F238E27FC236}">
                <a16:creationId xmlns:a16="http://schemas.microsoft.com/office/drawing/2014/main" id="{C47C1408-9B36-DCD8-910B-935687BFFD34}"/>
              </a:ext>
            </a:extLst>
          </p:cNvPr>
          <p:cNvSpPr>
            <a:spLocks noGrp="1"/>
          </p:cNvSpPr>
          <p:nvPr>
            <p:ph type="ftr" sz="quarter" idx="11"/>
          </p:nvPr>
        </p:nvSpPr>
        <p:spPr/>
        <p:txBody>
          <a:bodyPr/>
          <a:lstStyle/>
          <a:p>
            <a:r>
              <a:rPr lang="nl-NL"/>
              <a:t>Confidential</a:t>
            </a:r>
          </a:p>
        </p:txBody>
      </p:sp>
      <p:sp>
        <p:nvSpPr>
          <p:cNvPr id="10" name="Slide Number Placeholder 5">
            <a:extLst>
              <a:ext uri="{FF2B5EF4-FFF2-40B4-BE49-F238E27FC236}">
                <a16:creationId xmlns:a16="http://schemas.microsoft.com/office/drawing/2014/main" id="{7025F6B9-7E29-7E51-CF5A-4325BAFECEA3}"/>
              </a:ext>
            </a:extLst>
          </p:cNvPr>
          <p:cNvSpPr>
            <a:spLocks noGrp="1"/>
          </p:cNvSpPr>
          <p:nvPr>
            <p:ph type="sldNum" sz="quarter" idx="12"/>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391422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1B264-BCE5-766C-9572-2E7D363293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127C68-60F6-AB3B-28F6-829E6B19BA7B}"/>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4" name="Footer Placeholder 3">
            <a:extLst>
              <a:ext uri="{FF2B5EF4-FFF2-40B4-BE49-F238E27FC236}">
                <a16:creationId xmlns:a16="http://schemas.microsoft.com/office/drawing/2014/main" id="{3305DB29-40B1-E0C5-6E6A-1CA525C42082}"/>
              </a:ext>
            </a:extLst>
          </p:cNvPr>
          <p:cNvSpPr>
            <a:spLocks noGrp="1"/>
          </p:cNvSpPr>
          <p:nvPr>
            <p:ph type="ftr" sz="quarter" idx="11"/>
          </p:nvPr>
        </p:nvSpPr>
        <p:spPr/>
        <p:txBody>
          <a:bodyPr/>
          <a:lstStyle/>
          <a:p>
            <a:r>
              <a:rPr lang="nl-NL"/>
              <a:t>Confidential</a:t>
            </a:r>
          </a:p>
        </p:txBody>
      </p:sp>
      <p:sp>
        <p:nvSpPr>
          <p:cNvPr id="6" name="Slide Number Placeholder 5">
            <a:extLst>
              <a:ext uri="{FF2B5EF4-FFF2-40B4-BE49-F238E27FC236}">
                <a16:creationId xmlns:a16="http://schemas.microsoft.com/office/drawing/2014/main" id="{03D8518E-2D97-DD34-F4BA-3FBF3DD320D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880255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53AFF4-48EF-E755-F998-75CEBDE6F64F}"/>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3" name="Footer Placeholder 2">
            <a:extLst>
              <a:ext uri="{FF2B5EF4-FFF2-40B4-BE49-F238E27FC236}">
                <a16:creationId xmlns:a16="http://schemas.microsoft.com/office/drawing/2014/main" id="{BA18C1BE-26B8-06CE-D78A-52B10F5C48A8}"/>
              </a:ext>
            </a:extLst>
          </p:cNvPr>
          <p:cNvSpPr>
            <a:spLocks noGrp="1"/>
          </p:cNvSpPr>
          <p:nvPr>
            <p:ph type="ftr" sz="quarter" idx="11"/>
          </p:nvPr>
        </p:nvSpPr>
        <p:spPr/>
        <p:txBody>
          <a:bodyPr/>
          <a:lstStyle/>
          <a:p>
            <a:r>
              <a:rPr lang="nl-NL"/>
              <a:t>Confidential</a:t>
            </a:r>
          </a:p>
        </p:txBody>
      </p:sp>
      <p:sp>
        <p:nvSpPr>
          <p:cNvPr id="5" name="Slide Number Placeholder 5">
            <a:extLst>
              <a:ext uri="{FF2B5EF4-FFF2-40B4-BE49-F238E27FC236}">
                <a16:creationId xmlns:a16="http://schemas.microsoft.com/office/drawing/2014/main" id="{7F3A5DFF-6655-9EFD-C45C-7B20F2B94A3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7257181"/>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10CD0-8486-DED3-88D1-427F96C444A6}"/>
              </a:ext>
            </a:extLst>
          </p:cNvPr>
          <p:cNvSpPr>
            <a:spLocks noGrp="1"/>
          </p:cNvSpPr>
          <p:nvPr>
            <p:ph type="title"/>
          </p:nvPr>
        </p:nvSpPr>
        <p:spPr>
          <a:xfrm>
            <a:off x="368710" y="457200"/>
            <a:ext cx="440331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977572-A73D-0DE3-957D-2026B260D559}"/>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EB25CC-9169-FC63-95C3-57275B75C1F7}"/>
              </a:ext>
            </a:extLst>
          </p:cNvPr>
          <p:cNvSpPr>
            <a:spLocks noGrp="1"/>
          </p:cNvSpPr>
          <p:nvPr>
            <p:ph type="body" sz="half" idx="2"/>
          </p:nvPr>
        </p:nvSpPr>
        <p:spPr>
          <a:xfrm>
            <a:off x="368710" y="2057400"/>
            <a:ext cx="440331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5D75D-1C3E-0948-6DBD-79AAA7DAFF6D}"/>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6" name="Footer Placeholder 5">
            <a:extLst>
              <a:ext uri="{FF2B5EF4-FFF2-40B4-BE49-F238E27FC236}">
                <a16:creationId xmlns:a16="http://schemas.microsoft.com/office/drawing/2014/main" id="{3F29554D-0684-99DE-7D54-6EAC648E6F32}"/>
              </a:ext>
            </a:extLst>
          </p:cNvPr>
          <p:cNvSpPr>
            <a:spLocks noGrp="1"/>
          </p:cNvSpPr>
          <p:nvPr>
            <p:ph type="ftr" sz="quarter" idx="11"/>
          </p:nvPr>
        </p:nvSpPr>
        <p:spPr/>
        <p:txBody>
          <a:bodyPr/>
          <a:lstStyle/>
          <a:p>
            <a:r>
              <a:rPr lang="nl-NL"/>
              <a:t>Confidential</a:t>
            </a:r>
          </a:p>
        </p:txBody>
      </p:sp>
      <p:sp>
        <p:nvSpPr>
          <p:cNvPr id="8" name="Slide Number Placeholder 5">
            <a:extLst>
              <a:ext uri="{FF2B5EF4-FFF2-40B4-BE49-F238E27FC236}">
                <a16:creationId xmlns:a16="http://schemas.microsoft.com/office/drawing/2014/main" id="{47F2C02E-4146-82F9-00BA-7525E3B1BF2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06167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D855E-FC4B-4E3A-133B-D48B4B58F3A9}"/>
              </a:ext>
            </a:extLst>
          </p:cNvPr>
          <p:cNvSpPr>
            <a:spLocks noGrp="1"/>
          </p:cNvSpPr>
          <p:nvPr>
            <p:ph type="title"/>
          </p:nvPr>
        </p:nvSpPr>
        <p:spPr>
          <a:xfrm>
            <a:off x="368710" y="457200"/>
            <a:ext cx="440331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AB45CA-5366-657B-9752-4357385E3560}"/>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7E1FEE-667B-4575-015E-4E7C60DF8E64}"/>
              </a:ext>
            </a:extLst>
          </p:cNvPr>
          <p:cNvSpPr>
            <a:spLocks noGrp="1"/>
          </p:cNvSpPr>
          <p:nvPr>
            <p:ph type="body" sz="half" idx="2"/>
          </p:nvPr>
        </p:nvSpPr>
        <p:spPr>
          <a:xfrm>
            <a:off x="368710" y="2057400"/>
            <a:ext cx="440331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1B0148-844D-B643-6B96-00B0616A5ACF}"/>
              </a:ext>
            </a:extLst>
          </p:cNvPr>
          <p:cNvSpPr>
            <a:spLocks noGrp="1"/>
          </p:cNvSpPr>
          <p:nvPr>
            <p:ph type="dt" sz="half" idx="10"/>
          </p:nvPr>
        </p:nvSpPr>
        <p:spPr/>
        <p:txBody>
          <a:bodyPr/>
          <a:lstStyle/>
          <a:p>
            <a:fld id="{09B482E8-6E0E-1B4F-B1FD-C69DB9E858D9}" type="datetimeFigureOut">
              <a:rPr lang="en-US" smtClean="0"/>
              <a:pPr/>
              <a:t>6/1/26</a:t>
            </a:fld>
            <a:endParaRPr lang="en-US"/>
          </a:p>
        </p:txBody>
      </p:sp>
      <p:sp>
        <p:nvSpPr>
          <p:cNvPr id="6" name="Footer Placeholder 5">
            <a:extLst>
              <a:ext uri="{FF2B5EF4-FFF2-40B4-BE49-F238E27FC236}">
                <a16:creationId xmlns:a16="http://schemas.microsoft.com/office/drawing/2014/main" id="{E15DDFAF-E7D8-048F-2B6F-A33187B31A69}"/>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9EDD4DF6-3281-744B-203A-D495DF4A4A89}"/>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8752798"/>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7DEFA-ABE0-8911-8DC7-245E2784DC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8278D4-31BA-816B-DFB2-3901458D9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401ABA-5DB1-8E90-1FF8-4015230CE8FE}"/>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5" name="Footer Placeholder 4">
            <a:extLst>
              <a:ext uri="{FF2B5EF4-FFF2-40B4-BE49-F238E27FC236}">
                <a16:creationId xmlns:a16="http://schemas.microsoft.com/office/drawing/2014/main" id="{7D5514B2-8542-327E-3676-B23547440B8B}"/>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266032FE-5951-E1CA-36A8-C1295DEE3327}"/>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31082719"/>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6F573C-D6B5-95BD-DC7A-3AD7E5B95C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2512D7-C5DA-84EA-D729-4CEFA6C79A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DE1F5-F4F4-FB87-91C1-C1D3A2012ACF}"/>
              </a:ext>
            </a:extLst>
          </p:cNvPr>
          <p:cNvSpPr>
            <a:spLocks noGrp="1"/>
          </p:cNvSpPr>
          <p:nvPr>
            <p:ph type="dt" sz="half" idx="10"/>
          </p:nvPr>
        </p:nvSpPr>
        <p:spPr/>
        <p:txBody>
          <a:bodyPr/>
          <a:lstStyle/>
          <a:p>
            <a:fld id="{C764DE79-268F-4C1A-8933-263129D2AF90}" type="datetimeFigureOut">
              <a:rPr lang="en-US" smtClean="0"/>
              <a:t>6/1/26</a:t>
            </a:fld>
            <a:endParaRPr lang="en-US"/>
          </a:p>
        </p:txBody>
      </p:sp>
      <p:sp>
        <p:nvSpPr>
          <p:cNvPr id="5" name="Footer Placeholder 4">
            <a:extLst>
              <a:ext uri="{FF2B5EF4-FFF2-40B4-BE49-F238E27FC236}">
                <a16:creationId xmlns:a16="http://schemas.microsoft.com/office/drawing/2014/main" id="{AE23B05D-AC3D-8B66-4CD6-C92E0530D768}"/>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B0BE340C-3970-2D71-6F7A-E6F56EA6ED9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893468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Front cover Tech">
    <p:bg>
      <p:bgPr>
        <a:solidFill>
          <a:schemeClr val="bg1"/>
        </a:solidFill>
        <a:effectLst/>
      </p:bgPr>
    </p:bg>
    <p:spTree>
      <p:nvGrpSpPr>
        <p:cNvPr id="1" name=""/>
        <p:cNvGrpSpPr/>
        <p:nvPr/>
      </p:nvGrpSpPr>
      <p:grpSpPr>
        <a:xfrm>
          <a:off x="0" y="0"/>
          <a:ext cx="0" cy="0"/>
          <a:chOff x="0" y="0"/>
          <a:chExt cx="0" cy="0"/>
        </a:xfrm>
      </p:grpSpPr>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chemeClr val="tx1"/>
                </a:solidFill>
                <a:latin typeface="Calibri" panose="020F0502020204030204" pitchFamily="34" charset="0"/>
                <a:cs typeface="Calibri" panose="020F05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chemeClr val="tx1"/>
                </a:solidFill>
                <a:latin typeface="Calibri" panose="020F0502020204030204" pitchFamily="34"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Insert presentation subject</a:t>
            </a:r>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chemeClr val="tx1"/>
                </a:solidFill>
                <a:effectLst/>
                <a:latin typeface="Calibri" panose="020F0502020204030204" pitchFamily="34" charset="0"/>
                <a:cs typeface="Calibri" panose="020F0502020204030204" pitchFamily="34" charset="0"/>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a:t>Insert report date (# &lt;full month name&gt; 20##)</a:t>
            </a:r>
          </a:p>
        </p:txBody>
      </p:sp>
      <p:sp>
        <p:nvSpPr>
          <p:cNvPr id="3" name="Slide Number Placeholder 5">
            <a:extLst>
              <a:ext uri="{FF2B5EF4-FFF2-40B4-BE49-F238E27FC236}">
                <a16:creationId xmlns:a16="http://schemas.microsoft.com/office/drawing/2014/main" id="{0BCDEC38-4CDF-2F85-E8C8-41FB0085ECFC}"/>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6" name="Footer Placeholder 3">
            <a:extLst>
              <a:ext uri="{FF2B5EF4-FFF2-40B4-BE49-F238E27FC236}">
                <a16:creationId xmlns:a16="http://schemas.microsoft.com/office/drawing/2014/main" id="{BED36E9F-55FE-17FB-D69F-C713841335C9}"/>
              </a:ext>
            </a:extLst>
          </p:cNvPr>
          <p:cNvSpPr>
            <a:spLocks noGrp="1"/>
          </p:cNvSpPr>
          <p:nvPr>
            <p:ph type="ftr" sz="quarter" idx="17"/>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863613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able of contents">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chemeClr val="tx1"/>
                </a:solidFill>
                <a:latin typeface="Calibri" panose="020F0502020204030204" pitchFamily="34" charset="0"/>
                <a:cs typeface="Calibri" panose="020F0502020204030204" pitchFamily="34" charset="0"/>
              </a:defRPr>
            </a:lvl1pPr>
          </a:lstStyle>
          <a:p>
            <a:r>
              <a:rPr lang="nl-NL" err="1"/>
              <a:t>Insert</a:t>
            </a:r>
            <a:r>
              <a:rPr lang="nl-NL"/>
              <a:t> </a:t>
            </a:r>
            <a:r>
              <a:rPr lang="nl-NL" err="1"/>
              <a:t>title</a:t>
            </a:r>
            <a:endParaRPr lang="en-US"/>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no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solidFill>
                  <a:schemeClr val="tx1"/>
                </a:solidFill>
                <a:latin typeface="Calibri" panose="020F0502020204030204" pitchFamily="34" charset="0"/>
                <a:cs typeface="Calibri" panose="020F0502020204030204" pitchFamily="34" charset="0"/>
              </a:defRPr>
            </a:lvl1pPr>
            <a:lvl2pPr marL="1114425" indent="-217488">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2pPr>
            <a:lvl3pPr marL="1341438" indent="-227013">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3pPr>
            <a:lvl4pPr marL="1600200" indent="-258763">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4pPr>
          </a:lstStyle>
          <a:p>
            <a:pPr lvl="0"/>
            <a:r>
              <a:rPr lang="nl-NL" err="1"/>
              <a:t>Insert</a:t>
            </a:r>
            <a:r>
              <a:rPr lang="nl-NL"/>
              <a:t> </a:t>
            </a:r>
            <a:r>
              <a:rPr lang="nl-NL" err="1"/>
              <a:t>presentation</a:t>
            </a:r>
            <a:r>
              <a:rPr lang="nl-NL"/>
              <a:t> </a:t>
            </a:r>
            <a:r>
              <a:rPr lang="nl-NL" err="1"/>
              <a:t>sections</a:t>
            </a:r>
            <a:r>
              <a:rPr lang="nl-NL"/>
              <a:t>/topics</a:t>
            </a:r>
          </a:p>
          <a:p>
            <a:pPr lvl="1"/>
            <a:r>
              <a:rPr lang="nl-NL" err="1"/>
              <a:t>Indented</a:t>
            </a:r>
            <a:r>
              <a:rPr lang="nl-NL"/>
              <a:t> </a:t>
            </a:r>
            <a:r>
              <a:rPr lang="nl-NL" err="1"/>
              <a:t>bullet</a:t>
            </a:r>
            <a:r>
              <a:rPr lang="nl-NL"/>
              <a:t> level 1</a:t>
            </a:r>
          </a:p>
          <a:p>
            <a:pPr lvl="2"/>
            <a:r>
              <a:rPr lang="nl-NL" err="1"/>
              <a:t>Indented</a:t>
            </a:r>
            <a:r>
              <a:rPr lang="nl-NL"/>
              <a:t> </a:t>
            </a:r>
            <a:r>
              <a:rPr lang="nl-NL" err="1"/>
              <a:t>bullet</a:t>
            </a:r>
            <a:r>
              <a:rPr lang="nl-NL"/>
              <a:t> level 2	</a:t>
            </a:r>
          </a:p>
          <a:p>
            <a:pPr lvl="3"/>
            <a:r>
              <a:rPr lang="nl-NL" err="1"/>
              <a:t>Indented</a:t>
            </a:r>
            <a:r>
              <a:rPr lang="nl-NL"/>
              <a:t> </a:t>
            </a:r>
            <a:r>
              <a:rPr lang="nl-NL" err="1"/>
              <a:t>bullet</a:t>
            </a:r>
            <a:r>
              <a:rPr lang="nl-NL"/>
              <a:t> level 3	</a:t>
            </a:r>
          </a:p>
          <a:p>
            <a:pPr lvl="0"/>
            <a:r>
              <a:rPr lang="en-US"/>
              <a:t>This is a second base-level item</a:t>
            </a:r>
          </a:p>
        </p:txBody>
      </p:sp>
      <p:sp>
        <p:nvSpPr>
          <p:cNvPr id="6" name="Slide Number Placeholder 5">
            <a:extLst>
              <a:ext uri="{FF2B5EF4-FFF2-40B4-BE49-F238E27FC236}">
                <a16:creationId xmlns:a16="http://schemas.microsoft.com/office/drawing/2014/main" id="{83CCEBC4-9F31-475B-A20A-62508FF94CC0}"/>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 name="Footer Placeholder 3">
            <a:extLst>
              <a:ext uri="{FF2B5EF4-FFF2-40B4-BE49-F238E27FC236}">
                <a16:creationId xmlns:a16="http://schemas.microsoft.com/office/drawing/2014/main" id="{5E064D04-1B47-2CA6-6819-D5C70FCE757F}"/>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977873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General">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sz="1600">
                <a:latin typeface="Calibri" panose="020F0502020204030204" pitchFamily="34" charset="0"/>
                <a:cs typeface="Calibri" panose="020F0502020204030204" pitchFamily="34" charset="0"/>
              </a:defRPr>
            </a:lvl1pPr>
          </a:lstStyle>
          <a:p>
            <a:pPr lvl="0"/>
            <a:r>
              <a:rPr lang="en-US"/>
              <a:t>Insert content text (headers in bold)</a:t>
            </a:r>
          </a:p>
        </p:txBody>
      </p:sp>
      <p:sp>
        <p:nvSpPr>
          <p:cNvPr id="3" name="Footer Placeholder 3">
            <a:extLst>
              <a:ext uri="{FF2B5EF4-FFF2-40B4-BE49-F238E27FC236}">
                <a16:creationId xmlns:a16="http://schemas.microsoft.com/office/drawing/2014/main" id="{8C31C1A6-51A5-3275-2831-9AB400A4317E}"/>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1283676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General">
    <p:bg>
      <p:bgRef idx="1001">
        <a:schemeClr val="bg2"/>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sz="1600">
                <a:latin typeface="Calibri" panose="020F0502020204030204" pitchFamily="34" charset="0"/>
                <a:cs typeface="Calibri" panose="020F0502020204030204" pitchFamily="34" charset="0"/>
              </a:defRPr>
            </a:lvl1pPr>
          </a:lstStyle>
          <a:p>
            <a:pPr lvl="0"/>
            <a:r>
              <a:rPr lang="en-US"/>
              <a:t>Insert content text (headers in bold)</a:t>
            </a:r>
          </a:p>
        </p:txBody>
      </p:sp>
      <p:sp>
        <p:nvSpPr>
          <p:cNvPr id="3" name="Footer Placeholder 3">
            <a:extLst>
              <a:ext uri="{FF2B5EF4-FFF2-40B4-BE49-F238E27FC236}">
                <a16:creationId xmlns:a16="http://schemas.microsoft.com/office/drawing/2014/main" id="{8C31C1A6-51A5-3275-2831-9AB400A4317E}"/>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1708767194"/>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1" i="0">
                <a:solidFill>
                  <a:schemeClr val="tx1"/>
                </a:solidFill>
                <a:latin typeface="Calibri" panose="020F0502020204030204" pitchFamily="34" charset="0"/>
                <a:cs typeface="Calibri" panose="020F0502020204030204" pitchFamily="34"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latin typeface="Calibri" panose="020F0502020204030204" pitchFamily="34" charset="0"/>
                <a:cs typeface="Calibri" panose="020F0502020204030204" pitchFamily="34" charset="0"/>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latin typeface="Calibri" panose="020F0502020204030204" pitchFamily="34" charset="0"/>
                <a:cs typeface="Calibri" panose="020F0502020204030204" pitchFamily="34" charset="0"/>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latin typeface="Calibri" panose="020F0502020204030204" pitchFamily="34" charset="0"/>
                <a:cs typeface="Calibri" panose="020F0502020204030204" pitchFamily="34" charset="0"/>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a:solidFill>
                  <a:srgbClr val="57C968"/>
                </a:solidFill>
                <a:latin typeface="Calibri" panose="020F0502020204030204" pitchFamily="34" charset="0"/>
                <a:cs typeface="Calibri" panose="020F0502020204030204" pitchFamily="34" charset="0"/>
              </a:rPr>
              <a:t>✓</a:t>
            </a:r>
            <a:r>
              <a:rPr lang="en-US" sz="1200">
                <a:solidFill>
                  <a:srgbClr val="57C968"/>
                </a:solidFill>
                <a:latin typeface="Calibri" panose="020F0502020204030204" pitchFamily="34" charset="0"/>
                <a:cs typeface="Calibri" panose="020F0502020204030204" pitchFamily="34" charset="0"/>
              </a:rPr>
              <a:t> </a:t>
            </a:r>
            <a:r>
              <a:rPr lang="en-US" sz="1200" spc="-50" noProof="1">
                <a:solidFill>
                  <a:srgbClr val="57C968"/>
                </a:solidFill>
                <a:latin typeface="Calibri" panose="020F0502020204030204" pitchFamily="34" charset="0"/>
                <a:cs typeface="Calibri" panose="020F0502020204030204" pitchFamily="34" charset="0"/>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chemeClr val="accent4">
                  <a:lumMod val="60000"/>
                  <a:lumOff val="40000"/>
                </a:schemeClr>
              </a:gs>
              <a:gs pos="76000">
                <a:schemeClr val="accent4"/>
              </a:gs>
              <a:gs pos="0">
                <a:schemeClr val="accent3">
                  <a:alpha val="0"/>
                </a:schemeClr>
              </a:gs>
            </a:gsLst>
            <a:lin ang="2700000" scaled="0"/>
          </a:gradFill>
          <a:ln w="12700">
            <a:gradFill>
              <a:gsLst>
                <a:gs pos="100000">
                  <a:schemeClr val="accent4">
                    <a:lumMod val="20000"/>
                    <a:lumOff val="80000"/>
                  </a:schemeClr>
                </a:gs>
                <a:gs pos="0">
                  <a:schemeClr val="accent4">
                    <a:lumMod val="75000"/>
                  </a:schemeClr>
                </a:gs>
              </a:gsLst>
              <a:lin ang="2700000" scaled="0"/>
            </a:gra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a:solidFill>
                  <a:schemeClr val="tx2"/>
                </a:solidFill>
                <a:latin typeface="Calibri" panose="020F0502020204030204" pitchFamily="34" charset="0"/>
                <a:cs typeface="Calibri" panose="020F0502020204030204" pitchFamily="34" charset="0"/>
              </a:rPr>
              <a:t>external</a:t>
            </a:r>
            <a:br>
              <a:rPr lang="en-US" sz="1100">
                <a:solidFill>
                  <a:schemeClr val="tx2"/>
                </a:solidFill>
                <a:latin typeface="Calibri" panose="020F0502020204030204" pitchFamily="34" charset="0"/>
                <a:cs typeface="Calibri" panose="020F0502020204030204" pitchFamily="34" charset="0"/>
              </a:rPr>
            </a:br>
            <a:r>
              <a:rPr lang="en-US" sz="1100">
                <a:solidFill>
                  <a:schemeClr val="tx2"/>
                </a:solidFill>
                <a:latin typeface="Calibri" panose="020F0502020204030204" pitchFamily="34" charset="0"/>
                <a:cs typeface="Calibri" panose="020F0502020204030204" pitchFamily="34" charset="0"/>
              </a:rPr>
              <a:t>dependencies</a:t>
            </a:r>
            <a:endParaRPr lang="en-US" sz="1200" spc="-50" noProof="1">
              <a:solidFill>
                <a:schemeClr val="tx2"/>
              </a:solidFill>
              <a:latin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a:solidFill>
                  <a:schemeClr val="tx1">
                    <a:alpha val="50000"/>
                  </a:schemeClr>
                </a:solidFill>
                <a:latin typeface="Calibri" panose="020F0502020204030204" pitchFamily="34" charset="0"/>
                <a:cs typeface="Calibri" panose="020F0502020204030204" pitchFamily="34" charset="0"/>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vulnerability </a:t>
            </a:r>
            <a:r>
              <a:rPr lang="en-US" sz="1200">
                <a:solidFill>
                  <a:schemeClr val="tx1"/>
                </a:solidFill>
                <a:latin typeface="Calibri" panose="020F0502020204030204" pitchFamily="34" charset="0"/>
                <a:cs typeface="Calibri" panose="020F0502020204030204" pitchFamily="34" charset="0"/>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legal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freshness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stability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management </a:t>
            </a:r>
            <a:r>
              <a:rPr lang="en-US" sz="1200">
                <a:solidFill>
                  <a:schemeClr val="tx1"/>
                </a:solidFill>
                <a:latin typeface="Calibri" panose="020F0502020204030204" pitchFamily="34" charset="0"/>
                <a:cs typeface="Calibri" panose="020F0502020204030204" pitchFamily="34" charset="0"/>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activity </a:t>
            </a:r>
            <a:r>
              <a:rPr lang="en-US" sz="1200">
                <a:solidFill>
                  <a:schemeClr val="tx1"/>
                </a:solidFill>
                <a:latin typeface="Calibri" panose="020F0502020204030204" pitchFamily="34" charset="0"/>
                <a:cs typeface="Calibri" panose="020F0502020204030204" pitchFamily="34" charset="0"/>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870674"/>
            <a:ext cx="4933794" cy="4447325"/>
          </a:xfrm>
        </p:spPr>
        <p:txBody>
          <a:bodyPr>
            <a:noAutofit/>
          </a:bodyPr>
          <a:lstStyle>
            <a:lvl1pPr marL="285750" indent="-279400">
              <a:buFont typeface="Arial" panose="020B0604020202020204" pitchFamily="34" charset="0"/>
              <a:buChar char="•"/>
              <a:tabLst/>
              <a:defRPr sz="1600">
                <a:solidFill>
                  <a:schemeClr val="tx2"/>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bg1"/>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latin typeface="Calibri" panose="020F0502020204030204" pitchFamily="34" charset="0"/>
                <a:cs typeface="Calibri" panose="020F0502020204030204" pitchFamily="34" charset="0"/>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Tijdelijke aanduiding voor voettekst 3">
            <a:extLst>
              <a:ext uri="{FF2B5EF4-FFF2-40B4-BE49-F238E27FC236}">
                <a16:creationId xmlns:a16="http://schemas.microsoft.com/office/drawing/2014/main" id="{D18CE3AC-8E4E-3906-43B4-F25009D1BC3E}"/>
              </a:ext>
            </a:extLst>
          </p:cNvPr>
          <p:cNvSpPr txBox="1">
            <a:spLocks/>
          </p:cNvSpPr>
          <p:nvPr userDrawn="1"/>
        </p:nvSpPr>
        <p:spPr>
          <a:xfrm>
            <a:off x="514350" y="6465888"/>
            <a:ext cx="1085850" cy="23177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Calibri" panose="020F0502020204030204" pitchFamily="34" charset="0"/>
                <a:ea typeface="+mn-ea"/>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p>
        </p:txBody>
      </p:sp>
      <p:sp>
        <p:nvSpPr>
          <p:cNvPr id="10" name="Slide Number Placeholder 5">
            <a:extLst>
              <a:ext uri="{FF2B5EF4-FFF2-40B4-BE49-F238E27FC236}">
                <a16:creationId xmlns:a16="http://schemas.microsoft.com/office/drawing/2014/main" id="{283C8BD3-4E00-F508-962A-5E8821ABC64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3" name="Text Placeholder 4">
            <a:extLst>
              <a:ext uri="{FF2B5EF4-FFF2-40B4-BE49-F238E27FC236}">
                <a16:creationId xmlns:a16="http://schemas.microsoft.com/office/drawing/2014/main" id="{701E72AC-9CA2-58A8-6B37-AE5184FA0F1B}"/>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4" name="Title 1">
            <a:extLst>
              <a:ext uri="{FF2B5EF4-FFF2-40B4-BE49-F238E27FC236}">
                <a16:creationId xmlns:a16="http://schemas.microsoft.com/office/drawing/2014/main" id="{5E99CD7B-6681-D5A0-0230-B1D1313490F3}"/>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Tree>
    <p:extLst>
      <p:ext uri="{BB962C8B-B14F-4D97-AF65-F5344CB8AC3E}">
        <p14:creationId xmlns:p14="http://schemas.microsoft.com/office/powerpoint/2010/main" val="245872000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B1E0A4-1DAC-17EF-4CAA-8843388CE9A3}"/>
              </a:ext>
            </a:extLst>
          </p:cNvPr>
          <p:cNvSpPr>
            <a:spLocks noGrp="1"/>
          </p:cNvSpPr>
          <p:nvPr>
            <p:ph type="title"/>
          </p:nvPr>
        </p:nvSpPr>
        <p:spPr>
          <a:xfrm>
            <a:off x="368710" y="365125"/>
            <a:ext cx="1098509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35FC6F-0D4F-AF87-09DF-DD2BC9444E10}"/>
              </a:ext>
            </a:extLst>
          </p:cNvPr>
          <p:cNvSpPr>
            <a:spLocks noGrp="1"/>
          </p:cNvSpPr>
          <p:nvPr>
            <p:ph type="body" idx="1"/>
          </p:nvPr>
        </p:nvSpPr>
        <p:spPr>
          <a:xfrm>
            <a:off x="368710" y="1825625"/>
            <a:ext cx="1098509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4DFA5E-8AE2-7EBB-9A47-9EC4F67C60A0}"/>
              </a:ext>
            </a:extLst>
          </p:cNvPr>
          <p:cNvSpPr>
            <a:spLocks noGrp="1"/>
          </p:cNvSpPr>
          <p:nvPr>
            <p:ph type="dt" sz="half" idx="2"/>
          </p:nvPr>
        </p:nvSpPr>
        <p:spPr>
          <a:xfrm>
            <a:off x="36871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Calibri" panose="020F0502020204030204" pitchFamily="34" charset="0"/>
                <a:cs typeface="Calibri" panose="020F0502020204030204" pitchFamily="34" charset="0"/>
              </a:defRPr>
            </a:lvl1pPr>
          </a:lstStyle>
          <a:p>
            <a:fld id="{AEC41643-0C00-BA46-9615-37BDA9F8C33A}" type="datetimeFigureOut">
              <a:rPr lang="en-US" smtClean="0"/>
              <a:pPr/>
              <a:t>6/1/26</a:t>
            </a:fld>
            <a:endParaRPr lang="en-US"/>
          </a:p>
        </p:txBody>
      </p:sp>
      <p:sp>
        <p:nvSpPr>
          <p:cNvPr id="5" name="Footer Placeholder 4">
            <a:extLst>
              <a:ext uri="{FF2B5EF4-FFF2-40B4-BE49-F238E27FC236}">
                <a16:creationId xmlns:a16="http://schemas.microsoft.com/office/drawing/2014/main" id="{55FC72A7-3115-CF97-7EB1-0D5EDD6EA996}"/>
              </a:ext>
            </a:extLst>
          </p:cNvPr>
          <p:cNvSpPr>
            <a:spLocks noGrp="1"/>
          </p:cNvSpPr>
          <p:nvPr>
            <p:ph type="ftr" sz="quarter" idx="3"/>
          </p:nvPr>
        </p:nvSpPr>
        <p:spPr>
          <a:xfrm>
            <a:off x="3229897" y="6356350"/>
            <a:ext cx="4923503" cy="365125"/>
          </a:xfrm>
          <a:prstGeom prst="rect">
            <a:avLst/>
          </a:prstGeom>
        </p:spPr>
        <p:txBody>
          <a:bodyPr vert="horz" lIns="91440" tIns="45720" rIns="91440" bIns="45720" rtlCol="0" anchor="ctr"/>
          <a:lstStyle>
            <a:lvl1pPr algn="ctr">
              <a:defRPr sz="1200">
                <a:solidFill>
                  <a:schemeClr val="tx1">
                    <a:tint val="82000"/>
                  </a:schemeClr>
                </a:solidFill>
                <a:latin typeface="Calibri" panose="020F0502020204030204" pitchFamily="34" charset="0"/>
                <a:cs typeface="Calibri" panose="020F0502020204030204" pitchFamily="34" charset="0"/>
              </a:defRPr>
            </a:lvl1pPr>
          </a:lstStyle>
          <a:p>
            <a:r>
              <a:rPr lang="nl-NL"/>
              <a:t>Confidential</a:t>
            </a:r>
          </a:p>
        </p:txBody>
      </p:sp>
      <p:sp>
        <p:nvSpPr>
          <p:cNvPr id="7" name="Slide Number Placeholder 5">
            <a:extLst>
              <a:ext uri="{FF2B5EF4-FFF2-40B4-BE49-F238E27FC236}">
                <a16:creationId xmlns:a16="http://schemas.microsoft.com/office/drawing/2014/main" id="{AA5FF976-BCD0-D477-DD5A-DFE5EA933BAB}"/>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1681741"/>
      </p:ext>
    </p:extLst>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 id="2147484091" r:id="rId13"/>
    <p:sldLayoutId id="2147484092" r:id="rId14"/>
    <p:sldLayoutId id="2147484096" r:id="rId15"/>
    <p:sldLayoutId id="2147484093" r:id="rId16"/>
  </p:sldLayoutIdLst>
  <p:hf hdr="0" dt="0"/>
  <p:txStyles>
    <p:title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7.svg"/><Relationship Id="rId4" Type="http://schemas.openxmlformats.org/officeDocument/2006/relationships/image" Target="../media/image8.svg"/><Relationship Id="rId5" Type="http://schemas.openxmlformats.org/officeDocument/2006/relationships/image" Target="../media/image9.svg"/><Relationship Id="rId6"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11.emf"/><Relationship Id="rId4" Type="http://schemas.openxmlformats.org/officeDocument/2006/relationships/image" Target="../media/image12.svg"/><Relationship Id="rId5" Type="http://schemas.openxmlformats.org/officeDocument/2006/relationships/image" Target="../media/image13.svg"/><Relationship Id="rId6"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14.tiff"/><Relationship Id="rId4" Type="http://schemas.openxmlformats.org/officeDocument/2006/relationships/chart" Target="../charts/chart1.xml"/><Relationship Id="rId5" Type="http://schemas.openxmlformats.org/officeDocument/2006/relationships/image" Target="../media/image15.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6.svg"/><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chart" Target="../charts/char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9.svg"/><Relationship Id="rId4" Type="http://schemas.openxmlformats.org/officeDocument/2006/relationships/image" Target="../media/image19.svg"/><Relationship Id="rId5"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2.svg"/><Relationship Id="rId4" Type="http://schemas.openxmlformats.org/officeDocument/2006/relationships/image" Target="../media/image20.sv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6.svg"/><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21.svg"/><Relationship Id="rId4" Type="http://schemas.openxmlformats.org/officeDocument/2006/relationships/image" Target="../media/image9.svg"/><Relationship Id="rId5" Type="http://schemas.openxmlformats.org/officeDocument/2006/relationships/image" Target="../media/image22.svg"/><Relationship Id="rId6"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 Id="rId3" Type="http://schemas.openxmlformats.org/officeDocument/2006/relationships/image" Target="../media/image16.svg"/><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chart" Target="../charts/chart4.xml"/><Relationship Id="rId4"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9C44FD-B6F4-64A3-C9BC-4636196AAEF0}"/>
              </a:ext>
            </a:extLst>
          </p:cNvPr>
          <p:cNvSpPr>
            <a:spLocks noGrp="1"/>
          </p:cNvSpPr>
          <p:nvPr>
            <p:ph type="body" sz="quarter" idx="13"/>
          </p:nvPr>
        </p:nvSpPr>
        <p:spPr/>
        <p:txBody>
          <a:bodyPr/>
          <a:lstStyle/>
          <a:p>
            <a:r>
              <a:rPr lang="en-US" err="1"/>
              <a:t>Reportgeneratordemo – Integrationtest-kafka</a:t>
            </a:r>
            <a:endParaRPr lang="en-US"/>
          </a:p>
        </p:txBody>
      </p:sp>
      <p:sp>
        <p:nvSpPr>
          <p:cNvPr id="3" name="Text Placeholder 2">
            <a:extLst>
              <a:ext uri="{FF2B5EF4-FFF2-40B4-BE49-F238E27FC236}">
                <a16:creationId xmlns:a16="http://schemas.microsoft.com/office/drawing/2014/main" id="{73270CE5-0352-6778-82AC-04215D5FD36A}"/>
              </a:ext>
            </a:extLst>
          </p:cNvPr>
          <p:cNvSpPr>
            <a:spLocks noGrp="1"/>
          </p:cNvSpPr>
          <p:nvPr>
            <p:ph type="body" sz="quarter" idx="14"/>
          </p:nvPr>
        </p:nvSpPr>
        <p:spPr/>
        <p:txBody>
          <a:bodyPr/>
          <a:lstStyle/>
          <a:p>
            <a:r>
              <a:rPr lang="en-US"/>
              <a:t>Sigrid System Report</a:t>
            </a:r>
          </a:p>
        </p:txBody>
      </p:sp>
      <p:sp>
        <p:nvSpPr>
          <p:cNvPr id="4" name="Text Placeholder 3">
            <a:extLst>
              <a:ext uri="{FF2B5EF4-FFF2-40B4-BE49-F238E27FC236}">
                <a16:creationId xmlns:a16="http://schemas.microsoft.com/office/drawing/2014/main" id="{68F64136-0CB5-F440-39A7-2B0617A7C038}"/>
              </a:ext>
            </a:extLst>
          </p:cNvPr>
          <p:cNvSpPr>
            <a:spLocks noGrp="1"/>
          </p:cNvSpPr>
          <p:nvPr>
            <p:ph type="body" sz="quarter" idx="16"/>
          </p:nvPr>
        </p:nvSpPr>
        <p:spPr/>
        <p:txBody>
          <a:bodyPr/>
          <a:lstStyle/>
          <a:p>
            <a:r>
              <a:rPr lang="en-US"/>
              <a:t>15 March 2026</a:t>
            </a:r>
            <a:endParaRPr lang="en-US"/>
          </a:p>
        </p:txBody>
      </p:sp>
      <p:sp>
        <p:nvSpPr>
          <p:cNvPr id="5" name="Slide Number Placeholder 4">
            <a:extLst>
              <a:ext uri="{FF2B5EF4-FFF2-40B4-BE49-F238E27FC236}">
                <a16:creationId xmlns:a16="http://schemas.microsoft.com/office/drawing/2014/main" id="{1E2E1D82-8C4C-8882-5488-3996FA9CC00F}"/>
              </a:ext>
            </a:extLst>
          </p:cNvPr>
          <p:cNvSpPr>
            <a:spLocks noGrp="1"/>
          </p:cNvSpPr>
          <p:nvPr>
            <p:ph type="sldNum" sz="quarter" idx="4"/>
          </p:nvPr>
        </p:nvSpPr>
        <p:spPr/>
        <p:txBody>
          <a:bodyPr/>
          <a:lstStyle/>
          <a:p>
            <a:fld id="{E242BD21-9B61-2246-BCB1-4BE5E1BEBE1C}" type="slidenum">
              <a:rPr lang="nl-NL" smtClean="0"/>
              <a:pPr/>
              <a:t>1</a:t>
            </a:fld>
            <a:endParaRPr lang="nl-NL">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5D59BDEE-1C6D-931F-FC15-EB2F53094FBC}"/>
              </a:ext>
            </a:extLst>
          </p:cNvPr>
          <p:cNvSpPr>
            <a:spLocks noGrp="1"/>
          </p:cNvSpPr>
          <p:nvPr>
            <p:ph type="ftr" sz="quarter" idx="17"/>
          </p:nvPr>
        </p:nvSpPr>
        <p:spPr/>
        <p:txBody>
          <a:bodyPr/>
          <a:lstStyle/>
          <a:p>
            <a:r>
              <a:rPr lang="en-US" noProof="0"/>
              <a:t>Confidential</a:t>
            </a:r>
          </a:p>
        </p:txBody>
      </p:sp>
    </p:spTree>
    <p:extLst>
      <p:ext uri="{BB962C8B-B14F-4D97-AF65-F5344CB8AC3E}">
        <p14:creationId xmlns:p14="http://schemas.microsoft.com/office/powerpoint/2010/main" val="2886157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26" name="Afgeronde rechthoek 27">
            <a:extLst>
              <a:ext uri="{FF2B5EF4-FFF2-40B4-BE49-F238E27FC236}">
                <a16:creationId xmlns:a16="http://schemas.microsoft.com/office/drawing/2014/main" id="{11022F4E-7F91-B0CF-1E9A-F01F9CA23077}"/>
              </a:ext>
            </a:extLst>
          </p:cNvPr>
          <p:cNvSpPr/>
          <p:nvPr/>
        </p:nvSpPr>
        <p:spPr>
          <a:xfrm>
            <a:off x="4248001" y="761238"/>
            <a:ext cx="7786800" cy="724260"/>
          </a:xfrm>
          <a:prstGeom prst="roundRect">
            <a:avLst/>
          </a:prstGeom>
          <a:gradFill>
            <a:gsLst>
              <a:gs pos="1000">
                <a:schemeClr val="accent4">
                  <a:lumMod val="60000"/>
                  <a:lumOff val="40000"/>
                </a:schemeClr>
              </a:gs>
              <a:gs pos="18000">
                <a:schemeClr val="bg1">
                  <a:alpha val="0"/>
                </a:schemeClr>
              </a:gs>
              <a:gs pos="7000">
                <a:schemeClr val="accent4">
                  <a:lumMod val="20000"/>
                  <a:lumOff val="80000"/>
                </a:schemeClr>
              </a:gs>
            </a:gsLst>
            <a:lin ang="3000000" scaled="0"/>
          </a:gra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a:solidFill>
                <a:schemeClr val="tx2"/>
              </a:solidFill>
              <a:latin typeface="Calibri" panose="020F0502020204030204" pitchFamily="34" charset="0"/>
              <a:cs typeface="Calibri" panose="020F0502020204030204" pitchFamily="34" charset="0"/>
            </a:endParaRPr>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normAutofit fontScale="90000"/>
          </a:bodyPr>
          <a:lstStyle/>
          <a:p>
            <a:r>
              <a:rPr lang="en-US" noProof="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4058166"/>
          </a:xfrm>
        </p:spPr>
        <p:txBody>
          <a:bodyPr/>
          <a:lstStyle/>
          <a:p>
            <a:pPr marL="0" indent="0">
              <a:buNone/>
            </a:pPr>
            <a:r>
              <a:rPr lang="en-US" b="1" noProof="0" dirty="0"/>
              <a:t>	Summary</a:t>
            </a:r>
          </a:p>
          <a:p>
            <a:pPr marL="0" indent="0">
              <a:buNone/>
            </a:pPr>
            <a:r>
              <a:rPr lang="en-US" noProof="0" dirty="0"/>
              <a:t>	Key findings</a:t>
            </a:r>
          </a:p>
          <a:p>
            <a:endParaRPr lang="en-US" noProof="0" dirty="0"/>
          </a:p>
          <a:p>
            <a:endParaRPr lang="en-US" noProof="0" dirty="0"/>
          </a:p>
          <a:p>
            <a:endParaRPr lang="en-US" noProof="0" dirty="0"/>
          </a:p>
          <a:p>
            <a:endParaRPr lang="en-US" noProof="0" dirty="0"/>
          </a:p>
        </p:txBody>
      </p:sp>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4"/>
          </p:nvPr>
        </p:nvSpPr>
        <p:spPr/>
        <p:txBody>
          <a:bodyPr/>
          <a:lstStyle/>
          <a:p>
            <a:fld id="{E242BD21-9B61-2246-BCB1-4BE5E1BEBE1C}" type="slidenum">
              <a:rPr lang="en-US" noProof="0" smtClean="0"/>
              <a:pPr/>
              <a:t>2</a:t>
            </a:fld>
            <a:endParaRPr lang="en-US" noProof="0"/>
          </a:p>
        </p:txBody>
      </p:sp>
      <p:sp>
        <p:nvSpPr>
          <p:cNvPr id="2" name="Tijdelijke aanduiding voor voettekst 1">
            <a:extLst>
              <a:ext uri="{FF2B5EF4-FFF2-40B4-BE49-F238E27FC236}">
                <a16:creationId xmlns:a16="http://schemas.microsoft.com/office/drawing/2014/main" id="{EB7C8C91-AAEE-88A6-BA81-7A5C3377C972}"/>
              </a:ext>
            </a:extLst>
          </p:cNvPr>
          <p:cNvSpPr>
            <a:spLocks noGrp="1"/>
          </p:cNvSpPr>
          <p:nvPr>
            <p:ph type="ftr" sz="quarter" idx="14"/>
          </p:nvPr>
        </p:nvSpPr>
        <p:spPr>
          <a:xfrm>
            <a:off x="514350" y="6465888"/>
            <a:ext cx="1085850" cy="231775"/>
          </a:xfrm>
        </p:spPr>
        <p:txBody>
          <a:bodyPr/>
          <a:lstStyle/>
          <a:p>
            <a:r>
              <a:rPr lang="en-US" noProof="0"/>
              <a:t>Confidential</a:t>
            </a:r>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1739263"/>
            <a:chOff x="1187436" y="2607314"/>
            <a:chExt cx="8637048" cy="1739263"/>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9" name="Rectangle 10">
              <a:extLst>
                <a:ext uri="{FF2B5EF4-FFF2-40B4-BE49-F238E27FC236}">
                  <a16:creationId xmlns:a16="http://schemas.microsoft.com/office/drawing/2014/main" id="{17B7A7D5-B584-1F9B-B4CC-9B65AD7A8E8D}"/>
                </a:ext>
              </a:extLst>
            </p:cNvPr>
            <p:cNvSpPr/>
            <p:nvPr/>
          </p:nvSpPr>
          <p:spPr>
            <a:xfrm>
              <a:off x="2402756" y="2742815"/>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1</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26380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2</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267477"/>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2749962"/>
              <a:ext cx="1972487" cy="322268"/>
            </a:xfrm>
            <a:prstGeom prst="rect">
              <a:avLst/>
            </a:prstGeom>
            <a:noFill/>
          </p:spPr>
          <p:txBody>
            <a:bodyPr wrap="square" lIns="90000" rtlCol="0" anchor="ctr">
              <a:spAutoFit/>
            </a:bodyPr>
            <a:lstStyle/>
            <a:p>
              <a:pPr>
                <a:lnSpc>
                  <a:spcPct val="113000"/>
                </a:lnSpc>
              </a:pPr>
              <a:r>
                <a:rPr lang="en-US" sz="1400" noProof="0">
                  <a:solidFill>
                    <a:schemeClr val="tx2"/>
                  </a:solidFill>
                  <a:latin typeface="Calibri" panose="020F0502020204030204" pitchFamily="34" charset="0"/>
                  <a:cs typeface="Calibri" panose="020F0502020204030204" pitchFamily="34" charset="0"/>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a:solidFill>
                  <a:schemeClr val="tx2"/>
                </a:solidFill>
                <a:latin typeface="Calibri" panose="020F0502020204030204" pitchFamily="34" charset="0"/>
                <a:cs typeface="Calibri" panose="020F0502020204030204" pitchFamily="34" charset="0"/>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3775121"/>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3</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3778789"/>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Open-source health</a:t>
              </a:r>
            </a:p>
          </p:txBody>
        </p:sp>
      </p:gr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A8F2885-3B34-E982-B629-94D557507614}"/>
              </a:ext>
            </a:extLst>
          </p:cNvPr>
          <p:cNvSpPr>
            <a:spLocks noGrp="1"/>
          </p:cNvSpPr>
          <p:nvPr>
            <p:ph type="sldNum" sz="quarter" idx="4"/>
          </p:nvPr>
        </p:nvSpPr>
        <p:spPr/>
        <p:txBody>
          <a:bodyPr/>
          <a:lstStyle/>
          <a:p>
            <a:fld id="{E242BD21-9B61-2246-BCB1-4BE5E1BEBE1C}" type="slidenum">
              <a:rPr lang="nl-NL" smtClean="0"/>
              <a:pPr/>
              <a:t>3</a:t>
            </a:fld>
            <a:endParaRPr lang="nl-NL"/>
          </a:p>
        </p:txBody>
      </p:sp>
      <p:sp>
        <p:nvSpPr>
          <p:cNvPr id="2" name="Text Placeholder 1">
            <a:extLst>
              <a:ext uri="{FF2B5EF4-FFF2-40B4-BE49-F238E27FC236}">
                <a16:creationId xmlns:a16="http://schemas.microsoft.com/office/drawing/2014/main" id="{77C30E21-03D0-E176-48CC-E0A928A30286}"/>
              </a:ext>
            </a:extLst>
          </p:cNvPr>
          <p:cNvSpPr>
            <a:spLocks noGrp="1"/>
          </p:cNvSpPr>
          <p:nvPr>
            <p:ph type="body" sz="quarter" idx="12"/>
          </p:nvPr>
        </p:nvSpPr>
        <p:spPr/>
        <p:txBody>
          <a:bodyPr/>
          <a:lstStyle/>
          <a:p>
            <a:r>
              <a:rPr lang="en-GB"/>
              <a:t>System Metadata Overview</a:t>
            </a:r>
          </a:p>
        </p:txBody>
      </p:sp>
      <p:sp>
        <p:nvSpPr>
          <p:cNvPr id="6" name="Title 5">
            <a:extLst>
              <a:ext uri="{FF2B5EF4-FFF2-40B4-BE49-F238E27FC236}">
                <a16:creationId xmlns:a16="http://schemas.microsoft.com/office/drawing/2014/main" id="{2023B51F-B4CF-A232-65A9-E0C75114AED6}"/>
              </a:ext>
            </a:extLst>
          </p:cNvPr>
          <p:cNvSpPr>
            <a:spLocks noGrp="1"/>
          </p:cNvSpPr>
          <p:nvPr>
            <p:ph type="title"/>
          </p:nvPr>
        </p:nvSpPr>
        <p:spPr/>
        <p:txBody>
          <a:bodyPr/>
          <a:lstStyle/>
          <a:p>
            <a:r>
              <a:rPr lang="en-US"/>
              <a:t>Metadata overview for system Integrationtest-kafka</a:t>
            </a:r>
            <a:endParaRPr lang="en-GB"/>
          </a:p>
        </p:txBody>
      </p:sp>
      <p:sp>
        <p:nvSpPr>
          <p:cNvPr id="40" name="Footer Placeholder 3">
            <a:extLst>
              <a:ext uri="{FF2B5EF4-FFF2-40B4-BE49-F238E27FC236}">
                <a16:creationId xmlns:a16="http://schemas.microsoft.com/office/drawing/2014/main" id="{A1C8AC63-050C-B2D3-DBB2-62323258B98E}"/>
              </a:ext>
            </a:extLst>
          </p:cNvPr>
          <p:cNvSpPr>
            <a:spLocks noGrp="1"/>
          </p:cNvSpPr>
          <p:nvPr>
            <p:ph type="ftr" sz="quarter" idx="14"/>
          </p:nvPr>
        </p:nvSpPr>
        <p:spPr/>
        <p:txBody>
          <a:bodyPr/>
          <a:lstStyle/>
          <a:p>
            <a:r>
              <a:rPr lang="en-US" noProof="0"/>
              <a:t>Confidential</a:t>
            </a:r>
          </a:p>
        </p:txBody>
      </p:sp>
      <p:graphicFrame>
        <p:nvGraphicFramePr>
          <p:cNvPr id="8" name="Table 10">
            <a:extLst>
              <a:ext uri="{FF2B5EF4-FFF2-40B4-BE49-F238E27FC236}">
                <a16:creationId xmlns:a16="http://schemas.microsoft.com/office/drawing/2014/main" id="{09A0B31C-AF41-29A5-D80B-73D37328CC75}"/>
              </a:ext>
            </a:extLst>
          </p:cNvPr>
          <p:cNvGraphicFramePr>
            <a:graphicFrameLocks noGrp="1"/>
          </p:cNvGraphicFramePr>
          <p:nvPr>
            <p:extLst>
              <p:ext uri="{D42A27DB-BD31-4B8C-83A1-F6EECF244321}">
                <p14:modId xmlns:p14="http://schemas.microsoft.com/office/powerpoint/2010/main" val="531613492"/>
              </p:ext>
            </p:extLst>
          </p:nvPr>
        </p:nvGraphicFramePr>
        <p:xfrm>
          <a:off x="582448" y="1509955"/>
          <a:ext cx="5222328" cy="3305539"/>
        </p:xfrm>
        <a:graphic>
          <a:graphicData uri="http://schemas.openxmlformats.org/drawingml/2006/table">
            <a:tbl>
              <a:tblPr firstRow="1" bandRow="1">
                <a:effectLst/>
                <a:tableStyleId>{F2DE63D5-997A-4646-A377-4702673A728D}</a:tableStyleId>
              </a:tblPr>
              <a:tblGrid>
                <a:gridCol w="2757100">
                  <a:extLst>
                    <a:ext uri="{9D8B030D-6E8A-4147-A177-3AD203B41FA5}">
                      <a16:colId xmlns:a16="http://schemas.microsoft.com/office/drawing/2014/main" val="20000"/>
                    </a:ext>
                  </a:extLst>
                </a:gridCol>
                <a:gridCol w="2465228">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General information</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Full System name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Integrationtest-kafka</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Integrationtest-kafka</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Division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Team</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Supplier</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Remark</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Status Active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Yes</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Excluded from Dashboards</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No</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bl>
          </a:graphicData>
        </a:graphic>
      </p:graphicFrame>
      <p:graphicFrame>
        <p:nvGraphicFramePr>
          <p:cNvPr id="23" name="Table 10">
            <a:extLst>
              <a:ext uri="{FF2B5EF4-FFF2-40B4-BE49-F238E27FC236}">
                <a16:creationId xmlns:a16="http://schemas.microsoft.com/office/drawing/2014/main" id="{B0FB2279-02D8-F84F-22E7-354A13384788}"/>
              </a:ext>
            </a:extLst>
          </p:cNvPr>
          <p:cNvGraphicFramePr>
            <a:graphicFrameLocks noGrp="1"/>
          </p:cNvGraphicFramePr>
          <p:nvPr>
            <p:extLst>
              <p:ext uri="{D42A27DB-BD31-4B8C-83A1-F6EECF244321}">
                <p14:modId xmlns:p14="http://schemas.microsoft.com/office/powerpoint/2010/main" val="2749644355"/>
              </p:ext>
            </p:extLst>
          </p:nvPr>
        </p:nvGraphicFramePr>
        <p:xfrm>
          <a:off x="6387224" y="1505382"/>
          <a:ext cx="5222328" cy="3899554"/>
        </p:xfrm>
        <a:graphic>
          <a:graphicData uri="http://schemas.openxmlformats.org/drawingml/2006/table">
            <a:tbl>
              <a:tblPr firstRow="1" bandRow="1">
                <a:effectLst/>
                <a:tableStyleId>{F2DE63D5-997A-4646-A377-4702673A728D}</a:tableStyleId>
              </a:tblPr>
              <a:tblGrid>
                <a:gridCol w="2726959">
                  <a:extLst>
                    <a:ext uri="{9D8B030D-6E8A-4147-A177-3AD203B41FA5}">
                      <a16:colId xmlns:a16="http://schemas.microsoft.com/office/drawing/2014/main" val="20000"/>
                    </a:ext>
                  </a:extLst>
                </a:gridCol>
                <a:gridCol w="2495369">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Metadata</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In production since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Business criticality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Lifecycle phase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Target industry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Deployment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Application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Distribution strategy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External ID</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r h="336405">
                <a:tc>
                  <a:txBody>
                    <a:bodyPr/>
                    <a:lstStyle/>
                    <a:p>
                      <a:pPr algn="l" fontAlgn="b"/>
                      <a:r>
                        <a:rPr lang="en-US" sz="1400" b="1" i="0" u="none" strike="noStrike">
                          <a:solidFill>
                            <a:schemeClr val="tx2"/>
                          </a:solidFill>
                          <a:effectLst/>
                          <a:latin typeface="Calibri Regular"/>
                        </a:rPr>
                        <a:t>External 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4197969"/>
                  </a:ext>
                </a:extLst>
              </a:tr>
            </a:tbl>
          </a:graphicData>
        </a:graphic>
      </p:graphicFrame>
    </p:spTree>
    <p:extLst>
      <p:ext uri="{BB962C8B-B14F-4D97-AF65-F5344CB8AC3E}">
        <p14:creationId xmlns:p14="http://schemas.microsoft.com/office/powerpoint/2010/main" val="287575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
          </p:nvPr>
        </p:nvSpPr>
        <p:spPr>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4</a:t>
            </a:fld>
            <a:endParaRPr lang="en-US" noProof="0"/>
          </a:p>
        </p:txBody>
      </p:sp>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p:txBody>
          <a:bodyPr/>
          <a:lstStyle/>
          <a:p>
            <a:r>
              <a:rPr lang="en-US" noProof="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p:txBody>
          <a:bodyPr/>
          <a:lstStyle/>
          <a:p>
            <a:r>
              <a:rPr lang="en-US" noProof="0"/>
              <a:t>System "Integrationtest-kafka" technical quality: management summary</a:t>
            </a:r>
          </a:p>
        </p:txBody>
      </p:sp>
      <p:sp>
        <p:nvSpPr>
          <p:cNvPr id="32" name="Footer Placeholder 3">
            <a:extLst>
              <a:ext uri="{FF2B5EF4-FFF2-40B4-BE49-F238E27FC236}">
                <a16:creationId xmlns:a16="http://schemas.microsoft.com/office/drawing/2014/main" id="{D28CE7D4-09DB-D227-6C57-1B895655E0D1}"/>
              </a:ext>
            </a:extLst>
          </p:cNvPr>
          <p:cNvSpPr>
            <a:spLocks noGrp="1"/>
          </p:cNvSpPr>
          <p:nvPr>
            <p:ph type="ftr" sz="quarter" idx="14"/>
          </p:nvPr>
        </p:nvSpPr>
        <p:spPr/>
        <p:txBody>
          <a:bodyPr/>
          <a:lstStyle/>
          <a:p>
            <a:r>
              <a:rPr lang="en-US" noProof="0"/>
              <a:t>Confidential</a:t>
            </a:r>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noProof="0">
                <a:solidFill>
                  <a:schemeClr val="bg1"/>
                </a:solidFill>
                <a:latin typeface="Calibri" panose="020F0502020204030204" pitchFamily="34" charset="0"/>
                <a:cs typeface="Calibri" panose="020F0502020204030204" pitchFamily="34" charset="0"/>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Technology choice</a:t>
            </a: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Open-source health</a:t>
            </a: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a:latin typeface="Calibri" panose="020F0502020204030204" pitchFamily="34" charset="0"/>
                <a:ea typeface="+mn-lt"/>
                <a:cs typeface="Calibri" panose="020F0502020204030204" pitchFamily="34" charset="0"/>
              </a:rPr>
              <a:t>The system scores at the market average with </a:t>
            </a:r>
            <a:r>
              <a:rPr lang="en-US" sz="1400" b="1" noProof="0" err="1">
                <a:solidFill>
                  <a:schemeClr val="accent4"/>
                </a:solidFill>
                <a:latin typeface="Calibri" panose="020F0502020204030204" pitchFamily="34" charset="0"/>
                <a:cs typeface="Calibri" panose="020F0502020204030204" pitchFamily="34" charset="0"/>
              </a:rPr>
              <a:t>2.6 stars (</a:t>
            </a:r>
            <a:r>
              <a:rPr lang="en-US" sz="1400" noProof="0" err="1">
                <a:solidFill>
                  <a:schemeClr val="accent4"/>
                </a:solidFill>
                <a:latin typeface="Calibri" panose="020F0502020204030204" pitchFamily="34" charset="0"/>
                <a:cs typeface="Calibri" panose="020F0502020204030204" pitchFamily="34" charset="0"/>
              </a:rPr>
              <a:t>★★★☆☆</a:t>
            </a:r>
            <a:r>
              <a:rPr lang="en-US" sz="1400" b="1" noProof="0">
                <a:solidFill>
                  <a:schemeClr val="accent4"/>
                </a:solidFill>
                <a:latin typeface="Calibri" panose="020F0502020204030204" pitchFamily="34" charset="0"/>
                <a:cs typeface="Calibri" panose="020F0502020204030204" pitchFamily="34" charset="0"/>
              </a:rPr>
              <a:t>)</a:t>
            </a:r>
            <a:r>
              <a:rPr lang="en-US" sz="1400" b="1" noProof="0">
                <a:solidFill>
                  <a:schemeClr val="accent2"/>
                </a:solidFill>
                <a:latin typeface="Calibri" panose="020F0502020204030204" pitchFamily="34" charset="0"/>
                <a:cs typeface="Calibri" panose="020F0502020204030204" pitchFamily="34" charset="0"/>
              </a:rPr>
              <a:t> </a:t>
            </a:r>
            <a:r>
              <a:rPr lang="en-US" sz="1400" noProof="0">
                <a:latin typeface="Calibri" panose="020F0502020204030204" pitchFamily="34" charset="0"/>
                <a:ea typeface="+mn-lt"/>
                <a:cs typeface="Calibri" panose="020F0502020204030204" pitchFamily="34" charset="0"/>
              </a:rPr>
              <a:t>on the SIG maintainability model. This indicates average maintenance costs and time to market for functional changes. The system shows high risk in its tightly coupled modules.</a:t>
            </a: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is 43.0 PY (386,459 LOC) in size. The system is built using common and modern technologies. Its main technology is Java.</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has a test/code ratio of 157%. This indicates that an extremely mature automated testing suite is in place, that will likely catch breaking changes at an early stage. This increases developer velocity and reduces bugs in production.</a:t>
            </a:r>
            <a:endParaRPr lang="en-US" sz="1400" noProof="0">
              <a:latin typeface="Calibri" panose="020F0502020204030204" pitchFamily="34" charset="0"/>
              <a:ea typeface="+mn-lt"/>
              <a:cs typeface="Calibri" panose="020F0502020204030204" pitchFamily="34" charset="0"/>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rates </a:t>
            </a:r>
            <a:r>
              <a:rPr lang="en-US" sz="1400" b="1" noProof="0" err="1">
                <a:solidFill>
                  <a:schemeClr val="accent4"/>
                </a:solidFill>
                <a:latin typeface="Calibri" panose="020F0502020204030204" pitchFamily="34" charset="0"/>
                <a:ea typeface="+mn-lt"/>
                <a:cs typeface="Calibri" panose="020F0502020204030204" pitchFamily="34" charset="0"/>
              </a:rPr>
              <a:t>2.6 stars (</a:t>
            </a:r>
            <a:r>
              <a:rPr lang="en-US" sz="1400" noProof="0" err="1">
                <a:solidFill>
                  <a:schemeClr val="accent4"/>
                </a:solidFill>
                <a:latin typeface="Calibri" panose="020F0502020204030204" pitchFamily="34" charset="0"/>
                <a:ea typeface="+mn-lt"/>
                <a:cs typeface="Calibri" panose="020F0502020204030204" pitchFamily="34" charset="0"/>
              </a:rPr>
              <a:t>★★★☆☆</a:t>
            </a:r>
            <a:r>
              <a:rPr lang="en-US" sz="1400" b="1" noProof="0">
                <a:solidFill>
                  <a:schemeClr val="accent4"/>
                </a:solidFill>
                <a:latin typeface="Calibri" panose="020F0502020204030204" pitchFamily="34" charset="0"/>
                <a:ea typeface="+mn-lt"/>
                <a:cs typeface="Calibri" panose="020F0502020204030204" pitchFamily="34" charset="0"/>
              </a:rPr>
              <a:t>)</a:t>
            </a:r>
            <a:r>
              <a:rPr lang="en-US" sz="1400" b="1" noProof="0">
                <a:latin typeface="Calibri" panose="020F0502020204030204" pitchFamily="34" charset="0"/>
                <a:cs typeface="Calibri" panose="020F0502020204030204" pitchFamily="34" charset="0"/>
              </a:rPr>
              <a:t> </a:t>
            </a:r>
            <a:r>
              <a:rPr lang="en-US" sz="1400" noProof="0">
                <a:latin typeface="Calibri" panose="020F0502020204030204" pitchFamily="34" charset="0"/>
                <a:cs typeface="Calibri" panose="020F0502020204030204" pitchFamily="34" charset="0"/>
              </a:rPr>
              <a:t>on the SIG Architecture Quality model, at the market average. The system's low score in Component Coupling constrains architecture, constraining evolution and imposing high-impact changes, impeding system adaptability.</a:t>
            </a:r>
            <a:endParaRPr lang="en-US" sz="1400" noProof="0">
              <a:latin typeface="Calibri" panose="020F0502020204030204" pitchFamily="34" charset="0"/>
              <a:cs typeface="Calibri" panose="020F0502020204030204" pitchFamily="34" charset="0"/>
            </a:endParaRPr>
          </a:p>
          <a:p>
            <a:endParaRPr lang="en-US" sz="1400" noProof="0">
              <a:latin typeface="Calibri" panose="020F0502020204030204" pitchFamily="34" charset="0"/>
              <a:ea typeface="+mn-lt"/>
              <a:cs typeface="Calibri" panose="020F0502020204030204" pitchFamily="34" charset="0"/>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err="1">
                <a:latin typeface="Calibri" panose="020F0502020204030204" pitchFamily="34" charset="0"/>
                <a:cs typeface="Calibri" panose="020F0502020204030204" pitchFamily="34" charset="0"/>
              </a:rPr>
              <a:t>This system has 0 medium or higher risk vulnerable libraries and 1 licenses with potential legal risks that should be investigated.</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45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46F8A-4F2F-795F-E7A7-E9B63A7F0E58}"/>
            </a:ext>
          </a:extLst>
        </p:cNvPr>
        <p:cNvGrpSpPr/>
        <p:nvPr/>
      </p:nvGrpSpPr>
      <p:grpSpPr>
        <a:xfrm>
          <a:off x="0" y="0"/>
          <a:ext cx="0" cy="0"/>
          <a:chOff x="0" y="0"/>
          <a:chExt cx="0" cy="0"/>
        </a:xfrm>
      </p:grpSpPr>
      <p:sp>
        <p:nvSpPr>
          <p:cNvPr id="26" name="Afgeronde rechthoek 27">
            <a:extLst>
              <a:ext uri="{FF2B5EF4-FFF2-40B4-BE49-F238E27FC236}">
                <a16:creationId xmlns:a16="http://schemas.microsoft.com/office/drawing/2014/main" id="{ED68650C-58FF-1FD9-6D7E-68DA809D1A2E}"/>
              </a:ext>
            </a:extLst>
          </p:cNvPr>
          <p:cNvSpPr/>
          <p:nvPr/>
        </p:nvSpPr>
        <p:spPr>
          <a:xfrm>
            <a:off x="4248001" y="1415965"/>
            <a:ext cx="7786800" cy="724260"/>
          </a:xfrm>
          <a:prstGeom prst="roundRect">
            <a:avLst/>
          </a:prstGeom>
          <a:gradFill>
            <a:gsLst>
              <a:gs pos="1000">
                <a:schemeClr val="accent4">
                  <a:lumMod val="60000"/>
                  <a:lumOff val="40000"/>
                </a:schemeClr>
              </a:gs>
              <a:gs pos="18000">
                <a:schemeClr val="bg1">
                  <a:alpha val="0"/>
                </a:schemeClr>
              </a:gs>
              <a:gs pos="7000">
                <a:schemeClr val="accent4">
                  <a:lumMod val="20000"/>
                  <a:lumOff val="80000"/>
                </a:schemeClr>
              </a:gs>
            </a:gsLst>
            <a:lin ang="3000000" scaled="0"/>
          </a:gra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a:solidFill>
                <a:schemeClr val="tx2"/>
              </a:solidFill>
              <a:latin typeface="Calibri" panose="020F0502020204030204" pitchFamily="34" charset="0"/>
              <a:cs typeface="Calibri" panose="020F0502020204030204" pitchFamily="34" charset="0"/>
            </a:endParaRPr>
          </a:p>
        </p:txBody>
      </p:sp>
      <p:sp>
        <p:nvSpPr>
          <p:cNvPr id="4" name="Titel 3">
            <a:extLst>
              <a:ext uri="{FF2B5EF4-FFF2-40B4-BE49-F238E27FC236}">
                <a16:creationId xmlns:a16="http://schemas.microsoft.com/office/drawing/2014/main" id="{F71A7042-F5E9-60E9-7E11-46707E96E065}"/>
              </a:ext>
            </a:extLst>
          </p:cNvPr>
          <p:cNvSpPr>
            <a:spLocks noGrp="1"/>
          </p:cNvSpPr>
          <p:nvPr>
            <p:ph type="title"/>
          </p:nvPr>
        </p:nvSpPr>
        <p:spPr/>
        <p:txBody>
          <a:bodyPr>
            <a:normAutofit fontScale="90000"/>
          </a:bodyPr>
          <a:lstStyle/>
          <a:p>
            <a:r>
              <a:rPr lang="en-US" noProof="0"/>
              <a:t>Outline of topics</a:t>
            </a:r>
          </a:p>
        </p:txBody>
      </p:sp>
      <p:sp>
        <p:nvSpPr>
          <p:cNvPr id="5" name="Tijdelijke aanduiding voor inhoud 4">
            <a:extLst>
              <a:ext uri="{FF2B5EF4-FFF2-40B4-BE49-F238E27FC236}">
                <a16:creationId xmlns:a16="http://schemas.microsoft.com/office/drawing/2014/main" id="{60F87334-B412-E864-256D-AFD5EE061FF3}"/>
              </a:ext>
            </a:extLst>
          </p:cNvPr>
          <p:cNvSpPr>
            <a:spLocks noGrp="1"/>
          </p:cNvSpPr>
          <p:nvPr>
            <p:ph sz="quarter" idx="16"/>
          </p:nvPr>
        </p:nvSpPr>
        <p:spPr>
          <a:xfrm>
            <a:off x="4467600" y="738000"/>
            <a:ext cx="7092000" cy="4058166"/>
          </a:xfrm>
        </p:spPr>
        <p:txBody>
          <a:bodyPr/>
          <a:lstStyle/>
          <a:p>
            <a:pPr marL="0" indent="0">
              <a:buNone/>
            </a:pPr>
            <a:r>
              <a:rPr lang="en-US" b="1" noProof="0" dirty="0"/>
              <a:t>	</a:t>
            </a:r>
            <a:r>
              <a:rPr lang="en-US" noProof="0" dirty="0"/>
              <a:t>Summary</a:t>
            </a:r>
          </a:p>
          <a:p>
            <a:pPr marL="0" indent="0">
              <a:buNone/>
            </a:pPr>
            <a:r>
              <a:rPr lang="en-US" noProof="0" dirty="0"/>
              <a:t>	</a:t>
            </a:r>
            <a:r>
              <a:rPr lang="en-US" b="1" noProof="0" dirty="0"/>
              <a:t>Key findings</a:t>
            </a:r>
          </a:p>
          <a:p>
            <a:endParaRPr lang="en-US" noProof="0" dirty="0"/>
          </a:p>
          <a:p>
            <a:endParaRPr lang="en-US" noProof="0" dirty="0"/>
          </a:p>
          <a:p>
            <a:endParaRPr lang="en-US" noProof="0" dirty="0"/>
          </a:p>
          <a:p>
            <a:endParaRPr lang="en-US" noProof="0" dirty="0"/>
          </a:p>
        </p:txBody>
      </p:sp>
      <p:sp>
        <p:nvSpPr>
          <p:cNvPr id="3" name="Tijdelijke aanduiding voor dianummer 2">
            <a:extLst>
              <a:ext uri="{FF2B5EF4-FFF2-40B4-BE49-F238E27FC236}">
                <a16:creationId xmlns:a16="http://schemas.microsoft.com/office/drawing/2014/main" id="{DF4F72D6-39EB-EC73-8AC0-5742559C5C81}"/>
              </a:ext>
            </a:extLst>
          </p:cNvPr>
          <p:cNvSpPr>
            <a:spLocks noGrp="1"/>
          </p:cNvSpPr>
          <p:nvPr>
            <p:ph type="sldNum" sz="quarter" idx="4"/>
          </p:nvPr>
        </p:nvSpPr>
        <p:spPr/>
        <p:txBody>
          <a:bodyPr/>
          <a:lstStyle/>
          <a:p>
            <a:fld id="{E242BD21-9B61-2246-BCB1-4BE5E1BEBE1C}" type="slidenum">
              <a:rPr lang="en-US" noProof="0" smtClean="0"/>
              <a:pPr/>
              <a:t>5</a:t>
            </a:fld>
            <a:endParaRPr lang="en-US" noProof="0"/>
          </a:p>
        </p:txBody>
      </p:sp>
      <p:sp>
        <p:nvSpPr>
          <p:cNvPr id="2" name="Tijdelijke aanduiding voor voettekst 1">
            <a:extLst>
              <a:ext uri="{FF2B5EF4-FFF2-40B4-BE49-F238E27FC236}">
                <a16:creationId xmlns:a16="http://schemas.microsoft.com/office/drawing/2014/main" id="{FE6D4CA0-598F-8C53-B117-758A954521BE}"/>
              </a:ext>
            </a:extLst>
          </p:cNvPr>
          <p:cNvSpPr>
            <a:spLocks noGrp="1"/>
          </p:cNvSpPr>
          <p:nvPr>
            <p:ph type="ftr" sz="quarter" idx="14"/>
          </p:nvPr>
        </p:nvSpPr>
        <p:spPr>
          <a:xfrm>
            <a:off x="514350" y="6465888"/>
            <a:ext cx="1085850" cy="231775"/>
          </a:xfrm>
        </p:spPr>
        <p:txBody>
          <a:bodyPr/>
          <a:lstStyle/>
          <a:p>
            <a:r>
              <a:rPr lang="en-US" noProof="0"/>
              <a:t>Confidential</a:t>
            </a:r>
          </a:p>
        </p:txBody>
      </p:sp>
      <p:grpSp>
        <p:nvGrpSpPr>
          <p:cNvPr id="6" name="Group 4">
            <a:extLst>
              <a:ext uri="{FF2B5EF4-FFF2-40B4-BE49-F238E27FC236}">
                <a16:creationId xmlns:a16="http://schemas.microsoft.com/office/drawing/2014/main" id="{05997873-F6CC-9856-BE04-D24B27A30CB9}"/>
              </a:ext>
            </a:extLst>
          </p:cNvPr>
          <p:cNvGrpSpPr/>
          <p:nvPr/>
        </p:nvGrpSpPr>
        <p:grpSpPr>
          <a:xfrm>
            <a:off x="4467601" y="1994958"/>
            <a:ext cx="8637048" cy="1739263"/>
            <a:chOff x="1187436" y="2607314"/>
            <a:chExt cx="8637048" cy="1739263"/>
          </a:xfrm>
        </p:grpSpPr>
        <p:sp>
          <p:nvSpPr>
            <p:cNvPr id="7" name="Rectangle 2">
              <a:extLst>
                <a:ext uri="{FF2B5EF4-FFF2-40B4-BE49-F238E27FC236}">
                  <a16:creationId xmlns:a16="http://schemas.microsoft.com/office/drawing/2014/main" id="{9799ECA7-2DEE-2915-2AFE-3C9221181A4A}"/>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9" name="Rectangle 10">
              <a:extLst>
                <a:ext uri="{FF2B5EF4-FFF2-40B4-BE49-F238E27FC236}">
                  <a16:creationId xmlns:a16="http://schemas.microsoft.com/office/drawing/2014/main" id="{1F34A183-AB0B-85C9-F89C-F4716C8D00D5}"/>
                </a:ext>
              </a:extLst>
            </p:cNvPr>
            <p:cNvSpPr/>
            <p:nvPr/>
          </p:nvSpPr>
          <p:spPr>
            <a:xfrm>
              <a:off x="2402756" y="2947211"/>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1</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0" name="Rectangle 11">
              <a:extLst>
                <a:ext uri="{FF2B5EF4-FFF2-40B4-BE49-F238E27FC236}">
                  <a16:creationId xmlns:a16="http://schemas.microsoft.com/office/drawing/2014/main" id="{7FC5B810-0FD2-CFBC-B340-2D7E03A6B8F3}"/>
                </a:ext>
              </a:extLst>
            </p:cNvPr>
            <p:cNvSpPr/>
            <p:nvPr/>
          </p:nvSpPr>
          <p:spPr>
            <a:xfrm>
              <a:off x="2402756" y="3468205"/>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2</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6" name="TextBox 16">
              <a:extLst>
                <a:ext uri="{FF2B5EF4-FFF2-40B4-BE49-F238E27FC236}">
                  <a16:creationId xmlns:a16="http://schemas.microsoft.com/office/drawing/2014/main" id="{074BA899-ED4D-733D-01EF-EA3DDE7FF20C}"/>
                </a:ext>
              </a:extLst>
            </p:cNvPr>
            <p:cNvSpPr txBox="1"/>
            <p:nvPr/>
          </p:nvSpPr>
          <p:spPr>
            <a:xfrm>
              <a:off x="2827099" y="3471873"/>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Architecture quality</a:t>
              </a:r>
            </a:p>
          </p:txBody>
        </p:sp>
        <p:sp>
          <p:nvSpPr>
            <p:cNvPr id="17" name="TextBox 17">
              <a:extLst>
                <a:ext uri="{FF2B5EF4-FFF2-40B4-BE49-F238E27FC236}">
                  <a16:creationId xmlns:a16="http://schemas.microsoft.com/office/drawing/2014/main" id="{7849DCAF-610D-44D6-D525-8A44F1A1401D}"/>
                </a:ext>
              </a:extLst>
            </p:cNvPr>
            <p:cNvSpPr txBox="1"/>
            <p:nvPr/>
          </p:nvSpPr>
          <p:spPr>
            <a:xfrm>
              <a:off x="2827097" y="2954358"/>
              <a:ext cx="1972487" cy="322268"/>
            </a:xfrm>
            <a:prstGeom prst="rect">
              <a:avLst/>
            </a:prstGeom>
            <a:noFill/>
          </p:spPr>
          <p:txBody>
            <a:bodyPr wrap="square" lIns="90000" rtlCol="0" anchor="ctr">
              <a:spAutoFit/>
            </a:bodyPr>
            <a:lstStyle/>
            <a:p>
              <a:pPr>
                <a:lnSpc>
                  <a:spcPct val="113000"/>
                </a:lnSpc>
              </a:pPr>
              <a:r>
                <a:rPr lang="en-US" sz="1400" noProof="0">
                  <a:solidFill>
                    <a:schemeClr val="tx2"/>
                  </a:solidFill>
                  <a:latin typeface="Calibri" panose="020F0502020204030204" pitchFamily="34" charset="0"/>
                  <a:cs typeface="Calibri" panose="020F0502020204030204" pitchFamily="34" charset="0"/>
                </a:rPr>
                <a:t>Maintainability</a:t>
              </a:r>
            </a:p>
          </p:txBody>
        </p:sp>
        <p:sp>
          <p:nvSpPr>
            <p:cNvPr id="23" name="TextBox 24">
              <a:extLst>
                <a:ext uri="{FF2B5EF4-FFF2-40B4-BE49-F238E27FC236}">
                  <a16:creationId xmlns:a16="http://schemas.microsoft.com/office/drawing/2014/main" id="{01E51889-9983-4F0A-0F01-1E4FAA68E5FB}"/>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a:solidFill>
                  <a:schemeClr val="tx2"/>
                </a:solidFill>
                <a:latin typeface="Calibri" panose="020F0502020204030204" pitchFamily="34" charset="0"/>
                <a:cs typeface="Calibri" panose="020F0502020204030204" pitchFamily="34" charset="0"/>
              </a:endParaRPr>
            </a:p>
          </p:txBody>
        </p:sp>
        <p:sp>
          <p:nvSpPr>
            <p:cNvPr id="24" name="Rectangle 11">
              <a:extLst>
                <a:ext uri="{FF2B5EF4-FFF2-40B4-BE49-F238E27FC236}">
                  <a16:creationId xmlns:a16="http://schemas.microsoft.com/office/drawing/2014/main" id="{CA185BD6-22F7-5DA6-57FF-D371E8004ED6}"/>
                </a:ext>
              </a:extLst>
            </p:cNvPr>
            <p:cNvSpPr/>
            <p:nvPr/>
          </p:nvSpPr>
          <p:spPr>
            <a:xfrm>
              <a:off x="2402756" y="3979517"/>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3</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25" name="TextBox 16">
              <a:extLst>
                <a:ext uri="{FF2B5EF4-FFF2-40B4-BE49-F238E27FC236}">
                  <a16:creationId xmlns:a16="http://schemas.microsoft.com/office/drawing/2014/main" id="{B3B98115-1A69-AA1A-C233-A0A975652C9A}"/>
                </a:ext>
              </a:extLst>
            </p:cNvPr>
            <p:cNvSpPr txBox="1"/>
            <p:nvPr/>
          </p:nvSpPr>
          <p:spPr>
            <a:xfrm>
              <a:off x="2827099" y="3983185"/>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Open-source health</a:t>
              </a:r>
            </a:p>
          </p:txBody>
        </p:sp>
      </p:grpSp>
    </p:spTree>
    <p:extLst>
      <p:ext uri="{BB962C8B-B14F-4D97-AF65-F5344CB8AC3E}">
        <p14:creationId xmlns:p14="http://schemas.microsoft.com/office/powerpoint/2010/main" val="3048024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6E9D-D09E-A0AB-D1D7-9804585A5D16}"/>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647C07BE-20B7-0E12-B532-321C17ECD408}"/>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D48DAB56-87E8-2F15-1691-A0056F6EE0AB}"/>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 name="Tijdelijke aanduiding voor dianummer 4">
            <a:extLst>
              <a:ext uri="{FF2B5EF4-FFF2-40B4-BE49-F238E27FC236}">
                <a16:creationId xmlns:a16="http://schemas.microsoft.com/office/drawing/2014/main" id="{49DA6CE4-BAFE-E2AA-A608-EA0CB410AB76}"/>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6</a:t>
            </a:fld>
            <a:endParaRPr lang="en-US" noProof="0"/>
          </a:p>
        </p:txBody>
      </p:sp>
      <p:sp>
        <p:nvSpPr>
          <p:cNvPr id="14" name="TextBox 41">
            <a:extLst>
              <a:ext uri="{FF2B5EF4-FFF2-40B4-BE49-F238E27FC236}">
                <a16:creationId xmlns:a16="http://schemas.microsoft.com/office/drawing/2014/main" id="{5EEB85B1-5426-BCBE-E719-205CFD5394A9}"/>
              </a:ext>
            </a:extLst>
          </p:cNvPr>
          <p:cNvSpPr txBox="1"/>
          <p:nvPr/>
        </p:nvSpPr>
        <p:spPr>
          <a:xfrm rot="450000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b="1" noProof="0">
                <a:latin typeface="Calibri" panose="020F0502020204030204" pitchFamily="34" charset="0"/>
                <a:cs typeface="Calibri" panose="020F0502020204030204" pitchFamily="34" charset="0"/>
              </a:rPr>
              <a:t>ISO 25010             Maintainability</a:t>
            </a:r>
          </a:p>
        </p:txBody>
      </p:sp>
      <p:sp>
        <p:nvSpPr>
          <p:cNvPr id="63" name="Text Placeholder 62">
            <a:extLst>
              <a:ext uri="{FF2B5EF4-FFF2-40B4-BE49-F238E27FC236}">
                <a16:creationId xmlns:a16="http://schemas.microsoft.com/office/drawing/2014/main" id="{5126A97A-49BC-694F-693F-9D80F39E5FFF}"/>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1A774743-16CA-C595-0A93-8A77B32CDD63}"/>
              </a:ext>
            </a:extLst>
          </p:cNvPr>
          <p:cNvSpPr>
            <a:spLocks noGrp="1"/>
          </p:cNvSpPr>
          <p:nvPr>
            <p:ph type="title"/>
          </p:nvPr>
        </p:nvSpPr>
        <p:spPr>
          <a:xfrm>
            <a:off x="457200" y="391823"/>
            <a:ext cx="11288467" cy="282819"/>
          </a:xfrm>
        </p:spPr>
        <p:txBody>
          <a:bodyPr/>
          <a:lstStyle/>
          <a:p>
            <a:r>
              <a:rPr lang="en-US"/>
              <a:t>Explanation | The ISO 25010 standard for Maintainability has 5 sub-characteristics</a:t>
            </a:r>
            <a:endParaRPr lang="en-US" noProof="0"/>
          </a:p>
        </p:txBody>
      </p:sp>
      <p:sp>
        <p:nvSpPr>
          <p:cNvPr id="8" name="Oval 7">
            <a:extLst>
              <a:ext uri="{FF2B5EF4-FFF2-40B4-BE49-F238E27FC236}">
                <a16:creationId xmlns:a16="http://schemas.microsoft.com/office/drawing/2014/main" id="{B0BD04F9-367A-6EFB-8E62-FEF630621755}"/>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965546EE-5672-E224-91A3-7D9B7E335385}"/>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4E9DB2E4-8281-ED2F-A9BC-A5402D4C6A8A}"/>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280D7C2E-15B6-89CA-A022-ACB9D7A6AF65}"/>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11F4886F-073D-F480-0E26-C68C10E44E67}"/>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800" b="1" noProof="0">
                <a:solidFill>
                  <a:schemeClr val="accent4">
                    <a:lumMod val="40000"/>
                    <a:lumOff val="60000"/>
                  </a:schemeClr>
                </a:solidFill>
                <a:latin typeface="Calibri" panose="020F0502020204030204" pitchFamily="34" charset="0"/>
                <a:cs typeface="Calibri" panose="020F0502020204030204" pitchFamily="34" charset="0"/>
              </a:rPr>
              <a:t>Maintainability is the</a:t>
            </a:r>
            <a:r>
              <a:rPr lang="en-US" sz="1800" noProof="0">
                <a:solidFill>
                  <a:schemeClr val="tx1"/>
                </a:solidFill>
                <a:latin typeface="Calibri" panose="020F0502020204030204" pitchFamily="34" charset="0"/>
                <a:cs typeface="Calibri" panose="020F0502020204030204" pitchFamily="34" charset="0"/>
              </a:rPr>
              <a:t> degree of effectiveness and efficiency </a:t>
            </a:r>
            <a:r>
              <a:rPr lang="en-US" sz="1800" b="1">
                <a:solidFill>
                  <a:schemeClr val="accent4">
                    <a:lumMod val="40000"/>
                    <a:lumOff val="60000"/>
                  </a:schemeClr>
                </a:solidFill>
                <a:latin typeface="Calibri" panose="020F0502020204030204" pitchFamily="34" charset="0"/>
                <a:cs typeface="Calibri" panose="020F0502020204030204" pitchFamily="34" charset="0"/>
              </a:rPr>
              <a:t>with which a product or system </a:t>
            </a:r>
            <a:r>
              <a:rPr lang="en-US" sz="1800" noProof="0">
                <a:solidFill>
                  <a:schemeClr val="tx1"/>
                </a:solidFill>
                <a:latin typeface="Calibri" panose="020F0502020204030204" pitchFamily="34" charset="0"/>
                <a:cs typeface="Calibri" panose="020F0502020204030204" pitchFamily="34" charset="0"/>
              </a:rPr>
              <a:t>can be modified </a:t>
            </a:r>
            <a:r>
              <a:rPr lang="en-US" sz="1800" b="1">
                <a:solidFill>
                  <a:schemeClr val="accent4">
                    <a:lumMod val="40000"/>
                    <a:lumOff val="60000"/>
                  </a:schemeClr>
                </a:solidFill>
                <a:latin typeface="Calibri" panose="020F0502020204030204" pitchFamily="34" charset="0"/>
                <a:cs typeface="Calibri" panose="020F0502020204030204" pitchFamily="34" charset="0"/>
              </a:rPr>
              <a:t>to improve it, correct it or adapt it to changes in environment, and in requirements.</a:t>
            </a:r>
          </a:p>
        </p:txBody>
      </p:sp>
      <p:sp>
        <p:nvSpPr>
          <p:cNvPr id="78" name="Arc 77">
            <a:extLst>
              <a:ext uri="{FF2B5EF4-FFF2-40B4-BE49-F238E27FC236}">
                <a16:creationId xmlns:a16="http://schemas.microsoft.com/office/drawing/2014/main" id="{218477CF-F361-4553-B3D8-B417673F7B1A}"/>
              </a:ext>
            </a:extLst>
          </p:cNvPr>
          <p:cNvSpPr>
            <a:spLocks/>
          </p:cNvSpPr>
          <p:nvPr/>
        </p:nvSpPr>
        <p:spPr>
          <a:xfrm>
            <a:off x="4403883" y="2031167"/>
            <a:ext cx="3381834" cy="3405830"/>
          </a:xfrm>
          <a:prstGeom prst="arc">
            <a:avLst>
              <a:gd name="adj1" fmla="val 20306435"/>
              <a:gd name="adj2" fmla="val 13132678"/>
            </a:avLst>
          </a:prstGeom>
          <a:ln w="12700">
            <a:gradFill>
              <a:gsLst>
                <a:gs pos="100000">
                  <a:schemeClr val="accent4">
                    <a:lumMod val="50000"/>
                    <a:alpha val="0"/>
                  </a:schemeClr>
                </a:gs>
                <a:gs pos="63000">
                  <a:schemeClr val="accent4">
                    <a:lumMod val="75000"/>
                  </a:schemeClr>
                </a:gs>
                <a:gs pos="0">
                  <a:schemeClr val="tx1"/>
                </a:gs>
                <a:gs pos="18000">
                  <a:schemeClr val="accent4">
                    <a:lumMod val="40000"/>
                    <a:lumOff val="60000"/>
                  </a:schemeClr>
                </a:gs>
              </a:gsLst>
              <a:lin ang="5400000" scaled="0"/>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31" name="Boog 30">
            <a:extLst>
              <a:ext uri="{FF2B5EF4-FFF2-40B4-BE49-F238E27FC236}">
                <a16:creationId xmlns:a16="http://schemas.microsoft.com/office/drawing/2014/main" id="{0AE18ECA-10D8-BF4B-0CE2-09F5498F4875}"/>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99D7A542-17E0-D369-4034-FD2A9CBDC409}"/>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29" name="Ovaal 28">
            <a:extLst>
              <a:ext uri="{FF2B5EF4-FFF2-40B4-BE49-F238E27FC236}">
                <a16:creationId xmlns:a16="http://schemas.microsoft.com/office/drawing/2014/main" id="{CB9619B9-0627-E971-E0CB-17405E3FB737}"/>
              </a:ext>
            </a:extLst>
          </p:cNvPr>
          <p:cNvSpPr>
            <a:spLocks/>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790EEEA0-FCD1-9918-9BC8-A7F2656987D0}"/>
              </a:ext>
            </a:extLst>
          </p:cNvPr>
          <p:cNvSpPr>
            <a:spLocks/>
          </p:cNvSpPr>
          <p:nvPr/>
        </p:nvSpPr>
        <p:spPr>
          <a:xfrm>
            <a:off x="3462837" y="45124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6" name="Ovaal 35">
            <a:extLst>
              <a:ext uri="{FF2B5EF4-FFF2-40B4-BE49-F238E27FC236}">
                <a16:creationId xmlns:a16="http://schemas.microsoft.com/office/drawing/2014/main" id="{B6DFC081-2465-574B-0C9F-C7EF15751A41}"/>
              </a:ext>
            </a:extLst>
          </p:cNvPr>
          <p:cNvSpPr>
            <a:spLocks/>
          </p:cNvSpPr>
          <p:nvPr/>
        </p:nvSpPr>
        <p:spPr>
          <a:xfrm>
            <a:off x="3665203" y="4997581"/>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8" name="Tekstvak 37">
            <a:extLst>
              <a:ext uri="{FF2B5EF4-FFF2-40B4-BE49-F238E27FC236}">
                <a16:creationId xmlns:a16="http://schemas.microsoft.com/office/drawing/2014/main" id="{490AFF25-FCF1-DF5B-4D3B-1F151686A2D0}"/>
              </a:ext>
            </a:extLst>
          </p:cNvPr>
          <p:cNvSpPr txBox="1">
            <a:spLocks/>
          </p:cNvSpPr>
          <p:nvPr/>
        </p:nvSpPr>
        <p:spPr>
          <a:xfrm>
            <a:off x="393577" y="2957541"/>
            <a:ext cx="2933901" cy="357277"/>
          </a:xfrm>
          <a:prstGeom prst="rect">
            <a:avLst/>
          </a:prstGeom>
          <a:noFill/>
        </p:spPr>
        <p:txBody>
          <a:bodyPr wrap="square" lIns="90000" tIns="45720" rIns="91440" bIns="45720" rtlCol="0" anchor="t">
            <a:spAutoFit/>
          </a:bodyPr>
          <a:lstStyle/>
          <a:p>
            <a:pPr marL="0" marR="0" lvl="0" indent="0" algn="r" defTabSz="914400">
              <a:lnSpc>
                <a:spcPct val="112999"/>
              </a:lnSpc>
              <a:spcBef>
                <a:spcPts val="0"/>
              </a:spcBef>
              <a:spcAft>
                <a:spcPts val="0"/>
              </a:spcAft>
              <a:buNone/>
              <a:tabLst/>
              <a:defRPr/>
            </a:pPr>
            <a:r>
              <a:rPr lang="en-US" sz="1600">
                <a:solidFill>
                  <a:srgbClr val="FFFFFF"/>
                </a:solidFill>
                <a:latin typeface="Calibri"/>
                <a:ea typeface="Calibri"/>
                <a:cs typeface="Calibri"/>
              </a:rPr>
              <a:t>Analyzability</a:t>
            </a:r>
            <a:endParaRPr lang="en-US"/>
          </a:p>
        </p:txBody>
      </p:sp>
      <p:sp>
        <p:nvSpPr>
          <p:cNvPr id="39" name="Tekstvak 38">
            <a:extLst>
              <a:ext uri="{FF2B5EF4-FFF2-40B4-BE49-F238E27FC236}">
                <a16:creationId xmlns:a16="http://schemas.microsoft.com/office/drawing/2014/main" id="{C05A8701-519C-B9AE-56CA-4339D3D38493}"/>
              </a:ext>
            </a:extLst>
          </p:cNvPr>
          <p:cNvSpPr txBox="1">
            <a:spLocks/>
          </p:cNvSpPr>
          <p:nvPr/>
        </p:nvSpPr>
        <p:spPr>
          <a:xfrm>
            <a:off x="225737" y="3432644"/>
            <a:ext cx="3058740" cy="355225"/>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Modifiability</a:t>
            </a:r>
          </a:p>
        </p:txBody>
      </p:sp>
      <p:sp>
        <p:nvSpPr>
          <p:cNvPr id="40" name="Tekstvak 39">
            <a:extLst>
              <a:ext uri="{FF2B5EF4-FFF2-40B4-BE49-F238E27FC236}">
                <a16:creationId xmlns:a16="http://schemas.microsoft.com/office/drawing/2014/main" id="{E2F39C54-DAE4-2C9B-5AD4-F36790D1E9FE}"/>
              </a:ext>
            </a:extLst>
          </p:cNvPr>
          <p:cNvSpPr txBox="1">
            <a:spLocks/>
          </p:cNvSpPr>
          <p:nvPr/>
        </p:nvSpPr>
        <p:spPr>
          <a:xfrm>
            <a:off x="2307991" y="4378746"/>
            <a:ext cx="1106542"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lang="en-US" sz="1600">
                <a:solidFill>
                  <a:srgbClr val="FFFFFF"/>
                </a:solidFill>
                <a:latin typeface="Calibri" panose="020F0502020204030204" pitchFamily="34" charset="0"/>
                <a:cs typeface="Calibri" panose="020F0502020204030204" pitchFamily="34" charset="0"/>
              </a:rPr>
              <a:t>Modularity</a:t>
            </a: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1" name="Tekstvak 40">
            <a:extLst>
              <a:ext uri="{FF2B5EF4-FFF2-40B4-BE49-F238E27FC236}">
                <a16:creationId xmlns:a16="http://schemas.microsoft.com/office/drawing/2014/main" id="{A10AF40F-4180-EDB5-FCF9-B6FB2D56BACB}"/>
              </a:ext>
            </a:extLst>
          </p:cNvPr>
          <p:cNvSpPr txBox="1">
            <a:spLocks/>
          </p:cNvSpPr>
          <p:nvPr/>
        </p:nvSpPr>
        <p:spPr>
          <a:xfrm>
            <a:off x="2474719" y="4851797"/>
            <a:ext cx="1088524"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Reusability</a:t>
            </a:r>
          </a:p>
        </p:txBody>
      </p:sp>
      <p:grpSp>
        <p:nvGrpSpPr>
          <p:cNvPr id="6" name="Groep 1">
            <a:extLst>
              <a:ext uri="{FF2B5EF4-FFF2-40B4-BE49-F238E27FC236}">
                <a16:creationId xmlns:a16="http://schemas.microsoft.com/office/drawing/2014/main" id="{544A1E9D-5172-AE0C-F70B-4AEA71B12B32}"/>
              </a:ext>
            </a:extLst>
          </p:cNvPr>
          <p:cNvGrpSpPr/>
          <p:nvPr/>
        </p:nvGrpSpPr>
        <p:grpSpPr>
          <a:xfrm>
            <a:off x="5727023" y="3352101"/>
            <a:ext cx="750242" cy="750242"/>
            <a:chOff x="5933559" y="1864863"/>
            <a:chExt cx="328966" cy="328966"/>
          </a:xfrm>
        </p:grpSpPr>
        <p:sp>
          <p:nvSpPr>
            <p:cNvPr id="11" name="Oval 10">
              <a:extLst>
                <a:ext uri="{FF2B5EF4-FFF2-40B4-BE49-F238E27FC236}">
                  <a16:creationId xmlns:a16="http://schemas.microsoft.com/office/drawing/2014/main" id="{2F8986A0-660B-4F70-F3FA-904CE0C33B1A}"/>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12" name="Graphic 11">
              <a:extLst>
                <a:ext uri="{FF2B5EF4-FFF2-40B4-BE49-F238E27FC236}">
                  <a16:creationId xmlns:a16="http://schemas.microsoft.com/office/drawing/2014/main" id="{740013BB-C056-9473-630F-A411576D99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pic>
        <p:nvPicPr>
          <p:cNvPr id="15" name="Graphic 14">
            <a:extLst>
              <a:ext uri="{FF2B5EF4-FFF2-40B4-BE49-F238E27FC236}">
                <a16:creationId xmlns:a16="http://schemas.microsoft.com/office/drawing/2014/main" id="{04DED1D5-3D8A-A5B5-0D72-14410EAC82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
        <p:nvSpPr>
          <p:cNvPr id="37" name="Oval 36">
            <a:extLst>
              <a:ext uri="{FF2B5EF4-FFF2-40B4-BE49-F238E27FC236}">
                <a16:creationId xmlns:a16="http://schemas.microsoft.com/office/drawing/2014/main" id="{0F5B382A-22E2-D484-FC09-209A6762CF65}"/>
              </a:ext>
            </a:extLst>
          </p:cNvPr>
          <p:cNvSpPr/>
          <p:nvPr/>
        </p:nvSpPr>
        <p:spPr>
          <a:xfrm>
            <a:off x="6782160" y="4192256"/>
            <a:ext cx="125744" cy="12574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3" name="Oval 42">
            <a:extLst>
              <a:ext uri="{FF2B5EF4-FFF2-40B4-BE49-F238E27FC236}">
                <a16:creationId xmlns:a16="http://schemas.microsoft.com/office/drawing/2014/main" id="{E5CBF518-20DA-6B4D-E152-73E52EFF523E}"/>
              </a:ext>
            </a:extLst>
          </p:cNvPr>
          <p:cNvSpPr/>
          <p:nvPr/>
        </p:nvSpPr>
        <p:spPr>
          <a:xfrm>
            <a:off x="5869449" y="4879641"/>
            <a:ext cx="64650" cy="6465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6" name="Arc 45">
            <a:extLst>
              <a:ext uri="{FF2B5EF4-FFF2-40B4-BE49-F238E27FC236}">
                <a16:creationId xmlns:a16="http://schemas.microsoft.com/office/drawing/2014/main" id="{DCC5CB60-61B4-5F4C-1B26-BB18E8C029AB}"/>
              </a:ext>
            </a:extLst>
          </p:cNvPr>
          <p:cNvSpPr/>
          <p:nvPr/>
        </p:nvSpPr>
        <p:spPr>
          <a:xfrm>
            <a:off x="4854843" y="2491915"/>
            <a:ext cx="2499248" cy="2476634"/>
          </a:xfrm>
          <a:prstGeom prst="arc">
            <a:avLst>
              <a:gd name="adj1" fmla="val 17025432"/>
              <a:gd name="adj2" fmla="val 2774786"/>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cxnSp>
        <p:nvCxnSpPr>
          <p:cNvPr id="47" name="Straight Connector 46">
            <a:extLst>
              <a:ext uri="{FF2B5EF4-FFF2-40B4-BE49-F238E27FC236}">
                <a16:creationId xmlns:a16="http://schemas.microsoft.com/office/drawing/2014/main" id="{7C69E5CE-31CB-5611-B3DD-F0AACE0E5369}"/>
              </a:ext>
            </a:extLst>
          </p:cNvPr>
          <p:cNvCxnSpPr>
            <a:cxnSpLocks/>
          </p:cNvCxnSpPr>
          <p:nvPr/>
        </p:nvCxnSpPr>
        <p:spPr>
          <a:xfrm flipH="1">
            <a:off x="6308248" y="2534585"/>
            <a:ext cx="87026" cy="323621"/>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07AE7D6A-7D96-9965-867E-6AC7CEE64715}"/>
              </a:ext>
            </a:extLst>
          </p:cNvPr>
          <p:cNvSpPr/>
          <p:nvPr/>
        </p:nvSpPr>
        <p:spPr>
          <a:xfrm>
            <a:off x="4827909" y="3511470"/>
            <a:ext cx="80980" cy="8098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52" name="Straight Connector 51">
            <a:extLst>
              <a:ext uri="{FF2B5EF4-FFF2-40B4-BE49-F238E27FC236}">
                <a16:creationId xmlns:a16="http://schemas.microsoft.com/office/drawing/2014/main" id="{B82E2522-0C1B-FA3C-EDFF-77D68E88DC5F}"/>
              </a:ext>
            </a:extLst>
          </p:cNvPr>
          <p:cNvCxnSpPr>
            <a:cxnSpLocks/>
          </p:cNvCxnSpPr>
          <p:nvPr/>
        </p:nvCxnSpPr>
        <p:spPr>
          <a:xfrm>
            <a:off x="6096000" y="4363444"/>
            <a:ext cx="0" cy="263379"/>
          </a:xfrm>
          <a:prstGeom prst="line">
            <a:avLst/>
          </a:prstGeom>
          <a:ln w="9525">
            <a:solidFill>
              <a:schemeClr val="accent4">
                <a:lumMod val="60000"/>
                <a:lumOff val="40000"/>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6506160C-1F10-0398-261E-36C1607BCBE5}"/>
              </a:ext>
            </a:extLst>
          </p:cNvPr>
          <p:cNvSpPr/>
          <p:nvPr/>
        </p:nvSpPr>
        <p:spPr>
          <a:xfrm>
            <a:off x="6914740" y="4575176"/>
            <a:ext cx="114710" cy="1147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3" name="Oval 52">
            <a:extLst>
              <a:ext uri="{FF2B5EF4-FFF2-40B4-BE49-F238E27FC236}">
                <a16:creationId xmlns:a16="http://schemas.microsoft.com/office/drawing/2014/main" id="{CBE42289-43F5-EEC4-CE84-AEC89BD46CFF}"/>
              </a:ext>
            </a:extLst>
          </p:cNvPr>
          <p:cNvSpPr/>
          <p:nvPr/>
        </p:nvSpPr>
        <p:spPr>
          <a:xfrm>
            <a:off x="6060913" y="4603426"/>
            <a:ext cx="70174" cy="7017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4" name="Oval 53">
            <a:extLst>
              <a:ext uri="{FF2B5EF4-FFF2-40B4-BE49-F238E27FC236}">
                <a16:creationId xmlns:a16="http://schemas.microsoft.com/office/drawing/2014/main" id="{965264A9-FE23-3575-C865-B721AE6742C6}"/>
              </a:ext>
            </a:extLst>
          </p:cNvPr>
          <p:cNvSpPr/>
          <p:nvPr/>
        </p:nvSpPr>
        <p:spPr>
          <a:xfrm>
            <a:off x="6040908" y="4313883"/>
            <a:ext cx="112242" cy="11224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5" name="Arc 54">
            <a:extLst>
              <a:ext uri="{FF2B5EF4-FFF2-40B4-BE49-F238E27FC236}">
                <a16:creationId xmlns:a16="http://schemas.microsoft.com/office/drawing/2014/main" id="{12DC512A-2452-3C39-64BC-2A4671DF99BD}"/>
              </a:ext>
            </a:extLst>
          </p:cNvPr>
          <p:cNvSpPr/>
          <p:nvPr/>
        </p:nvSpPr>
        <p:spPr>
          <a:xfrm>
            <a:off x="5176684" y="2825556"/>
            <a:ext cx="1850921" cy="1820186"/>
          </a:xfrm>
          <a:prstGeom prst="arc">
            <a:avLst>
              <a:gd name="adj1" fmla="val 5508426"/>
              <a:gd name="adj2" fmla="val 14121050"/>
            </a:avLst>
          </a:prstGeom>
          <a:ln w="9525">
            <a:solidFill>
              <a:schemeClr val="accent4">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56" name="Oval 55">
            <a:extLst>
              <a:ext uri="{FF2B5EF4-FFF2-40B4-BE49-F238E27FC236}">
                <a16:creationId xmlns:a16="http://schemas.microsoft.com/office/drawing/2014/main" id="{306CAE6F-D82A-A370-4E6E-D8F6DBC391F6}"/>
              </a:ext>
            </a:extLst>
          </p:cNvPr>
          <p:cNvSpPr/>
          <p:nvPr/>
        </p:nvSpPr>
        <p:spPr>
          <a:xfrm>
            <a:off x="7254794" y="3280294"/>
            <a:ext cx="45720" cy="45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7" name="Oval 56">
            <a:extLst>
              <a:ext uri="{FF2B5EF4-FFF2-40B4-BE49-F238E27FC236}">
                <a16:creationId xmlns:a16="http://schemas.microsoft.com/office/drawing/2014/main" id="{DF8CF800-C0E2-82A7-8EEF-3A5C43BA9A39}"/>
              </a:ext>
            </a:extLst>
          </p:cNvPr>
          <p:cNvSpPr/>
          <p:nvPr/>
        </p:nvSpPr>
        <p:spPr>
          <a:xfrm>
            <a:off x="6357959" y="2486875"/>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8" name="Oval 57">
            <a:extLst>
              <a:ext uri="{FF2B5EF4-FFF2-40B4-BE49-F238E27FC236}">
                <a16:creationId xmlns:a16="http://schemas.microsoft.com/office/drawing/2014/main" id="{ABAAC825-8A0A-00A8-D76F-9EE52A478F99}"/>
              </a:ext>
            </a:extLst>
          </p:cNvPr>
          <p:cNvSpPr/>
          <p:nvPr/>
        </p:nvSpPr>
        <p:spPr>
          <a:xfrm>
            <a:off x="6273956" y="2796588"/>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5" name="Oval 34">
            <a:extLst>
              <a:ext uri="{FF2B5EF4-FFF2-40B4-BE49-F238E27FC236}">
                <a16:creationId xmlns:a16="http://schemas.microsoft.com/office/drawing/2014/main" id="{A9348256-06E8-8D84-B324-8D7DDFB1E3F1}"/>
              </a:ext>
            </a:extLst>
          </p:cNvPr>
          <p:cNvSpPr/>
          <p:nvPr/>
        </p:nvSpPr>
        <p:spPr>
          <a:xfrm>
            <a:off x="5366019" y="4285002"/>
            <a:ext cx="53706" cy="5370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4" name="Oval 33">
            <a:extLst>
              <a:ext uri="{FF2B5EF4-FFF2-40B4-BE49-F238E27FC236}">
                <a16:creationId xmlns:a16="http://schemas.microsoft.com/office/drawing/2014/main" id="{4B4ED71A-5D37-A284-E78C-418803166C2D}"/>
              </a:ext>
            </a:extLst>
          </p:cNvPr>
          <p:cNvSpPr/>
          <p:nvPr/>
        </p:nvSpPr>
        <p:spPr>
          <a:xfrm>
            <a:off x="5568436" y="2929751"/>
            <a:ext cx="80980" cy="8098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3" name="Graphic 2">
            <a:extLst>
              <a:ext uri="{FF2B5EF4-FFF2-40B4-BE49-F238E27FC236}">
                <a16:creationId xmlns:a16="http://schemas.microsoft.com/office/drawing/2014/main" id="{EABED11C-AF9E-AC0A-03DB-294ABB1D0E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78177" y="1461589"/>
            <a:ext cx="433246" cy="288828"/>
          </a:xfrm>
          <a:prstGeom prst="rect">
            <a:avLst/>
          </a:prstGeom>
          <a:effectLst/>
        </p:spPr>
      </p:pic>
      <p:pic>
        <p:nvPicPr>
          <p:cNvPr id="7" name="Picture 6">
            <a:extLst>
              <a:ext uri="{FF2B5EF4-FFF2-40B4-BE49-F238E27FC236}">
                <a16:creationId xmlns:a16="http://schemas.microsoft.com/office/drawing/2014/main" id="{316C58B3-B2D7-1CDE-23DB-829698D47013}"/>
              </a:ext>
            </a:extLst>
          </p:cNvPr>
          <p:cNvPicPr>
            <a:picLocks noChangeAspect="1"/>
          </p:cNvPicPr>
          <p:nvPr/>
        </p:nvPicPr>
        <p:blipFill>
          <a:blip r:embed="rId6"/>
          <a:stretch>
            <a:fillRect/>
          </a:stretch>
        </p:blipFill>
        <p:spPr>
          <a:xfrm>
            <a:off x="11052176" y="283494"/>
            <a:ext cx="746247" cy="499812"/>
          </a:xfrm>
          <a:prstGeom prst="rect">
            <a:avLst/>
          </a:prstGeom>
        </p:spPr>
      </p:pic>
      <p:sp>
        <p:nvSpPr>
          <p:cNvPr id="4" name="Tekstvak 39">
            <a:extLst>
              <a:ext uri="{FF2B5EF4-FFF2-40B4-BE49-F238E27FC236}">
                <a16:creationId xmlns:a16="http://schemas.microsoft.com/office/drawing/2014/main" id="{2AA61E2A-9665-F937-08E4-2E6CD6E32BC0}"/>
              </a:ext>
            </a:extLst>
          </p:cNvPr>
          <p:cNvSpPr txBox="1">
            <a:spLocks/>
          </p:cNvSpPr>
          <p:nvPr/>
        </p:nvSpPr>
        <p:spPr>
          <a:xfrm>
            <a:off x="2258728" y="3905695"/>
            <a:ext cx="101779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lang="en-US" sz="1600">
                <a:solidFill>
                  <a:srgbClr val="FFFFFF"/>
                </a:solidFill>
                <a:latin typeface="Calibri" panose="020F0502020204030204" pitchFamily="34" charset="0"/>
                <a:cs typeface="Calibri" panose="020F0502020204030204" pitchFamily="34" charset="0"/>
              </a:rPr>
              <a:t>Testability</a:t>
            </a: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3" name="Ovaal 28">
            <a:extLst>
              <a:ext uri="{FF2B5EF4-FFF2-40B4-BE49-F238E27FC236}">
                <a16:creationId xmlns:a16="http://schemas.microsoft.com/office/drawing/2014/main" id="{CF222110-EEBB-9166-73A7-F9FEF2F31253}"/>
              </a:ext>
            </a:extLst>
          </p:cNvPr>
          <p:cNvSpPr>
            <a:spLocks/>
          </p:cNvSpPr>
          <p:nvPr/>
        </p:nvSpPr>
        <p:spPr>
          <a:xfrm>
            <a:off x="3324753" y="356486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6" name="Ovaal 28">
            <a:extLst>
              <a:ext uri="{FF2B5EF4-FFF2-40B4-BE49-F238E27FC236}">
                <a16:creationId xmlns:a16="http://schemas.microsoft.com/office/drawing/2014/main" id="{48A0D0E5-D57F-B0A3-0F1D-8852489FE9A5}"/>
              </a:ext>
            </a:extLst>
          </p:cNvPr>
          <p:cNvSpPr>
            <a:spLocks/>
          </p:cNvSpPr>
          <p:nvPr/>
        </p:nvSpPr>
        <p:spPr>
          <a:xfrm>
            <a:off x="3348501" y="404329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Footer Placeholder 5">
            <a:extLst>
              <a:ext uri="{FF2B5EF4-FFF2-40B4-BE49-F238E27FC236}">
                <a16:creationId xmlns:a16="http://schemas.microsoft.com/office/drawing/2014/main" id="{6E4EF2D5-16F3-CFBD-9112-6E75B6D4644B}"/>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2667515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591B7-D2B0-BF2D-9171-48C6DA2DC674}"/>
              </a:ext>
            </a:extLst>
          </p:cNvPr>
          <p:cNvSpPr>
            <a:spLocks noGrp="1"/>
          </p:cNvSpPr>
          <p:nvPr>
            <p:ph type="sldNum" sz="quarter" idx="4"/>
          </p:nvPr>
        </p:nvSpPr>
        <p:spPr/>
        <p:txBody>
          <a:bodyPr/>
          <a:lstStyle/>
          <a:p>
            <a:fld id="{E242BD21-9B61-2246-BCB1-4BE5E1BEBE1C}" type="slidenum">
              <a:rPr lang="nl-NL" smtClean="0"/>
              <a:pPr/>
              <a:t>7</a:t>
            </a:fld>
            <a:endParaRPr lang="nl-N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25A75DB4-6E24-35F2-1681-B70BFF59613A}"/>
              </a:ext>
            </a:extLst>
          </p:cNvPr>
          <p:cNvSpPr>
            <a:spLocks noGrp="1"/>
          </p:cNvSpPr>
          <p:nvPr>
            <p:ph type="body" sz="quarter" idx="12"/>
          </p:nvPr>
        </p:nvSpPr>
        <p:spPr>
          <a:xfrm>
            <a:off x="457200" y="169213"/>
            <a:ext cx="11288468" cy="184375"/>
          </a:xfrm>
        </p:spPr>
        <p:txBody>
          <a:bodyPr/>
          <a:lstStyle/>
          <a:p>
            <a:r>
              <a:rPr lang="en-US"/>
              <a:t>Model Introduction</a:t>
            </a:r>
          </a:p>
        </p:txBody>
      </p:sp>
      <p:sp>
        <p:nvSpPr>
          <p:cNvPr id="4" name="Title 3">
            <a:extLst>
              <a:ext uri="{FF2B5EF4-FFF2-40B4-BE49-F238E27FC236}">
                <a16:creationId xmlns:a16="http://schemas.microsoft.com/office/drawing/2014/main" id="{70BED898-473E-5E65-35FA-D322BFB9ED3F}"/>
              </a:ext>
            </a:extLst>
          </p:cNvPr>
          <p:cNvSpPr>
            <a:spLocks noGrp="1"/>
          </p:cNvSpPr>
          <p:nvPr>
            <p:ph type="title"/>
          </p:nvPr>
        </p:nvSpPr>
        <p:spPr/>
        <p:txBody>
          <a:bodyPr/>
          <a:lstStyle/>
          <a:p>
            <a:r>
              <a:rPr lang="en-US"/>
              <a:t>Explanation | The ISO 25010 standard for Maintainability has 5 sub-characteristics</a:t>
            </a:r>
          </a:p>
        </p:txBody>
      </p:sp>
      <p:sp>
        <p:nvSpPr>
          <p:cNvPr id="6" name="Footer Placeholder 5">
            <a:extLst>
              <a:ext uri="{FF2B5EF4-FFF2-40B4-BE49-F238E27FC236}">
                <a16:creationId xmlns:a16="http://schemas.microsoft.com/office/drawing/2014/main" id="{181AD0F7-BE06-0983-D9AE-7A58A4D7E9BF}"/>
              </a:ext>
            </a:extLst>
          </p:cNvPr>
          <p:cNvSpPr>
            <a:spLocks noGrp="1"/>
          </p:cNvSpPr>
          <p:nvPr>
            <p:ph type="ftr" sz="quarter" idx="14"/>
          </p:nvPr>
        </p:nvSpPr>
        <p:spPr/>
        <p:txBody>
          <a:bodyPr/>
          <a:lstStyle/>
          <a:p>
            <a:r>
              <a:rPr lang="en-US" noProof="0"/>
              <a:t>Confidential</a:t>
            </a:r>
          </a:p>
        </p:txBody>
      </p:sp>
      <p:graphicFrame>
        <p:nvGraphicFramePr>
          <p:cNvPr id="85" name="Tabel 19">
            <a:extLst>
              <a:ext uri="{FF2B5EF4-FFF2-40B4-BE49-F238E27FC236}">
                <a16:creationId xmlns:a16="http://schemas.microsoft.com/office/drawing/2014/main" id="{F5D4B112-9A59-01BE-3D14-EA16958DF964}"/>
              </a:ext>
            </a:extLst>
          </p:cNvPr>
          <p:cNvGraphicFramePr>
            <a:graphicFrameLocks noGrp="1"/>
          </p:cNvGraphicFramePr>
          <p:nvPr>
            <p:extLst>
              <p:ext uri="{D42A27DB-BD31-4B8C-83A1-F6EECF244321}">
                <p14:modId xmlns:p14="http://schemas.microsoft.com/office/powerpoint/2010/main" val="2677826361"/>
              </p:ext>
            </p:extLst>
          </p:nvPr>
        </p:nvGraphicFramePr>
        <p:xfrm>
          <a:off x="154798" y="2717216"/>
          <a:ext cx="11704320" cy="2340000"/>
        </p:xfrm>
        <a:graphic>
          <a:graphicData uri="http://schemas.openxmlformats.org/drawingml/2006/table">
            <a:tbl>
              <a:tblPr/>
              <a:tblGrid>
                <a:gridCol w="11704320">
                  <a:extLst>
                    <a:ext uri="{9D8B030D-6E8A-4147-A177-3AD203B41FA5}">
                      <a16:colId xmlns:a16="http://schemas.microsoft.com/office/drawing/2014/main" val="946129596"/>
                    </a:ext>
                  </a:extLst>
                </a:gridCol>
              </a:tblGrid>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69143651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02612570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32841778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150096536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2866552359"/>
                  </a:ext>
                </a:extLst>
              </a:tr>
            </a:tbl>
          </a:graphicData>
        </a:graphic>
      </p:graphicFrame>
      <p:sp>
        <p:nvSpPr>
          <p:cNvPr id="86" name="Afgeronde rechthoek 1">
            <a:extLst>
              <a:ext uri="{FF2B5EF4-FFF2-40B4-BE49-F238E27FC236}">
                <a16:creationId xmlns:a16="http://schemas.microsoft.com/office/drawing/2014/main" id="{4E24F167-8275-24CF-BB75-60A257B13933}"/>
              </a:ext>
            </a:extLst>
          </p:cNvPr>
          <p:cNvSpPr>
            <a:spLocks/>
          </p:cNvSpPr>
          <p:nvPr/>
        </p:nvSpPr>
        <p:spPr>
          <a:xfrm>
            <a:off x="2404922" y="2119301"/>
            <a:ext cx="9173128" cy="3429851"/>
          </a:xfrm>
          <a:prstGeom prst="roundRect">
            <a:avLst>
              <a:gd name="adj" fmla="val 4344"/>
            </a:avLst>
          </a:prstGeom>
          <a:gradFill>
            <a:gsLst>
              <a:gs pos="0">
                <a:srgbClr val="0F9ED5">
                  <a:lumMod val="40000"/>
                  <a:lumOff val="60000"/>
                </a:srgbClr>
              </a:gs>
              <a:gs pos="51000">
                <a:srgbClr val="E97132">
                  <a:alpha val="0"/>
                </a:srgbClr>
              </a:gs>
            </a:gsLst>
            <a:lin ang="4200000" scaled="0"/>
          </a:gradFill>
          <a:ln w="9525" cap="flat" cmpd="sng" algn="ctr">
            <a:gradFill>
              <a:gsLst>
                <a:gs pos="0">
                  <a:srgbClr val="196B24">
                    <a:alpha val="34000"/>
                  </a:srgbClr>
                </a:gs>
                <a:gs pos="23000">
                  <a:srgbClr val="196B24">
                    <a:alpha val="0"/>
                  </a:srgbClr>
                </a:gs>
              </a:gsLst>
              <a:lin ang="2700000" scaled="0"/>
            </a:gra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87" name="Group 86">
            <a:extLst>
              <a:ext uri="{FF2B5EF4-FFF2-40B4-BE49-F238E27FC236}">
                <a16:creationId xmlns:a16="http://schemas.microsoft.com/office/drawing/2014/main" id="{71870B18-19B1-6A2F-E491-77978D7C7C8D}"/>
              </a:ext>
            </a:extLst>
          </p:cNvPr>
          <p:cNvGrpSpPr/>
          <p:nvPr/>
        </p:nvGrpSpPr>
        <p:grpSpPr>
          <a:xfrm>
            <a:off x="8601834" y="4186618"/>
            <a:ext cx="2662278" cy="339865"/>
            <a:chOff x="8601834" y="4186618"/>
            <a:chExt cx="2662278" cy="339865"/>
          </a:xfrm>
        </p:grpSpPr>
        <p:sp>
          <p:nvSpPr>
            <p:cNvPr id="88" name="Afgeronde rechthoek 13">
              <a:extLst>
                <a:ext uri="{FF2B5EF4-FFF2-40B4-BE49-F238E27FC236}">
                  <a16:creationId xmlns:a16="http://schemas.microsoft.com/office/drawing/2014/main" id="{ED988246-BFD9-FB05-5D73-2AC15731E14A}"/>
                </a:ext>
              </a:extLst>
            </p:cNvPr>
            <p:cNvSpPr/>
            <p:nvPr/>
          </p:nvSpPr>
          <p:spPr>
            <a:xfrm>
              <a:off x="8601834" y="4186618"/>
              <a:ext cx="2662278"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89" name="Groep 24">
              <a:extLst>
                <a:ext uri="{FF2B5EF4-FFF2-40B4-BE49-F238E27FC236}">
                  <a16:creationId xmlns:a16="http://schemas.microsoft.com/office/drawing/2014/main" id="{BD04EF5E-048D-BA09-DDEA-EEC61E31DF38}"/>
                </a:ext>
              </a:extLst>
            </p:cNvPr>
            <p:cNvGrpSpPr/>
            <p:nvPr/>
          </p:nvGrpSpPr>
          <p:grpSpPr>
            <a:xfrm>
              <a:off x="8708612" y="4282938"/>
              <a:ext cx="2457303" cy="157941"/>
              <a:chOff x="8951096" y="4294237"/>
              <a:chExt cx="2457303" cy="157941"/>
            </a:xfrm>
          </p:grpSpPr>
          <p:sp>
            <p:nvSpPr>
              <p:cNvPr id="90" name="Ovaal 35">
                <a:extLst>
                  <a:ext uri="{FF2B5EF4-FFF2-40B4-BE49-F238E27FC236}">
                    <a16:creationId xmlns:a16="http://schemas.microsoft.com/office/drawing/2014/main" id="{7FD0B61D-6656-BC32-FAFE-4FF57D45F5BC}"/>
                  </a:ext>
                </a:extLst>
              </p:cNvPr>
              <p:cNvSpPr/>
              <p:nvPr/>
            </p:nvSpPr>
            <p:spPr>
              <a:xfrm>
                <a:off x="11250458"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1" name="Ovaal 36">
                <a:extLst>
                  <a:ext uri="{FF2B5EF4-FFF2-40B4-BE49-F238E27FC236}">
                    <a16:creationId xmlns:a16="http://schemas.microsoft.com/office/drawing/2014/main" id="{B691E749-AFE0-8028-2644-8A5B79A46A68}"/>
                  </a:ext>
                </a:extLst>
              </p:cNvPr>
              <p:cNvSpPr/>
              <p:nvPr/>
            </p:nvSpPr>
            <p:spPr>
              <a:xfrm>
                <a:off x="10152377"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2" name="Ovaal 37">
                <a:extLst>
                  <a:ext uri="{FF2B5EF4-FFF2-40B4-BE49-F238E27FC236}">
                    <a16:creationId xmlns:a16="http://schemas.microsoft.com/office/drawing/2014/main" id="{540D8C23-C7E2-27D6-89D0-C3A504877ADB}"/>
                  </a:ext>
                </a:extLst>
              </p:cNvPr>
              <p:cNvSpPr/>
              <p:nvPr/>
            </p:nvSpPr>
            <p:spPr>
              <a:xfrm>
                <a:off x="8951096"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93" name="Group 92">
            <a:extLst>
              <a:ext uri="{FF2B5EF4-FFF2-40B4-BE49-F238E27FC236}">
                <a16:creationId xmlns:a16="http://schemas.microsoft.com/office/drawing/2014/main" id="{0EF0E3DE-7B78-8B0C-3E4B-B5F428D22440}"/>
              </a:ext>
            </a:extLst>
          </p:cNvPr>
          <p:cNvGrpSpPr/>
          <p:nvPr/>
        </p:nvGrpSpPr>
        <p:grpSpPr>
          <a:xfrm>
            <a:off x="6096000" y="3717908"/>
            <a:ext cx="5168112" cy="339865"/>
            <a:chOff x="6096000" y="3717908"/>
            <a:chExt cx="5168112" cy="339865"/>
          </a:xfrm>
        </p:grpSpPr>
        <p:sp>
          <p:nvSpPr>
            <p:cNvPr id="94" name="Afgeronde rechthoek 12">
              <a:extLst>
                <a:ext uri="{FF2B5EF4-FFF2-40B4-BE49-F238E27FC236}">
                  <a16:creationId xmlns:a16="http://schemas.microsoft.com/office/drawing/2014/main" id="{1BECEDE1-73C2-A97B-6D92-FB84416CAFF1}"/>
                </a:ext>
              </a:extLst>
            </p:cNvPr>
            <p:cNvSpPr/>
            <p:nvPr/>
          </p:nvSpPr>
          <p:spPr>
            <a:xfrm>
              <a:off x="6096000" y="3717908"/>
              <a:ext cx="5168112"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95" name="Groep 23">
              <a:extLst>
                <a:ext uri="{FF2B5EF4-FFF2-40B4-BE49-F238E27FC236}">
                  <a16:creationId xmlns:a16="http://schemas.microsoft.com/office/drawing/2014/main" id="{58D89A8E-1DD2-7C88-E4C9-0B640D5E5D7A}"/>
                </a:ext>
              </a:extLst>
            </p:cNvPr>
            <p:cNvGrpSpPr/>
            <p:nvPr/>
          </p:nvGrpSpPr>
          <p:grpSpPr>
            <a:xfrm>
              <a:off x="6368262" y="3808871"/>
              <a:ext cx="4797653" cy="157941"/>
              <a:chOff x="6610746" y="3796856"/>
              <a:chExt cx="4797653" cy="157941"/>
            </a:xfrm>
          </p:grpSpPr>
          <p:sp>
            <p:nvSpPr>
              <p:cNvPr id="96" name="Ovaal 33">
                <a:extLst>
                  <a:ext uri="{FF2B5EF4-FFF2-40B4-BE49-F238E27FC236}">
                    <a16:creationId xmlns:a16="http://schemas.microsoft.com/office/drawing/2014/main" id="{B539F4A8-6536-5AC1-4F91-E336AEC3D51A}"/>
                  </a:ext>
                </a:extLst>
              </p:cNvPr>
              <p:cNvSpPr/>
              <p:nvPr/>
            </p:nvSpPr>
            <p:spPr>
              <a:xfrm>
                <a:off x="6610746" y="379685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7" name="Ovaal 34">
                <a:extLst>
                  <a:ext uri="{FF2B5EF4-FFF2-40B4-BE49-F238E27FC236}">
                    <a16:creationId xmlns:a16="http://schemas.microsoft.com/office/drawing/2014/main" id="{8AB1AC82-DB2E-39AB-4197-6A65A738B849}"/>
                  </a:ext>
                </a:extLst>
              </p:cNvPr>
              <p:cNvSpPr/>
              <p:nvPr/>
            </p:nvSpPr>
            <p:spPr>
              <a:xfrm>
                <a:off x="11250458" y="379685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sp>
        <p:nvSpPr>
          <p:cNvPr id="98" name="Tekstvak 45">
            <a:extLst>
              <a:ext uri="{FF2B5EF4-FFF2-40B4-BE49-F238E27FC236}">
                <a16:creationId xmlns:a16="http://schemas.microsoft.com/office/drawing/2014/main" id="{6F250970-D859-A879-3913-3D72C1AE4978}"/>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rgbClr val="0F9ED5">
              <a:lumMod val="50000"/>
            </a:srgbClr>
          </a:solidFill>
          <a:effectLst>
            <a:outerShdw blurRad="286568" dist="101276" dir="16200000" rotWithShape="0">
              <a:prstClr val="black">
                <a:alpha val="15439"/>
              </a:prstClr>
            </a:outerShdw>
          </a:effectLst>
        </p:spPr>
        <p:txBody>
          <a:bodyPr wrap="square" lIns="720000" tIns="234000"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r>
              <a:rPr kumimoji="0" lang="en-US" sz="140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rPr>
              <a:t>25010</a:t>
            </a:r>
          </a:p>
        </p:txBody>
      </p:sp>
      <p:grpSp>
        <p:nvGrpSpPr>
          <p:cNvPr id="99" name="Group 98">
            <a:extLst>
              <a:ext uri="{FF2B5EF4-FFF2-40B4-BE49-F238E27FC236}">
                <a16:creationId xmlns:a16="http://schemas.microsoft.com/office/drawing/2014/main" id="{EEC03487-3D85-0092-4F07-D7A57709FB09}"/>
              </a:ext>
            </a:extLst>
          </p:cNvPr>
          <p:cNvGrpSpPr/>
          <p:nvPr/>
        </p:nvGrpSpPr>
        <p:grpSpPr>
          <a:xfrm>
            <a:off x="3955803" y="3249198"/>
            <a:ext cx="5018263" cy="339865"/>
            <a:chOff x="3955803" y="3249198"/>
            <a:chExt cx="5018263" cy="339865"/>
          </a:xfrm>
        </p:grpSpPr>
        <p:sp>
          <p:nvSpPr>
            <p:cNvPr id="100" name="Afgeronde rechthoek 8">
              <a:extLst>
                <a:ext uri="{FF2B5EF4-FFF2-40B4-BE49-F238E27FC236}">
                  <a16:creationId xmlns:a16="http://schemas.microsoft.com/office/drawing/2014/main" id="{44D09FEF-CF1D-2F4F-4E32-1251C880C731}"/>
                </a:ext>
              </a:extLst>
            </p:cNvPr>
            <p:cNvSpPr/>
            <p:nvPr/>
          </p:nvSpPr>
          <p:spPr>
            <a:xfrm>
              <a:off x="3955803" y="3249198"/>
              <a:ext cx="5018263"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01" name="Groep 21">
              <a:extLst>
                <a:ext uri="{FF2B5EF4-FFF2-40B4-BE49-F238E27FC236}">
                  <a16:creationId xmlns:a16="http://schemas.microsoft.com/office/drawing/2014/main" id="{35AE2735-B3F7-4FE4-6696-3DD879B453BB}"/>
                </a:ext>
              </a:extLst>
            </p:cNvPr>
            <p:cNvGrpSpPr/>
            <p:nvPr/>
          </p:nvGrpSpPr>
          <p:grpSpPr>
            <a:xfrm>
              <a:off x="4065156" y="3334802"/>
              <a:ext cx="4813858" cy="157941"/>
              <a:chOff x="4307640" y="3166426"/>
              <a:chExt cx="4813858" cy="157941"/>
            </a:xfrm>
          </p:grpSpPr>
          <p:sp>
            <p:nvSpPr>
              <p:cNvPr id="102" name="Ovaal 29">
                <a:extLst>
                  <a:ext uri="{FF2B5EF4-FFF2-40B4-BE49-F238E27FC236}">
                    <a16:creationId xmlns:a16="http://schemas.microsoft.com/office/drawing/2014/main" id="{4E492138-90D2-E0CD-136B-DD8A13BC5E3D}"/>
                  </a:ext>
                </a:extLst>
              </p:cNvPr>
              <p:cNvSpPr/>
              <p:nvPr/>
            </p:nvSpPr>
            <p:spPr>
              <a:xfrm>
                <a:off x="4307640"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3" name="Ovaal 30">
                <a:extLst>
                  <a:ext uri="{FF2B5EF4-FFF2-40B4-BE49-F238E27FC236}">
                    <a16:creationId xmlns:a16="http://schemas.microsoft.com/office/drawing/2014/main" id="{E08339B4-7323-F128-1135-7931E44A8664}"/>
                  </a:ext>
                </a:extLst>
              </p:cNvPr>
              <p:cNvSpPr/>
              <p:nvPr/>
            </p:nvSpPr>
            <p:spPr>
              <a:xfrm>
                <a:off x="6596940"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4" name="Ovaal 31">
                <a:extLst>
                  <a:ext uri="{FF2B5EF4-FFF2-40B4-BE49-F238E27FC236}">
                    <a16:creationId xmlns:a16="http://schemas.microsoft.com/office/drawing/2014/main" id="{EB698BB1-611F-F6BC-78F2-8E36DAFB7E3A}"/>
                  </a:ext>
                </a:extLst>
              </p:cNvPr>
              <p:cNvSpPr/>
              <p:nvPr/>
            </p:nvSpPr>
            <p:spPr>
              <a:xfrm>
                <a:off x="8963557"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105" name="Group 104">
            <a:extLst>
              <a:ext uri="{FF2B5EF4-FFF2-40B4-BE49-F238E27FC236}">
                <a16:creationId xmlns:a16="http://schemas.microsoft.com/office/drawing/2014/main" id="{2B091A20-1BA3-E07E-C572-F9D933312452}"/>
              </a:ext>
            </a:extLst>
          </p:cNvPr>
          <p:cNvGrpSpPr/>
          <p:nvPr/>
        </p:nvGrpSpPr>
        <p:grpSpPr>
          <a:xfrm>
            <a:off x="5089890" y="4655327"/>
            <a:ext cx="2759384" cy="339865"/>
            <a:chOff x="5089890" y="4655327"/>
            <a:chExt cx="2759384" cy="339865"/>
          </a:xfrm>
        </p:grpSpPr>
        <p:sp>
          <p:nvSpPr>
            <p:cNvPr id="106" name="Afgeronde rechthoek 26">
              <a:extLst>
                <a:ext uri="{FF2B5EF4-FFF2-40B4-BE49-F238E27FC236}">
                  <a16:creationId xmlns:a16="http://schemas.microsoft.com/office/drawing/2014/main" id="{34457632-8830-8845-30F6-D68241F56A5B}"/>
                </a:ext>
              </a:extLst>
            </p:cNvPr>
            <p:cNvSpPr/>
            <p:nvPr/>
          </p:nvSpPr>
          <p:spPr>
            <a:xfrm>
              <a:off x="5089890" y="4655327"/>
              <a:ext cx="275938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07" name="Groep 25">
              <a:extLst>
                <a:ext uri="{FF2B5EF4-FFF2-40B4-BE49-F238E27FC236}">
                  <a16:creationId xmlns:a16="http://schemas.microsoft.com/office/drawing/2014/main" id="{A44F3193-131C-8DCC-1281-FFC2CAFF5A3F}"/>
                </a:ext>
              </a:extLst>
            </p:cNvPr>
            <p:cNvGrpSpPr/>
            <p:nvPr/>
          </p:nvGrpSpPr>
          <p:grpSpPr>
            <a:xfrm>
              <a:off x="5194635" y="4749213"/>
              <a:ext cx="2555987" cy="157941"/>
              <a:chOff x="5437119" y="4812269"/>
              <a:chExt cx="2555987" cy="157941"/>
            </a:xfrm>
          </p:grpSpPr>
          <p:sp>
            <p:nvSpPr>
              <p:cNvPr id="108" name="Ovaal 38">
                <a:extLst>
                  <a:ext uri="{FF2B5EF4-FFF2-40B4-BE49-F238E27FC236}">
                    <a16:creationId xmlns:a16="http://schemas.microsoft.com/office/drawing/2014/main" id="{C12550A5-DCC6-C770-18FA-6C9739D12B5B}"/>
                  </a:ext>
                </a:extLst>
              </p:cNvPr>
              <p:cNvSpPr/>
              <p:nvPr/>
            </p:nvSpPr>
            <p:spPr>
              <a:xfrm>
                <a:off x="7835165" y="4812269"/>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9" name="Ovaal 39">
                <a:extLst>
                  <a:ext uri="{FF2B5EF4-FFF2-40B4-BE49-F238E27FC236}">
                    <a16:creationId xmlns:a16="http://schemas.microsoft.com/office/drawing/2014/main" id="{3CA1A39B-42F9-D7CA-2470-18AD1978C7B1}"/>
                  </a:ext>
                </a:extLst>
              </p:cNvPr>
              <p:cNvSpPr/>
              <p:nvPr/>
            </p:nvSpPr>
            <p:spPr>
              <a:xfrm>
                <a:off x="5437119" y="4812269"/>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110" name="Groep 15">
            <a:extLst>
              <a:ext uri="{FF2B5EF4-FFF2-40B4-BE49-F238E27FC236}">
                <a16:creationId xmlns:a16="http://schemas.microsoft.com/office/drawing/2014/main" id="{91A602E3-FF31-F2E4-3B7E-02984170B370}"/>
              </a:ext>
            </a:extLst>
          </p:cNvPr>
          <p:cNvGrpSpPr/>
          <p:nvPr/>
        </p:nvGrpSpPr>
        <p:grpSpPr>
          <a:xfrm>
            <a:off x="3955803" y="2780488"/>
            <a:ext cx="1487734" cy="339865"/>
            <a:chOff x="3955803" y="2830273"/>
            <a:chExt cx="1487734" cy="339865"/>
          </a:xfrm>
        </p:grpSpPr>
        <p:sp>
          <p:nvSpPr>
            <p:cNvPr id="111" name="Afgeronde rechthoek 4">
              <a:extLst>
                <a:ext uri="{FF2B5EF4-FFF2-40B4-BE49-F238E27FC236}">
                  <a16:creationId xmlns:a16="http://schemas.microsoft.com/office/drawing/2014/main" id="{9B286957-F3B8-1041-32B2-A06E1E6F19BF}"/>
                </a:ext>
              </a:extLst>
            </p:cNvPr>
            <p:cNvSpPr/>
            <p:nvPr/>
          </p:nvSpPr>
          <p:spPr>
            <a:xfrm>
              <a:off x="3955803" y="2830273"/>
              <a:ext cx="148773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12" name="Groep 22">
              <a:extLst>
                <a:ext uri="{FF2B5EF4-FFF2-40B4-BE49-F238E27FC236}">
                  <a16:creationId xmlns:a16="http://schemas.microsoft.com/office/drawing/2014/main" id="{3D7B7973-1CC7-6AF3-2118-9C7ECC4A906C}"/>
                </a:ext>
              </a:extLst>
            </p:cNvPr>
            <p:cNvGrpSpPr/>
            <p:nvPr/>
          </p:nvGrpSpPr>
          <p:grpSpPr>
            <a:xfrm>
              <a:off x="4065156" y="2918313"/>
              <a:ext cx="1287688" cy="157941"/>
              <a:chOff x="4307640" y="2702807"/>
              <a:chExt cx="1287688" cy="157941"/>
            </a:xfrm>
          </p:grpSpPr>
          <p:sp>
            <p:nvSpPr>
              <p:cNvPr id="113" name="Ovaal 10">
                <a:extLst>
                  <a:ext uri="{FF2B5EF4-FFF2-40B4-BE49-F238E27FC236}">
                    <a16:creationId xmlns:a16="http://schemas.microsoft.com/office/drawing/2014/main" id="{5A837C89-F170-F53F-382D-ECBCF3B45124}"/>
                  </a:ext>
                </a:extLst>
              </p:cNvPr>
              <p:cNvSpPr/>
              <p:nvPr/>
            </p:nvSpPr>
            <p:spPr>
              <a:xfrm>
                <a:off x="4307640" y="270280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14" name="Ovaal 11">
                <a:extLst>
                  <a:ext uri="{FF2B5EF4-FFF2-40B4-BE49-F238E27FC236}">
                    <a16:creationId xmlns:a16="http://schemas.microsoft.com/office/drawing/2014/main" id="{913784CE-26B1-DE34-27DA-3B1B8AB6A06B}"/>
                  </a:ext>
                </a:extLst>
              </p:cNvPr>
              <p:cNvSpPr/>
              <p:nvPr/>
            </p:nvSpPr>
            <p:spPr>
              <a:xfrm>
                <a:off x="5437387" y="270280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sp>
        <p:nvSpPr>
          <p:cNvPr id="115" name="Text Placeholder 169">
            <a:extLst>
              <a:ext uri="{FF2B5EF4-FFF2-40B4-BE49-F238E27FC236}">
                <a16:creationId xmlns:a16="http://schemas.microsoft.com/office/drawing/2014/main" id="{99BE0FD8-BE39-BEB5-2942-358A01D45A8E}"/>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000" spc="0">
                <a:solidFill>
                  <a:schemeClr val="tx2"/>
                </a:solidFill>
                <a:latin typeface="Calibri" panose="020F0502020204030204" pitchFamily="34" charset="0"/>
                <a:cs typeface="Calibri" panose="020F0502020204030204" pitchFamily="34" charset="0"/>
              </a:rPr>
              <a:t>Maintainability</a:t>
            </a:r>
          </a:p>
        </p:txBody>
      </p:sp>
      <p:sp>
        <p:nvSpPr>
          <p:cNvPr id="116" name="TextBox 121">
            <a:extLst>
              <a:ext uri="{FF2B5EF4-FFF2-40B4-BE49-F238E27FC236}">
                <a16:creationId xmlns:a16="http://schemas.microsoft.com/office/drawing/2014/main" id="{D97B5B47-5BF5-5B78-259F-74088A759B32}"/>
              </a:ext>
            </a:extLst>
          </p:cNvPr>
          <p:cNvSpPr txBox="1"/>
          <p:nvPr/>
        </p:nvSpPr>
        <p:spPr>
          <a:xfrm>
            <a:off x="1738994" y="2111134"/>
            <a:ext cx="10295804" cy="631068"/>
          </a:xfrm>
          <a:prstGeom prst="roundRect">
            <a:avLst>
              <a:gd name="adj" fmla="val 26823"/>
            </a:avLst>
          </a:prstGeom>
          <a:solidFill>
            <a:srgbClr val="0F9ED5">
              <a:lumMod val="75000"/>
            </a:srgbClr>
          </a:solidFill>
          <a:effectLst>
            <a:outerShdw blurRad="286568" dist="101276" dir="16200000" rotWithShape="0">
              <a:prstClr val="black">
                <a:alpha val="15439"/>
              </a:prstClr>
            </a:outerShdw>
          </a:effectLst>
        </p:spPr>
        <p:txBody>
          <a:bodyPr wrap="square" lIns="648000" tIns="125999"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117" name="Picture 166">
            <a:extLst>
              <a:ext uri="{FF2B5EF4-FFF2-40B4-BE49-F238E27FC236}">
                <a16:creationId xmlns:a16="http://schemas.microsoft.com/office/drawing/2014/main" id="{6C155513-B42A-0A54-6F9F-AE2481B3ED27}"/>
              </a:ext>
            </a:extLst>
          </p:cNvPr>
          <p:cNvPicPr>
            <a:picLocks noChangeAspect="1"/>
          </p:cNvPicPr>
          <p:nvPr/>
        </p:nvPicPr>
        <p:blipFill>
          <a:blip r:embed="rId3">
            <a:lum bright="100000"/>
          </a:blip>
          <a:stretch>
            <a:fillRect/>
          </a:stretch>
        </p:blipFill>
        <p:spPr>
          <a:xfrm>
            <a:off x="342438" y="2225598"/>
            <a:ext cx="454660" cy="386461"/>
          </a:xfrm>
          <a:prstGeom prst="rect">
            <a:avLst/>
          </a:prstGeom>
        </p:spPr>
      </p:pic>
      <p:pic>
        <p:nvPicPr>
          <p:cNvPr id="118" name="Graphic 117">
            <a:extLst>
              <a:ext uri="{FF2B5EF4-FFF2-40B4-BE49-F238E27FC236}">
                <a16:creationId xmlns:a16="http://schemas.microsoft.com/office/drawing/2014/main" id="{1DF289A5-B6C8-E272-C83B-3779ED76E5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53658" y="2306414"/>
            <a:ext cx="359504" cy="239668"/>
          </a:xfrm>
          <a:prstGeom prst="rect">
            <a:avLst/>
          </a:prstGeom>
          <a:effectLst>
            <a:outerShdw blurRad="237234" sx="102000" sy="102000" algn="ctr" rotWithShape="0">
              <a:srgbClr val="0F9ED5">
                <a:alpha val="0"/>
              </a:srgbClr>
            </a:outerShdw>
          </a:effectLst>
        </p:spPr>
      </p:pic>
      <p:graphicFrame>
        <p:nvGraphicFramePr>
          <p:cNvPr id="119" name="Tabel 47">
            <a:extLst>
              <a:ext uri="{FF2B5EF4-FFF2-40B4-BE49-F238E27FC236}">
                <a16:creationId xmlns:a16="http://schemas.microsoft.com/office/drawing/2014/main" id="{05EA3B3B-0B30-3DD0-8FFD-F31E1399A04D}"/>
              </a:ext>
            </a:extLst>
          </p:cNvPr>
          <p:cNvGraphicFramePr>
            <a:graphicFrameLocks noGrp="1"/>
          </p:cNvGraphicFramePr>
          <p:nvPr>
            <p:extLst>
              <p:ext uri="{D42A27DB-BD31-4B8C-83A1-F6EECF244321}">
                <p14:modId xmlns:p14="http://schemas.microsoft.com/office/powerpoint/2010/main" val="45128397"/>
              </p:ext>
            </p:extLst>
          </p:nvPr>
        </p:nvGraphicFramePr>
        <p:xfrm>
          <a:off x="2404922" y="2200267"/>
          <a:ext cx="9173128" cy="457200"/>
        </p:xfrm>
        <a:graphic>
          <a:graphicData uri="http://schemas.openxmlformats.org/drawingml/2006/table">
            <a:tbl>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endParaRPr lang="en-US" sz="1200" b="0" i="0" noProof="0">
                        <a:solidFill>
                          <a:schemeClr val="bg1"/>
                        </a:solidFill>
                        <a:latin typeface="☞NOIR PRO MEDIUM" pitchFamily="2" charset="0"/>
                      </a:endParaRP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a:t>
                      </a:r>
                      <a:br>
                        <a:rPr lang="en-US" sz="1200" b="0" i="0" noProof="0">
                          <a:solidFill>
                            <a:schemeClr val="tx1"/>
                          </a:solidFill>
                          <a:latin typeface="☞NOIR PRO MEDIUM" pitchFamily="2" charset="0"/>
                        </a:rPr>
                      </a:br>
                      <a:r>
                        <a:rPr lang="en-US" sz="1200" b="0" i="0" noProof="0">
                          <a:solidFill>
                            <a:schemeClr val="tx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a:t>
                      </a:r>
                      <a:br>
                        <a:rPr lang="en-US" sz="1200" b="0" i="0" noProof="0">
                          <a:solidFill>
                            <a:schemeClr val="tx1"/>
                          </a:solidFill>
                          <a:latin typeface="☞NOIR PRO MEDIUM" pitchFamily="2" charset="0"/>
                        </a:rPr>
                      </a:br>
                      <a:r>
                        <a:rPr lang="en-US" sz="1200" b="0" i="0" noProof="0">
                          <a:solidFill>
                            <a:schemeClr val="tx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120" name="Driehoek 48">
            <a:extLst>
              <a:ext uri="{FF2B5EF4-FFF2-40B4-BE49-F238E27FC236}">
                <a16:creationId xmlns:a16="http://schemas.microsoft.com/office/drawing/2014/main" id="{3E6F9695-07F9-0EFF-2A5E-42F8AFC50345}"/>
              </a:ext>
            </a:extLst>
          </p:cNvPr>
          <p:cNvSpPr/>
          <p:nvPr/>
        </p:nvSpPr>
        <p:spPr>
          <a:xfrm rot="10800000">
            <a:off x="1075993" y="2580143"/>
            <a:ext cx="92249" cy="45719"/>
          </a:xfrm>
          <a:prstGeom prst="triangle">
            <a:avLst/>
          </a:prstGeom>
          <a:solidFill>
            <a:sysClr val="window" lastClr="FFFFFF"/>
          </a:solidFill>
          <a:ln w="19050" cap="flat" cmpd="sng" algn="ctr">
            <a:no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alpha val="50000"/>
                </a:prstClr>
              </a:solidFill>
              <a:effectLst/>
              <a:uLnTx/>
              <a:uFillTx/>
              <a:latin typeface="Calibri" panose="020F0502020204030204" pitchFamily="34" charset="0"/>
              <a:ea typeface="+mn-ea"/>
              <a:cs typeface="Calibri" panose="020F0502020204030204" pitchFamily="34" charset="0"/>
            </a:endParaRPr>
          </a:p>
        </p:txBody>
      </p:sp>
      <p:sp>
        <p:nvSpPr>
          <p:cNvPr id="121" name="Driehoek 49">
            <a:extLst>
              <a:ext uri="{FF2B5EF4-FFF2-40B4-BE49-F238E27FC236}">
                <a16:creationId xmlns:a16="http://schemas.microsoft.com/office/drawing/2014/main" id="{2FB723A7-CEB8-71DD-3FF3-E70FF4C8BB12}"/>
              </a:ext>
            </a:extLst>
          </p:cNvPr>
          <p:cNvSpPr/>
          <p:nvPr/>
        </p:nvSpPr>
        <p:spPr>
          <a:xfrm rot="5400000">
            <a:off x="2409413" y="2405190"/>
            <a:ext cx="92249" cy="45719"/>
          </a:xfrm>
          <a:prstGeom prst="triangle">
            <a:avLst/>
          </a:prstGeom>
          <a:solidFill>
            <a:sysClr val="window" lastClr="FFFFFF"/>
          </a:solidFill>
          <a:ln w="19050" cap="flat" cmpd="sng" algn="ctr">
            <a:no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alpha val="50000"/>
                </a:prstClr>
              </a:solidFill>
              <a:effectLst/>
              <a:uLnTx/>
              <a:uFillTx/>
              <a:latin typeface="Calibri" panose="020F0502020204030204" pitchFamily="34" charset="0"/>
              <a:ea typeface="+mn-ea"/>
              <a:cs typeface="Calibri" panose="020F0502020204030204" pitchFamily="34" charset="0"/>
            </a:endParaRPr>
          </a:p>
        </p:txBody>
      </p:sp>
      <p:sp>
        <p:nvSpPr>
          <p:cNvPr id="122" name="Ovaal 51">
            <a:extLst>
              <a:ext uri="{FF2B5EF4-FFF2-40B4-BE49-F238E27FC236}">
                <a16:creationId xmlns:a16="http://schemas.microsoft.com/office/drawing/2014/main" id="{72BD72CC-A675-4A77-EF95-03F85681C7EA}"/>
              </a:ext>
            </a:extLst>
          </p:cNvPr>
          <p:cNvSpPr/>
          <p:nvPr/>
        </p:nvSpPr>
        <p:spPr>
          <a:xfrm>
            <a:off x="399461" y="1502952"/>
            <a:ext cx="354604" cy="354604"/>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123" name="Graphic 122">
            <a:extLst>
              <a:ext uri="{FF2B5EF4-FFF2-40B4-BE49-F238E27FC236}">
                <a16:creationId xmlns:a16="http://schemas.microsoft.com/office/drawing/2014/main" id="{557D4D07-B156-09BD-CAB9-8106431948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6491" y="1571781"/>
            <a:ext cx="209309" cy="207792"/>
          </a:xfrm>
          <a:prstGeom prst="rect">
            <a:avLst/>
          </a:prstGeom>
        </p:spPr>
      </p:pic>
      <p:pic>
        <p:nvPicPr>
          <p:cNvPr id="124" name="Picture 123">
            <a:extLst>
              <a:ext uri="{FF2B5EF4-FFF2-40B4-BE49-F238E27FC236}">
                <a16:creationId xmlns:a16="http://schemas.microsoft.com/office/drawing/2014/main" id="{C3FD86E8-D7E8-FD46-5EF7-7724754C8610}"/>
              </a:ext>
            </a:extLst>
          </p:cNvPr>
          <p:cNvPicPr>
            <a:picLocks noChangeAspect="1"/>
          </p:cNvPicPr>
          <p:nvPr/>
        </p:nvPicPr>
        <p:blipFill>
          <a:blip r:embed="rId6"/>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1006442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EF566E4-6496-EAB3-5E44-59B7BD39D22F}"/>
              </a:ext>
            </a:extLst>
          </p:cNvPr>
          <p:cNvSpPr/>
          <p:nvPr/>
        </p:nvSpPr>
        <p:spPr>
          <a:xfrm>
            <a:off x="1894777" y="1258755"/>
            <a:ext cx="9573596" cy="4325968"/>
          </a:xfrm>
          <a:prstGeom prst="rect">
            <a:avLst/>
          </a:prstGeom>
          <a:gradFill>
            <a:gsLst>
              <a:gs pos="0">
                <a:schemeClr val="accent4">
                  <a:lumMod val="50000"/>
                </a:schemeClr>
              </a:gs>
              <a:gs pos="100000">
                <a:schemeClr val="accent4">
                  <a:lumMod val="60000"/>
                  <a:lumOff val="40000"/>
                  <a:alpha val="86215"/>
                </a:schemeClr>
              </a:gs>
              <a:gs pos="75000">
                <a:schemeClr val="accent4"/>
              </a:gs>
            </a:gsLst>
            <a:lin ang="171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4"/>
          </p:nvPr>
        </p:nvSpPr>
        <p:spPr/>
        <p:txBody>
          <a:bodyPr/>
          <a:lstStyle/>
          <a:p>
            <a:fld id="{E242BD21-9B61-2246-BCB1-4BE5E1BEBE1C}" type="slidenum">
              <a:rPr lang="en-US" noProof="0" smtClean="0"/>
              <a:pPr/>
              <a:t>8</a:t>
            </a:fld>
            <a:endParaRPr lang="en-US" noProof="0"/>
          </a:p>
        </p:txBody>
      </p:sp>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p:txBody>
          <a:bodyPr/>
          <a:lstStyle/>
          <a:p>
            <a:r>
              <a:rPr lang="en-US" noProof="0"/>
              <a:t>Key findings – Maintainability benchmark</a:t>
            </a:r>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a:t>Integrationtest-kafka is a large system of 43.0 PY which scores 2.6 for maintainability </a:t>
            </a:r>
          </a:p>
        </p:txBody>
      </p:sp>
      <p:sp>
        <p:nvSpPr>
          <p:cNvPr id="10" name="Footer Placeholder 3">
            <a:extLst>
              <a:ext uri="{FF2B5EF4-FFF2-40B4-BE49-F238E27FC236}">
                <a16:creationId xmlns:a16="http://schemas.microsoft.com/office/drawing/2014/main" id="{6727285D-7DC6-1BD7-046E-8E3C2CE408DE}"/>
              </a:ext>
            </a:extLst>
          </p:cNvPr>
          <p:cNvSpPr>
            <a:spLocks noGrp="1"/>
          </p:cNvSpPr>
          <p:nvPr>
            <p:ph type="ftr" sz="quarter" idx="14"/>
          </p:nvPr>
        </p:nvSpPr>
        <p:spPr/>
        <p:txBody>
          <a:bodyPr/>
          <a:lstStyle/>
          <a:p>
            <a:r>
              <a:rPr lang="en-US" noProof="0"/>
              <a:t>Confidential</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a:latin typeface="Calibri" panose="020F0502020204030204" pitchFamily="34" charset="0"/>
                <a:cs typeface="Calibri" panose="020F0502020204030204" pitchFamily="34" charset="0"/>
              </a:rPr>
              <a:t>★★★★</a:t>
            </a:r>
            <a:r>
              <a:rPr lang="en-US" sz="1600" noProof="0">
                <a:latin typeface="Calibri" panose="020F0502020204030204" pitchFamily="34" charset="0"/>
                <a:cs typeface="Calibri" panose="020F0502020204030204" pitchFamily="34" charset="0"/>
              </a:rPr>
              <a:t>★</a:t>
            </a: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27635" y="3637528"/>
            <a:ext cx="1044025" cy="273023"/>
          </a:xfrm>
          <a:prstGeom prst="rect">
            <a:avLst/>
          </a:prstGeom>
          <a:noFill/>
        </p:spPr>
        <p:txBody>
          <a:bodyPr wrap="none" lIns="90000" rtlCol="0" anchor="t">
            <a:spAutoFit/>
          </a:bodyPr>
          <a:lstStyle/>
          <a:p>
            <a:pPr algn="ctr">
              <a:lnSpc>
                <a:spcPct val="113000"/>
              </a:lnSpc>
            </a:pPr>
            <a:r>
              <a:rPr lang="en-US" sz="1100" noProof="0">
                <a:latin typeface="Calibri" panose="020F0502020204030204" pitchFamily="34" charset="0"/>
                <a:cs typeface="Calibri" panose="020F0502020204030204" pitchFamily="34"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642998" y="5901169"/>
            <a:ext cx="2395356" cy="273023"/>
          </a:xfrm>
          <a:prstGeom prst="rect">
            <a:avLst/>
          </a:prstGeom>
          <a:noFill/>
        </p:spPr>
        <p:txBody>
          <a:bodyPr wrap="none" lIns="90000" rtlCol="0" anchor="t">
            <a:spAutoFit/>
          </a:bodyPr>
          <a:lstStyle/>
          <a:p>
            <a:pPr algn="ctr">
              <a:lnSpc>
                <a:spcPct val="113000"/>
              </a:lnSpc>
            </a:pPr>
            <a:r>
              <a:rPr lang="en-US" sz="1100" noProof="0">
                <a:latin typeface="Calibri" panose="020F0502020204030204" pitchFamily="34" charset="0"/>
                <a:cs typeface="Calibri" panose="020F0502020204030204" pitchFamily="34"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GALAXY_CHART&#10;">
            <a:extLst>
              <a:ext uri="{FF2B5EF4-FFF2-40B4-BE49-F238E27FC236}">
                <a16:creationId xmlns:a16="http://schemas.microsoft.com/office/drawing/2014/main" id="{71473021-ED8B-E048-AE80-928BC05FB04C}"/>
              </a:ext>
            </a:extLst>
          </p:cNvPr>
          <p:cNvGraphicFramePr/>
          <p:nvPr>
            <p:extLst>
              <p:ext uri="{D42A27DB-BD31-4B8C-83A1-F6EECF244321}">
                <p14:modId xmlns:p14="http://schemas.microsoft.com/office/powerpoint/2010/main" val="1696555639"/>
              </p:ext>
            </p:extLst>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106336" cy="388055"/>
            <a:chOff x="4652159" y="1363956"/>
            <a:chExt cx="3106336" cy="388055"/>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2770908" cy="388055"/>
            </a:xfrm>
            <a:prstGeom prst="rect">
              <a:avLst/>
            </a:prstGeom>
            <a:noFill/>
          </p:spPr>
          <p:txBody>
            <a:bodyPr wrap="none" lIns="90000" rtlCol="0" anchor="t">
              <a:spAutoFit/>
            </a:bodyPr>
            <a:lstStyle/>
            <a:p>
              <a:pPr algn="l">
                <a:lnSpc>
                  <a:spcPct val="113000"/>
                </a:lnSpc>
              </a:pPr>
              <a:r>
                <a:rPr lang="en-US" b="1">
                  <a:solidFill>
                    <a:schemeClr val="bg1"/>
                  </a:solidFill>
                  <a:latin typeface="Calibri" panose="020F0502020204030204" pitchFamily="34" charset="0"/>
                  <a:cs typeface="Calibri" panose="020F0502020204030204" pitchFamily="34" charset="0"/>
                </a:rPr>
                <a:t>M</a:t>
              </a:r>
              <a:r>
                <a:rPr lang="en-US" b="1" noProof="0" err="1">
                  <a:solidFill>
                    <a:schemeClr val="bg1"/>
                  </a:solidFill>
                  <a:latin typeface="Calibri" panose="020F0502020204030204" pitchFamily="34" charset="0"/>
                  <a:cs typeface="Calibri" panose="020F0502020204030204" pitchFamily="34" charset="0"/>
                </a:rPr>
                <a:t>aintainability</a:t>
              </a:r>
              <a:r>
                <a:rPr lang="en-US" b="1" noProof="0">
                  <a:solidFill>
                    <a:schemeClr val="bg1"/>
                  </a:solidFill>
                  <a:latin typeface="Calibri" panose="020F0502020204030204" pitchFamily="34" charset="0"/>
                  <a:cs typeface="Calibri" panose="020F0502020204030204" pitchFamily="34" charset="0"/>
                </a:rPr>
                <a:t>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tx1"/>
                </a:solidFill>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a:latin typeface="Calibri" panose="020F0502020204030204" pitchFamily="34" charset="0"/>
                  <a:cs typeface="Calibri" panose="020F0502020204030204" pitchFamily="34" charset="0"/>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14" name="Afgeronde rechthoek 36">
            <a:extLst>
              <a:ext uri="{FF2B5EF4-FFF2-40B4-BE49-F238E27FC236}">
                <a16:creationId xmlns:a16="http://schemas.microsoft.com/office/drawing/2014/main" id="{DE2D87A4-AE6B-0679-CEF5-2344C163627E}"/>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 name="Rechthoek 25">
            <a:extLst>
              <a:ext uri="{FF2B5EF4-FFF2-40B4-BE49-F238E27FC236}">
                <a16:creationId xmlns:a16="http://schemas.microsoft.com/office/drawing/2014/main" id="{AACFCA72-DEE3-65B6-4679-17A4B74D2F14}"/>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grpSp>
        <p:nvGrpSpPr>
          <p:cNvPr id="7" name="Groep 6">
            <a:extLst>
              <a:ext uri="{FF2B5EF4-FFF2-40B4-BE49-F238E27FC236}">
                <a16:creationId xmlns:a16="http://schemas.microsoft.com/office/drawing/2014/main" id="{8058F19A-8E04-B773-2F63-975EE437CF7B}"/>
              </a:ext>
            </a:extLst>
          </p:cNvPr>
          <p:cNvGrpSpPr>
            <a:grpSpLocks/>
          </p:cNvGrpSpPr>
          <p:nvPr/>
        </p:nvGrpSpPr>
        <p:grpSpPr>
          <a:xfrm>
            <a:off x="154800" y="1856867"/>
            <a:ext cx="11875051" cy="706948"/>
            <a:chOff x="154800" y="1856867"/>
            <a:chExt cx="11875051" cy="706948"/>
          </a:xfrm>
        </p:grpSpPr>
        <p:sp>
          <p:nvSpPr>
            <p:cNvPr id="73" name="TextBox 39">
              <a:extLst>
                <a:ext uri="{FF2B5EF4-FFF2-40B4-BE49-F238E27FC236}">
                  <a16:creationId xmlns:a16="http://schemas.microsoft.com/office/drawing/2014/main" id="{8A515EA8-6F7F-CB57-EEF9-6A988D6515A9}"/>
                </a:ext>
              </a:extLst>
            </p:cNvPr>
            <p:cNvSpPr txBox="1">
              <a:spLocks/>
            </p:cNvSpPr>
            <p:nvPr/>
          </p:nvSpPr>
          <p:spPr>
            <a:xfrm>
              <a:off x="5256395" y="2291359"/>
              <a:ext cx="1667860"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9" name="Afgeronde rechthoek 18">
              <a:extLst>
                <a:ext uri="{FF2B5EF4-FFF2-40B4-BE49-F238E27FC236}">
                  <a16:creationId xmlns:a16="http://schemas.microsoft.com/office/drawing/2014/main" id="{7222BC8B-9E66-91BE-A862-E4B0A9707F5E}"/>
                </a:ext>
              </a:extLst>
            </p:cNvPr>
            <p:cNvSpPr>
              <a:spLocks/>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4"/>
          </p:nvPr>
        </p:nvSpPr>
        <p:spPr/>
        <p:txBody>
          <a:bodyPr/>
          <a:lstStyle/>
          <a:p>
            <a:fld id="{E242BD21-9B61-2246-BCB1-4BE5E1BEBE1C}" type="slidenum">
              <a:rPr lang="en-US" noProof="0" smtClean="0"/>
              <a:pPr/>
              <a:t>9</a:t>
            </a:fld>
            <a:endParaRPr lang="en-US" noProof="0"/>
          </a:p>
        </p:txBody>
      </p:sp>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p:txBody>
          <a:bodyPr/>
          <a:lstStyle/>
          <a:p>
            <a:r>
              <a:rPr lang="en-US" noProof="0"/>
              <a:t>Key findings – Maintainability</a:t>
            </a:r>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a:t>Integrationtest-kafka scores at market average for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514350" y="2892852"/>
            <a:ext cx="7272795" cy="3425398"/>
          </a:xfrm>
        </p:spPr>
        <p:txBody>
          <a:bodyPr/>
          <a:lstStyle/>
          <a:p>
            <a:r>
              <a:rPr lang="en-US" noProof="0" err="1"/>
              <a:t>Integrationtest-kafka scores at market average for maintainability. This indicates average maintenance costs and time to market for functional changes. </a:t>
            </a:r>
          </a:p>
          <a:p>
            <a:endParaRPr lang="en-US" noProof="0"/>
          </a:p>
          <a:p>
            <a:r>
              <a:rPr lang="en-US" noProof="0"/>
              <a:t>Notable metrics</a:t>
            </a:r>
          </a:p>
          <a:p>
            <a:r>
              <a:rPr lang="en-US" noProof="0" err="1"/>
              <a:t>The system shows high risk in its tightly coupled modules
The system shows high risk where components of the system depend on each other
The system's large size hinders its effective maintenance
The system shows high risk in units with large interfaces
The system shows high risk where components of the system often interact with each other
The system shows low risk in its duplicated logic.</a:t>
            </a:r>
            <a:endParaRPr lang="en-US" noProof="0"/>
          </a:p>
        </p:txBody>
      </p:sp>
      <p:sp>
        <p:nvSpPr>
          <p:cNvPr id="30" name="Footer Placeholder 3">
            <a:extLst>
              <a:ext uri="{FF2B5EF4-FFF2-40B4-BE49-F238E27FC236}">
                <a16:creationId xmlns:a16="http://schemas.microsoft.com/office/drawing/2014/main" id="{B5B24E0D-5B55-ABC1-35C9-12AE75B86C60}"/>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3066032436"/>
              </p:ext>
            </p:extLst>
          </p:nvPr>
        </p:nvGraphicFramePr>
        <p:xfrm>
          <a:off x="8571496" y="3035953"/>
          <a:ext cx="3315521" cy="9785160"/>
        </p:xfrm>
        <a:graphic>
          <a:graphicData uri="http://schemas.openxmlformats.org/drawingml/2006/table">
            <a:tbl>
              <a:tblPr>
                <a:tableStyleId>{5940675A-B579-460E-94D1-54222C63F5DA}</a:tableStyleId>
              </a:tblPr>
              <a:tblGrid>
                <a:gridCol w="1329588">
                  <a:extLst>
                    <a:ext uri="{9D8B030D-6E8A-4147-A177-3AD203B41FA5}">
                      <a16:colId xmlns:a16="http://schemas.microsoft.com/office/drawing/2014/main" val="20000"/>
                    </a:ext>
                  </a:extLst>
                </a:gridCol>
                <a:gridCol w="1356851">
                  <a:extLst>
                    <a:ext uri="{9D8B030D-6E8A-4147-A177-3AD203B41FA5}">
                      <a16:colId xmlns:a16="http://schemas.microsoft.com/office/drawing/2014/main" val="335839943"/>
                    </a:ext>
                  </a:extLst>
                </a:gridCol>
                <a:gridCol w="62908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a:ln>
                            <a:noFill/>
                          </a:ln>
                          <a:solidFill>
                            <a:schemeClr val="tx1"/>
                          </a:solidFill>
                          <a:effectLst/>
                          <a:latin typeface="+mn-lt"/>
                        </a:rPr>
                        <a:t>Unit size</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3.3</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3.0</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2.2</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1.6</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lang="en-US" sz="800" noProof="0" err="1">
                <a:solidFill>
                  <a:srgbClr val="152F73"/>
                </a:solidFill>
                <a:latin typeface="Azeret Mono" pitchFamily="2" charset="77"/>
                <a:cs typeface="Azeret Mono" pitchFamily="2" charset="77"/>
              </a:rPr>
              <a:t>15 March 2026</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4753468" y="1094847"/>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Integrationtest-kafka</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2.6</a:t>
              </a:r>
              <a:endParaRPr lang="en-US" sz="1000" noProof="0">
                <a:solidFill>
                  <a:schemeClr val="tx1"/>
                </a:solidFill>
                <a:latin typeface="☞NOIR PRO MEDIUM" pitchFamily="2" charset="0"/>
              </a:endParaRPr>
            </a:p>
          </p:txBody>
        </p:sp>
      </p:grpSp>
    </p:spTree>
    <p:extLst>
      <p:ext uri="{BB962C8B-B14F-4D97-AF65-F5344CB8AC3E}">
        <p14:creationId xmlns:p14="http://schemas.microsoft.com/office/powerpoint/2010/main" val="376112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4"/>
          </p:nvPr>
        </p:nvSpPr>
        <p:spPr/>
        <p:txBody>
          <a:bodyPr/>
          <a:lstStyle/>
          <a:p>
            <a:fld id="{E242BD21-9B61-2246-BCB1-4BE5E1BEBE1C}" type="slidenum">
              <a:rPr lang="en-US" noProof="0" smtClean="0"/>
              <a:pPr/>
              <a:t>10</a:t>
            </a:fld>
            <a:endParaRPr lang="en-US" noProof="0"/>
          </a:p>
        </p:txBody>
      </p:sp>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p:txBody>
          <a:bodyPr/>
          <a:lstStyle/>
          <a:p>
            <a:r>
              <a:rPr lang="en-US" noProof="0"/>
              <a:t>Key findings – Technology</a:t>
            </a:r>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a:t>The system is large in size and is built primarily in Java</a:t>
            </a:r>
          </a:p>
        </p:txBody>
      </p:sp>
      <p:sp>
        <p:nvSpPr>
          <p:cNvPr id="32" name="Footer Placeholder 3">
            <a:extLst>
              <a:ext uri="{FF2B5EF4-FFF2-40B4-BE49-F238E27FC236}">
                <a16:creationId xmlns:a16="http://schemas.microsoft.com/office/drawing/2014/main" id="{2FACC022-4D5B-60A4-E24B-97D867AE941A}"/>
              </a:ext>
            </a:extLst>
          </p:cNvPr>
          <p:cNvSpPr>
            <a:spLocks noGrp="1"/>
          </p:cNvSpPr>
          <p:nvPr>
            <p:ph type="ftr" sz="quarter" idx="14"/>
          </p:nvPr>
        </p:nvSpPr>
        <p:spPr/>
        <p:txBody>
          <a:bodyPr/>
          <a:lstStyle/>
          <a:p>
            <a:r>
              <a:rPr lang="en-US" noProof="0"/>
              <a:t>Confidential</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err="1">
                <a:latin typeface="Calibri" panose="020F0502020204030204" pitchFamily="34" charset="0"/>
                <a:cs typeface="Calibri" panose="020F0502020204030204" pitchFamily="34" charset="0"/>
              </a:rPr>
              <a:t>The system is built using common and modern technologies.</a:t>
            </a:r>
            <a:endParaRPr lang="en-US" noProof="0">
              <a:latin typeface="Calibri" panose="020F0502020204030204" pitchFamily="34" charset="0"/>
              <a:cs typeface="Calibri" panose="020F0502020204030204" pitchFamily="34" charset="0"/>
            </a:endParaRPr>
          </a:p>
          <a:p>
            <a:pPr marL="285750" indent="-285750"/>
            <a:r>
              <a:rPr lang="en-US" noProof="0" err="1">
                <a:latin typeface="Calibri" panose="020F0502020204030204" pitchFamily="34" charset="0"/>
                <a:cs typeface="Calibri" panose="020F0502020204030204" pitchFamily="34" charset="0"/>
              </a:rPr>
              <a:t>The system is mainly built using Java.</a:t>
            </a:r>
            <a:endParaRPr lang="en-US" noProof="0">
              <a:latin typeface="Calibri" panose="020F0502020204030204" pitchFamily="34" charset="0"/>
              <a:cs typeface="Calibri" panose="020F0502020204030204" pitchFamily="34" charset="0"/>
            </a:endParaRPr>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ECHNOLOGY_CHART">
            <a:extLst>
              <a:ext uri="{FF2B5EF4-FFF2-40B4-BE49-F238E27FC236}">
                <a16:creationId xmlns:a16="http://schemas.microsoft.com/office/drawing/2014/main" id="{E5DDF9E1-26B6-EE58-18CE-4DBED266C4BE}"/>
              </a:ext>
            </a:extLst>
          </p:cNvPr>
          <p:cNvGraphicFramePr/>
          <p:nvPr>
            <p:extLst>
              <p:ext uri="{D42A27DB-BD31-4B8C-83A1-F6EECF244321}">
                <p14:modId xmlns:p14="http://schemas.microsoft.com/office/powerpoint/2010/main" val="877839636"/>
              </p:ext>
            </p:extLst>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extLst>
              <p:ext uri="{D42A27DB-BD31-4B8C-83A1-F6EECF244321}">
                <p14:modId xmlns:p14="http://schemas.microsoft.com/office/powerpoint/2010/main" val="250708819"/>
              </p:ext>
            </p:extLst>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a:solidFill>
                            <a:schemeClr val="bg1"/>
                          </a:solidFill>
                          <a:latin typeface="+mn-lt"/>
                        </a:rPr>
                        <a:t>Technology</a:t>
                      </a:r>
                      <a:endParaRPr lang="en-US"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a:solidFill>
                            <a:schemeClr val="bg1"/>
                          </a:solidFill>
                          <a:latin typeface="+mn-lt"/>
                        </a:rPr>
                        <a:t>Lines of Code</a:t>
                      </a:r>
                      <a:endParaRPr lang="en-US"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Java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a:solidFill>
                            <a:schemeClr val="tx1"/>
                          </a:solidFill>
                          <a:effectLst/>
                          <a:latin typeface="Calibri Regular"/>
                        </a:rPr>
                        <a:t>385712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a:solidFill>
                            <a:schemeClr val="tx1">
                              <a:lumMod val="60000"/>
                              <a:lumOff val="40000"/>
                            </a:schemeClr>
                          </a:solidFill>
                          <a:effectLst/>
                          <a:latin typeface="Calibri Regular"/>
                        </a:rPr>
                        <a:t>42.9</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747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0.1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a:solidFill>
                  <a:schemeClr val="tx1"/>
                </a:solidFill>
                <a:latin typeface="Calibri" panose="020F0502020204030204" pitchFamily="34" charset="0"/>
                <a:cs typeface="Calibri" panose="020F0502020204030204" pitchFamily="34" charset="0"/>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err="1">
                <a:solidFill>
                  <a:schemeClr val="tx1"/>
                </a:solidFill>
                <a:latin typeface="Calibri" panose="020F0502020204030204" pitchFamily="34" charset="0"/>
                <a:cs typeface="Calibri" panose="020F0502020204030204" pitchFamily="34" charset="0"/>
              </a:rPr>
              <a:t>43.0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err="1">
                <a:solidFill>
                  <a:schemeClr val="tx1"/>
                </a:solidFill>
                <a:latin typeface="Calibri" panose="020F0502020204030204" pitchFamily="34" charset="0"/>
                <a:cs typeface="Calibri" panose="020F0502020204030204" pitchFamily="34" charset="0"/>
              </a:rPr>
              <a:t>386,459 LOC</a:t>
            </a:r>
          </a:p>
        </p:txBody>
      </p:sp>
    </p:spTree>
    <p:extLst>
      <p:ext uri="{BB962C8B-B14F-4D97-AF65-F5344CB8AC3E}">
        <p14:creationId xmlns:p14="http://schemas.microsoft.com/office/powerpoint/2010/main" val="3325148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4"/>
          </p:nvPr>
        </p:nvSpPr>
        <p:spPr/>
        <p:txBody>
          <a:bodyPr/>
          <a:lstStyle/>
          <a:p>
            <a:fld id="{E242BD21-9B61-2246-BCB1-4BE5E1BEBE1C}" type="slidenum">
              <a:rPr lang="en-US" noProof="0" smtClean="0"/>
              <a:pPr/>
              <a:t>11</a:t>
            </a:fld>
            <a:endParaRPr lang="en-US" noProof="0"/>
          </a:p>
        </p:txBody>
      </p:sp>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p:txBody>
          <a:bodyPr/>
          <a:lstStyle/>
          <a:p>
            <a:r>
              <a:rPr lang="en-US" noProof="0"/>
              <a:t>Key findings – Test code</a:t>
            </a:r>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err="1"/>
              <a:t>Integrationtest-kafka has a above market average test/code ratio</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514350" y="1368425"/>
            <a:ext cx="5276849" cy="4949825"/>
          </a:xfrm>
        </p:spPr>
        <p:txBody>
          <a:bodyPr/>
          <a:lstStyle/>
          <a:p>
            <a:r>
              <a:rPr lang="en-US" noProof="0" err="1"/>
              <a:t>Integrationtest-kafka scores above market average, with 157% test/production code ratio. </a:t>
            </a:r>
          </a:p>
          <a:p>
            <a:r>
              <a:rPr lang="en-US" noProof="0"/>
              <a:t>This indicates that that an extremely mature automated testing suite is in place, that will likely catch breaking changes at an early stage. This increases developer velocity and reduces bugs in production.</a:t>
            </a:r>
          </a:p>
        </p:txBody>
      </p:sp>
      <p:sp>
        <p:nvSpPr>
          <p:cNvPr id="4" name="Footer Placeholder 3">
            <a:extLst>
              <a:ext uri="{FF2B5EF4-FFF2-40B4-BE49-F238E27FC236}">
                <a16:creationId xmlns:a16="http://schemas.microsoft.com/office/drawing/2014/main" id="{D4151CEE-B969-2DB6-0530-EA6B0263716D}"/>
              </a:ext>
            </a:extLst>
          </p:cNvPr>
          <p:cNvSpPr>
            <a:spLocks noGrp="1"/>
          </p:cNvSpPr>
          <p:nvPr>
            <p:ph type="ftr" sz="quarter" idx="14"/>
          </p:nvPr>
        </p:nvSpPr>
        <p:spPr/>
        <p:txBody>
          <a:bodyPr/>
          <a:lstStyle/>
          <a:p>
            <a:r>
              <a:rPr lang="en-US" noProof="0"/>
              <a:t>Confidential</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err="1">
                <a:latin typeface="Noir Pro Semi Bold" pitchFamily="2" charset="0"/>
              </a:rPr>
              <a:t>157%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TEST_CODE_RATIO_CHART">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55961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FC4E6-BDF4-2FCC-B8FE-64C0423F759D}"/>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D34DC176-889B-0137-4905-D654990434FA}"/>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45E1F7BB-BDBB-E18D-42FC-D093C4D41B15}"/>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 name="Tijdelijke aanduiding voor dianummer 4">
            <a:extLst>
              <a:ext uri="{FF2B5EF4-FFF2-40B4-BE49-F238E27FC236}">
                <a16:creationId xmlns:a16="http://schemas.microsoft.com/office/drawing/2014/main" id="{6FEDC917-3129-E992-D302-45E3D08F8399}"/>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12</a:t>
            </a:fld>
            <a:endParaRPr lang="en-US" noProof="0"/>
          </a:p>
        </p:txBody>
      </p:sp>
      <p:sp>
        <p:nvSpPr>
          <p:cNvPr id="14" name="TextBox 41">
            <a:extLst>
              <a:ext uri="{FF2B5EF4-FFF2-40B4-BE49-F238E27FC236}">
                <a16:creationId xmlns:a16="http://schemas.microsoft.com/office/drawing/2014/main" id="{3EAFA8A7-AE4B-1781-86B0-F16AF416EAA0}"/>
              </a:ext>
            </a:extLst>
          </p:cNvPr>
          <p:cNvSpPr txBox="1"/>
          <p:nvPr/>
        </p:nvSpPr>
        <p:spPr>
          <a:xfrm rot="4932011">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b="1" noProof="0">
                <a:latin typeface="Calibri" panose="020F0502020204030204" pitchFamily="34" charset="0"/>
                <a:cs typeface="Calibri" panose="020F0502020204030204" pitchFamily="34" charset="0"/>
              </a:rPr>
              <a:t>SIG Architecture Quality</a:t>
            </a:r>
          </a:p>
        </p:txBody>
      </p:sp>
      <p:sp>
        <p:nvSpPr>
          <p:cNvPr id="63" name="Text Placeholder 62">
            <a:extLst>
              <a:ext uri="{FF2B5EF4-FFF2-40B4-BE49-F238E27FC236}">
                <a16:creationId xmlns:a16="http://schemas.microsoft.com/office/drawing/2014/main" id="{21DA4CF7-D80B-853C-4A5B-41B301F8CE07}"/>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6C36E2D2-BDE7-3638-8830-7AA8B9E6FE11}"/>
              </a:ext>
            </a:extLst>
          </p:cNvPr>
          <p:cNvSpPr>
            <a:spLocks noGrp="1"/>
          </p:cNvSpPr>
          <p:nvPr>
            <p:ph type="title"/>
          </p:nvPr>
        </p:nvSpPr>
        <p:spPr>
          <a:xfrm>
            <a:off x="457200" y="391823"/>
            <a:ext cx="11288467" cy="282819"/>
          </a:xfrm>
        </p:spPr>
        <p:txBody>
          <a:bodyPr/>
          <a:lstStyle/>
          <a:p>
            <a:r>
              <a:rPr lang="en-US"/>
              <a:t>Explanation | The Architecture Quality model has 5 sub-characteristics</a:t>
            </a:r>
            <a:endParaRPr lang="en-US" noProof="0"/>
          </a:p>
        </p:txBody>
      </p:sp>
      <p:sp>
        <p:nvSpPr>
          <p:cNvPr id="8" name="Oval 7">
            <a:extLst>
              <a:ext uri="{FF2B5EF4-FFF2-40B4-BE49-F238E27FC236}">
                <a16:creationId xmlns:a16="http://schemas.microsoft.com/office/drawing/2014/main" id="{17F05B75-6037-EA45-B1B1-1E43332943AE}"/>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D123B5B4-D7BD-25BA-CD0E-6495C7931AED}"/>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3A0CB33A-55A7-074B-0BDF-A6295B06D0EA}"/>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E084D8A4-F40E-E88C-1600-0D7004E254AC}"/>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44902451-3E9D-34D7-3E33-F7EF72DAB275}"/>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a:t>
            </a:r>
            <a:r>
              <a:rPr lang="en-US" sz="1400" b="1" noProof="0">
                <a:solidFill>
                  <a:schemeClr val="accent4">
                    <a:lumMod val="40000"/>
                    <a:lumOff val="60000"/>
                  </a:schemeClr>
                </a:solidFill>
                <a:latin typeface="Calibri" panose="020F0502020204030204" pitchFamily="34" charset="0"/>
                <a:cs typeface="Calibri" panose="020F0502020204030204" pitchFamily="34" charset="0"/>
              </a:rPr>
              <a:t>SIG Architecture Quality</a:t>
            </a:r>
            <a:r>
              <a:rPr lang="en-US" sz="1400" noProof="0">
                <a:solidFill>
                  <a:schemeClr val="tx1"/>
                </a:solidFill>
                <a:latin typeface="Calibri" panose="020F0502020204030204" pitchFamily="34" charset="0"/>
                <a:cs typeface="Calibri" panose="020F0502020204030204" pitchFamily="34" charset="0"/>
              </a:rPr>
              <a:t> model provides insight into the ability for an application to evolve as business needs change. </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Each of the 5 sub-characteristics represent properties of software architecture that affect the velocity in which foundational changes can be made to a software system.</a:t>
            </a:r>
          </a:p>
        </p:txBody>
      </p:sp>
      <p:sp>
        <p:nvSpPr>
          <p:cNvPr id="78" name="Arc 77">
            <a:extLst>
              <a:ext uri="{FF2B5EF4-FFF2-40B4-BE49-F238E27FC236}">
                <a16:creationId xmlns:a16="http://schemas.microsoft.com/office/drawing/2014/main" id="{DDFC5E12-0E6B-C817-F7FC-E582CEF0E6A6}"/>
              </a:ext>
            </a:extLst>
          </p:cNvPr>
          <p:cNvSpPr>
            <a:spLocks/>
          </p:cNvSpPr>
          <p:nvPr/>
        </p:nvSpPr>
        <p:spPr>
          <a:xfrm>
            <a:off x="4403883" y="2031167"/>
            <a:ext cx="3381834" cy="3405830"/>
          </a:xfrm>
          <a:prstGeom prst="arc">
            <a:avLst>
              <a:gd name="adj1" fmla="val 19272081"/>
              <a:gd name="adj2" fmla="val 13132678"/>
            </a:avLst>
          </a:prstGeom>
          <a:ln w="12700">
            <a:gradFill>
              <a:gsLst>
                <a:gs pos="100000">
                  <a:schemeClr val="accent4">
                    <a:lumMod val="50000"/>
                    <a:alpha val="0"/>
                  </a:schemeClr>
                </a:gs>
                <a:gs pos="63000">
                  <a:schemeClr val="accent4">
                    <a:lumMod val="75000"/>
                  </a:schemeClr>
                </a:gs>
                <a:gs pos="0">
                  <a:schemeClr val="tx1"/>
                </a:gs>
                <a:gs pos="18000">
                  <a:schemeClr val="accent4">
                    <a:lumMod val="40000"/>
                    <a:lumOff val="60000"/>
                  </a:schemeClr>
                </a:gs>
              </a:gsLst>
              <a:lin ang="5400000" scaled="0"/>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31" name="Boog 30">
            <a:extLst>
              <a:ext uri="{FF2B5EF4-FFF2-40B4-BE49-F238E27FC236}">
                <a16:creationId xmlns:a16="http://schemas.microsoft.com/office/drawing/2014/main" id="{63213279-FB99-67AE-DCEE-254AB81AB600}"/>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5BA10B83-D6DA-80E3-920D-C933FA544953}"/>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37" name="Oval 36">
            <a:extLst>
              <a:ext uri="{FF2B5EF4-FFF2-40B4-BE49-F238E27FC236}">
                <a16:creationId xmlns:a16="http://schemas.microsoft.com/office/drawing/2014/main" id="{5620DE26-64FE-2C1D-3A5F-A7A9DDF1FDE7}"/>
              </a:ext>
            </a:extLst>
          </p:cNvPr>
          <p:cNvSpPr/>
          <p:nvPr/>
        </p:nvSpPr>
        <p:spPr>
          <a:xfrm>
            <a:off x="6782160" y="4192256"/>
            <a:ext cx="125744" cy="12574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3" name="Oval 42">
            <a:extLst>
              <a:ext uri="{FF2B5EF4-FFF2-40B4-BE49-F238E27FC236}">
                <a16:creationId xmlns:a16="http://schemas.microsoft.com/office/drawing/2014/main" id="{FA1A77FB-E341-2D18-2935-1521C442D217}"/>
              </a:ext>
            </a:extLst>
          </p:cNvPr>
          <p:cNvSpPr/>
          <p:nvPr/>
        </p:nvSpPr>
        <p:spPr>
          <a:xfrm>
            <a:off x="7309857" y="3592971"/>
            <a:ext cx="64650" cy="6465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6" name="Arc 45">
            <a:extLst>
              <a:ext uri="{FF2B5EF4-FFF2-40B4-BE49-F238E27FC236}">
                <a16:creationId xmlns:a16="http://schemas.microsoft.com/office/drawing/2014/main" id="{0CA9D39A-AE2D-F5A1-AFE9-94EE6229B0E1}"/>
              </a:ext>
            </a:extLst>
          </p:cNvPr>
          <p:cNvSpPr/>
          <p:nvPr/>
        </p:nvSpPr>
        <p:spPr>
          <a:xfrm rot="14270457">
            <a:off x="4854843" y="2491915"/>
            <a:ext cx="2499248" cy="2476634"/>
          </a:xfrm>
          <a:prstGeom prst="arc">
            <a:avLst>
              <a:gd name="adj1" fmla="val 17025432"/>
              <a:gd name="adj2" fmla="val 2774786"/>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cxnSp>
        <p:nvCxnSpPr>
          <p:cNvPr id="47" name="Straight Connector 46">
            <a:extLst>
              <a:ext uri="{FF2B5EF4-FFF2-40B4-BE49-F238E27FC236}">
                <a16:creationId xmlns:a16="http://schemas.microsoft.com/office/drawing/2014/main" id="{786EECC0-B0A7-A6B2-8D83-2949C683425D}"/>
              </a:ext>
            </a:extLst>
          </p:cNvPr>
          <p:cNvCxnSpPr>
            <a:cxnSpLocks/>
          </p:cNvCxnSpPr>
          <p:nvPr/>
        </p:nvCxnSpPr>
        <p:spPr>
          <a:xfrm flipH="1">
            <a:off x="6308248" y="2534585"/>
            <a:ext cx="87026" cy="323621"/>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BE3D97C-5E72-8396-1823-91125609A96D}"/>
              </a:ext>
            </a:extLst>
          </p:cNvPr>
          <p:cNvSpPr/>
          <p:nvPr/>
        </p:nvSpPr>
        <p:spPr>
          <a:xfrm>
            <a:off x="4901427" y="4103184"/>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52" name="Straight Connector 51">
            <a:extLst>
              <a:ext uri="{FF2B5EF4-FFF2-40B4-BE49-F238E27FC236}">
                <a16:creationId xmlns:a16="http://schemas.microsoft.com/office/drawing/2014/main" id="{43FFDB96-C14F-A245-8019-B6B99B6B1D78}"/>
              </a:ext>
            </a:extLst>
          </p:cNvPr>
          <p:cNvCxnSpPr>
            <a:cxnSpLocks/>
          </p:cNvCxnSpPr>
          <p:nvPr/>
        </p:nvCxnSpPr>
        <p:spPr>
          <a:xfrm>
            <a:off x="6096000" y="4363444"/>
            <a:ext cx="0" cy="263379"/>
          </a:xfrm>
          <a:prstGeom prst="line">
            <a:avLst/>
          </a:prstGeom>
          <a:ln w="9525">
            <a:solidFill>
              <a:schemeClr val="accent4">
                <a:lumMod val="60000"/>
                <a:lumOff val="40000"/>
                <a:alpha val="80425"/>
              </a:schemeClr>
            </a:solidFill>
            <a:prstDash val="solid"/>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D6B8A8B-0F98-2EE1-FA56-C52898DC2E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78177" y="1461589"/>
            <a:ext cx="433246" cy="288828"/>
          </a:xfrm>
          <a:prstGeom prst="rect">
            <a:avLst/>
          </a:prstGeom>
          <a:effectLst/>
        </p:spPr>
      </p:pic>
      <p:sp>
        <p:nvSpPr>
          <p:cNvPr id="45" name="Oval 44">
            <a:extLst>
              <a:ext uri="{FF2B5EF4-FFF2-40B4-BE49-F238E27FC236}">
                <a16:creationId xmlns:a16="http://schemas.microsoft.com/office/drawing/2014/main" id="{46F36EAA-1133-7C6E-9C1F-5FD59C95E829}"/>
              </a:ext>
            </a:extLst>
          </p:cNvPr>
          <p:cNvSpPr/>
          <p:nvPr/>
        </p:nvSpPr>
        <p:spPr>
          <a:xfrm>
            <a:off x="6040908" y="4925411"/>
            <a:ext cx="114710" cy="1147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3" name="Oval 52">
            <a:extLst>
              <a:ext uri="{FF2B5EF4-FFF2-40B4-BE49-F238E27FC236}">
                <a16:creationId xmlns:a16="http://schemas.microsoft.com/office/drawing/2014/main" id="{509B0700-847D-F30D-064A-B65A7069D776}"/>
              </a:ext>
            </a:extLst>
          </p:cNvPr>
          <p:cNvSpPr/>
          <p:nvPr/>
        </p:nvSpPr>
        <p:spPr>
          <a:xfrm>
            <a:off x="6060913" y="4603426"/>
            <a:ext cx="70174" cy="7017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4" name="Oval 53">
            <a:extLst>
              <a:ext uri="{FF2B5EF4-FFF2-40B4-BE49-F238E27FC236}">
                <a16:creationId xmlns:a16="http://schemas.microsoft.com/office/drawing/2014/main" id="{22722D1E-187C-902D-133E-D71C3D636182}"/>
              </a:ext>
            </a:extLst>
          </p:cNvPr>
          <p:cNvSpPr/>
          <p:nvPr/>
        </p:nvSpPr>
        <p:spPr>
          <a:xfrm>
            <a:off x="6040908" y="4313883"/>
            <a:ext cx="112242" cy="11224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5" name="Arc 54">
            <a:extLst>
              <a:ext uri="{FF2B5EF4-FFF2-40B4-BE49-F238E27FC236}">
                <a16:creationId xmlns:a16="http://schemas.microsoft.com/office/drawing/2014/main" id="{527BB33F-4585-371F-ACC1-9F71E65DDD4C}"/>
              </a:ext>
            </a:extLst>
          </p:cNvPr>
          <p:cNvSpPr/>
          <p:nvPr/>
        </p:nvSpPr>
        <p:spPr>
          <a:xfrm>
            <a:off x="5176684" y="2825556"/>
            <a:ext cx="1850921" cy="1820186"/>
          </a:xfrm>
          <a:prstGeom prst="arc">
            <a:avLst>
              <a:gd name="adj1" fmla="val 14237097"/>
              <a:gd name="adj2" fmla="val 2037119"/>
            </a:avLst>
          </a:prstGeom>
          <a:ln w="9525">
            <a:solidFill>
              <a:schemeClr val="accent4">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56" name="Oval 55">
            <a:extLst>
              <a:ext uri="{FF2B5EF4-FFF2-40B4-BE49-F238E27FC236}">
                <a16:creationId xmlns:a16="http://schemas.microsoft.com/office/drawing/2014/main" id="{991063C4-67DA-CB4D-3CF1-118B6D0CA3AC}"/>
              </a:ext>
            </a:extLst>
          </p:cNvPr>
          <p:cNvSpPr/>
          <p:nvPr/>
        </p:nvSpPr>
        <p:spPr>
          <a:xfrm>
            <a:off x="5107513" y="2926125"/>
            <a:ext cx="45720" cy="45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7" name="Oval 56">
            <a:extLst>
              <a:ext uri="{FF2B5EF4-FFF2-40B4-BE49-F238E27FC236}">
                <a16:creationId xmlns:a16="http://schemas.microsoft.com/office/drawing/2014/main" id="{9AB47F86-EFE9-379B-A946-147D3438BAF2}"/>
              </a:ext>
            </a:extLst>
          </p:cNvPr>
          <p:cNvSpPr/>
          <p:nvPr/>
        </p:nvSpPr>
        <p:spPr>
          <a:xfrm>
            <a:off x="6357959" y="2486875"/>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8" name="Oval 57">
            <a:extLst>
              <a:ext uri="{FF2B5EF4-FFF2-40B4-BE49-F238E27FC236}">
                <a16:creationId xmlns:a16="http://schemas.microsoft.com/office/drawing/2014/main" id="{A5557172-15CA-8FED-29FF-FB082A26E580}"/>
              </a:ext>
            </a:extLst>
          </p:cNvPr>
          <p:cNvSpPr/>
          <p:nvPr/>
        </p:nvSpPr>
        <p:spPr>
          <a:xfrm>
            <a:off x="6273956" y="2796588"/>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5" name="Oval 34">
            <a:extLst>
              <a:ext uri="{FF2B5EF4-FFF2-40B4-BE49-F238E27FC236}">
                <a16:creationId xmlns:a16="http://schemas.microsoft.com/office/drawing/2014/main" id="{DEAA645F-72B7-A4EB-0117-BD2080AC521C}"/>
              </a:ext>
            </a:extLst>
          </p:cNvPr>
          <p:cNvSpPr/>
          <p:nvPr/>
        </p:nvSpPr>
        <p:spPr>
          <a:xfrm>
            <a:off x="5366019" y="4285002"/>
            <a:ext cx="53706" cy="5370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4" name="Oval 33">
            <a:extLst>
              <a:ext uri="{FF2B5EF4-FFF2-40B4-BE49-F238E27FC236}">
                <a16:creationId xmlns:a16="http://schemas.microsoft.com/office/drawing/2014/main" id="{7B049E13-9D1A-9435-4A45-62EC62292177}"/>
              </a:ext>
            </a:extLst>
          </p:cNvPr>
          <p:cNvSpPr/>
          <p:nvPr/>
        </p:nvSpPr>
        <p:spPr>
          <a:xfrm>
            <a:off x="5568436" y="2929751"/>
            <a:ext cx="80980" cy="8098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4" name="Graphic 3">
            <a:extLst>
              <a:ext uri="{FF2B5EF4-FFF2-40B4-BE49-F238E27FC236}">
                <a16:creationId xmlns:a16="http://schemas.microsoft.com/office/drawing/2014/main" id="{81954DBF-D406-0A67-F624-0193BBA96B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13673" y="3269842"/>
            <a:ext cx="798156" cy="793105"/>
          </a:xfrm>
          <a:prstGeom prst="rect">
            <a:avLst/>
          </a:prstGeom>
        </p:spPr>
      </p:pic>
      <p:sp>
        <p:nvSpPr>
          <p:cNvPr id="7" name="Ovaal 12">
            <a:extLst>
              <a:ext uri="{FF2B5EF4-FFF2-40B4-BE49-F238E27FC236}">
                <a16:creationId xmlns:a16="http://schemas.microsoft.com/office/drawing/2014/main" id="{9CA1AE85-A29B-1D34-9106-4BA58BE4530F}"/>
              </a:ext>
            </a:extLst>
          </p:cNvPr>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6" name="Ovaal 13">
            <a:extLst>
              <a:ext uri="{FF2B5EF4-FFF2-40B4-BE49-F238E27FC236}">
                <a16:creationId xmlns:a16="http://schemas.microsoft.com/office/drawing/2014/main" id="{04D47726-2EF1-6500-76BE-2F3AD901A604}"/>
              </a:ext>
            </a:extLst>
          </p:cNvPr>
          <p:cNvSpPr/>
          <p:nvPr/>
        </p:nvSpPr>
        <p:spPr>
          <a:xfrm>
            <a:off x="3323073" y="359028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7" name="Ovaal 14">
            <a:extLst>
              <a:ext uri="{FF2B5EF4-FFF2-40B4-BE49-F238E27FC236}">
                <a16:creationId xmlns:a16="http://schemas.microsoft.com/office/drawing/2014/main" id="{26FAC4B8-00A4-5706-A673-0CAA6B0B9B67}"/>
              </a:ext>
            </a:extLst>
          </p:cNvPr>
          <p:cNvSpPr/>
          <p:nvPr/>
        </p:nvSpPr>
        <p:spPr>
          <a:xfrm>
            <a:off x="3364103" y="4093669"/>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8" name="Ovaal 16">
            <a:extLst>
              <a:ext uri="{FF2B5EF4-FFF2-40B4-BE49-F238E27FC236}">
                <a16:creationId xmlns:a16="http://schemas.microsoft.com/office/drawing/2014/main" id="{91C5EDB6-0BF6-145B-AF80-FB63F494DB85}"/>
              </a:ext>
            </a:extLst>
          </p:cNvPr>
          <p:cNvSpPr/>
          <p:nvPr/>
        </p:nvSpPr>
        <p:spPr>
          <a:xfrm>
            <a:off x="3496656" y="4588574"/>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5FBFADCE-ED5C-FB0F-77C4-65D286EF4D1D}"/>
              </a:ext>
            </a:extLst>
          </p:cNvPr>
          <p:cNvSpPr/>
          <p:nvPr/>
        </p:nvSpPr>
        <p:spPr>
          <a:xfrm>
            <a:off x="3728666" y="508934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20" name="Tekstvak 24">
            <a:extLst>
              <a:ext uri="{FF2B5EF4-FFF2-40B4-BE49-F238E27FC236}">
                <a16:creationId xmlns:a16="http://schemas.microsoft.com/office/drawing/2014/main" id="{CA0B37D6-F33F-292E-7B91-2D69F1AE6A09}"/>
              </a:ext>
            </a:extLst>
          </p:cNvPr>
          <p:cNvSpPr txBox="1"/>
          <p:nvPr/>
        </p:nvSpPr>
        <p:spPr>
          <a:xfrm>
            <a:off x="2366297" y="2957541"/>
            <a:ext cx="961181"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Structure</a:t>
            </a:r>
          </a:p>
        </p:txBody>
      </p:sp>
      <p:sp>
        <p:nvSpPr>
          <p:cNvPr id="21" name="Tekstvak 28">
            <a:extLst>
              <a:ext uri="{FF2B5EF4-FFF2-40B4-BE49-F238E27FC236}">
                <a16:creationId xmlns:a16="http://schemas.microsoft.com/office/drawing/2014/main" id="{6CA98FB2-4EDF-E920-9E9B-F62B47CB9AEF}"/>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a:solidFill>
                  <a:schemeClr val="tx1"/>
                </a:solidFill>
                <a:latin typeface="Calibri" panose="020F0502020204030204" pitchFamily="34" charset="0"/>
                <a:cs typeface="Calibri" panose="020F0502020204030204" pitchFamily="34" charset="0"/>
              </a:rPr>
              <a:t>Communication</a:t>
            </a:r>
          </a:p>
        </p:txBody>
      </p:sp>
      <p:sp>
        <p:nvSpPr>
          <p:cNvPr id="22" name="Tekstvak 30">
            <a:extLst>
              <a:ext uri="{FF2B5EF4-FFF2-40B4-BE49-F238E27FC236}">
                <a16:creationId xmlns:a16="http://schemas.microsoft.com/office/drawing/2014/main" id="{E7D51654-3295-3491-0707-70DFF3FC051F}"/>
              </a:ext>
            </a:extLst>
          </p:cNvPr>
          <p:cNvSpPr txBox="1"/>
          <p:nvPr/>
        </p:nvSpPr>
        <p:spPr>
          <a:xfrm>
            <a:off x="2160457" y="3956023"/>
            <a:ext cx="115020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Data access</a:t>
            </a:r>
          </a:p>
        </p:txBody>
      </p:sp>
      <p:sp>
        <p:nvSpPr>
          <p:cNvPr id="23" name="Tekstvak 32">
            <a:extLst>
              <a:ext uri="{FF2B5EF4-FFF2-40B4-BE49-F238E27FC236}">
                <a16:creationId xmlns:a16="http://schemas.microsoft.com/office/drawing/2014/main" id="{613E0652-B48A-FCAD-997C-F26EE6E4D752}"/>
              </a:ext>
            </a:extLst>
          </p:cNvPr>
          <p:cNvSpPr txBox="1"/>
          <p:nvPr/>
        </p:nvSpPr>
        <p:spPr>
          <a:xfrm>
            <a:off x="2448743" y="4455264"/>
            <a:ext cx="96515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Evolution</a:t>
            </a:r>
          </a:p>
        </p:txBody>
      </p:sp>
      <p:sp>
        <p:nvSpPr>
          <p:cNvPr id="24" name="Tekstvak 33">
            <a:extLst>
              <a:ext uri="{FF2B5EF4-FFF2-40B4-BE49-F238E27FC236}">
                <a16:creationId xmlns:a16="http://schemas.microsoft.com/office/drawing/2014/main" id="{6060922F-0A01-1CA8-AC95-96E7EB70ED2D}"/>
              </a:ext>
            </a:extLst>
          </p:cNvPr>
          <p:cNvSpPr txBox="1"/>
          <p:nvPr/>
        </p:nvSpPr>
        <p:spPr>
          <a:xfrm>
            <a:off x="2531151" y="4954505"/>
            <a:ext cx="110397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Knowledge</a:t>
            </a:r>
          </a:p>
        </p:txBody>
      </p:sp>
      <p:pic>
        <p:nvPicPr>
          <p:cNvPr id="6" name="Picture 5">
            <a:extLst>
              <a:ext uri="{FF2B5EF4-FFF2-40B4-BE49-F238E27FC236}">
                <a16:creationId xmlns:a16="http://schemas.microsoft.com/office/drawing/2014/main" id="{F804FC7E-C023-90F2-5353-524BFC6A4DFC}"/>
              </a:ext>
            </a:extLst>
          </p:cNvPr>
          <p:cNvPicPr>
            <a:picLocks noChangeAspect="1"/>
          </p:cNvPicPr>
          <p:nvPr/>
        </p:nvPicPr>
        <p:blipFill>
          <a:blip r:embed="rId5"/>
          <a:stretch>
            <a:fillRect/>
          </a:stretch>
        </p:blipFill>
        <p:spPr>
          <a:xfrm>
            <a:off x="11052176" y="283494"/>
            <a:ext cx="746247" cy="499812"/>
          </a:xfrm>
          <a:prstGeom prst="rect">
            <a:avLst/>
          </a:prstGeom>
        </p:spPr>
      </p:pic>
      <p:sp>
        <p:nvSpPr>
          <p:cNvPr id="3" name="Footer Placeholder 5">
            <a:extLst>
              <a:ext uri="{FF2B5EF4-FFF2-40B4-BE49-F238E27FC236}">
                <a16:creationId xmlns:a16="http://schemas.microsoft.com/office/drawing/2014/main" id="{B90D04D7-A036-3F9D-73EB-B3B55677EA51}"/>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952131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6E8487-9FB9-1A7B-881C-FD639E280B63}"/>
              </a:ext>
            </a:extLst>
          </p:cNvPr>
          <p:cNvSpPr>
            <a:spLocks noGrp="1"/>
          </p:cNvSpPr>
          <p:nvPr>
            <p:ph type="sldNum" sz="quarter" idx="4"/>
          </p:nvPr>
        </p:nvSpPr>
        <p:spPr/>
        <p:txBody>
          <a:bodyPr/>
          <a:lstStyle/>
          <a:p>
            <a:fld id="{E242BD21-9B61-2246-BCB1-4BE5E1BEBE1C}" type="slidenum">
              <a:rPr lang="nl-NL" smtClean="0"/>
              <a:pPr/>
              <a:t>13</a:t>
            </a:fld>
            <a:endParaRPr lang="nl-N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F894557F-0554-71AE-0C15-1A3CED926712}"/>
              </a:ext>
            </a:extLst>
          </p:cNvPr>
          <p:cNvSpPr>
            <a:spLocks noGrp="1"/>
          </p:cNvSpPr>
          <p:nvPr>
            <p:ph type="body" sz="quarter" idx="12"/>
          </p:nvPr>
        </p:nvSpPr>
        <p:spPr>
          <a:xfrm>
            <a:off x="457200" y="169213"/>
            <a:ext cx="11288468" cy="184375"/>
          </a:xfrm>
        </p:spPr>
        <p:txBody>
          <a:bodyPr/>
          <a:lstStyle/>
          <a:p>
            <a:r>
              <a:rPr lang="en-US"/>
              <a:t>Model Introduction</a:t>
            </a:r>
          </a:p>
        </p:txBody>
      </p:sp>
      <p:sp>
        <p:nvSpPr>
          <p:cNvPr id="4" name="Title 3">
            <a:extLst>
              <a:ext uri="{FF2B5EF4-FFF2-40B4-BE49-F238E27FC236}">
                <a16:creationId xmlns:a16="http://schemas.microsoft.com/office/drawing/2014/main" id="{F8F80480-06CE-0E01-8488-969A0D8A1484}"/>
              </a:ext>
            </a:extLst>
          </p:cNvPr>
          <p:cNvSpPr>
            <a:spLocks noGrp="1"/>
          </p:cNvSpPr>
          <p:nvPr>
            <p:ph type="title"/>
          </p:nvPr>
        </p:nvSpPr>
        <p:spPr/>
        <p:txBody>
          <a:bodyPr/>
          <a:lstStyle/>
          <a:p>
            <a:r>
              <a:rPr lang="en-US"/>
              <a:t>Explanation | SIG’s Architecture Model maps the sub-characteristics to 9 system properties</a:t>
            </a:r>
          </a:p>
        </p:txBody>
      </p:sp>
      <p:sp>
        <p:nvSpPr>
          <p:cNvPr id="6" name="Footer Placeholder 5">
            <a:extLst>
              <a:ext uri="{FF2B5EF4-FFF2-40B4-BE49-F238E27FC236}">
                <a16:creationId xmlns:a16="http://schemas.microsoft.com/office/drawing/2014/main" id="{CB53111E-C7AA-7E3E-EB31-4C309194E1B5}"/>
              </a:ext>
            </a:extLst>
          </p:cNvPr>
          <p:cNvSpPr>
            <a:spLocks noGrp="1"/>
          </p:cNvSpPr>
          <p:nvPr>
            <p:ph type="ftr" sz="quarter" idx="14"/>
          </p:nvPr>
        </p:nvSpPr>
        <p:spPr/>
        <p:txBody>
          <a:bodyPr/>
          <a:lstStyle/>
          <a:p>
            <a:r>
              <a:rPr lang="en-US" noProof="0"/>
              <a:t>Confidential</a:t>
            </a:r>
          </a:p>
        </p:txBody>
      </p:sp>
      <p:graphicFrame>
        <p:nvGraphicFramePr>
          <p:cNvPr id="41" name="Tabel 19">
            <a:extLst>
              <a:ext uri="{FF2B5EF4-FFF2-40B4-BE49-F238E27FC236}">
                <a16:creationId xmlns:a16="http://schemas.microsoft.com/office/drawing/2014/main" id="{E42522EA-8992-375C-AE33-CDCDBEEAF108}"/>
              </a:ext>
            </a:extLst>
          </p:cNvPr>
          <p:cNvGraphicFramePr>
            <a:graphicFrameLocks noGrp="1"/>
          </p:cNvGraphicFramePr>
          <p:nvPr>
            <p:extLst>
              <p:ext uri="{D42A27DB-BD31-4B8C-83A1-F6EECF244321}">
                <p14:modId xmlns:p14="http://schemas.microsoft.com/office/powerpoint/2010/main" val="2541128310"/>
              </p:ext>
            </p:extLst>
          </p:nvPr>
        </p:nvGraphicFramePr>
        <p:xfrm>
          <a:off x="154798" y="2717216"/>
          <a:ext cx="11704320" cy="2340000"/>
        </p:xfrm>
        <a:graphic>
          <a:graphicData uri="http://schemas.openxmlformats.org/drawingml/2006/table">
            <a:tbl>
              <a:tblPr/>
              <a:tblGrid>
                <a:gridCol w="11704320">
                  <a:extLst>
                    <a:ext uri="{9D8B030D-6E8A-4147-A177-3AD203B41FA5}">
                      <a16:colId xmlns:a16="http://schemas.microsoft.com/office/drawing/2014/main" val="946129596"/>
                    </a:ext>
                  </a:extLst>
                </a:gridCol>
              </a:tblGrid>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69143651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02612570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32841778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150096536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2866552359"/>
                  </a:ext>
                </a:extLst>
              </a:tr>
            </a:tbl>
          </a:graphicData>
        </a:graphic>
      </p:graphicFrame>
      <p:sp>
        <p:nvSpPr>
          <p:cNvPr id="42" name="Afgeronde rechthoek 4">
            <a:extLst>
              <a:ext uri="{FF2B5EF4-FFF2-40B4-BE49-F238E27FC236}">
                <a16:creationId xmlns:a16="http://schemas.microsoft.com/office/drawing/2014/main" id="{2B8DB468-6872-2B1C-7750-72678834BD2D}"/>
              </a:ext>
            </a:extLst>
          </p:cNvPr>
          <p:cNvSpPr/>
          <p:nvPr/>
        </p:nvSpPr>
        <p:spPr>
          <a:xfrm>
            <a:off x="10137228" y="4644690"/>
            <a:ext cx="1539891"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3" name="Afgeronde rechthoek 4">
            <a:extLst>
              <a:ext uri="{FF2B5EF4-FFF2-40B4-BE49-F238E27FC236}">
                <a16:creationId xmlns:a16="http://schemas.microsoft.com/office/drawing/2014/main" id="{990B48D1-FDE8-993A-7FF6-57E59BF6C628}"/>
              </a:ext>
            </a:extLst>
          </p:cNvPr>
          <p:cNvSpPr/>
          <p:nvPr/>
        </p:nvSpPr>
        <p:spPr>
          <a:xfrm>
            <a:off x="2079450" y="4184931"/>
            <a:ext cx="9597669"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4" name="Afgeronde rechthoek 4">
            <a:extLst>
              <a:ext uri="{FF2B5EF4-FFF2-40B4-BE49-F238E27FC236}">
                <a16:creationId xmlns:a16="http://schemas.microsoft.com/office/drawing/2014/main" id="{C5F78E60-3B47-8C20-A691-5F801D110770}"/>
              </a:ext>
            </a:extLst>
          </p:cNvPr>
          <p:cNvSpPr/>
          <p:nvPr/>
        </p:nvSpPr>
        <p:spPr>
          <a:xfrm>
            <a:off x="3234047" y="3727474"/>
            <a:ext cx="499555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5" name="Afgeronde rechthoek 4">
            <a:extLst>
              <a:ext uri="{FF2B5EF4-FFF2-40B4-BE49-F238E27FC236}">
                <a16:creationId xmlns:a16="http://schemas.microsoft.com/office/drawing/2014/main" id="{F8C7F3BB-ED5D-923B-F8BB-ECB94D0A3AAA}"/>
              </a:ext>
            </a:extLst>
          </p:cNvPr>
          <p:cNvSpPr/>
          <p:nvPr/>
        </p:nvSpPr>
        <p:spPr>
          <a:xfrm>
            <a:off x="3234047" y="3252689"/>
            <a:ext cx="6112511"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6" name="Afgeronde rechthoek 4">
            <a:extLst>
              <a:ext uri="{FF2B5EF4-FFF2-40B4-BE49-F238E27FC236}">
                <a16:creationId xmlns:a16="http://schemas.microsoft.com/office/drawing/2014/main" id="{4CCE2F25-D1C6-DB96-66B8-D683F97407EC}"/>
              </a:ext>
            </a:extLst>
          </p:cNvPr>
          <p:cNvSpPr/>
          <p:nvPr/>
        </p:nvSpPr>
        <p:spPr>
          <a:xfrm>
            <a:off x="2079450" y="2800306"/>
            <a:ext cx="5010198"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7" name="Text Placeholder 169">
            <a:extLst>
              <a:ext uri="{FF2B5EF4-FFF2-40B4-BE49-F238E27FC236}">
                <a16:creationId xmlns:a16="http://schemas.microsoft.com/office/drawing/2014/main" id="{1EFBC7B9-A7E2-37D7-97A7-C2C4CCFF2E35}"/>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000" spc="0">
                <a:solidFill>
                  <a:schemeClr val="tx1"/>
                </a:solidFill>
                <a:latin typeface="Calibri" panose="020F0502020204030204" pitchFamily="34" charset="0"/>
                <a:cs typeface="Calibri" panose="020F0502020204030204" pitchFamily="34" charset="0"/>
              </a:rPr>
              <a:t>Architecture Quality</a:t>
            </a:r>
          </a:p>
        </p:txBody>
      </p:sp>
      <p:sp>
        <p:nvSpPr>
          <p:cNvPr id="48" name="Tekstvak 45">
            <a:extLst>
              <a:ext uri="{FF2B5EF4-FFF2-40B4-BE49-F238E27FC236}">
                <a16:creationId xmlns:a16="http://schemas.microsoft.com/office/drawing/2014/main" id="{B6C4235B-404E-EA03-9B74-96DB47186EE6}"/>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rgbClr val="0F9ED5">
              <a:lumMod val="50000"/>
            </a:srgbClr>
          </a:solidFill>
          <a:effectLst>
            <a:outerShdw blurRad="286568" dist="101276" dir="16200000" rotWithShape="0">
              <a:prstClr val="black">
                <a:alpha val="15439"/>
              </a:prstClr>
            </a:outerShdw>
          </a:effectLst>
        </p:spPr>
        <p:txBody>
          <a:bodyPr wrap="square" lIns="720000" tIns="234000"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sp>
        <p:nvSpPr>
          <p:cNvPr id="49" name="TextBox 121">
            <a:extLst>
              <a:ext uri="{FF2B5EF4-FFF2-40B4-BE49-F238E27FC236}">
                <a16:creationId xmlns:a16="http://schemas.microsoft.com/office/drawing/2014/main" id="{DFCBED64-F6E9-3355-32FA-DF98B310FE79}"/>
              </a:ext>
            </a:extLst>
          </p:cNvPr>
          <p:cNvSpPr txBox="1"/>
          <p:nvPr/>
        </p:nvSpPr>
        <p:spPr>
          <a:xfrm>
            <a:off x="1738994" y="2111134"/>
            <a:ext cx="10295804" cy="631068"/>
          </a:xfrm>
          <a:prstGeom prst="roundRect">
            <a:avLst>
              <a:gd name="adj" fmla="val 26823"/>
            </a:avLst>
          </a:prstGeom>
          <a:solidFill>
            <a:srgbClr val="0F9ED5">
              <a:lumMod val="75000"/>
            </a:srgbClr>
          </a:solidFill>
          <a:effectLst>
            <a:outerShdw blurRad="286568" dist="101276" dir="16200000" rotWithShape="0">
              <a:prstClr val="black">
                <a:alpha val="15439"/>
              </a:prstClr>
            </a:outerShdw>
          </a:effectLst>
        </p:spPr>
        <p:txBody>
          <a:bodyPr wrap="square" lIns="648000" tIns="125999"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50" name="Graphic 49">
            <a:extLst>
              <a:ext uri="{FF2B5EF4-FFF2-40B4-BE49-F238E27FC236}">
                <a16:creationId xmlns:a16="http://schemas.microsoft.com/office/drawing/2014/main" id="{D9A8C344-AAA7-3B0D-4C79-872EA87E13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rgbClr val="0F9ED5">
                <a:alpha val="0"/>
              </a:srgbClr>
            </a:outerShdw>
          </a:effectLst>
        </p:spPr>
      </p:pic>
      <p:graphicFrame>
        <p:nvGraphicFramePr>
          <p:cNvPr id="51" name="Tabel 47">
            <a:extLst>
              <a:ext uri="{FF2B5EF4-FFF2-40B4-BE49-F238E27FC236}">
                <a16:creationId xmlns:a16="http://schemas.microsoft.com/office/drawing/2014/main" id="{8ACB5509-D420-8E37-C7B8-26312A33B5E4}"/>
              </a:ext>
            </a:extLst>
          </p:cNvPr>
          <p:cNvGraphicFramePr>
            <a:graphicFrameLocks noGrp="1"/>
          </p:cNvGraphicFramePr>
          <p:nvPr>
            <p:extLst>
              <p:ext uri="{D42A27DB-BD31-4B8C-83A1-F6EECF244321}">
                <p14:modId xmlns:p14="http://schemas.microsoft.com/office/powerpoint/2010/main" val="846265070"/>
              </p:ext>
            </p:extLst>
          </p:nvPr>
        </p:nvGraphicFramePr>
        <p:xfrm>
          <a:off x="1724258" y="2210220"/>
          <a:ext cx="10295802" cy="457200"/>
        </p:xfrm>
        <a:graphic>
          <a:graphicData uri="http://schemas.openxmlformats.org/drawingml/2006/table">
            <a:tbl>
              <a:tblPr/>
              <a:tblGrid>
                <a:gridCol w="1143978">
                  <a:extLst>
                    <a:ext uri="{9D8B030D-6E8A-4147-A177-3AD203B41FA5}">
                      <a16:colId xmlns:a16="http://schemas.microsoft.com/office/drawing/2014/main" val="3756218328"/>
                    </a:ext>
                  </a:extLst>
                </a:gridCol>
                <a:gridCol w="1143978">
                  <a:extLst>
                    <a:ext uri="{9D8B030D-6E8A-4147-A177-3AD203B41FA5}">
                      <a16:colId xmlns:a16="http://schemas.microsoft.com/office/drawing/2014/main" val="2899638353"/>
                    </a:ext>
                  </a:extLst>
                </a:gridCol>
                <a:gridCol w="1143978">
                  <a:extLst>
                    <a:ext uri="{9D8B030D-6E8A-4147-A177-3AD203B41FA5}">
                      <a16:colId xmlns:a16="http://schemas.microsoft.com/office/drawing/2014/main" val="3980836888"/>
                    </a:ext>
                  </a:extLst>
                </a:gridCol>
                <a:gridCol w="1143978">
                  <a:extLst>
                    <a:ext uri="{9D8B030D-6E8A-4147-A177-3AD203B41FA5}">
                      <a16:colId xmlns:a16="http://schemas.microsoft.com/office/drawing/2014/main" val="337405862"/>
                    </a:ext>
                  </a:extLst>
                </a:gridCol>
                <a:gridCol w="1143978">
                  <a:extLst>
                    <a:ext uri="{9D8B030D-6E8A-4147-A177-3AD203B41FA5}">
                      <a16:colId xmlns:a16="http://schemas.microsoft.com/office/drawing/2014/main" val="2409438331"/>
                    </a:ext>
                  </a:extLst>
                </a:gridCol>
                <a:gridCol w="1143978">
                  <a:extLst>
                    <a:ext uri="{9D8B030D-6E8A-4147-A177-3AD203B41FA5}">
                      <a16:colId xmlns:a16="http://schemas.microsoft.com/office/drawing/2014/main" val="1015334204"/>
                    </a:ext>
                  </a:extLst>
                </a:gridCol>
                <a:gridCol w="1143978">
                  <a:extLst>
                    <a:ext uri="{9D8B030D-6E8A-4147-A177-3AD203B41FA5}">
                      <a16:colId xmlns:a16="http://schemas.microsoft.com/office/drawing/2014/main" val="1771938756"/>
                    </a:ext>
                  </a:extLst>
                </a:gridCol>
                <a:gridCol w="1143978">
                  <a:extLst>
                    <a:ext uri="{9D8B030D-6E8A-4147-A177-3AD203B41FA5}">
                      <a16:colId xmlns:a16="http://schemas.microsoft.com/office/drawing/2014/main" val="2602381078"/>
                    </a:ext>
                  </a:extLst>
                </a:gridCol>
                <a:gridCol w="1143978">
                  <a:extLst>
                    <a:ext uri="{9D8B030D-6E8A-4147-A177-3AD203B41FA5}">
                      <a16:colId xmlns:a16="http://schemas.microsoft.com/office/drawing/2014/main" val="1643199352"/>
                    </a:ext>
                  </a:extLst>
                </a:gridCol>
              </a:tblGrid>
              <a:tr h="370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Code</a:t>
                      </a:r>
                    </a:p>
                    <a:p>
                      <a:pPr algn="ctr"/>
                      <a:r>
                        <a:rPr lang="en-US" sz="1200" b="0" i="0" noProof="0">
                          <a:solidFill>
                            <a:schemeClr val="tx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a:t>
                      </a:r>
                    </a:p>
                    <a:p>
                      <a:pPr algn="ctr"/>
                      <a:r>
                        <a:rPr lang="en-US" sz="1200" b="0" i="0" noProof="0">
                          <a:solidFill>
                            <a:schemeClr val="tx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Communication</a:t>
                      </a:r>
                    </a:p>
                    <a:p>
                      <a:pPr algn="ctr"/>
                      <a:r>
                        <a:rPr lang="en-US" sz="1200" b="0" i="0" noProof="0">
                          <a:solidFill>
                            <a:schemeClr val="tx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Data</a:t>
                      </a:r>
                    </a:p>
                    <a:p>
                      <a:pPr algn="ctr"/>
                      <a:r>
                        <a:rPr lang="en-US" sz="1200" b="0" i="0" noProof="0">
                          <a:solidFill>
                            <a:schemeClr val="tx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Bounded</a:t>
                      </a:r>
                    </a:p>
                    <a:p>
                      <a:pPr algn="ctr"/>
                      <a:r>
                        <a:rPr lang="en-US" sz="1200" b="0" i="0" noProof="0">
                          <a:solidFill>
                            <a:schemeClr val="tx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Knowledge</a:t>
                      </a:r>
                    </a:p>
                    <a:p>
                      <a:pPr algn="ctr"/>
                      <a:r>
                        <a:rPr lang="en-US" sz="1200" b="0" i="0" noProof="0">
                          <a:solidFill>
                            <a:schemeClr val="tx1"/>
                          </a:solidFill>
                          <a:latin typeface="☞NOIR PRO MEDIUM" pitchFamily="2" charset="0"/>
                        </a:rPr>
                        <a:t>distribution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D4A76733-FF5C-2F74-081C-DEFDE20CEADF}"/>
              </a:ext>
            </a:extLst>
          </p:cNvPr>
          <p:cNvSpPr/>
          <p:nvPr/>
        </p:nvSpPr>
        <p:spPr>
          <a:xfrm>
            <a:off x="399461" y="1502952"/>
            <a:ext cx="354604" cy="354604"/>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53" name="Graphic 52">
            <a:extLst>
              <a:ext uri="{FF2B5EF4-FFF2-40B4-BE49-F238E27FC236}">
                <a16:creationId xmlns:a16="http://schemas.microsoft.com/office/drawing/2014/main" id="{D2511E16-221A-32B6-8C68-08385E1C18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607" y="1558558"/>
            <a:ext cx="210312" cy="208981"/>
          </a:xfrm>
          <a:prstGeom prst="rect">
            <a:avLst/>
          </a:prstGeom>
        </p:spPr>
      </p:pic>
      <p:sp>
        <p:nvSpPr>
          <p:cNvPr id="54" name="Ovaal 9">
            <a:extLst>
              <a:ext uri="{FF2B5EF4-FFF2-40B4-BE49-F238E27FC236}">
                <a16:creationId xmlns:a16="http://schemas.microsoft.com/office/drawing/2014/main" id="{9BB7FB91-1372-027A-4141-FC9A86D56B81}"/>
              </a:ext>
            </a:extLst>
          </p:cNvPr>
          <p:cNvSpPr/>
          <p:nvPr/>
        </p:nvSpPr>
        <p:spPr>
          <a:xfrm>
            <a:off x="2218728"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5" name="Ovaal 10">
            <a:extLst>
              <a:ext uri="{FF2B5EF4-FFF2-40B4-BE49-F238E27FC236}">
                <a16:creationId xmlns:a16="http://schemas.microsoft.com/office/drawing/2014/main" id="{E8EF09B1-61D3-151A-7BCB-B925712D1D67}"/>
              </a:ext>
            </a:extLst>
          </p:cNvPr>
          <p:cNvSpPr/>
          <p:nvPr/>
        </p:nvSpPr>
        <p:spPr>
          <a:xfrm>
            <a:off x="5654945"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6" name="Ovaal 11">
            <a:extLst>
              <a:ext uri="{FF2B5EF4-FFF2-40B4-BE49-F238E27FC236}">
                <a16:creationId xmlns:a16="http://schemas.microsoft.com/office/drawing/2014/main" id="{A918939A-9E03-BD07-F266-74594A4EC047}"/>
              </a:ext>
            </a:extLst>
          </p:cNvPr>
          <p:cNvSpPr/>
          <p:nvPr/>
        </p:nvSpPr>
        <p:spPr>
          <a:xfrm>
            <a:off x="6797392"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7" name="Ovaal 11">
            <a:extLst>
              <a:ext uri="{FF2B5EF4-FFF2-40B4-BE49-F238E27FC236}">
                <a16:creationId xmlns:a16="http://schemas.microsoft.com/office/drawing/2014/main" id="{C7DDD07E-948B-5E57-660D-3CE73CADE1C1}"/>
              </a:ext>
            </a:extLst>
          </p:cNvPr>
          <p:cNvSpPr/>
          <p:nvPr/>
        </p:nvSpPr>
        <p:spPr>
          <a:xfrm>
            <a:off x="6797394" y="334365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8" name="Ovaal 10">
            <a:extLst>
              <a:ext uri="{FF2B5EF4-FFF2-40B4-BE49-F238E27FC236}">
                <a16:creationId xmlns:a16="http://schemas.microsoft.com/office/drawing/2014/main" id="{B1291EAF-5549-DA57-3384-992EAA5668B8}"/>
              </a:ext>
            </a:extLst>
          </p:cNvPr>
          <p:cNvSpPr/>
          <p:nvPr/>
        </p:nvSpPr>
        <p:spPr>
          <a:xfrm>
            <a:off x="4512500" y="3344750"/>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9" name="Ovaal 10">
            <a:extLst>
              <a:ext uri="{FF2B5EF4-FFF2-40B4-BE49-F238E27FC236}">
                <a16:creationId xmlns:a16="http://schemas.microsoft.com/office/drawing/2014/main" id="{C151B340-7383-B050-B159-8C82FD4B4187}"/>
              </a:ext>
            </a:extLst>
          </p:cNvPr>
          <p:cNvSpPr/>
          <p:nvPr/>
        </p:nvSpPr>
        <p:spPr>
          <a:xfrm>
            <a:off x="3374154" y="33472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0" name="Ovaal 11">
            <a:extLst>
              <a:ext uri="{FF2B5EF4-FFF2-40B4-BE49-F238E27FC236}">
                <a16:creationId xmlns:a16="http://schemas.microsoft.com/office/drawing/2014/main" id="{F5882323-9AA5-F6A3-D378-0A3EFF188AC0}"/>
              </a:ext>
            </a:extLst>
          </p:cNvPr>
          <p:cNvSpPr/>
          <p:nvPr/>
        </p:nvSpPr>
        <p:spPr>
          <a:xfrm>
            <a:off x="7951314" y="33472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1" name="Ovaal 11">
            <a:extLst>
              <a:ext uri="{FF2B5EF4-FFF2-40B4-BE49-F238E27FC236}">
                <a16:creationId xmlns:a16="http://schemas.microsoft.com/office/drawing/2014/main" id="{F028B447-C538-AFF4-9842-F1711F2BBEA9}"/>
              </a:ext>
            </a:extLst>
          </p:cNvPr>
          <p:cNvSpPr/>
          <p:nvPr/>
        </p:nvSpPr>
        <p:spPr>
          <a:xfrm>
            <a:off x="9090244" y="3349541"/>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2" name="Ovaal 11">
            <a:extLst>
              <a:ext uri="{FF2B5EF4-FFF2-40B4-BE49-F238E27FC236}">
                <a16:creationId xmlns:a16="http://schemas.microsoft.com/office/drawing/2014/main" id="{AC22F624-DB0B-58BC-A849-7FA685E47BE5}"/>
              </a:ext>
            </a:extLst>
          </p:cNvPr>
          <p:cNvSpPr/>
          <p:nvPr/>
        </p:nvSpPr>
        <p:spPr>
          <a:xfrm>
            <a:off x="6793863" y="381479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3" name="Ovaal 10">
            <a:extLst>
              <a:ext uri="{FF2B5EF4-FFF2-40B4-BE49-F238E27FC236}">
                <a16:creationId xmlns:a16="http://schemas.microsoft.com/office/drawing/2014/main" id="{0EACB468-BCF0-21AE-14A2-269FC9232493}"/>
              </a:ext>
            </a:extLst>
          </p:cNvPr>
          <p:cNvSpPr/>
          <p:nvPr/>
        </p:nvSpPr>
        <p:spPr>
          <a:xfrm>
            <a:off x="4508969" y="381589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4" name="Ovaal 10">
            <a:extLst>
              <a:ext uri="{FF2B5EF4-FFF2-40B4-BE49-F238E27FC236}">
                <a16:creationId xmlns:a16="http://schemas.microsoft.com/office/drawing/2014/main" id="{DF15CA36-723E-225F-4165-0531564B5DEF}"/>
              </a:ext>
            </a:extLst>
          </p:cNvPr>
          <p:cNvSpPr/>
          <p:nvPr/>
        </p:nvSpPr>
        <p:spPr>
          <a:xfrm>
            <a:off x="3370623" y="38184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5" name="Ovaal 11">
            <a:extLst>
              <a:ext uri="{FF2B5EF4-FFF2-40B4-BE49-F238E27FC236}">
                <a16:creationId xmlns:a16="http://schemas.microsoft.com/office/drawing/2014/main" id="{8603A5CA-25A5-D08B-75DF-F195BC98E604}"/>
              </a:ext>
            </a:extLst>
          </p:cNvPr>
          <p:cNvSpPr/>
          <p:nvPr/>
        </p:nvSpPr>
        <p:spPr>
          <a:xfrm>
            <a:off x="7947783" y="38184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6" name="Ovaal 9">
            <a:extLst>
              <a:ext uri="{FF2B5EF4-FFF2-40B4-BE49-F238E27FC236}">
                <a16:creationId xmlns:a16="http://schemas.microsoft.com/office/drawing/2014/main" id="{2AB910A0-81D3-0FFF-B195-0316A870E00A}"/>
              </a:ext>
            </a:extLst>
          </p:cNvPr>
          <p:cNvSpPr/>
          <p:nvPr/>
        </p:nvSpPr>
        <p:spPr>
          <a:xfrm>
            <a:off x="2215199" y="4275894"/>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7" name="Ovaal 10">
            <a:extLst>
              <a:ext uri="{FF2B5EF4-FFF2-40B4-BE49-F238E27FC236}">
                <a16:creationId xmlns:a16="http://schemas.microsoft.com/office/drawing/2014/main" id="{A84DBBBA-C691-9388-22E6-FF1EDB78E635}"/>
              </a:ext>
            </a:extLst>
          </p:cNvPr>
          <p:cNvSpPr/>
          <p:nvPr/>
        </p:nvSpPr>
        <p:spPr>
          <a:xfrm>
            <a:off x="5651416" y="4281950"/>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8" name="Ovaal 10">
            <a:extLst>
              <a:ext uri="{FF2B5EF4-FFF2-40B4-BE49-F238E27FC236}">
                <a16:creationId xmlns:a16="http://schemas.microsoft.com/office/drawing/2014/main" id="{E985CC78-0966-55C4-B0BC-178463DA06A0}"/>
              </a:ext>
            </a:extLst>
          </p:cNvPr>
          <p:cNvSpPr/>
          <p:nvPr/>
        </p:nvSpPr>
        <p:spPr>
          <a:xfrm>
            <a:off x="4508969" y="42769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9" name="Ovaal 10">
            <a:extLst>
              <a:ext uri="{FF2B5EF4-FFF2-40B4-BE49-F238E27FC236}">
                <a16:creationId xmlns:a16="http://schemas.microsoft.com/office/drawing/2014/main" id="{282544AE-6A3A-B582-4938-F04DB5C1373A}"/>
              </a:ext>
            </a:extLst>
          </p:cNvPr>
          <p:cNvSpPr/>
          <p:nvPr/>
        </p:nvSpPr>
        <p:spPr>
          <a:xfrm>
            <a:off x="3370623" y="427347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0" name="Ovaal 11">
            <a:extLst>
              <a:ext uri="{FF2B5EF4-FFF2-40B4-BE49-F238E27FC236}">
                <a16:creationId xmlns:a16="http://schemas.microsoft.com/office/drawing/2014/main" id="{BF9F11CF-FE20-EAD4-2230-463DA82C7DB6}"/>
              </a:ext>
            </a:extLst>
          </p:cNvPr>
          <p:cNvSpPr/>
          <p:nvPr/>
        </p:nvSpPr>
        <p:spPr>
          <a:xfrm>
            <a:off x="9086713"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1" name="Ovaal 11">
            <a:extLst>
              <a:ext uri="{FF2B5EF4-FFF2-40B4-BE49-F238E27FC236}">
                <a16:creationId xmlns:a16="http://schemas.microsoft.com/office/drawing/2014/main" id="{A411573A-BF21-09F4-9CBF-E689E9FA0935}"/>
              </a:ext>
            </a:extLst>
          </p:cNvPr>
          <p:cNvSpPr/>
          <p:nvPr/>
        </p:nvSpPr>
        <p:spPr>
          <a:xfrm>
            <a:off x="10236612"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2" name="Ovaal 11">
            <a:extLst>
              <a:ext uri="{FF2B5EF4-FFF2-40B4-BE49-F238E27FC236}">
                <a16:creationId xmlns:a16="http://schemas.microsoft.com/office/drawing/2014/main" id="{3E71C6ED-403C-3394-21C7-F2ED84DBAF82}"/>
              </a:ext>
            </a:extLst>
          </p:cNvPr>
          <p:cNvSpPr/>
          <p:nvPr/>
        </p:nvSpPr>
        <p:spPr>
          <a:xfrm>
            <a:off x="11375001"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3" name="Ovaal 11">
            <a:extLst>
              <a:ext uri="{FF2B5EF4-FFF2-40B4-BE49-F238E27FC236}">
                <a16:creationId xmlns:a16="http://schemas.microsoft.com/office/drawing/2014/main" id="{51446CE4-272B-D3A5-2B69-653885842DDB}"/>
              </a:ext>
            </a:extLst>
          </p:cNvPr>
          <p:cNvSpPr/>
          <p:nvPr/>
        </p:nvSpPr>
        <p:spPr>
          <a:xfrm>
            <a:off x="10236613" y="473886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4" name="Ovaal 11">
            <a:extLst>
              <a:ext uri="{FF2B5EF4-FFF2-40B4-BE49-F238E27FC236}">
                <a16:creationId xmlns:a16="http://schemas.microsoft.com/office/drawing/2014/main" id="{956CB520-581B-BDE1-B342-D522344F0B31}"/>
              </a:ext>
            </a:extLst>
          </p:cNvPr>
          <p:cNvSpPr/>
          <p:nvPr/>
        </p:nvSpPr>
        <p:spPr>
          <a:xfrm>
            <a:off x="11375002" y="473886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75" name="Picture 74">
            <a:extLst>
              <a:ext uri="{FF2B5EF4-FFF2-40B4-BE49-F238E27FC236}">
                <a16:creationId xmlns:a16="http://schemas.microsoft.com/office/drawing/2014/main" id="{B6348E57-DFBB-B006-EFF2-F9174403E0E8}"/>
              </a:ext>
            </a:extLst>
          </p:cNvPr>
          <p:cNvPicPr>
            <a:picLocks noChangeAspect="1"/>
          </p:cNvPicPr>
          <p:nvPr/>
        </p:nvPicPr>
        <p:blipFill>
          <a:blip r:embed="rId5"/>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3187525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sp>
        <p:nvSpPr>
          <p:cNvPr id="7" name="Rechthoek 25">
            <a:extLst>
              <a:ext uri="{FF2B5EF4-FFF2-40B4-BE49-F238E27FC236}">
                <a16:creationId xmlns:a16="http://schemas.microsoft.com/office/drawing/2014/main" id="{B27630DC-3B12-E5B4-64B4-212D72A8C42C}"/>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 name="Afgeronde rechthoek 36">
            <a:extLst>
              <a:ext uri="{FF2B5EF4-FFF2-40B4-BE49-F238E27FC236}">
                <a16:creationId xmlns:a16="http://schemas.microsoft.com/office/drawing/2014/main" id="{E5830C6B-DE56-5831-A9AA-5E99713ECF70}"/>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grpSp>
        <p:nvGrpSpPr>
          <p:cNvPr id="68" name="Groep 6">
            <a:extLst>
              <a:ext uri="{FF2B5EF4-FFF2-40B4-BE49-F238E27FC236}">
                <a16:creationId xmlns:a16="http://schemas.microsoft.com/office/drawing/2014/main" id="{6B0DEB51-B2FE-F834-8777-2603B3D20B39}"/>
              </a:ext>
            </a:extLst>
          </p:cNvPr>
          <p:cNvGrpSpPr/>
          <p:nvPr/>
        </p:nvGrpSpPr>
        <p:grpSpPr>
          <a:xfrm>
            <a:off x="154800" y="1856867"/>
            <a:ext cx="11875051" cy="706948"/>
            <a:chOff x="154800" y="1856867"/>
            <a:chExt cx="11875051" cy="706948"/>
          </a:xfrm>
        </p:grpSpPr>
        <p:sp>
          <p:nvSpPr>
            <p:cNvPr id="72" name="TextBox 39">
              <a:extLst>
                <a:ext uri="{FF2B5EF4-FFF2-40B4-BE49-F238E27FC236}">
                  <a16:creationId xmlns:a16="http://schemas.microsoft.com/office/drawing/2014/main" id="{E0DB69D7-1842-B942-7F31-5E79154351F4}"/>
                </a:ext>
              </a:extLst>
            </p:cNvPr>
            <p:cNvSpPr txBox="1"/>
            <p:nvPr/>
          </p:nvSpPr>
          <p:spPr>
            <a:xfrm>
              <a:off x="5240754" y="2291359"/>
              <a:ext cx="1699142"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4"/>
          </p:nvPr>
        </p:nvSpPr>
        <p:spPr/>
        <p:txBody>
          <a:bodyPr/>
          <a:lstStyle/>
          <a:p>
            <a:fld id="{E242BD21-9B61-2246-BCB1-4BE5E1BEBE1C}" type="slidenum">
              <a:rPr lang="en-US" noProof="0" smtClean="0"/>
              <a:pPr/>
              <a:t>14</a:t>
            </a:fld>
            <a:endParaRPr lang="en-US" noProof="0"/>
          </a:p>
        </p:txBody>
      </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p:txBody>
          <a:bodyPr/>
          <a:lstStyle/>
          <a:p>
            <a:r>
              <a:rPr lang="en-US" noProof="0"/>
              <a:t>Key findings – Architecture quality</a:t>
            </a:r>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p:txBody>
          <a:bodyPr/>
          <a:lstStyle/>
          <a:p>
            <a:r>
              <a:rPr lang="en-US" noProof="0"/>
              <a:t>Integrationtest-kafka scores at market average (2.6 ★) for Architecture Quality</a:t>
            </a:r>
          </a:p>
        </p:txBody>
      </p:sp>
      <p:sp>
        <p:nvSpPr>
          <p:cNvPr id="4" name="Tijdelijke aanduiding voor voettekst 3">
            <a:extLst>
              <a:ext uri="{FF2B5EF4-FFF2-40B4-BE49-F238E27FC236}">
                <a16:creationId xmlns:a16="http://schemas.microsoft.com/office/drawing/2014/main" id="{5D74ABEF-BBA7-7EB8-0A5E-BB2FB1DE2F0D}"/>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4256095018"/>
              </p:ext>
            </p:extLst>
          </p:nvPr>
        </p:nvGraphicFramePr>
        <p:xfrm>
          <a:off x="8422119" y="3050651"/>
          <a:ext cx="3480722" cy="18916560"/>
        </p:xfrm>
        <a:graphic>
          <a:graphicData uri="http://schemas.openxmlformats.org/drawingml/2006/table">
            <a:tbl>
              <a:tblPr>
                <a:tableStyleId>{5940675A-B579-460E-94D1-54222C63F5DA}</a:tableStyleId>
              </a:tblPr>
              <a:tblGrid>
                <a:gridCol w="1937223">
                  <a:extLst>
                    <a:ext uri="{9D8B030D-6E8A-4147-A177-3AD203B41FA5}">
                      <a16:colId xmlns:a16="http://schemas.microsoft.com/office/drawing/2014/main" val="20000"/>
                    </a:ext>
                  </a:extLst>
                </a:gridCol>
                <a:gridCol w="1006997">
                  <a:extLst>
                    <a:ext uri="{9D8B030D-6E8A-4147-A177-3AD203B41FA5}">
                      <a16:colId xmlns:a16="http://schemas.microsoft.com/office/drawing/2014/main" val="335839943"/>
                    </a:ext>
                  </a:extLst>
                </a:gridCol>
                <a:gridCol w="53650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1.5</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1.8</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3.4</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2.6</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4.6</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Knowledge awareness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N/A</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Team stability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a:ln>
                            <a:noFill/>
                          </a:ln>
                          <a:solidFill>
                            <a:schemeClr val="tx1"/>
                          </a:solidFill>
                          <a:effectLst/>
                          <a:latin typeface="+mn-lt"/>
                          <a:ea typeface="ＭＳ Ｐゴシック" charset="0"/>
                          <a:cs typeface="TheSans B7 Bold"/>
                        </a:rPr>
                        <a:t/>
                      </a: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rPr>
                        <a:t>N/A</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605174"/>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lang="en-US" sz="800" noProof="0" err="1">
                <a:solidFill>
                  <a:srgbClr val="152F73"/>
                </a:solidFill>
                <a:latin typeface="Azeret Mono" pitchFamily="2" charset="77"/>
                <a:cs typeface="Azeret Mono" pitchFamily="2" charset="77"/>
              </a:rPr>
              <a:t>15 March 2026</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4753468" y="1098929"/>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Integrationtest-kafka</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2.6</a:t>
              </a:r>
              <a:endParaRPr lang="en-US" sz="1000" noProof="0">
                <a:solidFill>
                  <a:schemeClr val="tx1"/>
                </a:solidFill>
                <a:latin typeface="☞NOIR PRO MEDIUM" pitchFamily="2" charset="0"/>
              </a:endParaRPr>
            </a:p>
          </p:txBody>
        </p:sp>
      </p:grpSp>
      <p:sp>
        <p:nvSpPr>
          <p:cNvPr id="16" name="Hexagon 15">
            <a:extLst>
              <a:ext uri="{FF2B5EF4-FFF2-40B4-BE49-F238E27FC236}">
                <a16:creationId xmlns:a16="http://schemas.microsoft.com/office/drawing/2014/main" id="{ED0ADA17-128F-6A3D-D2F9-7B6FDC4001CE}"/>
              </a:ext>
            </a:extLst>
          </p:cNvPr>
          <p:cNvSpPr/>
          <p:nvPr/>
        </p:nvSpPr>
        <p:spPr>
          <a:xfrm>
            <a:off x="707921" y="3519047"/>
            <a:ext cx="1427142" cy="1299028"/>
          </a:xfrm>
          <a:prstGeom prst="hexagon">
            <a:avLst/>
          </a:prstGeom>
          <a:solidFill>
            <a:srgbClr val="E899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b="1" noProof="0">
                <a:solidFill>
                  <a:schemeClr val="bg1"/>
                </a:solidFill>
              </a:rPr>
              <a:t>Knowledge</a:t>
            </a:r>
          </a:p>
          <a:p>
            <a:pPr algn="ctr">
              <a:defRPr/>
            </a:pPr>
            <a:r>
              <a:rPr kumimoji="0" lang="en-US" sz="1200" b="0" i="0" u="none" strike="noStrike" kern="1200" cap="none" spc="0" normalizeH="0" baseline="0" noProof="0">
                <a:ln>
                  <a:noFill/>
                </a:ln>
                <a:solidFill>
                  <a:srgbClr val="FFFFFF"/>
                </a:solidFill>
                <a:effectLst/>
                <a:uLnTx/>
                <a:uFillTx/>
                <a:latin typeface="Calibri" panose="020F0502020204030204"/>
                <a:ea typeface="+mn-ea"/>
                <a:cs typeface="+mn-cs"/>
              </a:rPr>
              <a:t>2.3 ★</a:t>
            </a:r>
            <a:endParaRPr kumimoji="0" lang="en-US" sz="1050" u="none" strike="noStrike" kern="1200" cap="none" spc="0" normalizeH="0" baseline="0" noProof="0">
              <a:ln>
                <a:noFill/>
              </a:ln>
              <a:solidFill>
                <a:srgbClr val="FFFFFF"/>
              </a:solidFill>
              <a:effectLst/>
              <a:uLnTx/>
              <a:uFillTx/>
              <a:latin typeface="Sigsterren" pitchFamily="2" charset="0"/>
            </a:endParaRPr>
          </a:p>
        </p:txBody>
      </p:sp>
      <p:sp>
        <p:nvSpPr>
          <p:cNvPr id="17" name="Hexagon 16">
            <a:extLst>
              <a:ext uri="{FF2B5EF4-FFF2-40B4-BE49-F238E27FC236}">
                <a16:creationId xmlns:a16="http://schemas.microsoft.com/office/drawing/2014/main" id="{5E3E2333-CF2E-CB39-4395-42A9EB95BD8E}"/>
              </a:ext>
            </a:extLst>
          </p:cNvPr>
          <p:cNvSpPr/>
          <p:nvPr/>
        </p:nvSpPr>
        <p:spPr>
          <a:xfrm>
            <a:off x="1862482" y="2869533"/>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900" noProof="0">
                <a:solidFill>
                  <a:srgbClr val="1E354B"/>
                </a:solidFill>
              </a:rPr>
              <a:t>Communication</a:t>
            </a:r>
          </a:p>
          <a:p>
            <a:pPr algn="ctr">
              <a:defRPr/>
            </a:pPr>
            <a:r>
              <a:rPr lang="en-US" sz="1200" noProof="0">
                <a:solidFill>
                  <a:srgbClr val="1E354B"/>
                </a:solidFill>
                <a:latin typeface="Calibri" panose="020F0502020204030204"/>
              </a:rPr>
              <a:t>2.8</a:t>
            </a: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a:ln>
                <a:noFill/>
              </a:ln>
              <a:solidFill>
                <a:srgbClr val="1E354B"/>
              </a:solidFill>
              <a:effectLst/>
              <a:uLnTx/>
              <a:uFillTx/>
              <a:latin typeface="Sigsterren" pitchFamily="2" charset="0"/>
            </a:endParaRPr>
          </a:p>
        </p:txBody>
      </p:sp>
      <p:sp>
        <p:nvSpPr>
          <p:cNvPr id="25" name="Hexagon 24">
            <a:extLst>
              <a:ext uri="{FF2B5EF4-FFF2-40B4-BE49-F238E27FC236}">
                <a16:creationId xmlns:a16="http://schemas.microsoft.com/office/drawing/2014/main" id="{7A06B6EF-AB98-D5CE-88A2-E77A3B25B548}"/>
              </a:ext>
            </a:extLst>
          </p:cNvPr>
          <p:cNvSpPr/>
          <p:nvPr/>
        </p:nvSpPr>
        <p:spPr>
          <a:xfrm>
            <a:off x="1862482" y="421297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a:solidFill>
                  <a:srgbClr val="1E354B"/>
                </a:solidFill>
              </a:rPr>
              <a:t>Structure</a:t>
            </a:r>
          </a:p>
          <a:p>
            <a:pPr algn="ctr"/>
            <a:r>
              <a:rPr lang="en-US" sz="1200" noProof="0">
                <a:solidFill>
                  <a:srgbClr val="1E354B"/>
                </a:solidFill>
              </a:rPr>
              <a:t>2.7 ★</a:t>
            </a:r>
            <a:endParaRPr lang="en-US" sz="1050" noProof="0">
              <a:solidFill>
                <a:srgbClr val="1E354B"/>
              </a:solidFill>
              <a:latin typeface="Sigsterren" pitchFamily="2" charset="0"/>
            </a:endParaRPr>
          </a:p>
        </p:txBody>
      </p:sp>
      <p:sp>
        <p:nvSpPr>
          <p:cNvPr id="29" name="Hexagon 28">
            <a:extLst>
              <a:ext uri="{FF2B5EF4-FFF2-40B4-BE49-F238E27FC236}">
                <a16:creationId xmlns:a16="http://schemas.microsoft.com/office/drawing/2014/main" id="{FDF57ABA-B6E0-13E7-A935-32521C040FF3}"/>
              </a:ext>
            </a:extLst>
          </p:cNvPr>
          <p:cNvSpPr/>
          <p:nvPr/>
        </p:nvSpPr>
        <p:spPr>
          <a:xfrm>
            <a:off x="707921" y="487919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a:solidFill>
                  <a:srgbClr val="1E354B"/>
                </a:solidFill>
              </a:rPr>
              <a:t>Evolution</a:t>
            </a:r>
          </a:p>
          <a:p>
            <a:pPr algn="ctr">
              <a:defRPr/>
            </a:pP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2.6 ★</a:t>
            </a:r>
            <a:endParaRPr kumimoji="0" lang="en-US" sz="1050" u="none" strike="noStrike" kern="1200" cap="none" spc="0" normalizeH="0" baseline="0" noProof="0">
              <a:ln>
                <a:noFill/>
              </a:ln>
              <a:solidFill>
                <a:srgbClr val="1E354B"/>
              </a:solidFill>
              <a:effectLst/>
              <a:uLnTx/>
              <a:uFillTx/>
              <a:latin typeface="Sigsterren" pitchFamily="2" charset="0"/>
            </a:endParaRPr>
          </a:p>
        </p:txBody>
      </p:sp>
      <p:sp>
        <p:nvSpPr>
          <p:cNvPr id="30" name="Hexagon 29">
            <a:extLst>
              <a:ext uri="{FF2B5EF4-FFF2-40B4-BE49-F238E27FC236}">
                <a16:creationId xmlns:a16="http://schemas.microsoft.com/office/drawing/2014/main" id="{B1275457-DED3-801E-77EE-D83D1FE14B37}"/>
              </a:ext>
            </a:extLst>
          </p:cNvPr>
          <p:cNvSpPr/>
          <p:nvPr/>
        </p:nvSpPr>
        <p:spPr>
          <a:xfrm>
            <a:off x="3034403" y="351904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a:solidFill>
                  <a:srgbClr val="1E354B"/>
                </a:solidFill>
              </a:rPr>
              <a:t>Data Access</a:t>
            </a:r>
          </a:p>
          <a:p>
            <a:pPr algn="ctr">
              <a:defRPr/>
            </a:pPr>
            <a:r>
              <a:rPr lang="en-US" sz="1200" noProof="0">
                <a:solidFill>
                  <a:srgbClr val="1E354B"/>
                </a:solidFill>
                <a:latin typeface="Calibri" panose="020F0502020204030204"/>
              </a:rPr>
              <a:t>2.5</a:t>
            </a: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a:ln>
                <a:noFill/>
              </a:ln>
              <a:solidFill>
                <a:srgbClr val="1E354B"/>
              </a:solidFill>
              <a:effectLst/>
              <a:uLnTx/>
              <a:uFillTx/>
              <a:latin typeface="Sigsterren" pitchFamily="2" charset="0"/>
            </a:endParaRPr>
          </a:p>
        </p:txBody>
      </p:sp>
      <p:sp>
        <p:nvSpPr>
          <p:cNvPr id="31" name="Hexagon 30">
            <a:extLst>
              <a:ext uri="{FF2B5EF4-FFF2-40B4-BE49-F238E27FC236}">
                <a16:creationId xmlns:a16="http://schemas.microsoft.com/office/drawing/2014/main" id="{37FCEF89-149E-5604-15A3-6B3D61BA84D3}"/>
              </a:ext>
            </a:extLst>
          </p:cNvPr>
          <p:cNvSpPr/>
          <p:nvPr/>
        </p:nvSpPr>
        <p:spPr>
          <a:xfrm>
            <a:off x="3017043" y="487919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a:solidFill>
                  <a:srgbClr val="1E354B"/>
                </a:solidFill>
              </a:rPr>
              <a:t>Technology Stack</a:t>
            </a:r>
          </a:p>
          <a:p>
            <a:pPr algn="ctr">
              <a:defRPr/>
            </a:pPr>
            <a:r>
              <a:rPr lang="en-US" sz="1200" noProof="0">
                <a:solidFill>
                  <a:srgbClr val="1E354B"/>
                </a:solidFill>
                <a:latin typeface="Calibri" panose="020F0502020204030204"/>
              </a:rPr>
              <a:t>N/A</a:t>
            </a:r>
            <a:r>
              <a:rPr kumimoji="0" lang="en-US" sz="1200" b="0" i="0" u="none" strike="noStrike" kern="1200" cap="none" spc="0" normalizeH="0" baseline="0" noProof="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a:ln>
                <a:noFill/>
              </a:ln>
              <a:solidFill>
                <a:srgbClr val="1E354B"/>
              </a:solidFill>
              <a:effectLst/>
              <a:uLnTx/>
              <a:uFillTx/>
              <a:latin typeface="Sigsterren" pitchFamily="2" charset="0"/>
            </a:endParaRPr>
          </a:p>
        </p:txBody>
      </p:sp>
      <p:sp>
        <p:nvSpPr>
          <p:cNvPr id="39" name="TextBox 38">
            <a:extLst>
              <a:ext uri="{FF2B5EF4-FFF2-40B4-BE49-F238E27FC236}">
                <a16:creationId xmlns:a16="http://schemas.microsoft.com/office/drawing/2014/main" id="{750F924A-2375-295D-4FA1-E0595583258E}"/>
              </a:ext>
            </a:extLst>
          </p:cNvPr>
          <p:cNvSpPr txBox="1"/>
          <p:nvPr/>
        </p:nvSpPr>
        <p:spPr>
          <a:xfrm>
            <a:off x="4651513" y="3050651"/>
            <a:ext cx="3288794" cy="738664"/>
          </a:xfrm>
          <a:prstGeom prst="rect">
            <a:avLst/>
          </a:prstGeom>
          <a:noFill/>
        </p:spPr>
        <p:txBody>
          <a:bodyPr wrap="square">
            <a:spAutoFit/>
          </a:bodyPr>
          <a:lstStyle/>
          <a:p>
            <a:r>
              <a:rPr lang="en-US" sz="1400" noProof="0" err="1"/>
              <a:t>The system's low score in Component Coupling constrains architecture, constraining evolution and imposing high-impact changes, impeding system adaptability.</a:t>
            </a:r>
            <a:endParaRPr lang="en-US" sz="1400" noProof="0"/>
          </a:p>
          <a:p>
            <a:br>
              <a:rPr lang="en-US" sz="1400" noProof="0"/>
            </a:br>
            <a:r>
              <a:rPr lang="en-US" sz="1400" noProof="0" err="1"/>
              <a:t>The system's high score in Bounded Evolution signifies limited updates for components, preventing excessive dependencies and knowledge centralization, and promoting a more balanced and adaptable system.</a:t>
            </a:r>
            <a:endParaRPr lang="en-US" sz="2000" noProof="0"/>
          </a:p>
        </p:txBody>
      </p:sp>
    </p:spTree>
    <p:extLst>
      <p:ext uri="{BB962C8B-B14F-4D97-AF65-F5344CB8AC3E}">
        <p14:creationId xmlns:p14="http://schemas.microsoft.com/office/powerpoint/2010/main" val="1110005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14134-9F3D-E0C7-4CCA-14A278EEFBA6}"/>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94441018-A761-C487-CB05-A98DD604763F}"/>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E6E16EAA-1BD4-5F4A-C17E-CA9D39D43904}"/>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CFE476A8-9EF4-F773-CFF2-5DDA599AA046}"/>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1" i="0" u="none" strike="noStrike" kern="1200" cap="none" spc="0" normalizeH="0" baseline="0" noProof="0">
                <a:ln>
                  <a:noFill/>
                </a:ln>
                <a:effectLst>
                  <a:outerShdw blurRad="113571" dist="44478" dir="16200000" rotWithShape="0">
                    <a:prstClr val="black">
                      <a:alpha val="40000"/>
                    </a:prstClr>
                  </a:outerShdw>
                </a:effectLst>
                <a:uLnTx/>
                <a:uFillTx/>
                <a:latin typeface="Calibri" panose="020F0502020204030204" pitchFamily="34" charset="0"/>
                <a:cs typeface="Calibri" panose="020F0502020204030204" pitchFamily="34" charset="0"/>
              </a:rPr>
              <a:t>Open-Source Health</a:t>
            </a:r>
          </a:p>
        </p:txBody>
      </p:sp>
      <p:sp>
        <p:nvSpPr>
          <p:cNvPr id="5" name="Tijdelijke aanduiding voor dianummer 4">
            <a:extLst>
              <a:ext uri="{FF2B5EF4-FFF2-40B4-BE49-F238E27FC236}">
                <a16:creationId xmlns:a16="http://schemas.microsoft.com/office/drawing/2014/main" id="{F78EBEF3-8309-27B5-3AB0-66C67FBF40D3}"/>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15</a:t>
            </a:fld>
            <a:endParaRPr lang="en-US" noProof="0"/>
          </a:p>
        </p:txBody>
      </p:sp>
      <p:sp>
        <p:nvSpPr>
          <p:cNvPr id="63" name="Text Placeholder 62">
            <a:extLst>
              <a:ext uri="{FF2B5EF4-FFF2-40B4-BE49-F238E27FC236}">
                <a16:creationId xmlns:a16="http://schemas.microsoft.com/office/drawing/2014/main" id="{AD021D95-E3A6-F15A-CF14-3BB6E45A0CF1}"/>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00BFD206-7066-9EC9-2C30-E740C588C570}"/>
              </a:ext>
            </a:extLst>
          </p:cNvPr>
          <p:cNvSpPr>
            <a:spLocks noGrp="1"/>
          </p:cNvSpPr>
          <p:nvPr>
            <p:ph type="title"/>
          </p:nvPr>
        </p:nvSpPr>
        <p:spPr>
          <a:xfrm>
            <a:off x="457200" y="391823"/>
            <a:ext cx="11288467" cy="282819"/>
          </a:xfrm>
        </p:spPr>
        <p:txBody>
          <a:bodyPr/>
          <a:lstStyle/>
          <a:p>
            <a:r>
              <a:rPr lang="en-US" noProof="0"/>
              <a:t>Explanation | Assessing the use of Open Source and IP in five key areas</a:t>
            </a:r>
          </a:p>
        </p:txBody>
      </p:sp>
      <p:sp>
        <p:nvSpPr>
          <p:cNvPr id="8" name="Oval 7">
            <a:extLst>
              <a:ext uri="{FF2B5EF4-FFF2-40B4-BE49-F238E27FC236}">
                <a16:creationId xmlns:a16="http://schemas.microsoft.com/office/drawing/2014/main" id="{B7067CAB-1C81-417F-53D0-1003A01B8355}"/>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43EB3BF8-D59D-A0C8-352A-06E00286FF6F}"/>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4A0244E0-1B17-CBA8-DB98-BA7232FE81B8}"/>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FBB13DD2-769D-2C2B-25AE-2A6726FF0CF9}"/>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D87261F9-CCF1-FFE7-D34E-87A9836BCEC3}"/>
              </a:ext>
            </a:extLst>
          </p:cNvPr>
          <p:cNvSpPr>
            <a:spLocks/>
          </p:cNvSpPr>
          <p:nvPr/>
        </p:nvSpPr>
        <p:spPr>
          <a:xfrm>
            <a:off x="6871475" y="3248403"/>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3748E52A-50AD-B90B-9043-10E0569F2A8A}"/>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cxnSp>
        <p:nvCxnSpPr>
          <p:cNvPr id="48" name="Straight Connector 47">
            <a:extLst>
              <a:ext uri="{FF2B5EF4-FFF2-40B4-BE49-F238E27FC236}">
                <a16:creationId xmlns:a16="http://schemas.microsoft.com/office/drawing/2014/main" id="{E21C5BD3-2330-0074-91AD-FAB413090F93}"/>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7428A800-30DD-1BF3-82B0-2ABAF06A9EEB}"/>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1" name="Oval 50">
            <a:extLst>
              <a:ext uri="{FF2B5EF4-FFF2-40B4-BE49-F238E27FC236}">
                <a16:creationId xmlns:a16="http://schemas.microsoft.com/office/drawing/2014/main" id="{EA76AF0C-173A-C7EA-15D4-F8D6DF75D28C}"/>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274B2B63-F26A-2AD8-057D-1637CDFD5849}"/>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Open-Source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systems in scope are assessed for risks resulting from the use of </a:t>
            </a:r>
            <a:r>
              <a:rPr lang="en-US" sz="1400" b="1">
                <a:solidFill>
                  <a:schemeClr val="accent4">
                    <a:lumMod val="40000"/>
                    <a:lumOff val="60000"/>
                  </a:schemeClr>
                </a:solidFill>
                <a:effectLst>
                  <a:outerShdw blurRad="229337" sx="102000" sy="102000" algn="ctr" rotWithShape="0">
                    <a:srgbClr val="1763FF">
                      <a:alpha val="20000"/>
                    </a:srgbClr>
                  </a:outerShdw>
                </a:effectLst>
                <a:latin typeface="Calibri" panose="020F0502020204030204" pitchFamily="34" charset="0"/>
                <a:cs typeface="Calibri" panose="020F0502020204030204" pitchFamily="34" charset="0"/>
              </a:rPr>
              <a:t>open-source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key sources for this check are configuration files of </a:t>
            </a:r>
            <a:r>
              <a:rPr lang="en-US" sz="1400" b="1">
                <a:solidFill>
                  <a:schemeClr val="accent4">
                    <a:lumMod val="40000"/>
                    <a:lumOff val="60000"/>
                  </a:schemeClr>
                </a:solidFill>
                <a:effectLst>
                  <a:outerShdw blurRad="229337" sx="102000" sy="102000" algn="ctr" rotWithShape="0">
                    <a:srgbClr val="1763FF">
                      <a:alpha val="20000"/>
                    </a:srgbClr>
                  </a:outerShdw>
                </a:effectLst>
                <a:latin typeface="Calibri" panose="020F0502020204030204" pitchFamily="34" charset="0"/>
                <a:cs typeface="Calibri" panose="020F0502020204030204" pitchFamily="34" charset="0"/>
              </a:rPr>
              <a:t>common dependency management systems </a:t>
            </a:r>
            <a:r>
              <a:rPr lang="en-US" sz="1400" noProof="0">
                <a:solidFill>
                  <a:schemeClr val="tx1"/>
                </a:solidFill>
                <a:latin typeface="Calibri" panose="020F0502020204030204" pitchFamily="34" charset="0"/>
                <a:cs typeface="Calibri" panose="020F0502020204030204" pitchFamily="34" charset="0"/>
              </a:rPr>
              <a:t>(e.g., NuGet, Maven, and npm). 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lang="en-US" sz="1400" noProof="0">
              <a:solidFill>
                <a:schemeClr val="tx1"/>
              </a:solidFill>
              <a:latin typeface="Calibri" panose="020F0502020204030204" pitchFamily="34" charset="0"/>
              <a:cs typeface="Calibri" panose="020F0502020204030204" pitchFamily="34" charset="0"/>
            </a:endParaRPr>
          </a:p>
        </p:txBody>
      </p:sp>
      <p:sp>
        <p:nvSpPr>
          <p:cNvPr id="78" name="Arc 77">
            <a:extLst>
              <a:ext uri="{FF2B5EF4-FFF2-40B4-BE49-F238E27FC236}">
                <a16:creationId xmlns:a16="http://schemas.microsoft.com/office/drawing/2014/main" id="{4CD3EB88-2408-F6DB-7E35-5A1BAACA0ECF}"/>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accent4">
                    <a:lumMod val="50000"/>
                    <a:alpha val="0"/>
                  </a:schemeClr>
                </a:gs>
                <a:gs pos="67000">
                  <a:schemeClr val="accent4">
                    <a:lumMod val="75000"/>
                  </a:schemeClr>
                </a:gs>
                <a:gs pos="8000">
                  <a:schemeClr val="tx1"/>
                </a:gs>
                <a:gs pos="18000">
                  <a:schemeClr val="accent4">
                    <a:lumMod val="40000"/>
                    <a:lumOff val="60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99" name="Arc 98">
            <a:extLst>
              <a:ext uri="{FF2B5EF4-FFF2-40B4-BE49-F238E27FC236}">
                <a16:creationId xmlns:a16="http://schemas.microsoft.com/office/drawing/2014/main" id="{ACC3BA98-D238-1684-3571-69473456AC50}"/>
              </a:ext>
            </a:extLst>
          </p:cNvPr>
          <p:cNvSpPr>
            <a:spLocks/>
          </p:cNvSpPr>
          <p:nvPr/>
        </p:nvSpPr>
        <p:spPr>
          <a:xfrm>
            <a:off x="5176684" y="2825556"/>
            <a:ext cx="1850921" cy="1820186"/>
          </a:xfrm>
          <a:prstGeom prst="arc">
            <a:avLst>
              <a:gd name="adj1" fmla="val 14213511"/>
              <a:gd name="adj2" fmla="val 5311625"/>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pic>
        <p:nvPicPr>
          <p:cNvPr id="79" name="Graphic 78">
            <a:extLst>
              <a:ext uri="{FF2B5EF4-FFF2-40B4-BE49-F238E27FC236}">
                <a16:creationId xmlns:a16="http://schemas.microsoft.com/office/drawing/2014/main" id="{B9F05AFC-9B07-7DF9-0006-4569AA8BEA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31" name="Boog 30">
            <a:extLst>
              <a:ext uri="{FF2B5EF4-FFF2-40B4-BE49-F238E27FC236}">
                <a16:creationId xmlns:a16="http://schemas.microsoft.com/office/drawing/2014/main" id="{6C6B072F-50B2-E2CD-9322-12C063577E43}"/>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C60F0EC4-6C21-3CA4-3BD7-6393AD6E97C4}"/>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20" name="Ovaal 28">
            <a:extLst>
              <a:ext uri="{FF2B5EF4-FFF2-40B4-BE49-F238E27FC236}">
                <a16:creationId xmlns:a16="http://schemas.microsoft.com/office/drawing/2014/main" id="{F0C9E6F0-AF57-27D2-2913-CC715BC49056}"/>
              </a:ext>
            </a:extLst>
          </p:cNvPr>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Ovaal 29">
            <a:extLst>
              <a:ext uri="{FF2B5EF4-FFF2-40B4-BE49-F238E27FC236}">
                <a16:creationId xmlns:a16="http://schemas.microsoft.com/office/drawing/2014/main" id="{A2663BF7-FBD1-7B24-963B-5116ABEB81D8}"/>
              </a:ext>
            </a:extLst>
          </p:cNvPr>
          <p:cNvSpPr/>
          <p:nvPr/>
        </p:nvSpPr>
        <p:spPr>
          <a:xfrm>
            <a:off x="3323073" y="359028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2" name="Ovaal 31">
            <a:extLst>
              <a:ext uri="{FF2B5EF4-FFF2-40B4-BE49-F238E27FC236}">
                <a16:creationId xmlns:a16="http://schemas.microsoft.com/office/drawing/2014/main" id="{6AFCD09F-2C2F-9FD1-3848-43BA345AAC3D}"/>
              </a:ext>
            </a:extLst>
          </p:cNvPr>
          <p:cNvSpPr/>
          <p:nvPr/>
        </p:nvSpPr>
        <p:spPr>
          <a:xfrm>
            <a:off x="3364103" y="4093669"/>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4" name="Ovaal 35">
            <a:extLst>
              <a:ext uri="{FF2B5EF4-FFF2-40B4-BE49-F238E27FC236}">
                <a16:creationId xmlns:a16="http://schemas.microsoft.com/office/drawing/2014/main" id="{68D9B1D4-C935-3C29-FAC9-DECBCB4A59F0}"/>
              </a:ext>
            </a:extLst>
          </p:cNvPr>
          <p:cNvSpPr/>
          <p:nvPr/>
        </p:nvSpPr>
        <p:spPr>
          <a:xfrm>
            <a:off x="3496656" y="4588574"/>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5" name="Ovaal 36">
            <a:extLst>
              <a:ext uri="{FF2B5EF4-FFF2-40B4-BE49-F238E27FC236}">
                <a16:creationId xmlns:a16="http://schemas.microsoft.com/office/drawing/2014/main" id="{0AAFC52E-E42E-F702-7780-DFB7DBF7333B}"/>
              </a:ext>
            </a:extLst>
          </p:cNvPr>
          <p:cNvSpPr/>
          <p:nvPr/>
        </p:nvSpPr>
        <p:spPr>
          <a:xfrm>
            <a:off x="3728666" y="508934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6" name="Tekstvak 37">
            <a:extLst>
              <a:ext uri="{FF2B5EF4-FFF2-40B4-BE49-F238E27FC236}">
                <a16:creationId xmlns:a16="http://schemas.microsoft.com/office/drawing/2014/main" id="{18589086-78F7-35C2-623C-A40465DFC0A3}"/>
              </a:ext>
            </a:extLst>
          </p:cNvPr>
          <p:cNvSpPr txBox="1"/>
          <p:nvPr/>
        </p:nvSpPr>
        <p:spPr>
          <a:xfrm>
            <a:off x="1920277" y="2957541"/>
            <a:ext cx="1407201"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Vulnerabilities</a:t>
            </a:r>
          </a:p>
        </p:txBody>
      </p:sp>
      <p:sp>
        <p:nvSpPr>
          <p:cNvPr id="27" name="Tekstvak 38">
            <a:extLst>
              <a:ext uri="{FF2B5EF4-FFF2-40B4-BE49-F238E27FC236}">
                <a16:creationId xmlns:a16="http://schemas.microsoft.com/office/drawing/2014/main" id="{E1E916FD-893A-C2A9-BE2E-C3C6F2F0BDD5}"/>
              </a:ext>
            </a:extLst>
          </p:cNvPr>
          <p:cNvSpPr txBox="1"/>
          <p:nvPr/>
        </p:nvSpPr>
        <p:spPr>
          <a:xfrm>
            <a:off x="1168104" y="3456782"/>
            <a:ext cx="2102905"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Dependency freshness</a:t>
            </a:r>
          </a:p>
        </p:txBody>
      </p:sp>
      <p:sp>
        <p:nvSpPr>
          <p:cNvPr id="28" name="Tekstvak 39">
            <a:extLst>
              <a:ext uri="{FF2B5EF4-FFF2-40B4-BE49-F238E27FC236}">
                <a16:creationId xmlns:a16="http://schemas.microsoft.com/office/drawing/2014/main" id="{2379B828-5D95-2A77-154F-6EC7164CD6F6}"/>
              </a:ext>
            </a:extLst>
          </p:cNvPr>
          <p:cNvSpPr txBox="1"/>
          <p:nvPr/>
        </p:nvSpPr>
        <p:spPr>
          <a:xfrm>
            <a:off x="2141605" y="3956023"/>
            <a:ext cx="116905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License Use</a:t>
            </a:r>
          </a:p>
        </p:txBody>
      </p:sp>
      <p:sp>
        <p:nvSpPr>
          <p:cNvPr id="33" name="Tekstvak 40">
            <a:extLst>
              <a:ext uri="{FF2B5EF4-FFF2-40B4-BE49-F238E27FC236}">
                <a16:creationId xmlns:a16="http://schemas.microsoft.com/office/drawing/2014/main" id="{E29BDFFD-2D01-46B3-576F-544DEC794098}"/>
              </a:ext>
            </a:extLst>
          </p:cNvPr>
          <p:cNvSpPr txBox="1"/>
          <p:nvPr/>
        </p:nvSpPr>
        <p:spPr>
          <a:xfrm>
            <a:off x="2583075" y="4455264"/>
            <a:ext cx="830825"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Activity</a:t>
            </a:r>
          </a:p>
        </p:txBody>
      </p:sp>
      <p:sp>
        <p:nvSpPr>
          <p:cNvPr id="34" name="Tekstvak 42">
            <a:extLst>
              <a:ext uri="{FF2B5EF4-FFF2-40B4-BE49-F238E27FC236}">
                <a16:creationId xmlns:a16="http://schemas.microsoft.com/office/drawing/2014/main" id="{1CC24F92-8358-5438-A3A7-0BA671221F5A}"/>
              </a:ext>
            </a:extLst>
          </p:cNvPr>
          <p:cNvSpPr txBox="1"/>
          <p:nvPr/>
        </p:nvSpPr>
        <p:spPr>
          <a:xfrm>
            <a:off x="2313078" y="4954505"/>
            <a:ext cx="1322050"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Management</a:t>
            </a:r>
          </a:p>
        </p:txBody>
      </p:sp>
      <p:pic>
        <p:nvPicPr>
          <p:cNvPr id="4" name="Graphic 3">
            <a:extLst>
              <a:ext uri="{FF2B5EF4-FFF2-40B4-BE49-F238E27FC236}">
                <a16:creationId xmlns:a16="http://schemas.microsoft.com/office/drawing/2014/main" id="{C95473EB-5879-ECF0-9487-1F9BBE3AE9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78177" y="1461589"/>
            <a:ext cx="433246" cy="288828"/>
          </a:xfrm>
          <a:prstGeom prst="rect">
            <a:avLst/>
          </a:prstGeom>
          <a:effectLst/>
        </p:spPr>
      </p:pic>
      <p:pic>
        <p:nvPicPr>
          <p:cNvPr id="3" name="Graphic 2">
            <a:extLst>
              <a:ext uri="{FF2B5EF4-FFF2-40B4-BE49-F238E27FC236}">
                <a16:creationId xmlns:a16="http://schemas.microsoft.com/office/drawing/2014/main" id="{208BE8B9-44D6-8C8F-E94F-6103CB2CD433}"/>
              </a:ext>
            </a:extLst>
          </p:cNvPr>
          <p:cNvPicPr/>
          <p:nvPr/>
        </p:nvPicPr>
        <p:blipFill>
          <a:blip>
            <a:extLst>
              <a:ext uri="{96DAC541-7B7A-43D3-8B79-37D633B846F1}">
                <asvg:svgBlip xmlns:asvg="http://schemas.microsoft.com/office/drawing/2016/SVG/main" r:embed="rId5"/>
              </a:ext>
            </a:extLst>
          </a:blip>
          <a:srcRect/>
          <a:stretch/>
        </p:blipFill>
        <p:spPr>
          <a:xfrm>
            <a:off x="5900476" y="5290952"/>
            <a:ext cx="403047" cy="345174"/>
          </a:xfrm>
          <a:prstGeom prst="rect">
            <a:avLst/>
          </a:prstGeom>
        </p:spPr>
      </p:pic>
      <p:pic>
        <p:nvPicPr>
          <p:cNvPr id="7" name="Picture 6">
            <a:extLst>
              <a:ext uri="{FF2B5EF4-FFF2-40B4-BE49-F238E27FC236}">
                <a16:creationId xmlns:a16="http://schemas.microsoft.com/office/drawing/2014/main" id="{8EBAE409-6D3F-6B84-5F35-B94F02D6FB56}"/>
              </a:ext>
            </a:extLst>
          </p:cNvPr>
          <p:cNvPicPr>
            <a:picLocks noChangeAspect="1"/>
          </p:cNvPicPr>
          <p:nvPr/>
        </p:nvPicPr>
        <p:blipFill>
          <a:blip r:embed="rId6"/>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457943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54799" y="1137285"/>
            <a:ext cx="11875052" cy="1426530"/>
            <a:chOff x="154799" y="1137285"/>
            <a:chExt cx="11875052" cy="1426530"/>
          </a:xfrm>
        </p:grpSpPr>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5344420" y="2291359"/>
              <a:ext cx="1491810"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4"/>
          </p:nvPr>
        </p:nvSpPr>
        <p:spPr/>
        <p:txBody>
          <a:bodyPr/>
          <a:lstStyle/>
          <a:p>
            <a:fld id="{E242BD21-9B61-2246-BCB1-4BE5E1BEBE1C}" type="slidenum">
              <a:rPr lang="en-US" noProof="0" smtClean="0"/>
              <a:pPr/>
              <a:t>16</a:t>
            </a:fld>
            <a:endParaRPr lang="en-US" noProof="0"/>
          </a:p>
        </p:txBody>
      </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p:txBody>
          <a:bodyPr/>
          <a:lstStyle/>
          <a:p>
            <a:r>
              <a:rPr lang="en-US" noProof="0"/>
              <a:t>Key findings – Open Source and IP</a:t>
            </a:r>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err="1"/>
              <a:t>Integrationtest-kafka rates market average in Open-Source Health</a:t>
            </a:r>
            <a:endParaRPr lang="en-US" noProof="0"/>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514350" y="2821727"/>
            <a:ext cx="7786964" cy="3496523"/>
          </a:xfrm>
        </p:spPr>
        <p:txBody>
          <a:bodyPr/>
          <a:lstStyle/>
          <a:p>
            <a:r>
              <a:rPr lang="en-US" noProof="0" err="1"/>
              <a:t>1% of dependencies (1 in total) used in the system contain one or more known vulnerabilities.</a:t>
            </a:r>
            <a:endParaRPr lang="en-US" noProof="0"/>
          </a:p>
          <a:p>
            <a:r>
              <a:rPr lang="en-US" noProof="0" err="1"/>
              <a:t>All dependencies in the system use relatively liberal open-source licenses.</a:t>
            </a:r>
            <a:endParaRPr lang="en-US" noProof="0"/>
          </a:p>
          <a:p>
            <a:r>
              <a:rPr lang="en-US" noProof="0" err="1"/>
              <a:t>1% of dependencies (1 in total) used in the system have not been updated for over 2 years.</a:t>
            </a:r>
            <a:endParaRPr lang="en-US" noProof="0"/>
          </a:p>
          <a:p>
            <a:r>
              <a:rPr lang="en-US" noProof="0" err="1"/>
              <a:t>All dependencies in the system are managed by a package manager.</a:t>
            </a:r>
            <a:endParaRPr lang="en-US" noProof="0"/>
          </a:p>
        </p:txBody>
      </p:sp>
      <p:sp>
        <p:nvSpPr>
          <p:cNvPr id="4" name="Tijdelijke aanduiding voor voettekst 3">
            <a:extLst>
              <a:ext uri="{FF2B5EF4-FFF2-40B4-BE49-F238E27FC236}">
                <a16:creationId xmlns:a16="http://schemas.microsoft.com/office/drawing/2014/main" id="{4F31452C-B3D9-1038-BB21-62811C472580}"/>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24944616"/>
              </p:ext>
            </p:extLst>
          </p:nvPr>
        </p:nvGraphicFramePr>
        <p:xfrm>
          <a:off x="8571496" y="3035953"/>
          <a:ext cx="3315521" cy="918396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2.4</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4.5</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5.5</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Open-Source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17 </a:t>
            </a:r>
            <a:r>
              <a:rPr lang="en-US" sz="800" noProof="0" err="1">
                <a:solidFill>
                  <a:srgbClr val="152F73"/>
                </a:solidFill>
                <a:latin typeface="Azeret Mono" pitchFamily="2" charset="77"/>
                <a:cs typeface="Azeret Mono" pitchFamily="2" charset="77"/>
              </a:rPr>
              <a:t>March 2026</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5413468" y="109949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Integrationtest-kafka</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2.9</a:t>
              </a:r>
              <a:endParaRPr lang="en-US" sz="1000" noProof="0">
                <a:solidFill>
                  <a:schemeClr val="tx1"/>
                </a:solidFill>
                <a:latin typeface="☞NOIR PRO MEDIUM" pitchFamily="2" charset="0"/>
              </a:endParaRPr>
            </a:p>
          </p:txBody>
        </p:sp>
      </p:grpSp>
      <p:cxnSp>
        <p:nvCxnSpPr>
          <p:cNvPr id="3" name="Rechte verbindingslijn 79">
            <a:extLst>
              <a:ext uri="{FF2B5EF4-FFF2-40B4-BE49-F238E27FC236}">
                <a16:creationId xmlns:a16="http://schemas.microsoft.com/office/drawing/2014/main" id="{C5480F51-A6A3-72C6-86D6-8409E93D886E}"/>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4340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420006" y="1870674"/>
            <a:ext cx="4933794" cy="4447325"/>
          </a:xfrm>
        </p:spPr>
        <p:txBody>
          <a:bodyPr/>
          <a:lstStyle/>
          <a:p>
            <a:r>
              <a:rPr lang="en-US" noProof="0"/>
              <a:t>1% of dependencies (1 in total) used in the system contain one or more known vulnerabilities.</a:t>
            </a:r>
          </a:p>
          <a:p>
            <a:r>
              <a:rPr lang="en-US" noProof="0"/>
              <a:t>All dependencies in the system use relatively liberal open-source licenses.</a:t>
            </a:r>
          </a:p>
          <a:p>
            <a:r>
              <a:rPr lang="en-US" noProof="0"/>
              <a:t>1% of dependencies (1 in total) used in the system have not been updated for over 2 years.</a:t>
            </a:r>
          </a:p>
          <a:p>
            <a:r>
              <a:rPr lang="en-US" noProof="0"/>
              <a:t>All dependencies in the system are managed by a package manager.</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noProof="0" err="1">
                <a:solidFill>
                  <a:schemeClr val="tx2"/>
                </a:solidFill>
              </a:rPr>
              <a:t>175</a:t>
            </a:r>
            <a:endParaRPr lang="en-US" noProof="0">
              <a:solidFill>
                <a:schemeClr val="tx2"/>
              </a:solidFill>
            </a:endParaRPr>
          </a:p>
        </p:txBody>
      </p:sp>
      <p:sp>
        <p:nvSpPr>
          <p:cNvPr id="24" name="Text Placeholder 23">
            <a:extLst>
              <a:ext uri="{FF2B5EF4-FFF2-40B4-BE49-F238E27FC236}">
                <a16:creationId xmlns:a16="http://schemas.microsoft.com/office/drawing/2014/main" id="{04618087-6E3C-6498-B232-3B582071982F}"/>
              </a:ext>
            </a:extLst>
          </p:cNvPr>
          <p:cNvSpPr>
            <a:spLocks noGrp="1"/>
          </p:cNvSpPr>
          <p:nvPr>
            <p:ph type="body" sz="quarter" idx="15"/>
          </p:nvPr>
        </p:nvSpPr>
        <p:spPr/>
        <p:txBody>
          <a:bodyPr/>
          <a:lstStyle/>
          <a:p>
            <a:endParaRPr lang="en-US"/>
          </a:p>
        </p:txBody>
      </p:sp>
      <p:sp>
        <p:nvSpPr>
          <p:cNvPr id="25" name="Text Placeholder 24">
            <a:extLst>
              <a:ext uri="{FF2B5EF4-FFF2-40B4-BE49-F238E27FC236}">
                <a16:creationId xmlns:a16="http://schemas.microsoft.com/office/drawing/2014/main" id="{352E8C2F-045D-AC14-002E-9096F9771F2D}"/>
              </a:ext>
            </a:extLst>
          </p:cNvPr>
          <p:cNvSpPr>
            <a:spLocks noGrp="1"/>
          </p:cNvSpPr>
          <p:nvPr>
            <p:ph type="body" sz="quarter" idx="16"/>
          </p:nvPr>
        </p:nvSpPr>
        <p:spPr/>
        <p:txBody>
          <a:bodyPr/>
          <a:lstStyle/>
          <a:p>
            <a:endParaRPr lang="en-US"/>
          </a:p>
        </p:txBody>
      </p:sp>
      <p:sp>
        <p:nvSpPr>
          <p:cNvPr id="26" name="Text Placeholder 25">
            <a:extLst>
              <a:ext uri="{FF2B5EF4-FFF2-40B4-BE49-F238E27FC236}">
                <a16:creationId xmlns:a16="http://schemas.microsoft.com/office/drawing/2014/main" id="{5E6BF922-1D2E-8C48-2507-0584A7DD0657}"/>
              </a:ext>
            </a:extLst>
          </p:cNvPr>
          <p:cNvSpPr>
            <a:spLocks noGrp="1"/>
          </p:cNvSpPr>
          <p:nvPr>
            <p:ph type="body" sz="quarter" idx="17"/>
          </p:nvPr>
        </p:nvSpPr>
        <p:spPr/>
        <p:txBody>
          <a:bodyPr/>
          <a:lstStyle/>
          <a:p>
            <a:endParaRPr lang="en-US"/>
          </a:p>
        </p:txBody>
      </p:sp>
      <p:sp>
        <p:nvSpPr>
          <p:cNvPr id="27" name="Text Placeholder 26">
            <a:extLst>
              <a:ext uri="{FF2B5EF4-FFF2-40B4-BE49-F238E27FC236}">
                <a16:creationId xmlns:a16="http://schemas.microsoft.com/office/drawing/2014/main" id="{822D9298-F8A8-92CA-38B3-B8A47C2E4C43}"/>
              </a:ext>
            </a:extLst>
          </p:cNvPr>
          <p:cNvSpPr>
            <a:spLocks noGrp="1"/>
          </p:cNvSpPr>
          <p:nvPr>
            <p:ph type="body" sz="quarter" idx="18"/>
          </p:nvPr>
        </p:nvSpPr>
        <p:spPr/>
        <p:txBody>
          <a:bodyPr/>
          <a:lstStyle/>
          <a:p>
            <a:endParaRPr lang="en-US"/>
          </a:p>
        </p:txBody>
      </p:sp>
      <p:sp>
        <p:nvSpPr>
          <p:cNvPr id="28" name="Text Placeholder 27">
            <a:extLst>
              <a:ext uri="{FF2B5EF4-FFF2-40B4-BE49-F238E27FC236}">
                <a16:creationId xmlns:a16="http://schemas.microsoft.com/office/drawing/2014/main" id="{BA600F75-3914-391D-BC01-A9435F70F54A}"/>
              </a:ext>
            </a:extLst>
          </p:cNvPr>
          <p:cNvSpPr>
            <a:spLocks noGrp="1"/>
          </p:cNvSpPr>
          <p:nvPr>
            <p:ph type="body" sz="quarter" idx="19"/>
          </p:nvPr>
        </p:nvSpPr>
        <p:spPr/>
        <p:txBody>
          <a:bodyPr/>
          <a:lstStyle/>
          <a:p>
            <a:endParaRPr lang="en-US"/>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4"/>
          </p:nvPr>
        </p:nvSpPr>
        <p:spPr>
          <a:xfrm>
            <a:off x="11495599" y="6550219"/>
            <a:ext cx="250068" cy="236406"/>
          </a:xfrm>
        </p:spPr>
        <p:txBody>
          <a:bodyPr/>
          <a:lstStyle/>
          <a:p>
            <a:fld id="{E242BD21-9B61-2246-BCB1-4BE5E1BEBE1C}" type="slidenum">
              <a:rPr lang="en-US" noProof="0" smtClean="0"/>
              <a:pPr/>
              <a:t>17</a:t>
            </a:fld>
            <a:endParaRPr lang="en-US" noProof="0"/>
          </a:p>
        </p:txBody>
      </p:sp>
      <p:sp>
        <p:nvSpPr>
          <p:cNvPr id="23" name="Text Placeholder 22">
            <a:extLst>
              <a:ext uri="{FF2B5EF4-FFF2-40B4-BE49-F238E27FC236}">
                <a16:creationId xmlns:a16="http://schemas.microsoft.com/office/drawing/2014/main" id="{FD6074A5-5C8D-BDB6-142E-71A2D23E06BB}"/>
              </a:ext>
            </a:extLst>
          </p:cNvPr>
          <p:cNvSpPr>
            <a:spLocks noGrp="1"/>
          </p:cNvSpPr>
          <p:nvPr>
            <p:ph type="body" sz="quarter" idx="12"/>
          </p:nvPr>
        </p:nvSpPr>
        <p:spPr>
          <a:xfrm>
            <a:off x="457200" y="169213"/>
            <a:ext cx="11288468" cy="184375"/>
          </a:xfrm>
        </p:spPr>
        <p:txBody>
          <a:bodyPr/>
          <a:lstStyle/>
          <a:p>
            <a:r>
              <a:rPr lang="en-US"/>
              <a:t>Key findings – Open Source and IP</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a:xfrm>
            <a:off x="457200" y="391823"/>
            <a:ext cx="11288467" cy="282819"/>
          </a:xfrm>
        </p:spPr>
        <p:txBody>
          <a:bodyPr>
            <a:normAutofit/>
          </a:bodyPr>
          <a:lstStyle/>
          <a:p>
            <a:r>
              <a:rPr lang="en-US" noProof="0" err="1"/>
              <a:t>1 vulnerable 3rd party open-source dependencies were identified</a:t>
            </a:r>
          </a:p>
        </p:txBody>
      </p:sp>
      <p:graphicFrame>
        <p:nvGraphicFramePr>
          <p:cNvPr id="2" name="OSH_VULN_LEGAL_GRAPH">
            <a:extLst>
              <a:ext uri="{FF2B5EF4-FFF2-40B4-BE49-F238E27FC236}">
                <a16:creationId xmlns:a16="http://schemas.microsoft.com/office/drawing/2014/main" id="{663304D0-0E7B-1454-8672-C6C89EF3BF5C}"/>
              </a:ext>
            </a:extLst>
          </p:cNvPr>
          <p:cNvGraphicFramePr>
            <a:graphicFrameLocks/>
          </p:cNvGraphicFramePr>
          <p:nvPr/>
        </p:nvGraphicFramePr>
        <p:xfrm>
          <a:off x="2993512" y="2846744"/>
          <a:ext cx="3102882" cy="112433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OSH_OTHER_RISKS_GRAPH">
            <a:extLst>
              <a:ext uri="{FF2B5EF4-FFF2-40B4-BE49-F238E27FC236}">
                <a16:creationId xmlns:a16="http://schemas.microsoft.com/office/drawing/2014/main" id="{F710C4F3-29D3-2E11-A1BF-518BE8D05501}"/>
              </a:ext>
            </a:extLst>
          </p:cNvPr>
          <p:cNvGraphicFramePr>
            <a:graphicFrameLocks/>
          </p:cNvGraphicFramePr>
          <p:nvPr>
            <p:extLst>
              <p:ext uri="{D42A27DB-BD31-4B8C-83A1-F6EECF244321}">
                <p14:modId xmlns:p14="http://schemas.microsoft.com/office/powerpoint/2010/main" val="4255695836"/>
              </p:ext>
            </p:extLst>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98B4EB28540854BB4092730D7F67224" ma:contentTypeVersion="15" ma:contentTypeDescription="Create a new document." ma:contentTypeScope="" ma:versionID="4d0f070955c3b624b0a65de3b64e0751">
  <xsd:schema xmlns:xsd="http://www.w3.org/2001/XMLSchema" xmlns:xs="http://www.w3.org/2001/XMLSchema" xmlns:p="http://schemas.microsoft.com/office/2006/metadata/properties" xmlns:ns2="bc8ba18a-4a58-4ad2-bfc0-6516af8e7dc2" xmlns:ns3="fa937df2-abe2-4d38-b5f4-c228acba3827" targetNamespace="http://schemas.microsoft.com/office/2006/metadata/properties" ma:root="true" ma:fieldsID="fac8bb40ba385674a1bd5a836efd3dcd" ns2:_="" ns3:_="">
    <xsd:import namespace="bc8ba18a-4a58-4ad2-bfc0-6516af8e7dc2"/>
    <xsd:import namespace="fa937df2-abe2-4d38-b5f4-c228acba382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8ba18a-4a58-4ad2-bfc0-6516af8e7dc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647600b9-3986-46fa-ac96-d20cfe7e1b3b}" ma:internalName="TaxCatchAll" ma:showField="CatchAllData" ma:web="bc8ba18a-4a58-4ad2-bfc0-6516af8e7dc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a937df2-abe2-4d38-b5f4-c228acba382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0897a51-27a2-4a5e-b602-66a4649d25eb"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a937df2-abe2-4d38-b5f4-c228acba3827">
      <Terms xmlns="http://schemas.microsoft.com/office/infopath/2007/PartnerControls"/>
    </lcf76f155ced4ddcb4097134ff3c332f>
    <TaxCatchAll xmlns="bc8ba18a-4a58-4ad2-bfc0-6516af8e7dc2" xsi:nil="true"/>
  </documentManagement>
</p:properties>
</file>

<file path=customXml/itemProps1.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2.xml><?xml version="1.0" encoding="utf-8"?>
<ds:datastoreItem xmlns:ds="http://schemas.openxmlformats.org/officeDocument/2006/customXml" ds:itemID="{DD0141FF-E80C-4161-A41E-4C9EC42A5A89}">
  <ds:schemaRefs>
    <ds:schemaRef ds:uri="bc8ba18a-4a58-4ad2-bfc0-6516af8e7dc2"/>
    <ds:schemaRef ds:uri="fa937df2-abe2-4d38-b5f4-c228acba38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575A4A2-8818-4F4B-AD30-88D568004514}">
  <ds:schemaRefs>
    <ds:schemaRef ds:uri="bc8ba18a-4a58-4ad2-bfc0-6516af8e7dc2"/>
    <ds:schemaRef ds:uri="fa937df2-abe2-4d38-b5f4-c228acba382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0</TotalTime>
  <Words>2555</Words>
  <Application>Microsoft Macintosh PowerPoint</Application>
  <PresentationFormat>Widescreen</PresentationFormat>
  <Paragraphs>430</Paragraphs>
  <Slides>17</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☞NOIR PRO MEDIUM</vt:lpstr>
      <vt:lpstr>Arial</vt:lpstr>
      <vt:lpstr>Azeret Mono</vt:lpstr>
      <vt:lpstr>Calibri</vt:lpstr>
      <vt:lpstr>Calibri Bold</vt:lpstr>
      <vt:lpstr>Calibri Regular</vt:lpstr>
      <vt:lpstr>Helvetica Neue Bold</vt:lpstr>
      <vt:lpstr>Noir Pro Semi Bold</vt:lpstr>
      <vt:lpstr>Sigsterren</vt:lpstr>
      <vt:lpstr>Wingdings</vt:lpstr>
      <vt:lpstr>Office Theme</vt:lpstr>
      <vt:lpstr>PowerPoint Presentation</vt:lpstr>
      <vt:lpstr>Outline of topics</vt:lpstr>
      <vt:lpstr>Metadata overview for system SYSTEM_NAME</vt:lpstr>
      <vt:lpstr>System "SYSTEM_NAME" technical quality: management summary</vt:lpstr>
      <vt:lpstr>Outline of topics</vt:lpstr>
      <vt:lpstr>Explanation | The ISO 25010 standard for Maintainability has 5 sub-characteristics</vt:lpstr>
      <vt:lpstr>Explanation | The ISO 25010 standard for Maintainability has 5 sub-characteristics</vt:lpstr>
      <vt:lpstr>SYSTEM_NAME is a MAINT_SIZE system of SYSTEM_PY PY which scores MAINT_RATING for maintainability </vt:lpstr>
      <vt:lpstr>SYSTEM_NAME scores MAINT_RELATIVE market average for maintainability</vt:lpstr>
      <vt:lpstr>The system is VOLUME_RELATIVE in size and is built primarily in TECH_1_NAME</vt:lpstr>
      <vt:lpstr>SYSTEM_NAME has a TEST_CODE_RELATIVE test/code ratio</vt:lpstr>
      <vt:lpstr>Explanation | The Architecture Quality model has 5 sub-characteristics</vt:lpstr>
      <vt:lpstr>Explanation | SIG’s Architecture Model maps the sub-characteristics to 9 system properties</vt:lpstr>
      <vt:lpstr>SYSTEM_NAME scores ARCH_AT_BELOW market average (ARCH_RATING ★) for Architecture Quality</vt:lpstr>
      <vt:lpstr>Explanation | Assessing the use of Open Source and IP in five key areas</vt:lpstr>
      <vt:lpstr>SYSTEM_NAME rates OSH_RELATIVE in Open-Source Health</vt:lpstr>
      <vt:lpstr>OSH_TOTAL_VULN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Martin Boerman</cp:lastModifiedBy>
  <cp:revision>2</cp:revision>
  <cp:lastPrinted>2020-04-20T09:37:43Z</cp:lastPrinted>
  <dcterms:created xsi:type="dcterms:W3CDTF">2025-10-22T11:22:13Z</dcterms:created>
  <dcterms:modified xsi:type="dcterms:W3CDTF">2026-06-01T14:30:33Z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0x010100398B4EB28540854BB4092730D7F67224</vt:lpwstr>
  </property>
</Properties>
</file>