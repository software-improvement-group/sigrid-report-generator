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wdp" ContentType="image/vnd.ms-photo"/>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handoutMasters/handoutMaster1.xml" ContentType="application/vnd.openxmlformats-officedocument.presentationml.handoutMaster+xml"/>
  <Override PartName="/ppt/media/image10.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94" r:id="rId5"/>
  </p:sldMasterIdLst>
  <p:notesMasterIdLst>
    <p:notesMasterId r:id="rId23"/>
  </p:notesMasterIdLst>
  <p:handoutMasterIdLst>
    <p:handoutMasterId r:id="rId24"/>
  </p:handoutMasterIdLst>
  <p:sldIdLst>
    <p:sldId id="1973" r:id="rId6"/>
    <p:sldId id="11390" r:id="rId7"/>
    <p:sldId id="11393" r:id="rId8"/>
    <p:sldId id="11424" r:id="rId9"/>
    <p:sldId id="11426" r:id="rId10"/>
    <p:sldId id="11427" r:id="rId11"/>
    <p:sldId id="11428" r:id="rId12"/>
    <p:sldId id="10749" r:id="rId13"/>
    <p:sldId id="10753" r:id="rId14"/>
    <p:sldId id="11429" r:id="rId15"/>
    <p:sldId id="11371" r:id="rId16"/>
    <p:sldId id="1824" r:id="rId17"/>
    <p:sldId id="11405" r:id="rId18"/>
    <p:sldId id="11402" r:id="rId19"/>
    <p:sldId id="11376" r:id="rId20"/>
    <p:sldId id="11284" r:id="rId21"/>
    <p:sldId id="1137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359739-ADAA-29C3-783C-D9B57E2ADDB5}" name="Tim Hemel" initials="" userId="S::tim.hemel@softwareimprovementgroup.com::11068282-940c-4e29-bf1b-b59b90666eb3" providerId="AD"/>
  <p188:author id="{3D97A144-B777-FD68-D7AB-3CD142D94AE5}" name="Cathal Boogerd" initials="" userId="S::cathal.boogerd@softwareimprovementgroup.com::dbb5a3ef-3cf9-4748-ac32-98f9c3baeb5b" providerId="AD"/>
  <p188:author id="{E5E0EE5C-8B63-32A2-9D2F-8352DF47097F}" name="Georges Elias" initials="" userId="S::georges.elias@softwareimprovementgroup.com::6139a130-5e49-4792-8e7b-0c9108a32bcb" providerId="AD"/>
  <p188:author id="{14C24185-38C8-53F4-6B25-1F37CA622275}" name="Koen Hanselman" initials="KH" userId="S::koen.hanselman@softwareimprovementgroup.com::5db663cf-586e-40d0-b19a-993566a64e50" providerId="AD"/>
  <p188:author id="{183DB49D-7ECF-D7E1-4C43-FB9D87383EAD}" name="Sylvan Rigal" initials="SR" userId="S::sylvan.rigal@softwareimprovementgroup.com::b1be0c31-8957-4e67-bfc4-5cd3c92b837e" providerId="AD"/>
  <p188:author id="{6C3551E2-2F50-52EC-DA49-DBE95072549A}" name="Koen Hanselman" initials="KH" userId="7d1800f64f1a7135" providerId="Windows Live"/>
  <p188:author id="{BBEAE1E7-4F6B-B092-BEC1-17EBE4860A28}" name="Feiyang Tang" initials="" userId="S::feiyang.tang@softwareimprovementgroup.com::7bc8dc39-7011-4932-87a8-1499417962c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15735"/>
    <a:srgbClr val="E98C36"/>
    <a:srgbClr val="BFC855"/>
    <a:srgbClr val="BDC855"/>
    <a:srgbClr val="F8C716"/>
    <a:srgbClr val="F9C816"/>
    <a:srgbClr val="083595"/>
    <a:srgbClr val="093AA0"/>
    <a:srgbClr val="083695"/>
    <a:srgbClr val="0020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799B23B-EC83-4686-B30A-512413B5E67A}" styleName="Stijl, licht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498"/>
    <p:restoredTop sz="96763"/>
  </p:normalViewPr>
  <p:slideViewPr>
    <p:cSldViewPr snapToGrid="0" snapToObjects="1" showGuides="1">
      <p:cViewPr varScale="1">
        <p:scale>
          <a:sx n="127" d="100"/>
          <a:sy n="127" d="100"/>
        </p:scale>
        <p:origin x="920" y="19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60" d="100"/>
        <a:sy n="60" d="100"/>
      </p:scale>
      <p:origin x="0" y="0"/>
    </p:cViewPr>
  </p:sorterViewPr>
  <p:notesViewPr>
    <p:cSldViewPr snapToGrid="0" snapToObjects="1">
      <p:cViewPr varScale="1">
        <p:scale>
          <a:sx n="157" d="100"/>
          <a:sy n="157" d="100"/>
        </p:scale>
        <p:origin x="5640" y="184"/>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notesMaster" Target="notesMasters/notesMaster1.xml"/><Relationship Id="rId24" Type="http://schemas.openxmlformats.org/officeDocument/2006/relationships/handoutMaster" Target="handoutMasters/handout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8/10/relationships/authors" Target="author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percentStacked"/>
        <c:varyColors val="0"/>
        <c:ser>
          <c:idx val="0"/>
          <c:order val="0"/>
          <c:tx>
            <c:strRef>
              <c:f>Sheet1!$B$1</c:f>
              <c:strCache>
                <c:ptCount val="1"/>
                <c:pt idx="0">
                  <c:v>Percentage of portfolio</c:v>
                </c:pt>
              </c:strCache>
            </c:strRef>
          </c:tx>
          <c:spPr>
            <a:solidFill>
              <a:schemeClr val="accent2">
                <a:shade val="76000"/>
              </a:schemeClr>
            </a:solidFill>
            <a:ln w="19050">
              <a:noFill/>
            </a:ln>
            <a:effectLst>
              <a:outerShdw blurRad="241300" dist="38100" dir="2700000" algn="tl" rotWithShape="0">
                <a:prstClr val="black">
                  <a:alpha val="15000"/>
                </a:prstClr>
              </a:outerShdw>
            </a:effectLst>
          </c:spPr>
          <c:invertIfNegative val="0"/>
          <c:dPt>
            <c:idx val="0"/>
            <c:invertIfNegative val="0"/>
            <c:bubble3D val="0"/>
            <c:explosion val="6"/>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0-7C96-CF4F-94AD-E08A5CD6D25E}"/>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Software Distribution Strategy</c:v>
                </c:pt>
                <c:pt idx="1">
                  <c:v>Application Type</c:v>
                </c:pt>
                <c:pt idx="2">
                  <c:v>Deployment Type</c:v>
                </c:pt>
                <c:pt idx="3">
                  <c:v>Target Industry</c:v>
                </c:pt>
                <c:pt idx="4">
                  <c:v>Lifecycle Phase</c:v>
                </c:pt>
                <c:pt idx="5">
                  <c:v>Business Criticality</c:v>
                </c:pt>
                <c:pt idx="6">
                  <c:v>In Production Since</c:v>
                </c:pt>
                <c:pt idx="7">
                  <c:v>Supplier Names</c:v>
                </c:pt>
                <c:pt idx="8">
                  <c:v>Team Names</c:v>
                </c:pt>
                <c:pt idx="9">
                  <c:v>Division Name</c:v>
                </c:pt>
              </c:strCache>
            </c:strRef>
          </c:cat>
          <c:val>
            <c:numRef>
              <c:f>Sheet1!$B$2:$B$11</c:f>
              <c:numCache>
                <c:formatCode>General</c:formatCode>
                <c:ptCount val="10"/>
                <c:pt idx="0">
                  <c:v>0</c:v>
                </c:pt>
                <c:pt idx="1">
                  <c:v>0</c:v>
                </c:pt>
                <c:pt idx="2">
                  <c:v>0</c:v>
                </c:pt>
                <c:pt idx="3">
                  <c:v>0</c:v>
                </c:pt>
                <c:pt idx="4">
                  <c:v>0</c:v>
                </c:pt>
                <c:pt idx="5">
                  <c:v>0</c:v>
                </c:pt>
                <c:pt idx="6">
                  <c:v>0</c:v>
                </c:pt>
                <c:pt idx="7">
                  <c:v>0</c:v>
                </c:pt>
                <c:pt idx="8">
                  <c:v>0</c:v>
                </c:pt>
                <c:pt idx="9">
                  <c:v>0</c:v>
                </c:pt>
              </c:numCache>
            </c:numRef>
          </c:val>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1-7C96-CF4F-94AD-E08A5CD6D25E}"/>
            </c:ext>
          </c:extLst>
        </c:ser>
        <c:ser>
          <c:idx val="1"/>
          <c:order val="1"/>
          <c:tx>
            <c:strRef>
              <c:f>Sheet1!$C$1</c:f>
              <c:strCache>
                <c:ptCount val="1"/>
                <c:pt idx="0">
                  <c:v>Percentage of portfolio</c:v>
                </c:pt>
              </c:strCache>
            </c:strRef>
          </c:tx>
          <c:spPr>
            <a:solidFill>
              <a:schemeClr val="accent3">
                <a:lumMod val="60000"/>
                <a:lumOff val="40000"/>
              </a:schemeClr>
            </a:solidFill>
            <a:ln w="19050">
              <a:noFill/>
            </a:ln>
            <a:effectLst/>
          </c:spPr>
          <c:invertIfNegative val="0"/>
          <c:cat>
            <c:strRef>
              <c:f>Sheet1!$A$2:$A$11</c:f>
              <c:strCache>
                <c:ptCount val="10"/>
                <c:pt idx="0">
                  <c:v>Software Distribution Strategy</c:v>
                </c:pt>
                <c:pt idx="1">
                  <c:v>Application Type</c:v>
                </c:pt>
                <c:pt idx="2">
                  <c:v>Deployment Type</c:v>
                </c:pt>
                <c:pt idx="3">
                  <c:v>Target Industry</c:v>
                </c:pt>
                <c:pt idx="4">
                  <c:v>Lifecycle Phase</c:v>
                </c:pt>
                <c:pt idx="5">
                  <c:v>Business Criticality</c:v>
                </c:pt>
                <c:pt idx="6">
                  <c:v>In Production Since</c:v>
                </c:pt>
                <c:pt idx="7">
                  <c:v>Supplier Names</c:v>
                </c:pt>
                <c:pt idx="8">
                  <c:v>Team Names</c:v>
                </c:pt>
                <c:pt idx="9">
                  <c:v>Division Name</c:v>
                </c:pt>
              </c:strCache>
            </c:strRef>
          </c:cat>
          <c:val>
            <c:numRef>
              <c:f>Sheet1!$C$2:$C$11</c:f>
              <c:numCache>
                <c:formatCode>General</c:formatCode>
                <c:ptCount val="10"/>
                <c:pt idx="0">
                  <c:v>100</c:v>
                </c:pt>
                <c:pt idx="1">
                  <c:v>100</c:v>
                </c:pt>
                <c:pt idx="2">
                  <c:v>100</c:v>
                </c:pt>
                <c:pt idx="3">
                  <c:v>100</c:v>
                </c:pt>
                <c:pt idx="4">
                  <c:v>100</c:v>
                </c:pt>
                <c:pt idx="5">
                  <c:v>100</c:v>
                </c:pt>
                <c:pt idx="6">
                  <c:v>100</c:v>
                </c:pt>
                <c:pt idx="7">
                  <c:v>100</c:v>
                </c:pt>
                <c:pt idx="8">
                  <c:v>100</c:v>
                </c:pt>
                <c:pt idx="9">
                  <c:v>100</c:v>
                </c:pt>
              </c:numCache>
            </c:numRef>
          </c:val>
          <c:extLst>
            <c:ext xmlns:c16="http://schemas.microsoft.com/office/drawing/2014/chart" uri="{C3380CC4-5D6E-409C-BE32-E72D297353CC}">
              <c16:uniqueId val="{00000002-7C96-CF4F-94AD-E08A5CD6D25E}"/>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7616192"/>
        <c:crosses val="autoZero"/>
        <c:auto val="1"/>
        <c:lblAlgn val="ctr"/>
        <c:lblOffset val="100"/>
        <c:noMultiLvlLbl val="0"/>
      </c:catAx>
      <c:valAx>
        <c:axId val="47761619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Systems</c:v>
                </c:pt>
              </c:strCache>
            </c:strRef>
          </c:tx>
          <c:spPr>
            <a:solidFill>
              <a:schemeClr val="accent1"/>
            </a:solidFill>
            <a:ln>
              <a:noFill/>
            </a:ln>
            <a:effectLst/>
          </c:spPr>
          <c:invertIfNegative val="0"/>
          <c:dLbls>
            <c:spPr>
              <a:solidFill>
                <a:schemeClr val="bg1"/>
              </a:solidFill>
              <a:ln w="12700">
                <a:solidFill>
                  <a:schemeClr val="accent1"/>
                </a:solid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accent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Total</c:v>
                </c:pt>
                <c:pt idx="1">
                  <c:v>All Capabilities</c:v>
                </c:pt>
                <c:pt idx="2">
                  <c:v>Architecture Quality</c:v>
                </c:pt>
                <c:pt idx="3">
                  <c:v>Maintainability</c:v>
                </c:pt>
                <c:pt idx="4">
                  <c:v>Open Source Health</c:v>
                </c:pt>
                <c:pt idx="5">
                  <c:v>Security</c:v>
                </c:pt>
              </c:strCache>
            </c:strRef>
          </c:cat>
          <c:val>
            <c:numRef>
              <c:f>Sheet1!$B$2:$B$7</c:f>
              <c:numCache>
                <c:formatCode>General</c:formatCode>
                <c:ptCount val="6"/>
                <c:pt idx="0">
                  <c:v>12</c:v>
                </c:pt>
                <c:pt idx="1">
                  <c:v>0</c:v>
                </c:pt>
                <c:pt idx="2">
                  <c:v>12</c:v>
                </c:pt>
                <c:pt idx="3">
                  <c:v>12</c:v>
                </c:pt>
                <c:pt idx="4">
                  <c:v>12</c:v>
                </c:pt>
                <c:pt idx="5">
                  <c:v>0</c:v>
                </c:pt>
              </c:numCache>
            </c:numRef>
          </c:val>
          <c:extLst>
            <c:ext xmlns:c16="http://schemas.microsoft.com/office/drawing/2014/chart" uri="{C3380CC4-5D6E-409C-BE32-E72D297353CC}">
              <c16:uniqueId val="{00000000-EA26-474B-919E-22DA88E63ED1}"/>
            </c:ext>
          </c:extLst>
        </c:ser>
        <c:dLbls>
          <c:showLegendKey val="0"/>
          <c:showVal val="0"/>
          <c:showCatName val="0"/>
          <c:showSerName val="0"/>
          <c:showPercent val="0"/>
          <c:showBubbleSize val="0"/>
        </c:dLbls>
        <c:gapWidth val="219"/>
        <c:overlap val="-27"/>
        <c:axId val="59297280"/>
        <c:axId val="2146427199"/>
      </c:barChart>
      <c:catAx>
        <c:axId val="592972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2146427199"/>
        <c:crosses val="autoZero"/>
        <c:auto val="1"/>
        <c:lblAlgn val="ctr"/>
        <c:lblOffset val="100"/>
        <c:noMultiLvlLbl val="0"/>
      </c:catAx>
      <c:valAx>
        <c:axId val="21464271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5929728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percentStacked"/>
        <c:varyColors val="0"/>
        <c:ser>
          <c:idx val="0"/>
          <c:order val="0"/>
          <c:tx>
            <c:strRef>
              <c:f>Sheet1!$B$1</c:f>
              <c:strCache>
                <c:ptCount val="1"/>
                <c:pt idx="0">
                  <c:v>Percentage of portfolio</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1-6147-E74A-AA7B-5531F0E4EE0C}"/>
              </c:ext>
            </c:extLst>
          </c:dPt>
          <c:dLbls>
            <c:dLbl>
              <c:idx val="0"/>
              <c:tx>
                <c:rich>
                  <a:bodyPr/>
                  <a:lstStyle/>
                  <a:p>
                    <a:fld id="{01A5FE6A-D37A-834F-B8C5-870900F9D163}" type="VALUE">
                      <a:rPr lang="en-US" sz="1400" b="0">
                        <a:solidFill>
                          <a:schemeClr val="bg1"/>
                        </a:solidFill>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6147-E74A-AA7B-5531F0E4EE0C}"/>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Overall</c:v>
                </c:pt>
              </c:strCache>
            </c:strRef>
          </c:cat>
          <c:val>
            <c:numRef>
              <c:f>Sheet1!$B$2:$B$2</c:f>
              <c:numCache>
                <c:formatCode>General</c:formatCode>
                <c:ptCount val="1"/>
                <c:pt idx="0">
                  <c:v>50.0</c:v>
                </c:pt>
              </c:numCache>
            </c:numRef>
          </c:val>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2-6147-E74A-AA7B-5531F0E4EE0C}"/>
            </c:ext>
          </c:extLst>
        </c:ser>
        <c:ser>
          <c:idx val="1"/>
          <c:order val="1"/>
          <c:tx>
            <c:strRef>
              <c:f>Sheet1!$C$1</c:f>
              <c:strCache>
                <c:ptCount val="1"/>
                <c:pt idx="0">
                  <c:v>Percentage of portfolio</c:v>
                </c:pt>
              </c:strCache>
            </c:strRef>
          </c:tx>
          <c:spPr>
            <a:solidFill>
              <a:srgbClr val="67E77F"/>
            </a:solidFill>
            <a:ln w="19050">
              <a:noFill/>
            </a:ln>
            <a:effectLst/>
          </c:spPr>
          <c:invertIfNegative val="0"/>
          <c:dLbls>
            <c:dLbl>
              <c:idx val="0"/>
              <c:tx>
                <c:rich>
                  <a:bodyPr/>
                  <a:lstStyle/>
                  <a:p>
                    <a:fld id="{1A15AB0D-C73F-2F4E-B068-1138B91CEB95}" type="VALUE">
                      <a:rPr lang="en-US" sz="1400">
                        <a:solidFill>
                          <a:schemeClr val="bg1"/>
                        </a:solidFill>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3B95-5448-A5A8-44A174A721F0}"/>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Overall</c:v>
                </c:pt>
              </c:strCache>
            </c:strRef>
          </c:cat>
          <c:val>
            <c:numRef>
              <c:f>Sheet1!$C$2:$C$2</c:f>
              <c:numCache>
                <c:formatCode>General</c:formatCode>
                <c:ptCount val="1"/>
                <c:pt idx="0">
                  <c:v>0.0</c:v>
                </c:pt>
              </c:numCache>
            </c:numRef>
          </c:val>
          <c:extLst>
            <c:ext xmlns:c16="http://schemas.microsoft.com/office/drawing/2014/chart" uri="{C3380CC4-5D6E-409C-BE32-E72D297353CC}">
              <c16:uniqueId val="{00000003-6147-E74A-AA7B-5531F0E4EE0C}"/>
            </c:ext>
          </c:extLst>
        </c:ser>
        <c:ser>
          <c:idx val="2"/>
          <c:order val="2"/>
          <c:tx>
            <c:strRef>
              <c:f>Sheet1!$D$1</c:f>
              <c:strCache>
                <c:ptCount val="1"/>
                <c:pt idx="0">
                  <c:v>Percentage of portfolio</c:v>
                </c:pt>
              </c:strCache>
            </c:strRef>
          </c:tx>
          <c:spPr>
            <a:solidFill>
              <a:srgbClr val="F06241"/>
            </a:solidFill>
            <a:ln w="19050">
              <a:noFill/>
            </a:ln>
            <a:effectLst/>
          </c:spPr>
          <c:invertIfNegative val="0"/>
          <c:dLbls>
            <c:dLbl>
              <c:idx val="0"/>
              <c:tx>
                <c:rich>
                  <a:bodyPr/>
                  <a:lstStyle/>
                  <a:p>
                    <a:fld id="{834D244C-CE32-A046-8143-A59D5CA86E7E}" type="VALUE">
                      <a:rPr lang="en-US" sz="1400">
                        <a:solidFill>
                          <a:schemeClr val="bg1"/>
                        </a:solidFill>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3B95-5448-A5A8-44A174A721F0}"/>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Overall</c:v>
                </c:pt>
              </c:strCache>
            </c:strRef>
          </c:cat>
          <c:val>
            <c:numRef>
              <c:f>Sheet1!$D$2:$D$2</c:f>
              <c:numCache>
                <c:formatCode>General</c:formatCode>
                <c:ptCount val="1"/>
                <c:pt idx="0">
                  <c:v>0.0</c:v>
                </c:pt>
              </c:numCache>
            </c:numRef>
          </c:val>
          <c:extLst>
            <c:ext xmlns:c16="http://schemas.microsoft.com/office/drawing/2014/chart" uri="{C3380CC4-5D6E-409C-BE32-E72D297353CC}">
              <c16:uniqueId val="{00000004-6147-E74A-AA7B-5531F0E4EE0C}"/>
            </c:ext>
          </c:extLst>
        </c:ser>
        <c:ser>
          <c:idx val="3"/>
          <c:order val="3"/>
          <c:tx>
            <c:strRef>
              <c:f>Sheet1!$E$1</c:f>
              <c:strCache>
                <c:ptCount val="1"/>
                <c:pt idx="0">
                  <c:v>Percentage of portfolio</c:v>
                </c:pt>
              </c:strCache>
            </c:strRef>
          </c:tx>
          <c:spPr>
            <a:solidFill>
              <a:srgbClr val="BFC4D0"/>
            </a:solidFill>
            <a:ln w="19050">
              <a:noFill/>
            </a:ln>
            <a:effectLst/>
          </c:spPr>
          <c:invertIfNegative val="0"/>
          <c:dLbls>
            <c:delete val="1"/>
          </c:dLbls>
          <c:cat>
            <c:strRef>
              <c:f>Sheet1!$A$2:$A$2</c:f>
              <c:strCache>
                <c:ptCount val="1"/>
                <c:pt idx="0">
                  <c:v>Overall</c:v>
                </c:pt>
              </c:strCache>
            </c:strRef>
          </c:cat>
          <c:val>
            <c:numRef>
              <c:f>Sheet1!$E$2:$E$2</c:f>
              <c:numCache>
                <c:formatCode>General</c:formatCode>
                <c:ptCount val="1"/>
                <c:pt idx="0">
                  <c:v>50.0</c:v>
                </c:pt>
              </c:numCache>
            </c:numRef>
          </c:val>
          <c:extLst>
            <c:ext xmlns:c16="http://schemas.microsoft.com/office/drawing/2014/chart" uri="{C3380CC4-5D6E-409C-BE32-E72D297353CC}">
              <c16:uniqueId val="{00000005-6147-E74A-AA7B-5531F0E4EE0C}"/>
            </c:ext>
          </c:extLst>
        </c:ser>
        <c:dLbls>
          <c:dLblPos val="ctr"/>
          <c:showLegendKey val="0"/>
          <c:showVal val="1"/>
          <c:showCatName val="0"/>
          <c:showSerName val="0"/>
          <c:showPercent val="0"/>
          <c:showBubbleSize val="0"/>
        </c:dLbls>
        <c:gapWidth val="20"/>
        <c:overlap val="100"/>
        <c:axId val="476387520"/>
        <c:axId val="477616192"/>
      </c:barChart>
      <c:catAx>
        <c:axId val="476387520"/>
        <c:scaling>
          <c:orientation val="minMax"/>
        </c:scaling>
        <c:delete val="1"/>
        <c:axPos val="l"/>
        <c:numFmt formatCode="General" sourceLinked="1"/>
        <c:majorTickMark val="out"/>
        <c:minorTickMark val="none"/>
        <c:tickLblPos val="nextTo"/>
        <c:crossAx val="477616192"/>
        <c:crosses val="autoZero"/>
        <c:auto val="1"/>
        <c:lblAlgn val="ctr"/>
        <c:lblOffset val="100"/>
        <c:noMultiLvlLbl val="0"/>
      </c:catAx>
      <c:valAx>
        <c:axId val="47761619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percentStacked"/>
        <c:varyColors val="0"/>
        <c:ser>
          <c:idx val="0"/>
          <c:order val="0"/>
          <c:tx>
            <c:strRef>
              <c:f>Sheet1!$B$1</c:f>
              <c:strCache>
                <c:ptCount val="1"/>
                <c:pt idx="0">
                  <c:v>Percentage of portfolio</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1-6147-E74A-AA7B-5531F0E4EE0C}"/>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Security</c:v>
                </c:pt>
                <c:pt idx="1">
                  <c:v>Open Source Health</c:v>
                </c:pt>
                <c:pt idx="2">
                  <c:v>Architecture Quality</c:v>
                </c:pt>
                <c:pt idx="3">
                  <c:v>Maintainability</c:v>
                </c:pt>
              </c:strCache>
            </c:strRef>
          </c:cat>
          <c:val>
            <c:numRef>
              <c:f>Sheet1!$B$2:$B$5</c:f>
              <c:numCache>
                <c:formatCode>General</c:formatCode>
                <c:ptCount val="4"/>
                <c:pt idx="0">
                  <c:v>0.0</c:v>
                </c:pt>
                <c:pt idx="1">
                  <c:v>33.0</c:v>
                </c:pt>
                <c:pt idx="2">
                  <c:v>73.0</c:v>
                </c:pt>
                <c:pt idx="3">
                  <c:v>46.0</c:v>
                </c:pt>
              </c:numCache>
            </c:numRef>
          </c:val>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2-6147-E74A-AA7B-5531F0E4EE0C}"/>
            </c:ext>
          </c:extLst>
        </c:ser>
        <c:ser>
          <c:idx val="1"/>
          <c:order val="1"/>
          <c:tx>
            <c:strRef>
              <c:f>Sheet1!$C$1</c:f>
              <c:strCache>
                <c:ptCount val="1"/>
                <c:pt idx="0">
                  <c:v>Percentage of portfolio</c:v>
                </c:pt>
              </c:strCache>
            </c:strRef>
          </c:tx>
          <c:spPr>
            <a:solidFill>
              <a:srgbClr val="67E77F"/>
            </a:solidFill>
            <a:ln w="19050">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Security</c:v>
                </c:pt>
                <c:pt idx="1">
                  <c:v>Open Source Health</c:v>
                </c:pt>
                <c:pt idx="2">
                  <c:v>Architecture Quality</c:v>
                </c:pt>
                <c:pt idx="3">
                  <c:v>Maintainability</c:v>
                </c:pt>
              </c:strCache>
            </c:strRef>
          </c:cat>
          <c:val>
            <c:numRef>
              <c:f>Sheet1!$C$2:$C$5</c:f>
              <c:numCache>
                <c:formatCode>General</c:formatCode>
                <c:ptCount val="4"/>
                <c:pt idx="0">
                  <c:v>0.0</c:v>
                </c:pt>
                <c:pt idx="1">
                  <c:v>0.0</c:v>
                </c:pt>
                <c:pt idx="2">
                  <c:v>0.0</c:v>
                </c:pt>
                <c:pt idx="3">
                  <c:v>0.0</c:v>
                </c:pt>
              </c:numCache>
            </c:numRef>
          </c:val>
          <c:extLst>
            <c:ext xmlns:c16="http://schemas.microsoft.com/office/drawing/2014/chart" uri="{C3380CC4-5D6E-409C-BE32-E72D297353CC}">
              <c16:uniqueId val="{00000003-6147-E74A-AA7B-5531F0E4EE0C}"/>
            </c:ext>
          </c:extLst>
        </c:ser>
        <c:ser>
          <c:idx val="2"/>
          <c:order val="2"/>
          <c:tx>
            <c:strRef>
              <c:f>Sheet1!$D$1</c:f>
              <c:strCache>
                <c:ptCount val="1"/>
                <c:pt idx="0">
                  <c:v>Percentage of portfolio</c:v>
                </c:pt>
              </c:strCache>
            </c:strRef>
          </c:tx>
          <c:spPr>
            <a:solidFill>
              <a:srgbClr val="F06241"/>
            </a:solidFill>
            <a:ln w="19050">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Security</c:v>
                </c:pt>
                <c:pt idx="1">
                  <c:v>Open Source Health</c:v>
                </c:pt>
                <c:pt idx="2">
                  <c:v>Architecture Quality</c:v>
                </c:pt>
                <c:pt idx="3">
                  <c:v>Maintainability</c:v>
                </c:pt>
              </c:strCache>
            </c:strRef>
          </c:cat>
          <c:val>
            <c:numRef>
              <c:f>Sheet1!$D$2:$D$5</c:f>
              <c:numCache>
                <c:formatCode>General</c:formatCode>
                <c:ptCount val="4"/>
                <c:pt idx="0">
                  <c:v>0.0</c:v>
                </c:pt>
                <c:pt idx="1">
                  <c:v>0.0</c:v>
                </c:pt>
                <c:pt idx="2">
                  <c:v>0.0</c:v>
                </c:pt>
                <c:pt idx="3">
                  <c:v>0.0</c:v>
                </c:pt>
              </c:numCache>
            </c:numRef>
          </c:val>
          <c:extLst>
            <c:ext xmlns:c16="http://schemas.microsoft.com/office/drawing/2014/chart" uri="{C3380CC4-5D6E-409C-BE32-E72D297353CC}">
              <c16:uniqueId val="{00000004-6147-E74A-AA7B-5531F0E4EE0C}"/>
            </c:ext>
          </c:extLst>
        </c:ser>
        <c:ser>
          <c:idx val="3"/>
          <c:order val="3"/>
          <c:tx>
            <c:strRef>
              <c:f>Sheet1!$E$1</c:f>
              <c:strCache>
                <c:ptCount val="1"/>
                <c:pt idx="0">
                  <c:v>Percentage of portfolio</c:v>
                </c:pt>
              </c:strCache>
            </c:strRef>
          </c:tx>
          <c:spPr>
            <a:solidFill>
              <a:srgbClr val="BFC4D0"/>
            </a:solidFill>
            <a:ln w="19050">
              <a:noFill/>
            </a:ln>
            <a:effectLst/>
          </c:spPr>
          <c:invertIfNegative val="0"/>
          <c:cat>
            <c:strRef>
              <c:f>Sheet1!$A$2:$A$5</c:f>
              <c:strCache>
                <c:ptCount val="4"/>
                <c:pt idx="0">
                  <c:v>Security</c:v>
                </c:pt>
                <c:pt idx="1">
                  <c:v>Open Source Health</c:v>
                </c:pt>
                <c:pt idx="2">
                  <c:v>Architecture Quality</c:v>
                </c:pt>
                <c:pt idx="3">
                  <c:v>Maintainability</c:v>
                </c:pt>
              </c:strCache>
            </c:strRef>
          </c:cat>
          <c:val>
            <c:numRef>
              <c:f>Sheet1!$E$2:$E$5</c:f>
              <c:numCache>
                <c:formatCode>General</c:formatCode>
                <c:ptCount val="4"/>
                <c:pt idx="0">
                  <c:v>100.0</c:v>
                </c:pt>
                <c:pt idx="1">
                  <c:v>66.66666666666666</c:v>
                </c:pt>
                <c:pt idx="2">
                  <c:v>27.272727272727266</c:v>
                </c:pt>
                <c:pt idx="3">
                  <c:v>53.84615384615385</c:v>
                </c:pt>
              </c:numCache>
            </c:numRef>
          </c:val>
          <c:extLst>
            <c:ext xmlns:c16="http://schemas.microsoft.com/office/drawing/2014/chart" uri="{C3380CC4-5D6E-409C-BE32-E72D297353CC}">
              <c16:uniqueId val="{00000005-6147-E74A-AA7B-5531F0E4EE0C}"/>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accent1"/>
                </a:solidFill>
                <a:latin typeface="+mn-lt"/>
                <a:ea typeface="+mn-ea"/>
                <a:cs typeface="+mn-cs"/>
              </a:defRPr>
            </a:pPr>
            <a:endParaRPr lang="en-US"/>
          </a:p>
        </c:txPr>
        <c:crossAx val="477616192"/>
        <c:crosses val="autoZero"/>
        <c:auto val="1"/>
        <c:lblAlgn val="ctr"/>
        <c:lblOffset val="100"/>
        <c:noMultiLvlLbl val="0"/>
      </c:catAx>
      <c:valAx>
        <c:axId val="47761619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Portfolio</c:v>
                </c:pt>
              </c:strCache>
            </c:strRef>
          </c:tx>
          <c:spPr>
            <a:ln w="19050" cap="rnd">
              <a:noFill/>
              <a:round/>
            </a:ln>
            <a:effectLst>
              <a:outerShdw blurRad="76200" sx="102000" sy="102000" algn="ctr" rotWithShape="0">
                <a:schemeClr val="accent3">
                  <a:alpha val="30000"/>
                </a:schemeClr>
              </a:outerShdw>
            </a:effectLst>
          </c:spPr>
          <c:marker>
            <c:symbol val="diamond"/>
            <c:size val="11"/>
            <c:spPr>
              <a:solidFill>
                <a:schemeClr val="accent4">
                  <a:alpha val="55000"/>
                </a:schemeClr>
              </a:solidFill>
              <a:ln w="38100">
                <a:gradFill>
                  <a:gsLst>
                    <a:gs pos="58000">
                      <a:schemeClr val="accent4"/>
                    </a:gs>
                    <a:gs pos="23000">
                      <a:srgbClr val="E98C36"/>
                    </a:gs>
                  </a:gsLst>
                  <a:lin ang="2700000" scaled="0"/>
                </a:gradFill>
              </a:ln>
              <a:effectLst>
                <a:outerShdw blurRad="76200" sx="102000" sy="102000" algn="ctr" rotWithShape="0">
                  <a:schemeClr val="accent3">
                    <a:alpha val="30000"/>
                  </a:schemeClr>
                </a:outerShdw>
              </a:effectLst>
            </c:spPr>
          </c:marker>
          <c:dLbls>
            <c:dLbl>
              <c:idx val="0"/>
              <c:tx>
                <c:rich>
                  <a:bodyPr/>
                  <a:lstStyle/>
                  <a:p>
                    <a:r>
                      <a:t>integrationtest-zuul</a:t>
                    </a:r>
                  </a:p>
                </c:rich>
              </c:tx>
              <c:dLblPos val="r"/>
              <c:showLegendKey val="0"/>
              <c:showVal val="0"/>
              <c:showCatName val="0"/>
              <c:showSerName val="0"/>
              <c:showPercent val="0"/>
              <c:showBubbleSize val="0"/>
              <c:separator>;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0-B86A-D14B-85E9-B8DEC18B60F7}"/>
                </c:ext>
              </c:extLst>
            </c:dLbl>
            <c:dLbl>
              <c:idx val="1"/>
              <c:tx>
                <c:rich>
                  <a:bodyPr/>
                  <a:lstStyle/>
                  <a:p>
                    <a:r>
                      <a:t>integrationtest-facebookyoga</a:t>
                    </a:r>
                  </a:p>
                </c:rich>
              </c:tx>
              <c:dLblPos val="r"/>
              <c:showLegendKey val="0"/>
              <c:showVal val="0"/>
              <c:showCatName val="0"/>
              <c:showSerName val="0"/>
              <c:showPercent val="0"/>
              <c:showBubbleSize val="0"/>
              <c:separator>;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0-E2E4-0547-BD87-A6B50BFB06ED}"/>
                </c:ext>
              </c:extLst>
            </c:dLbl>
            <c:dLbl>
              <c:idx val="2"/>
              <c:tx>
                <c:rich>
                  <a:bodyPr/>
                  <a:lstStyle/>
                  <a:p>
                    <a:r>
                      <a:t>integrationtest-jruby</a:t>
                    </a:r>
                  </a:p>
                </c:rich>
              </c:tx>
              <c:dLblPos val="r"/>
              <c:showLegendKey val="0"/>
              <c:showVal val="0"/>
              <c:showCatName val="0"/>
              <c:showSerName val="0"/>
              <c:showPercent val="0"/>
              <c:showBubbleSize val="0"/>
              <c:separator>;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E2E4-0547-BD87-A6B50BFB06ED}"/>
                </c:ext>
              </c:extLst>
            </c:dLbl>
            <c:dLbl>
              <c:idx val="3"/>
              <c:layout>
                <c:manualLayout>
                  <c:x val="-2.3413399101154898E-2"/>
                  <c:y val="-4.5616973413873718E-2"/>
                </c:manualLayout>
              </c:layout>
              <c:tx>
                <c:rich>
                  <a:bodyPr/>
                  <a:lstStyle/>
                  <a:p>
                    <a:r>
                      <a:t>integrationtest-webpack</a:t>
                    </a:r>
                  </a:p>
                </c:rich>
              </c:tx>
              <c:dLblPos val="r"/>
              <c:showLegendKey val="0"/>
              <c:showVal val="0"/>
              <c:showCatName val="0"/>
              <c:showSerName val="0"/>
              <c:showPercent val="0"/>
              <c:showBubbleSize val="0"/>
              <c:separator>; </c:separator>
              <c:extLst>
                <c:ext xmlns:c15="http://schemas.microsoft.com/office/drawing/2012/chart" uri="{CE6537A1-D6FC-4f65-9D91-7224C49458BB}">
                  <c15:showDataLabelsRange val="1"/>
                </c:ext>
                <c:ext xmlns:c16="http://schemas.microsoft.com/office/drawing/2014/chart" uri="{C3380CC4-5D6E-409C-BE32-E72D297353CC}">
                  <c16:uniqueId val="{00000002-B86A-D14B-85E9-B8DEC18B60F7}"/>
                </c:ext>
              </c:extLst>
            </c:dLbl>
            <c:dLbl>
              <c:idx val="4"/>
              <c:tx>
                <c:rich>
                  <a:bodyPr/>
                  <a:lstStyle/>
                  <a:p>
                    <a:r>
                      <a:t>integrationtest-git</a:t>
                    </a:r>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2-E2E4-0547-BD87-A6B50BFB06ED}"/>
                </c:ext>
              </c:extLst>
            </c:dLbl>
            <c:dLbl>
              <c:idx val="5"/>
              <c:tx>
                <c:rich>
                  <a:bodyPr/>
                  <a:lstStyle/>
                  <a:p>
                    <a:r>
                      <a:t>integrationtest-bazel</a:t>
                    </a:r>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3-E2E4-0547-BD87-A6B50BFB06ED}"/>
                </c:ext>
              </c:extLst>
            </c:dLbl>
            <c:dLbl>
              <c:idx val="6"/>
              <c:tx>
                <c:rich>
                  <a:bodyPr/>
                  <a:lstStyle/>
                  <a:p>
                    <a:r>
                      <a:t>integrationtest-electron</a:t>
                    </a:r>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4-E2E4-0547-BD87-A6B50BFB06ED}"/>
                </c:ext>
              </c:extLst>
            </c:dLbl>
            <c:dLbl>
              <c:idx val="7"/>
              <c:tx>
                <c:rich>
                  <a:bodyPr/>
                  <a:lstStyle/>
                  <a:p>
                    <a:r>
                      <a:t>integrationtest-druid</a:t>
                    </a:r>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5-E2E4-0547-BD87-A6B50BFB06ED}"/>
                </c:ext>
              </c:extLst>
            </c:dLbl>
            <c:dLbl>
              <c:idx val="8"/>
              <c:tx>
                <c:rich>
                  <a:bodyPr/>
                  <a:lstStyle/>
                  <a:p>
                    <a:r>
                      <a:t>integrationtest-kafka</a:t>
                    </a:r>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6-E2E4-0547-BD87-A6B50BFB06ED}"/>
                </c:ext>
              </c:extLst>
            </c:dLbl>
            <c:dLbl>
              <c:idx val="9"/>
              <c:tx>
                <c:rich>
                  <a:bodyPr/>
                  <a:lstStyle/>
                  <a:p>
                    <a:r>
                      <a:t>integrationtest-airflow</a:t>
                    </a:r>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7-E2E4-0547-BD87-A6B50BFB06ED}"/>
                </c:ext>
              </c:extLst>
            </c:dLbl>
            <c:dLbl>
              <c:idx val="10"/>
              <c:tx>
                <c:rich>
                  <a:bodyPr/>
                  <a:lstStyle/>
                  <a:p>
                    <a:r>
                      <a:t>integrationtest-vscode</a:t>
                    </a:r>
                  </a:p>
                </c:rich>
              </c:tx>
              <c:showLegendKey val="0"/>
              <c:showVal val="1"/>
              <c:showCatName val="0"/>
              <c:showSerName val="0"/>
              <c:showPercent val="0"/>
              <c:showBubbleSize val="0"/>
            </c:dLbl>
            <c:dLbl>
              <c:idx val="11"/>
              <c:tx>
                <c:rich>
                  <a:bodyPr/>
                  <a:lstStyle/>
                  <a:p>
                    <a:r>
                      <a:t>integrationtest-elasticsearch</a:t>
                    </a:r>
                  </a:p>
                </c:rich>
              </c:tx>
              <c:showLegendKey val="0"/>
              <c:showVal val="1"/>
              <c:showCatName val="0"/>
              <c:showSerName val="0"/>
              <c:showPercent val="0"/>
              <c:showBubbleSize val="0"/>
            </c:dLbl>
            <c:numFmt formatCode="#,##0.0" sourceLinked="0"/>
            <c:spPr>
              <a:gradFill>
                <a:gsLst>
                  <a:gs pos="36000">
                    <a:schemeClr val="accent4">
                      <a:alpha val="90000"/>
                    </a:schemeClr>
                  </a:gs>
                  <a:gs pos="15000">
                    <a:srgbClr val="E98C36"/>
                  </a:gs>
                </a:gsLst>
                <a:lin ang="2700000" scaled="0"/>
              </a:gradFill>
              <a:ln>
                <a:noFill/>
              </a:ln>
              <a:effectLst>
                <a:outerShdw blurRad="187732" sx="102000" sy="102000" algn="ctr" rotWithShape="0">
                  <a:prstClr val="black">
                    <a:alpha val="19735"/>
                  </a:prstClr>
                </a:outerShdw>
              </a:effectLst>
            </c:spPr>
            <c:txPr>
              <a:bodyPr rot="0" spcFirstLastPara="1" vertOverflow="clip" horzOverflow="clip" vert="horz" wrap="none" lIns="36576" tIns="0" rIns="36576" bIns="0" anchor="ctr" anchorCtr="1">
                <a:spAutoFit/>
              </a:bodyPr>
              <a:lstStyle/>
              <a:p>
                <a:pPr>
                  <a:defRPr sz="1197" b="1" i="0" u="none" strike="noStrike" kern="1200" baseline="0">
                    <a:solidFill>
                      <a:schemeClr val="tx1"/>
                    </a:solidFill>
                    <a:latin typeface="+mn-lt"/>
                    <a:ea typeface="+mn-ea"/>
                    <a:cs typeface="+mn-cs"/>
                  </a:defRPr>
                </a:pPr>
                <a:endParaRPr lang="en-NL"/>
              </a:p>
            </c:txPr>
            <c:dLblPos val="r"/>
            <c:showLegendKey val="0"/>
            <c:showVal val="0"/>
            <c:showCatName val="0"/>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roundRect">
                    <a:avLst/>
                  </a:prstGeom>
                  <a:noFill/>
                  <a:ln>
                    <a:noFill/>
                  </a:ln>
                </c15:spPr>
                <c15:showDataLabelsRange val="1"/>
                <c15:showLeaderLines val="0"/>
              </c:ext>
            </c:extLst>
          </c:dLbls>
          <c:xVal>
            <c:numRef>
              <c:f>Sheet1!$A$2:$A$13</c:f>
              <c:numCache>
                <c:formatCode>General</c:formatCode>
                <c:ptCount val="12"/>
                <c:pt idx="0">
                  <c:v>2.1457777777777776</c:v>
                </c:pt>
                <c:pt idx="1">
                  <c:v>3.6036445657400105</c:v>
                </c:pt>
                <c:pt idx="2">
                  <c:v>36.35964730933028</c:v>
                </c:pt>
                <c:pt idx="3">
                  <c:v>10.991592990840298</c:v>
                </c:pt>
                <c:pt idx="4">
                  <c:v>36.830844725281914</c:v>
                </c:pt>
                <c:pt idx="5">
                  <c:v>6.7400960365853635</c:v>
                </c:pt>
                <c:pt idx="6">
                  <c:v>12.957363313311658</c:v>
                </c:pt>
                <c:pt idx="7">
                  <c:v>26.774372759856643</c:v>
                </c:pt>
                <c:pt idx="8">
                  <c:v>42.6041631944445</c:v>
                </c:pt>
                <c:pt idx="9">
                  <c:v>55.50518282469105</c:v>
                </c:pt>
                <c:pt idx="10">
                  <c:v>77.33298297129431</c:v>
                </c:pt>
                <c:pt idx="11">
                  <c:v>262.70099258506497</c:v>
                </c:pt>
              </c:numCache>
            </c:numRef>
          </c:xVal>
          <c:yVal>
            <c:numRef>
              <c:f>Sheet1!$B$2:$B$13</c:f>
              <c:numCache>
                <c:formatCode>General</c:formatCode>
                <c:ptCount val="12"/>
                <c:pt idx="0">
                  <c:v>3.359850166537113</c:v>
                </c:pt>
                <c:pt idx="1">
                  <c:v>2.9112640701670003</c:v>
                </c:pt>
                <c:pt idx="2">
                  <c:v>2.4421437427141464</c:v>
                </c:pt>
                <c:pt idx="3">
                  <c:v>3.0922316739084184</c:v>
                </c:pt>
                <c:pt idx="4">
                  <c:v>2.123208503605678</c:v>
                </c:pt>
                <c:pt idx="5">
                  <c:v>3.3472615146464455</c:v>
                </c:pt>
                <c:pt idx="6">
                  <c:v>3.557961475143022</c:v>
                </c:pt>
                <c:pt idx="7">
                  <c:v>2.5713015651373246</c:v>
                </c:pt>
                <c:pt idx="8">
                  <c:v>2.644363023714699</c:v>
                </c:pt>
                <c:pt idx="9">
                  <c:v>2.2502888470290587</c:v>
                </c:pt>
                <c:pt idx="10">
                  <c:v>3.0519608059230676</c:v>
                </c:pt>
                <c:pt idx="11">
                  <c:v>2.369866173752676</c:v>
                </c:pt>
              </c:numCache>
            </c:numRef>
          </c:yVal>
          <c:smooth val="0"/>
          <c:extLst>
            <c:ext xmlns:c15="http://schemas.microsoft.com/office/drawing/2012/chart" uri="{02D57815-91ED-43cb-92C2-25804820EDAC}">
              <c15:datalabelsRange>
                <c15:f>Sheet1!$C$2:$C$11</c15:f>
                <c15:dlblRangeCache>
                  <c:ptCount val="10"/>
                  <c:pt idx="0">
                    <c:v>System 1</c:v>
                  </c:pt>
                  <c:pt idx="1">
                    <c:v>System 2</c:v>
                  </c:pt>
                  <c:pt idx="2">
                    <c:v>System 3</c:v>
                  </c:pt>
                </c15:dlblRangeCache>
              </c15:datalabelsRange>
            </c:ext>
            <c:ext xmlns:c16="http://schemas.microsoft.com/office/drawing/2014/chart" uri="{C3380CC4-5D6E-409C-BE32-E72D297353CC}">
              <c16:uniqueId val="{00000003-B86A-D14B-85E9-B8DEC18B60F7}"/>
            </c:ext>
          </c:extLst>
        </c:ser>
        <c:dLbls>
          <c:showLegendKey val="0"/>
          <c:showVal val="0"/>
          <c:showCatName val="0"/>
          <c:showSerName val="0"/>
          <c:showPercent val="0"/>
          <c:showBubbleSize val="0"/>
        </c:dLbls>
        <c:axId val="1649584720"/>
        <c:axId val="1649586368"/>
      </c:scatterChart>
      <c:valAx>
        <c:axId val="1649584720"/>
        <c:scaling>
          <c:logBase val="10"/>
          <c:orientation val="minMax"/>
          <c:max val="10000"/>
          <c:min val="0.1"/>
        </c:scaling>
        <c:delete val="0"/>
        <c:axPos val="b"/>
        <c:majorGridlines>
          <c:spPr>
            <a:ln w="9525" cap="flat" cmpd="sng" algn="ctr">
              <a:noFill/>
              <a:round/>
            </a:ln>
            <a:effectLst/>
          </c:spPr>
        </c:majorGridlines>
        <c:numFmt formatCode="0" sourceLinked="0"/>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1" i="0" u="none" strike="noStrike" kern="1200" baseline="0">
                <a:solidFill>
                  <a:schemeClr val="tx2">
                    <a:lumMod val="25000"/>
                    <a:lumOff val="75000"/>
                  </a:schemeClr>
                </a:solidFill>
                <a:latin typeface="+mn-lt"/>
                <a:ea typeface="+mn-ea"/>
                <a:cs typeface="+mn-cs"/>
              </a:defRPr>
            </a:pPr>
            <a:endParaRPr lang="en-NL"/>
          </a:p>
        </c:txPr>
        <c:crossAx val="1649586368"/>
        <c:crosses val="autoZero"/>
        <c:crossBetween val="midCat"/>
      </c:valAx>
      <c:valAx>
        <c:axId val="1649586368"/>
        <c:scaling>
          <c:orientation val="minMax"/>
          <c:max val="5.5"/>
          <c:min val="0.5"/>
        </c:scaling>
        <c:delete val="0"/>
        <c:axPos val="l"/>
        <c:majorGridlines>
          <c:spPr>
            <a:ln w="9525" cap="flat" cmpd="sng" algn="ctr">
              <a:noFill/>
              <a:round/>
            </a:ln>
            <a:effectLst/>
          </c:spPr>
        </c:majorGridlines>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2">
                    <a:lumMod val="25000"/>
                    <a:lumOff val="75000"/>
                  </a:schemeClr>
                </a:solidFill>
                <a:latin typeface="+mn-lt"/>
                <a:ea typeface="+mn-ea"/>
                <a:cs typeface="+mn-cs"/>
              </a:defRPr>
            </a:pPr>
            <a:endParaRPr lang="en-NL"/>
          </a:p>
        </c:txPr>
        <c:crossAx val="1649584720"/>
        <c:crossesAt val="0.1"/>
        <c:crossBetween val="midCat"/>
        <c:majorUnit val="1"/>
        <c:minorUnit val="0.5"/>
      </c:valAx>
      <c:spPr>
        <a:noFill/>
        <a:ln>
          <a:noFill/>
        </a:ln>
        <a:effectLst/>
      </c:spPr>
    </c:plotArea>
    <c:plotVisOnly val="0"/>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24475308641975E-2"/>
          <c:y val="5.5420651472336685E-2"/>
          <c:w val="0.87405833333333338"/>
          <c:h val="0.66666679890396441"/>
        </c:manualLayout>
      </c:layout>
      <c:barChart>
        <c:barDir val="bar"/>
        <c:grouping val="stacked"/>
        <c:varyColors val="0"/>
        <c:ser>
          <c:idx val="0"/>
          <c:order val="0"/>
          <c:tx>
            <c:strRef>
              <c:f>Sheet1!$B$1</c:f>
              <c:strCache>
                <c:ptCount val="1"/>
                <c:pt idx="0">
                  <c:v>Critical risk</c:v>
                </c:pt>
              </c:strCache>
            </c:strRef>
          </c:tx>
          <c:spPr>
            <a:solidFill>
              <a:srgbClr val="910813">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Sheet1!$B$2:$B$5</c:f>
              <c:numCache>
                <c:formatCode>General</c:formatCode>
                <c:ptCount val="4"/>
                <c:pt idx="0">
                  <c:v>16</c:v>
                </c:pt>
                <c:pt idx="1">
                  <c:v>16</c:v>
                </c:pt>
                <c:pt idx="2">
                  <c:v>16</c:v>
                </c:pt>
                <c:pt idx="3">
                  <c:v>16</c:v>
                </c:pt>
              </c:numCache>
            </c:numRef>
          </c:val>
          <c:extLst>
            <c:ext xmlns:c16="http://schemas.microsoft.com/office/drawing/2014/chart" uri="{C3380CC4-5D6E-409C-BE32-E72D297353CC}">
              <c16:uniqueId val="{00000000-983E-B549-A770-4B561453C6BF}"/>
            </c:ext>
          </c:extLst>
        </c:ser>
        <c:ser>
          <c:idx val="1"/>
          <c:order val="1"/>
          <c:tx>
            <c:strRef>
              <c:f>Sheet1!$C$1</c:f>
              <c:strCache>
                <c:ptCount val="1"/>
                <c:pt idx="0">
                  <c:v>High risk</c:v>
                </c:pt>
              </c:strCache>
            </c:strRef>
          </c:tx>
          <c:spPr>
            <a:solidFill>
              <a:srgbClr val="CF4731">
                <a:alpha val="50000"/>
              </a:srgbClr>
            </a:solidFill>
            <a:ln>
              <a:noFill/>
            </a:ln>
            <a:effectLst/>
          </c:spPr>
          <c:invertIfNegative val="0"/>
          <c:dPt>
            <c:idx val="2"/>
            <c:invertIfNegative val="0"/>
            <c:bubble3D val="0"/>
            <c:spPr>
              <a:solidFill>
                <a:srgbClr val="CF4731">
                  <a:alpha val="50000"/>
                </a:srgbClr>
              </a:solidFill>
              <a:ln>
                <a:noFill/>
              </a:ln>
              <a:effectLst/>
            </c:spPr>
            <c:extLst>
              <c:ext xmlns:c16="http://schemas.microsoft.com/office/drawing/2014/chart" uri="{C3380CC4-5D6E-409C-BE32-E72D297353CC}">
                <c16:uniqueId val="{00000002-983E-B549-A770-4B561453C6BF}"/>
              </c:ext>
            </c:extLst>
          </c:dPt>
          <c:dPt>
            <c:idx val="3"/>
            <c:invertIfNegative val="0"/>
            <c:bubble3D val="0"/>
            <c:spPr>
              <a:solidFill>
                <a:srgbClr val="CF4731">
                  <a:alpha val="50000"/>
                </a:srgbClr>
              </a:solidFill>
              <a:ln>
                <a:noFill/>
              </a:ln>
              <a:effectLst/>
            </c:spPr>
            <c:extLst>
              <c:ext xmlns:c16="http://schemas.microsoft.com/office/drawing/2014/chart" uri="{C3380CC4-5D6E-409C-BE32-E72D297353CC}">
                <c16:uniqueId val="{00000004-983E-B549-A770-4B561453C6BF}"/>
              </c:ext>
            </c:extLst>
          </c:dPt>
          <c:dPt>
            <c:idx val="4"/>
            <c:invertIfNegative val="0"/>
            <c:bubble3D val="0"/>
            <c:spPr>
              <a:solidFill>
                <a:srgbClr val="CF4731">
                  <a:alpha val="50000"/>
                </a:srgbClr>
              </a:solidFill>
              <a:ln>
                <a:noFill/>
              </a:ln>
              <a:effectLst/>
            </c:spPr>
            <c:extLst>
              <c:ext xmlns:c16="http://schemas.microsoft.com/office/drawing/2014/chart" uri="{C3380CC4-5D6E-409C-BE32-E72D297353CC}">
                <c16:uniqueId val="{00000006-983E-B549-A770-4B561453C6BF}"/>
              </c:ext>
            </c:extLst>
          </c:dPt>
          <c:dPt>
            <c:idx val="5"/>
            <c:invertIfNegative val="0"/>
            <c:bubble3D val="0"/>
            <c:spPr>
              <a:solidFill>
                <a:srgbClr val="CF4731">
                  <a:alpha val="50000"/>
                </a:srgbClr>
              </a:solidFill>
              <a:ln>
                <a:noFill/>
              </a:ln>
              <a:effectLst/>
            </c:spPr>
            <c:extLst>
              <c:ext xmlns:c16="http://schemas.microsoft.com/office/drawing/2014/chart" uri="{C3380CC4-5D6E-409C-BE32-E72D297353CC}">
                <c16:uniqueId val="{00000008-983E-B549-A770-4B561453C6BF}"/>
              </c:ext>
            </c:extLst>
          </c:dPt>
          <c:cat>
            <c:strRef>
              <c:f>Sheet1!$A$2:$A$5</c:f>
              <c:strCache>
                <c:ptCount val="4"/>
                <c:pt idx="0">
                  <c:v>Freshness risk</c:v>
                </c:pt>
                <c:pt idx="1">
                  <c:v>Stability risk</c:v>
                </c:pt>
                <c:pt idx="2">
                  <c:v>Management risk</c:v>
                </c:pt>
                <c:pt idx="3">
                  <c:v>Activity risk</c:v>
                </c:pt>
              </c:strCache>
            </c:strRef>
          </c:cat>
          <c:val>
            <c:numRef>
              <c:f>Sheet1!$C$2:$C$5</c:f>
              <c:numCache>
                <c:formatCode>General</c:formatCode>
                <c:ptCount val="4"/>
                <c:pt idx="0">
                  <c:v>16</c:v>
                </c:pt>
                <c:pt idx="1">
                  <c:v>16</c:v>
                </c:pt>
                <c:pt idx="2">
                  <c:v>16</c:v>
                </c:pt>
                <c:pt idx="3">
                  <c:v>16</c:v>
                </c:pt>
              </c:numCache>
            </c:numRef>
          </c:val>
          <c:extLst>
            <c:ext xmlns:c16="http://schemas.microsoft.com/office/drawing/2014/chart" uri="{C3380CC4-5D6E-409C-BE32-E72D297353CC}">
              <c16:uniqueId val="{00000009-983E-B549-A770-4B561453C6BF}"/>
            </c:ext>
          </c:extLst>
        </c:ser>
        <c:ser>
          <c:idx val="2"/>
          <c:order val="2"/>
          <c:tx>
            <c:strRef>
              <c:f>Sheet1!$D$1</c:f>
              <c:strCache>
                <c:ptCount val="1"/>
                <c:pt idx="0">
                  <c:v>Medium risk</c:v>
                </c:pt>
              </c:strCache>
            </c:strRef>
          </c:tx>
          <c:spPr>
            <a:solidFill>
              <a:srgbClr val="E78E17">
                <a:alpha val="50000"/>
              </a:srgbClr>
            </a:solidFill>
            <a:ln>
              <a:noFill/>
            </a:ln>
            <a:effectLst/>
          </c:spPr>
          <c:invertIfNegative val="0"/>
          <c:dPt>
            <c:idx val="2"/>
            <c:invertIfNegative val="0"/>
            <c:bubble3D val="0"/>
            <c:spPr>
              <a:solidFill>
                <a:srgbClr val="E78E17">
                  <a:alpha val="50000"/>
                </a:srgbClr>
              </a:solidFill>
              <a:ln>
                <a:noFill/>
              </a:ln>
              <a:effectLst/>
            </c:spPr>
            <c:extLst>
              <c:ext xmlns:c16="http://schemas.microsoft.com/office/drawing/2014/chart" uri="{C3380CC4-5D6E-409C-BE32-E72D297353CC}">
                <c16:uniqueId val="{0000000B-983E-B549-A770-4B561453C6BF}"/>
              </c:ext>
            </c:extLst>
          </c:dPt>
          <c:dPt>
            <c:idx val="5"/>
            <c:invertIfNegative val="0"/>
            <c:bubble3D val="0"/>
            <c:spPr>
              <a:solidFill>
                <a:srgbClr val="E78E17">
                  <a:alpha val="50000"/>
                </a:srgbClr>
              </a:solidFill>
              <a:ln>
                <a:noFill/>
              </a:ln>
              <a:effectLst/>
            </c:spPr>
            <c:extLst>
              <c:ext xmlns:c16="http://schemas.microsoft.com/office/drawing/2014/chart" uri="{C3380CC4-5D6E-409C-BE32-E72D297353CC}">
                <c16:uniqueId val="{0000000D-983E-B549-A770-4B561453C6BF}"/>
              </c:ext>
            </c:extLst>
          </c:dPt>
          <c:cat>
            <c:strRef>
              <c:f>Sheet1!$A$2:$A$5</c:f>
              <c:strCache>
                <c:ptCount val="4"/>
                <c:pt idx="0">
                  <c:v>Freshness risk</c:v>
                </c:pt>
                <c:pt idx="1">
                  <c:v>Stability risk</c:v>
                </c:pt>
                <c:pt idx="2">
                  <c:v>Management risk</c:v>
                </c:pt>
                <c:pt idx="3">
                  <c:v>Activity risk</c:v>
                </c:pt>
              </c:strCache>
            </c:strRef>
          </c:cat>
          <c:val>
            <c:numRef>
              <c:f>Sheet1!$D$2:$D$5</c:f>
              <c:numCache>
                <c:formatCode>General</c:formatCode>
                <c:ptCount val="4"/>
                <c:pt idx="0">
                  <c:v>16</c:v>
                </c:pt>
                <c:pt idx="1">
                  <c:v>16</c:v>
                </c:pt>
                <c:pt idx="2">
                  <c:v>16</c:v>
                </c:pt>
                <c:pt idx="3">
                  <c:v>16</c:v>
                </c:pt>
              </c:numCache>
            </c:numRef>
          </c:val>
          <c:extLst>
            <c:ext xmlns:c16="http://schemas.microsoft.com/office/drawing/2014/chart" uri="{C3380CC4-5D6E-409C-BE32-E72D297353CC}">
              <c16:uniqueId val="{0000000E-983E-B549-A770-4B561453C6BF}"/>
            </c:ext>
          </c:extLst>
        </c:ser>
        <c:ser>
          <c:idx val="3"/>
          <c:order val="3"/>
          <c:tx>
            <c:strRef>
              <c:f>Sheet1!$E$1</c:f>
              <c:strCache>
                <c:ptCount val="1"/>
                <c:pt idx="0">
                  <c:v>Low risk</c:v>
                </c:pt>
              </c:strCache>
            </c:strRef>
          </c:tx>
          <c:spPr>
            <a:solidFill>
              <a:srgbClr val="EBC937">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Sheet1!$E$2:$E$5</c:f>
              <c:numCache>
                <c:formatCode>General</c:formatCode>
                <c:ptCount val="4"/>
                <c:pt idx="0">
                  <c:v>16</c:v>
                </c:pt>
                <c:pt idx="1">
                  <c:v>16</c:v>
                </c:pt>
                <c:pt idx="2">
                  <c:v>16</c:v>
                </c:pt>
                <c:pt idx="3">
                  <c:v>16</c:v>
                </c:pt>
              </c:numCache>
            </c:numRef>
          </c:val>
          <c:extLst>
            <c:ext xmlns:c16="http://schemas.microsoft.com/office/drawing/2014/chart" uri="{C3380CC4-5D6E-409C-BE32-E72D297353CC}">
              <c16:uniqueId val="{0000000F-983E-B549-A770-4B561453C6BF}"/>
            </c:ext>
          </c:extLst>
        </c:ser>
        <c:dLbls>
          <c:showLegendKey val="0"/>
          <c:showVal val="0"/>
          <c:showCatName val="0"/>
          <c:showSerName val="0"/>
          <c:showPercent val="0"/>
          <c:showBubbleSize val="0"/>
        </c:dLbls>
        <c:gapWidth val="10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max val="70.4"/>
          <c:min val="0.0"/>
        </c:scaling>
        <c:delete val="0"/>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crossAx val="1358545104"/>
        <c:crosses val="max"/>
        <c:crossBetween val="between"/>
      </c:valAx>
      <c:spPr>
        <a:noFill/>
        <a:ln>
          <a:noFill/>
        </a:ln>
        <a:effectLst/>
      </c:spPr>
    </c:plotArea>
    <c:legend>
      <c:legendPos val="b"/>
      <c:layout>
        <c:manualLayout>
          <c:xMode val="edge"/>
          <c:yMode val="edge"/>
          <c:x val="0"/>
          <c:y val="0.89604363196085568"/>
          <c:w val="1"/>
          <c:h val="6.868868073856646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24475308641975E-2"/>
          <c:y val="5.5420651472336685E-2"/>
          <c:w val="0.87405833333333338"/>
          <c:h val="0.66666679890396441"/>
        </c:manualLayout>
      </c:layout>
      <c:barChart>
        <c:barDir val="bar"/>
        <c:grouping val="stacked"/>
        <c:varyColors val="0"/>
        <c:ser>
          <c:idx val="0"/>
          <c:order val="0"/>
          <c:tx>
            <c:strRef>
              <c:f>Sheet1!$B$1</c:f>
              <c:strCache>
                <c:ptCount val="1"/>
                <c:pt idx="0">
                  <c:v>Critical risk</c:v>
                </c:pt>
              </c:strCache>
            </c:strRef>
          </c:tx>
          <c:spPr>
            <a:solidFill>
              <a:srgbClr val="910813">
                <a:alpha val="50000"/>
              </a:srgbClr>
            </a:solidFill>
            <a:ln>
              <a:noFill/>
            </a:ln>
            <a:effectLst/>
          </c:spPr>
          <c:invertIfNegative val="0"/>
          <c:cat>
            <c:strRef>
              <c:f>Sheet1!$A$2:$A$3</c:f>
              <c:strCache>
                <c:ptCount val="2"/>
                <c:pt idx="0">
                  <c:v>Vulnerability risk</c:v>
                </c:pt>
                <c:pt idx="1">
                  <c:v>Legal risk</c:v>
                </c:pt>
              </c:strCache>
            </c:strRef>
          </c:cat>
          <c:val>
            <c:numRef>
              <c:f>Sheet1!$B$2:$B$3</c:f>
              <c:numCache>
                <c:formatCode>General</c:formatCode>
                <c:ptCount val="2"/>
                <c:pt idx="0">
                  <c:v>16</c:v>
                </c:pt>
                <c:pt idx="1">
                  <c:v>16</c:v>
                </c:pt>
              </c:numCache>
            </c:numRef>
          </c:val>
          <c:extLst>
            <c:ext xmlns:c16="http://schemas.microsoft.com/office/drawing/2014/chart" uri="{C3380CC4-5D6E-409C-BE32-E72D297353CC}">
              <c16:uniqueId val="{00000000-6308-9C42-B1E9-65C8973ABF79}"/>
            </c:ext>
          </c:extLst>
        </c:ser>
        <c:ser>
          <c:idx val="1"/>
          <c:order val="1"/>
          <c:tx>
            <c:strRef>
              <c:f>Sheet1!$C$1</c:f>
              <c:strCache>
                <c:ptCount val="1"/>
                <c:pt idx="0">
                  <c:v>High risk</c:v>
                </c:pt>
              </c:strCache>
            </c:strRef>
          </c:tx>
          <c:spPr>
            <a:solidFill>
              <a:srgbClr val="CF4731">
                <a:alpha val="50000"/>
              </a:srgbClr>
            </a:solidFill>
            <a:ln>
              <a:noFill/>
            </a:ln>
            <a:effectLst/>
          </c:spPr>
          <c:invertIfNegative val="0"/>
          <c:dPt>
            <c:idx val="2"/>
            <c:invertIfNegative val="0"/>
            <c:bubble3D val="0"/>
            <c:spPr>
              <a:solidFill>
                <a:srgbClr val="CF4731">
                  <a:alpha val="50000"/>
                </a:srgbClr>
              </a:solidFill>
              <a:ln>
                <a:noFill/>
              </a:ln>
              <a:effectLst/>
            </c:spPr>
            <c:extLst>
              <c:ext xmlns:c16="http://schemas.microsoft.com/office/drawing/2014/chart" uri="{C3380CC4-5D6E-409C-BE32-E72D297353CC}">
                <c16:uniqueId val="{00000002-6308-9C42-B1E9-65C8973ABF79}"/>
              </c:ext>
            </c:extLst>
          </c:dPt>
          <c:dPt>
            <c:idx val="3"/>
            <c:invertIfNegative val="0"/>
            <c:bubble3D val="0"/>
            <c:spPr>
              <a:solidFill>
                <a:srgbClr val="CF4731">
                  <a:alpha val="50000"/>
                </a:srgbClr>
              </a:solidFill>
              <a:ln>
                <a:noFill/>
              </a:ln>
              <a:effectLst/>
            </c:spPr>
            <c:extLst>
              <c:ext xmlns:c16="http://schemas.microsoft.com/office/drawing/2014/chart" uri="{C3380CC4-5D6E-409C-BE32-E72D297353CC}">
                <c16:uniqueId val="{00000004-6308-9C42-B1E9-65C8973ABF79}"/>
              </c:ext>
            </c:extLst>
          </c:dPt>
          <c:dPt>
            <c:idx val="4"/>
            <c:invertIfNegative val="0"/>
            <c:bubble3D val="0"/>
            <c:spPr>
              <a:solidFill>
                <a:srgbClr val="CF4731">
                  <a:alpha val="50000"/>
                </a:srgbClr>
              </a:solidFill>
              <a:ln>
                <a:noFill/>
              </a:ln>
              <a:effectLst/>
            </c:spPr>
            <c:extLst>
              <c:ext xmlns:c16="http://schemas.microsoft.com/office/drawing/2014/chart" uri="{C3380CC4-5D6E-409C-BE32-E72D297353CC}">
                <c16:uniqueId val="{00000006-6308-9C42-B1E9-65C8973ABF79}"/>
              </c:ext>
            </c:extLst>
          </c:dPt>
          <c:dPt>
            <c:idx val="5"/>
            <c:invertIfNegative val="0"/>
            <c:bubble3D val="0"/>
            <c:spPr>
              <a:solidFill>
                <a:srgbClr val="CF4731">
                  <a:alpha val="50000"/>
                </a:srgbClr>
              </a:solidFill>
              <a:ln>
                <a:noFill/>
              </a:ln>
              <a:effectLst/>
            </c:spPr>
            <c:extLst>
              <c:ext xmlns:c16="http://schemas.microsoft.com/office/drawing/2014/chart" uri="{C3380CC4-5D6E-409C-BE32-E72D297353CC}">
                <c16:uniqueId val="{00000008-6308-9C42-B1E9-65C8973ABF79}"/>
              </c:ext>
            </c:extLst>
          </c:dPt>
          <c:cat>
            <c:strRef>
              <c:f>Sheet1!$A$2:$A$3</c:f>
              <c:strCache>
                <c:ptCount val="2"/>
                <c:pt idx="0">
                  <c:v>Vulnerability risk</c:v>
                </c:pt>
                <c:pt idx="1">
                  <c:v>Legal risk</c:v>
                </c:pt>
              </c:strCache>
            </c:strRef>
          </c:cat>
          <c:val>
            <c:numRef>
              <c:f>Sheet1!$C$2:$C$3</c:f>
              <c:numCache>
                <c:formatCode>General</c:formatCode>
                <c:ptCount val="2"/>
                <c:pt idx="0">
                  <c:v>16</c:v>
                </c:pt>
                <c:pt idx="1">
                  <c:v>16</c:v>
                </c:pt>
              </c:numCache>
            </c:numRef>
          </c:val>
          <c:extLst>
            <c:ext xmlns:c16="http://schemas.microsoft.com/office/drawing/2014/chart" uri="{C3380CC4-5D6E-409C-BE32-E72D297353CC}">
              <c16:uniqueId val="{00000009-6308-9C42-B1E9-65C8973ABF79}"/>
            </c:ext>
          </c:extLst>
        </c:ser>
        <c:ser>
          <c:idx val="2"/>
          <c:order val="2"/>
          <c:tx>
            <c:strRef>
              <c:f>Sheet1!$D$1</c:f>
              <c:strCache>
                <c:ptCount val="1"/>
                <c:pt idx="0">
                  <c:v>Medium risk</c:v>
                </c:pt>
              </c:strCache>
            </c:strRef>
          </c:tx>
          <c:spPr>
            <a:solidFill>
              <a:srgbClr val="E78E17">
                <a:alpha val="50000"/>
              </a:srgbClr>
            </a:solidFill>
            <a:ln>
              <a:noFill/>
            </a:ln>
            <a:effectLst/>
          </c:spPr>
          <c:invertIfNegative val="0"/>
          <c:dPt>
            <c:idx val="2"/>
            <c:invertIfNegative val="0"/>
            <c:bubble3D val="0"/>
            <c:spPr>
              <a:solidFill>
                <a:srgbClr val="E78E17">
                  <a:alpha val="50000"/>
                </a:srgbClr>
              </a:solidFill>
              <a:ln>
                <a:noFill/>
              </a:ln>
              <a:effectLst/>
            </c:spPr>
            <c:extLst>
              <c:ext xmlns:c16="http://schemas.microsoft.com/office/drawing/2014/chart" uri="{C3380CC4-5D6E-409C-BE32-E72D297353CC}">
                <c16:uniqueId val="{0000000B-6308-9C42-B1E9-65C8973ABF79}"/>
              </c:ext>
            </c:extLst>
          </c:dPt>
          <c:dPt>
            <c:idx val="5"/>
            <c:invertIfNegative val="0"/>
            <c:bubble3D val="0"/>
            <c:spPr>
              <a:solidFill>
                <a:srgbClr val="E78E17">
                  <a:alpha val="50000"/>
                </a:srgbClr>
              </a:solidFill>
              <a:ln>
                <a:noFill/>
              </a:ln>
              <a:effectLst/>
            </c:spPr>
            <c:extLst>
              <c:ext xmlns:c16="http://schemas.microsoft.com/office/drawing/2014/chart" uri="{C3380CC4-5D6E-409C-BE32-E72D297353CC}">
                <c16:uniqueId val="{0000000D-6308-9C42-B1E9-65C8973ABF79}"/>
              </c:ext>
            </c:extLst>
          </c:dPt>
          <c:cat>
            <c:strRef>
              <c:f>Sheet1!$A$2:$A$3</c:f>
              <c:strCache>
                <c:ptCount val="2"/>
                <c:pt idx="0">
                  <c:v>Vulnerability risk</c:v>
                </c:pt>
                <c:pt idx="1">
                  <c:v>Legal risk</c:v>
                </c:pt>
              </c:strCache>
            </c:strRef>
          </c:cat>
          <c:val>
            <c:numRef>
              <c:f>Sheet1!$D$2:$D$3</c:f>
              <c:numCache>
                <c:formatCode>General</c:formatCode>
                <c:ptCount val="2"/>
                <c:pt idx="0">
                  <c:v>16</c:v>
                </c:pt>
                <c:pt idx="1">
                  <c:v>16</c:v>
                </c:pt>
              </c:numCache>
            </c:numRef>
          </c:val>
          <c:extLst>
            <c:ext xmlns:c16="http://schemas.microsoft.com/office/drawing/2014/chart" uri="{C3380CC4-5D6E-409C-BE32-E72D297353CC}">
              <c16:uniqueId val="{0000000E-6308-9C42-B1E9-65C8973ABF79}"/>
            </c:ext>
          </c:extLst>
        </c:ser>
        <c:ser>
          <c:idx val="3"/>
          <c:order val="3"/>
          <c:tx>
            <c:strRef>
              <c:f>Sheet1!$E$1</c:f>
              <c:strCache>
                <c:ptCount val="1"/>
                <c:pt idx="0">
                  <c:v>Low risk</c:v>
                </c:pt>
              </c:strCache>
            </c:strRef>
          </c:tx>
          <c:spPr>
            <a:solidFill>
              <a:srgbClr val="EBC937">
                <a:alpha val="50000"/>
              </a:srgbClr>
            </a:solidFill>
            <a:ln>
              <a:noFill/>
            </a:ln>
            <a:effectLst/>
          </c:spPr>
          <c:invertIfNegative val="0"/>
          <c:cat>
            <c:strRef>
              <c:f>Sheet1!$A$2:$A$3</c:f>
              <c:strCache>
                <c:ptCount val="2"/>
                <c:pt idx="0">
                  <c:v>Vulnerability risk</c:v>
                </c:pt>
                <c:pt idx="1">
                  <c:v>Legal risk</c:v>
                </c:pt>
              </c:strCache>
            </c:strRef>
          </c:cat>
          <c:val>
            <c:numRef>
              <c:f>Sheet1!$E$2:$E$3</c:f>
              <c:numCache>
                <c:formatCode>General</c:formatCode>
                <c:ptCount val="2"/>
                <c:pt idx="0">
                  <c:v>16</c:v>
                </c:pt>
                <c:pt idx="1">
                  <c:v>16</c:v>
                </c:pt>
              </c:numCache>
            </c:numRef>
          </c:val>
          <c:extLst>
            <c:ext xmlns:c16="http://schemas.microsoft.com/office/drawing/2014/chart" uri="{C3380CC4-5D6E-409C-BE32-E72D297353CC}">
              <c16:uniqueId val="{0000000F-6308-9C42-B1E9-65C8973ABF79}"/>
            </c:ext>
          </c:extLst>
        </c:ser>
        <c:dLbls>
          <c:showLegendKey val="0"/>
          <c:showVal val="0"/>
          <c:showCatName val="0"/>
          <c:showSerName val="0"/>
          <c:showPercent val="0"/>
          <c:showBubbleSize val="0"/>
        </c:dLbls>
        <c:gapWidth val="10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max val="70.4"/>
          <c:min val="0.0"/>
        </c:scaling>
        <c:delete val="1"/>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crossAx val="1358545104"/>
        <c:crosses val="max"/>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olors1.xml><?xml version="1.0" encoding="utf-8"?>
<cs:colorStyle xmlns:cs="http://schemas.microsoft.com/office/drawing/2012/chartStyle" xmlns:a="http://schemas.openxmlformats.org/drawingml/2006/main" meth="withinLinear" id="15">
  <a:schemeClr val="accent2"/>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withinLinear" id="15">
  <a:schemeClr val="accent2"/>
</cs:colorStyle>
</file>

<file path=ppt/charts/colors4.xml><?xml version="1.0" encoding="utf-8"?>
<cs:colorStyle xmlns:cs="http://schemas.microsoft.com/office/drawing/2012/chartStyle" xmlns:a="http://schemas.openxmlformats.org/drawingml/2006/main" meth="withinLinear" id="15">
  <a:schemeClr val="accent2"/>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F400D1-FA8E-6548-A590-873477C843F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B4962C3-51DB-5B49-AE33-9436051173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255C68-584F-174D-BB81-51BF91708794}" type="datetimeFigureOut">
              <a:rPr lang="en-US" smtClean="0"/>
              <a:t>5/19/26</a:t>
            </a:fld>
            <a:endParaRPr lang="en-US"/>
          </a:p>
        </p:txBody>
      </p:sp>
      <p:sp>
        <p:nvSpPr>
          <p:cNvPr id="4" name="Footer Placeholder 3">
            <a:extLst>
              <a:ext uri="{FF2B5EF4-FFF2-40B4-BE49-F238E27FC236}">
                <a16:creationId xmlns:a16="http://schemas.microsoft.com/office/drawing/2014/main" id="{64633DF3-39D0-BC4B-8900-A41729E59C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4D735CF-6CE3-3041-89CE-FA86F745DE4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A955B2-A2D5-2846-95B1-99C033D9F488}" type="slidenum">
              <a:rPr lang="en-US" smtClean="0"/>
              <a:t>‹#›</a:t>
            </a:fld>
            <a:endParaRPr lang="en-US"/>
          </a:p>
        </p:txBody>
      </p:sp>
    </p:spTree>
    <p:extLst>
      <p:ext uri="{BB962C8B-B14F-4D97-AF65-F5344CB8AC3E}">
        <p14:creationId xmlns:p14="http://schemas.microsoft.com/office/powerpoint/2010/main" val="176890166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EDAAC4-819D-C544-9EA1-C73624CFD70B}" type="datetimeFigureOut">
              <a:rPr lang="en-US" smtClean="0"/>
              <a:t>5/19/26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08DED6-61EF-5240-95D8-926F20A98C89}" type="slidenum">
              <a:rPr lang="en-US" smtClean="0"/>
              <a:t>‹#›</a:t>
            </a:fld>
            <a:endParaRPr lang="en-US"/>
          </a:p>
        </p:txBody>
      </p:sp>
    </p:spTree>
    <p:extLst>
      <p:ext uri="{BB962C8B-B14F-4D97-AF65-F5344CB8AC3E}">
        <p14:creationId xmlns:p14="http://schemas.microsoft.com/office/powerpoint/2010/main" val="1307998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5</a:t>
            </a:fld>
            <a:endParaRPr lang="en-US"/>
          </a:p>
        </p:txBody>
      </p:sp>
    </p:spTree>
    <p:extLst>
      <p:ext uri="{BB962C8B-B14F-4D97-AF65-F5344CB8AC3E}">
        <p14:creationId xmlns:p14="http://schemas.microsoft.com/office/powerpoint/2010/main" val="36544830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8</a:t>
            </a:fld>
            <a:endParaRPr lang="en-US"/>
          </a:p>
        </p:txBody>
      </p:sp>
    </p:spTree>
    <p:extLst>
      <p:ext uri="{BB962C8B-B14F-4D97-AF65-F5344CB8AC3E}">
        <p14:creationId xmlns:p14="http://schemas.microsoft.com/office/powerpoint/2010/main" val="36544830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2D2F1-F27E-F008-D28F-A80C65A791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CFE20B-AC68-A715-1904-A8997A7407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C90C4E-EA51-177C-42BA-46AF20D0BD4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9E6F7B-6012-765E-DCF5-2558BB00D944}"/>
              </a:ext>
            </a:extLst>
          </p:cNvPr>
          <p:cNvSpPr>
            <a:spLocks noGrp="1"/>
          </p:cNvSpPr>
          <p:nvPr>
            <p:ph type="sldNum" sz="quarter" idx="5"/>
          </p:nvPr>
        </p:nvSpPr>
        <p:spPr/>
        <p:txBody>
          <a:bodyPr/>
          <a:lstStyle/>
          <a:p>
            <a:fld id="{4408DED6-61EF-5240-95D8-926F20A98C89}" type="slidenum">
              <a:rPr lang="en-US" smtClean="0"/>
              <a:t>9</a:t>
            </a:fld>
            <a:endParaRPr lang="en-US"/>
          </a:p>
        </p:txBody>
      </p:sp>
    </p:spTree>
    <p:extLst>
      <p:ext uri="{BB962C8B-B14F-4D97-AF65-F5344CB8AC3E}">
        <p14:creationId xmlns:p14="http://schemas.microsoft.com/office/powerpoint/2010/main" val="1863238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11</a:t>
            </a:fld>
            <a:endParaRPr lang="en-US"/>
          </a:p>
        </p:txBody>
      </p:sp>
    </p:spTree>
    <p:extLst>
      <p:ext uri="{BB962C8B-B14F-4D97-AF65-F5344CB8AC3E}">
        <p14:creationId xmlns:p14="http://schemas.microsoft.com/office/powerpoint/2010/main" val="5070223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12</a:t>
            </a:fld>
            <a:endParaRPr lang="en-US"/>
          </a:p>
        </p:txBody>
      </p:sp>
    </p:spTree>
    <p:extLst>
      <p:ext uri="{BB962C8B-B14F-4D97-AF65-F5344CB8AC3E}">
        <p14:creationId xmlns:p14="http://schemas.microsoft.com/office/powerpoint/2010/main" val="27857492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15</a:t>
            </a:fld>
            <a:endParaRPr lang="en-US"/>
          </a:p>
        </p:txBody>
      </p:sp>
    </p:spTree>
    <p:extLst>
      <p:ext uri="{BB962C8B-B14F-4D97-AF65-F5344CB8AC3E}">
        <p14:creationId xmlns:p14="http://schemas.microsoft.com/office/powerpoint/2010/main" val="20572372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 Id="rId6" Type="http://schemas.openxmlformats.org/officeDocument/2006/relationships/image" Target="../media/image7.svg"/><Relationship Id="rId7" Type="http://schemas.openxmlformats.org/officeDocument/2006/relationships/image" Target="../media/image8.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cover Tech">
    <p:bg>
      <p:bgPr>
        <a:solidFill>
          <a:schemeClr val="bg1"/>
        </a:solidFill>
        <a:effectLst/>
      </p:bgPr>
    </p:bg>
    <p:spTree>
      <p:nvGrpSpPr>
        <p:cNvPr id="1" name=""/>
        <p:cNvGrpSpPr/>
        <p:nvPr/>
      </p:nvGrpSpPr>
      <p:grpSpPr>
        <a:xfrm>
          <a:off x="0" y="0"/>
          <a:ext cx="0" cy="0"/>
          <a:chOff x="0" y="0"/>
          <a:chExt cx="0" cy="0"/>
        </a:xfrm>
      </p:grpSpPr>
      <p:pic>
        <p:nvPicPr>
          <p:cNvPr id="29" name="Picture 38">
            <a:extLst>
              <a:ext uri="{FF2B5EF4-FFF2-40B4-BE49-F238E27FC236}">
                <a16:creationId xmlns:a16="http://schemas.microsoft.com/office/drawing/2014/main" id="{7347C396-4E04-5438-3588-DA4459F358A5}"/>
              </a:ext>
            </a:extLst>
          </p:cNvPr>
          <p:cNvPicPr>
            <a:picLocks noChangeAspect="1"/>
          </p:cNvPicPr>
          <p:nvPr userDrawn="1"/>
        </p:nvPicPr>
        <p:blipFill>
          <a:blip r:embed="rId2" cstate="email">
            <a:extLst>
              <a:ext uri="{BEBA8EAE-BF5A-486C-A8C5-ECC9F3942E4B}">
                <a14:imgProps xmlns:a14="http://schemas.microsoft.com/office/drawing/2010/main">
                  <a14:imgLayer r:embed="rId3">
                    <a14:imgEffect>
                      <a14:colorTemperature colorTemp="4747"/>
                    </a14:imgEffect>
                    <a14:imgEffect>
                      <a14:brightnessContrast bright="-19000"/>
                    </a14:imgEffect>
                  </a14:imgLayer>
                </a14:imgProps>
              </a:ext>
              <a:ext uri="{28A0092B-C50C-407E-A947-70E740481C1C}">
                <a14:useLocalDpi xmlns:a14="http://schemas.microsoft.com/office/drawing/2010/main"/>
              </a:ext>
            </a:extLst>
          </a:blip>
          <a:srcRect/>
          <a:stretch/>
        </p:blipFill>
        <p:spPr>
          <a:xfrm>
            <a:off x="-736" y="1"/>
            <a:ext cx="12192736" cy="4788650"/>
          </a:xfrm>
          <a:prstGeom prst="rect">
            <a:avLst/>
          </a:prstGeom>
        </p:spPr>
      </p:pic>
      <p:sp>
        <p:nvSpPr>
          <p:cNvPr id="5" name="Rechthoek 4">
            <a:extLst>
              <a:ext uri="{FF2B5EF4-FFF2-40B4-BE49-F238E27FC236}">
                <a16:creationId xmlns:a16="http://schemas.microsoft.com/office/drawing/2014/main" id="{3711BFBD-7D49-8987-E8A2-D4E4D95700E2}"/>
              </a:ext>
            </a:extLst>
          </p:cNvPr>
          <p:cNvSpPr/>
          <p:nvPr userDrawn="1"/>
        </p:nvSpPr>
        <p:spPr>
          <a:xfrm>
            <a:off x="0" y="0"/>
            <a:ext cx="12192000" cy="4119763"/>
          </a:xfrm>
          <a:prstGeom prst="rect">
            <a:avLst/>
          </a:prstGeom>
          <a:gradFill>
            <a:gsLst>
              <a:gs pos="0">
                <a:srgbClr val="162353"/>
              </a:gs>
              <a:gs pos="99000">
                <a:srgbClr val="1864FF">
                  <a:alpha val="32941"/>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3">
            <a:extLst>
              <a:ext uri="{FF2B5EF4-FFF2-40B4-BE49-F238E27FC236}">
                <a16:creationId xmlns:a16="http://schemas.microsoft.com/office/drawing/2014/main" id="{F980E156-820D-6279-257C-1179FF494665}"/>
              </a:ext>
            </a:extLst>
          </p:cNvPr>
          <p:cNvSpPr/>
          <p:nvPr userDrawn="1"/>
        </p:nvSpPr>
        <p:spPr>
          <a:xfrm>
            <a:off x="0" y="4047849"/>
            <a:ext cx="3033486" cy="2810151"/>
          </a:xfrm>
          <a:prstGeom prst="rect">
            <a:avLst/>
          </a:prstGeom>
          <a:gradFill>
            <a:gsLst>
              <a:gs pos="0">
                <a:srgbClr val="09204F"/>
              </a:gs>
              <a:gs pos="99000">
                <a:srgbClr val="1864FF"/>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7" name="Rectangle 14">
            <a:extLst>
              <a:ext uri="{FF2B5EF4-FFF2-40B4-BE49-F238E27FC236}">
                <a16:creationId xmlns:a16="http://schemas.microsoft.com/office/drawing/2014/main" id="{C197F95C-A1BB-C2C6-50E0-3639B39F8A87}"/>
              </a:ext>
            </a:extLst>
          </p:cNvPr>
          <p:cNvSpPr/>
          <p:nvPr userDrawn="1"/>
        </p:nvSpPr>
        <p:spPr>
          <a:xfrm>
            <a:off x="3033486" y="4047849"/>
            <a:ext cx="9158514" cy="2810151"/>
          </a:xfrm>
          <a:prstGeom prst="rect">
            <a:avLst/>
          </a:prstGeom>
          <a:gradFill>
            <a:gsLst>
              <a:gs pos="0">
                <a:srgbClr val="162353"/>
              </a:gs>
              <a:gs pos="99000">
                <a:srgbClr val="1864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8" name="Straight Connector 16">
            <a:extLst>
              <a:ext uri="{FF2B5EF4-FFF2-40B4-BE49-F238E27FC236}">
                <a16:creationId xmlns:a16="http://schemas.microsoft.com/office/drawing/2014/main" id="{30FCF230-7996-DE1F-6C0D-58B99665047D}"/>
              </a:ext>
            </a:extLst>
          </p:cNvPr>
          <p:cNvCxnSpPr>
            <a:cxnSpLocks/>
          </p:cNvCxnSpPr>
          <p:nvPr userDrawn="1"/>
        </p:nvCxnSpPr>
        <p:spPr>
          <a:xfrm>
            <a:off x="3672841" y="6278577"/>
            <a:ext cx="7895435" cy="0"/>
          </a:xfrm>
          <a:prstGeom prst="line">
            <a:avLst/>
          </a:prstGeom>
          <a:ln w="9525">
            <a:solidFill>
              <a:schemeClr val="bg2">
                <a:lumMod val="90000"/>
                <a:alpha val="59579"/>
              </a:schemeClr>
            </a:solidFill>
            <a:prstDash val="sysDot"/>
          </a:ln>
        </p:spPr>
        <p:style>
          <a:lnRef idx="1">
            <a:schemeClr val="accent1"/>
          </a:lnRef>
          <a:fillRef idx="0">
            <a:schemeClr val="accent1"/>
          </a:fillRef>
          <a:effectRef idx="0">
            <a:schemeClr val="accent1"/>
          </a:effectRef>
          <a:fontRef idx="minor">
            <a:schemeClr val="tx1"/>
          </a:fontRef>
        </p:style>
      </p:cxnSp>
      <p:sp>
        <p:nvSpPr>
          <p:cNvPr id="14" name="Text Placeholder 5">
            <a:extLst>
              <a:ext uri="{FF2B5EF4-FFF2-40B4-BE49-F238E27FC236}">
                <a16:creationId xmlns:a16="http://schemas.microsoft.com/office/drawing/2014/main" id="{811FEE32-F393-744E-EBFD-1C14BB1094DB}"/>
              </a:ext>
            </a:extLst>
          </p:cNvPr>
          <p:cNvSpPr>
            <a:spLocks noGrp="1"/>
          </p:cNvSpPr>
          <p:nvPr>
            <p:ph type="body" sz="quarter" idx="13" hasCustomPrompt="1"/>
          </p:nvPr>
        </p:nvSpPr>
        <p:spPr>
          <a:xfrm>
            <a:off x="395999" y="1670400"/>
            <a:ext cx="11174400" cy="450000"/>
          </a:xfrm>
          <a:prstGeom prst="rect">
            <a:avLst/>
          </a:prstGeom>
        </p:spPr>
        <p:txBody>
          <a:bodyPr wrap="none" tIns="46800" rIns="234000" bIns="46800" anchor="ctr" anchorCtr="0">
            <a:noAutofit/>
          </a:bodyPr>
          <a:lstStyle>
            <a:lvl1pPr marL="0" indent="0">
              <a:lnSpc>
                <a:spcPct val="100000"/>
              </a:lnSpc>
              <a:spcAft>
                <a:spcPts val="0"/>
              </a:spcAft>
              <a:buNone/>
              <a:defRPr sz="2800" b="0" i="0" spc="-30" baseline="0">
                <a:solidFill>
                  <a:srgbClr val="D1E0FF">
                    <a:alpha val="80000"/>
                  </a:srgbClr>
                </a:solidFill>
                <a:latin typeface="Noir Pro" pitchFamily="2" charset="0"/>
                <a:cs typeface="Calibri Light" panose="020F0302020204030204" pitchFamily="34" charset="0"/>
              </a:defRPr>
            </a:lvl1pPr>
            <a:lvl2pPr marL="457200" indent="0">
              <a:buNone/>
              <a:defRPr>
                <a:solidFill>
                  <a:srgbClr val="DFC123"/>
                </a:solidFill>
              </a:defRPr>
            </a:lvl2pPr>
            <a:lvl3pPr marL="914400" indent="0">
              <a:buNone/>
              <a:defRPr>
                <a:solidFill>
                  <a:srgbClr val="DFC123"/>
                </a:solidFill>
              </a:defRPr>
            </a:lvl3pPr>
            <a:lvl4pPr marL="1371600" indent="0">
              <a:buNone/>
              <a:defRPr>
                <a:solidFill>
                  <a:srgbClr val="DFC123"/>
                </a:solidFill>
              </a:defRPr>
            </a:lvl4pPr>
            <a:lvl5pPr marL="1828800" indent="0">
              <a:buNone/>
              <a:defRPr>
                <a:solidFill>
                  <a:srgbClr val="DFC123"/>
                </a:solidFill>
              </a:defRPr>
            </a:lvl5pPr>
          </a:lstStyle>
          <a:p>
            <a:pPr lvl="0"/>
            <a:r>
              <a:rPr lang="en-US" dirty="0"/>
              <a:t>Client name - System name</a:t>
            </a:r>
          </a:p>
        </p:txBody>
      </p:sp>
      <p:sp>
        <p:nvSpPr>
          <p:cNvPr id="15" name="Text Placeholder 7">
            <a:extLst>
              <a:ext uri="{FF2B5EF4-FFF2-40B4-BE49-F238E27FC236}">
                <a16:creationId xmlns:a16="http://schemas.microsoft.com/office/drawing/2014/main" id="{CC7910BC-58A3-14A8-3CB9-E7BE52B4B489}"/>
              </a:ext>
            </a:extLst>
          </p:cNvPr>
          <p:cNvSpPr>
            <a:spLocks noGrp="1"/>
          </p:cNvSpPr>
          <p:nvPr>
            <p:ph type="body" sz="quarter" idx="14" hasCustomPrompt="1"/>
          </p:nvPr>
        </p:nvSpPr>
        <p:spPr>
          <a:xfrm>
            <a:off x="396000" y="2145600"/>
            <a:ext cx="11174400" cy="788400"/>
          </a:xfrm>
          <a:prstGeom prst="rect">
            <a:avLst/>
          </a:prstGeom>
        </p:spPr>
        <p:txBody>
          <a:bodyPr tIns="0" rIns="0" bIns="46800" anchor="t">
            <a:noAutofit/>
          </a:bodyPr>
          <a:lstStyle>
            <a:lvl1pPr marL="0" indent="0">
              <a:lnSpc>
                <a:spcPct val="100000"/>
              </a:lnSpc>
              <a:spcAft>
                <a:spcPts val="0"/>
              </a:spcAft>
              <a:buNone/>
              <a:defRPr sz="6000" b="1" i="0">
                <a:solidFill>
                  <a:srgbClr val="FFFFFF"/>
                </a:solidFill>
                <a:latin typeface="Noir Pro Semi Bold"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Insert presentation subject</a:t>
            </a:r>
          </a:p>
        </p:txBody>
      </p:sp>
      <p:sp>
        <p:nvSpPr>
          <p:cNvPr id="28" name="Tijdelijke aanduiding voor voettekst 10">
            <a:extLst>
              <a:ext uri="{FF2B5EF4-FFF2-40B4-BE49-F238E27FC236}">
                <a16:creationId xmlns:a16="http://schemas.microsoft.com/office/drawing/2014/main" id="{25913A94-10DF-8D91-7C37-CE090F12EB19}"/>
              </a:ext>
            </a:extLst>
          </p:cNvPr>
          <p:cNvSpPr>
            <a:spLocks noGrp="1"/>
          </p:cNvSpPr>
          <p:nvPr>
            <p:ph type="ftr" sz="quarter" idx="44"/>
          </p:nvPr>
        </p:nvSpPr>
        <p:spPr>
          <a:xfrm>
            <a:off x="9854418" y="6429600"/>
            <a:ext cx="1712382" cy="237600"/>
          </a:xfrm>
          <a:prstGeom prst="rect">
            <a:avLst/>
          </a:prstGeom>
        </p:spPr>
        <p:txBody>
          <a:bodyPr lIns="251999" rIns="180000" bIns="46800">
            <a:noAutofit/>
          </a:bodyPr>
          <a:lstStyle>
            <a:lvl1pPr algn="r">
              <a:defRPr sz="1000">
                <a:solidFill>
                  <a:srgbClr val="FFFFFF"/>
                </a:solidFill>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3615211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7360B52C-32F4-6286-9606-BADD4B6FCD5D}"/>
              </a:ext>
            </a:extLst>
          </p:cNvPr>
          <p:cNvSpPr/>
          <p:nvPr userDrawn="1"/>
        </p:nvSpPr>
        <p:spPr>
          <a:xfrm>
            <a:off x="0" y="0"/>
            <a:ext cx="5275742" cy="6858000"/>
          </a:xfrm>
          <a:prstGeom prst="rect">
            <a:avLst/>
          </a:prstGeom>
          <a:gradFill>
            <a:gsLst>
              <a:gs pos="0">
                <a:srgbClr val="09204F"/>
              </a:gs>
              <a:gs pos="89000">
                <a:srgbClr val="1864FF"/>
              </a:gs>
            </a:gsLst>
            <a:lin ang="1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hthoek 9">
            <a:extLst>
              <a:ext uri="{FF2B5EF4-FFF2-40B4-BE49-F238E27FC236}">
                <a16:creationId xmlns:a16="http://schemas.microsoft.com/office/drawing/2014/main" id="{F37031E7-C6CA-7F68-A55A-E44BEE6BB348}"/>
              </a:ext>
            </a:extLst>
          </p:cNvPr>
          <p:cNvSpPr/>
          <p:nvPr userDrawn="1"/>
        </p:nvSpPr>
        <p:spPr>
          <a:xfrm>
            <a:off x="0" y="2794000"/>
            <a:ext cx="5275742" cy="4064000"/>
          </a:xfrm>
          <a:prstGeom prst="rect">
            <a:avLst/>
          </a:prstGeom>
          <a:gradFill>
            <a:gsLst>
              <a:gs pos="4000">
                <a:srgbClr val="09204F"/>
              </a:gs>
              <a:gs pos="100000">
                <a:srgbClr val="155AE7"/>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9" name="Rechthoek 18">
            <a:extLst>
              <a:ext uri="{FF2B5EF4-FFF2-40B4-BE49-F238E27FC236}">
                <a16:creationId xmlns:a16="http://schemas.microsoft.com/office/drawing/2014/main" id="{1AEEA1A0-88B9-9217-C726-6B0B21E8A2C9}"/>
              </a:ext>
            </a:extLst>
          </p:cNvPr>
          <p:cNvSpPr/>
          <p:nvPr userDrawn="1"/>
        </p:nvSpPr>
        <p:spPr>
          <a:xfrm>
            <a:off x="5263376" y="0"/>
            <a:ext cx="6928627" cy="6858000"/>
          </a:xfrm>
          <a:prstGeom prst="rect">
            <a:avLst/>
          </a:prstGeom>
          <a:gradFill>
            <a:gsLst>
              <a:gs pos="0">
                <a:srgbClr val="D1E0FF"/>
              </a:gs>
              <a:gs pos="9000">
                <a:srgbClr val="FFFFF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 name="Tijdelijke aanduiding voor dianummer 2">
            <a:extLst>
              <a:ext uri="{FF2B5EF4-FFF2-40B4-BE49-F238E27FC236}">
                <a16:creationId xmlns:a16="http://schemas.microsoft.com/office/drawing/2014/main" id="{35BD149E-B12D-F2FB-60B1-2F2EBB40DF98}"/>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F5581EF9-202E-75BA-5611-B35F6FE181AC}"/>
              </a:ext>
            </a:extLst>
          </p:cNvPr>
          <p:cNvSpPr>
            <a:spLocks noGrp="1"/>
          </p:cNvSpPr>
          <p:nvPr>
            <p:ph type="title" hasCustomPrompt="1"/>
          </p:nvPr>
        </p:nvSpPr>
        <p:spPr>
          <a:xfrm>
            <a:off x="687600" y="1220743"/>
            <a:ext cx="3560400" cy="609398"/>
          </a:xfrm>
        </p:spPr>
        <p:txBody>
          <a:bodyPr tIns="0" bIns="0" anchor="t"/>
          <a:lstStyle>
            <a:lvl1pPr>
              <a:lnSpc>
                <a:spcPct val="90000"/>
              </a:lnSpc>
              <a:defRPr sz="4400" b="1" i="0">
                <a:solidFill>
                  <a:srgbClr val="FFFFFF"/>
                </a:solidFill>
                <a:latin typeface="Noir Pro Semi Bold" pitchFamily="2" charset="0"/>
              </a:defRPr>
            </a:lvl1pPr>
          </a:lstStyle>
          <a:p>
            <a:r>
              <a:rPr lang="nl-NL" dirty="0" err="1"/>
              <a:t>Insert</a:t>
            </a:r>
            <a:r>
              <a:rPr lang="nl-NL" dirty="0"/>
              <a:t> </a:t>
            </a:r>
            <a:r>
              <a:rPr lang="nl-NL" dirty="0" err="1"/>
              <a:t>title</a:t>
            </a:r>
            <a:endParaRPr lang="en-US" dirty="0"/>
          </a:p>
        </p:txBody>
      </p:sp>
      <p:sp>
        <p:nvSpPr>
          <p:cNvPr id="12" name="Tijdelijke aanduiding voor inhoud 11">
            <a:extLst>
              <a:ext uri="{FF2B5EF4-FFF2-40B4-BE49-F238E27FC236}">
                <a16:creationId xmlns:a16="http://schemas.microsoft.com/office/drawing/2014/main" id="{4F637EDD-DD17-8404-6CF0-C103F6B059BD}"/>
              </a:ext>
            </a:extLst>
          </p:cNvPr>
          <p:cNvSpPr>
            <a:spLocks noGrp="1"/>
          </p:cNvSpPr>
          <p:nvPr>
            <p:ph sz="quarter" idx="16" hasCustomPrompt="1"/>
          </p:nvPr>
        </p:nvSpPr>
        <p:spPr>
          <a:xfrm>
            <a:off x="4467600" y="738000"/>
            <a:ext cx="7092000" cy="2484274"/>
          </a:xfrm>
          <a:gradFill>
            <a:gsLst>
              <a:gs pos="0">
                <a:srgbClr val="A3C1FF">
                  <a:alpha val="89804"/>
                </a:srgbClr>
              </a:gs>
              <a:gs pos="8000">
                <a:srgbClr val="7FAAFF">
                  <a:alpha val="25000"/>
                </a:srgbClr>
              </a:gs>
              <a:gs pos="53000">
                <a:srgbClr val="FFFFFF">
                  <a:alpha val="14902"/>
                </a:srgbClr>
              </a:gs>
            </a:gsLst>
            <a:lin ang="3600000" scaled="0"/>
          </a:gradFill>
        </p:spPr>
        <p:txBody>
          <a:bodyPr lIns="324000" tIns="251999" rIns="288000" bIns="216000">
            <a:spAutoFit/>
          </a:bodyPr>
          <a:lstStyle>
            <a:lvl1pPr marL="900000" indent="-900000">
              <a:lnSpc>
                <a:spcPct val="100000"/>
              </a:lnSpc>
              <a:spcBef>
                <a:spcPts val="1500"/>
              </a:spcBef>
              <a:spcAft>
                <a:spcPts val="1500"/>
              </a:spcAft>
              <a:buClr>
                <a:schemeClr val="bg1"/>
              </a:buClr>
              <a:buSzPct val="120000"/>
              <a:buFont typeface="+mj-lt"/>
              <a:buAutoNum type="arabicPeriod"/>
              <a:defRPr sz="1800" b="0" i="0">
                <a:latin typeface="Noir Pro Medium" pitchFamily="2" charset="0"/>
              </a:defRPr>
            </a:lvl1pPr>
            <a:lvl2pPr marL="1114425" indent="-217488">
              <a:buClr>
                <a:schemeClr val="bg2">
                  <a:lumMod val="50000"/>
                </a:schemeClr>
              </a:buClr>
              <a:buFont typeface="Helvetica Neue Bold" panose="02000503000000020004" pitchFamily="2" charset="0"/>
              <a:buChar char="⤷"/>
              <a:tabLst/>
              <a:defRPr/>
            </a:lvl2pPr>
            <a:lvl3pPr marL="1341438" indent="-227013">
              <a:buClr>
                <a:schemeClr val="bg2">
                  <a:lumMod val="50000"/>
                </a:schemeClr>
              </a:buClr>
              <a:buFont typeface="Helvetica Neue Bold" panose="02000503000000020004" pitchFamily="2" charset="0"/>
              <a:buChar char="⤷"/>
              <a:tabLst/>
              <a:defRPr/>
            </a:lvl3pPr>
            <a:lvl4pPr marL="1600200" indent="-258763">
              <a:buClr>
                <a:schemeClr val="bg2">
                  <a:lumMod val="50000"/>
                </a:schemeClr>
              </a:buClr>
              <a:buFont typeface="Helvetica Neue Bold" panose="02000503000000020004" pitchFamily="2" charset="0"/>
              <a:buChar char="⤷"/>
              <a:tabLst/>
              <a:defRPr/>
            </a:lvl4pPr>
          </a:lstStyle>
          <a:p>
            <a:pPr lvl="0"/>
            <a:r>
              <a:rPr lang="nl-NL" dirty="0" err="1"/>
              <a:t>Insert</a:t>
            </a:r>
            <a:r>
              <a:rPr lang="nl-NL" dirty="0"/>
              <a:t> </a:t>
            </a:r>
            <a:r>
              <a:rPr lang="nl-NL" dirty="0" err="1"/>
              <a:t>presentation</a:t>
            </a:r>
            <a:r>
              <a:rPr lang="nl-NL" dirty="0"/>
              <a:t> </a:t>
            </a:r>
            <a:r>
              <a:rPr lang="nl-NL" dirty="0" err="1"/>
              <a:t>sections</a:t>
            </a:r>
            <a:r>
              <a:rPr lang="nl-NL" dirty="0"/>
              <a:t>/topics</a:t>
            </a:r>
          </a:p>
          <a:p>
            <a:pPr lvl="1"/>
            <a:r>
              <a:rPr lang="nl-NL" dirty="0" err="1"/>
              <a:t>Indented</a:t>
            </a:r>
            <a:r>
              <a:rPr lang="nl-NL" dirty="0"/>
              <a:t> </a:t>
            </a:r>
            <a:r>
              <a:rPr lang="nl-NL" dirty="0" err="1"/>
              <a:t>bullet</a:t>
            </a:r>
            <a:r>
              <a:rPr lang="nl-NL" dirty="0"/>
              <a:t> level 1</a:t>
            </a:r>
          </a:p>
          <a:p>
            <a:pPr lvl="2"/>
            <a:r>
              <a:rPr lang="nl-NL" dirty="0" err="1"/>
              <a:t>Indented</a:t>
            </a:r>
            <a:r>
              <a:rPr lang="nl-NL" dirty="0"/>
              <a:t> </a:t>
            </a:r>
            <a:r>
              <a:rPr lang="nl-NL" dirty="0" err="1"/>
              <a:t>bullet</a:t>
            </a:r>
            <a:r>
              <a:rPr lang="nl-NL" dirty="0"/>
              <a:t> level 2	</a:t>
            </a:r>
          </a:p>
          <a:p>
            <a:pPr lvl="3"/>
            <a:r>
              <a:rPr lang="nl-NL" dirty="0" err="1"/>
              <a:t>Indented</a:t>
            </a:r>
            <a:r>
              <a:rPr lang="nl-NL" dirty="0"/>
              <a:t> </a:t>
            </a:r>
            <a:r>
              <a:rPr lang="nl-NL" dirty="0" err="1"/>
              <a:t>bullet</a:t>
            </a:r>
            <a:r>
              <a:rPr lang="nl-NL" dirty="0"/>
              <a:t> level 3	</a:t>
            </a:r>
          </a:p>
          <a:p>
            <a:pPr lvl="0"/>
            <a:r>
              <a:rPr lang="en-US" dirty="0"/>
              <a:t>This is a second base-level item</a:t>
            </a:r>
          </a:p>
        </p:txBody>
      </p:sp>
      <p:sp>
        <p:nvSpPr>
          <p:cNvPr id="5" name="Footer Placeholder 5">
            <a:extLst>
              <a:ext uri="{FF2B5EF4-FFF2-40B4-BE49-F238E27FC236}">
                <a16:creationId xmlns:a16="http://schemas.microsoft.com/office/drawing/2014/main" id="{B0C0C93F-2FEA-2A95-D1EB-F56E5131AF3B}"/>
              </a:ext>
            </a:extLst>
          </p:cNvPr>
          <p:cNvSpPr>
            <a:spLocks noGrp="1"/>
          </p:cNvSpPr>
          <p:nvPr>
            <p:ph type="ftr" sz="quarter" idx="3"/>
          </p:nvPr>
        </p:nvSpPr>
        <p:spPr>
          <a:xfrm>
            <a:off x="194555" y="6388767"/>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chemeClr val="bg1"/>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2526575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r>
              <a:rPr lang="en-US"/>
              <a:t>Click to edit Master text styles</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Footer Placeholder 5">
            <a:extLst>
              <a:ext uri="{FF2B5EF4-FFF2-40B4-BE49-F238E27FC236}">
                <a16:creationId xmlns:a16="http://schemas.microsoft.com/office/drawing/2014/main" id="{37650158-9378-BDA6-B989-A50961008A30}"/>
              </a:ext>
            </a:extLst>
          </p:cNvPr>
          <p:cNvSpPr>
            <a:spLocks noGrp="1"/>
          </p:cNvSpPr>
          <p:nvPr>
            <p:ph type="ftr" sz="quarter" idx="3"/>
          </p:nvPr>
        </p:nvSpPr>
        <p:spPr>
          <a:xfrm>
            <a:off x="194555" y="6388767"/>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2167060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reemap">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r>
              <a:rPr lang="en-US"/>
              <a:t>Click to edit Master text styles</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Rectangle 4">
            <a:extLst>
              <a:ext uri="{FF2B5EF4-FFF2-40B4-BE49-F238E27FC236}">
                <a16:creationId xmlns:a16="http://schemas.microsoft.com/office/drawing/2014/main" id="{831DF13F-1492-BD13-A6B1-7A914E1FDC59}"/>
              </a:ext>
            </a:extLst>
          </p:cNvPr>
          <p:cNvSpPr/>
          <p:nvPr userDrawn="1"/>
        </p:nvSpPr>
        <p:spPr>
          <a:xfrm>
            <a:off x="0" y="1390132"/>
            <a:ext cx="12192000" cy="4927867"/>
          </a:xfrm>
          <a:prstGeom prst="rect">
            <a:avLst/>
          </a:prstGeom>
          <a:solidFill>
            <a:schemeClr val="bg1"/>
          </a:soli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0" tIns="72000" rIns="108000" bIns="72000" rtlCol="0" anchor="ctr"/>
          <a:lstStyle/>
          <a:p>
            <a:endParaRPr lang="nl-NL" sz="1200" b="1" noProof="0" dirty="0">
              <a:solidFill>
                <a:schemeClr val="accent1"/>
              </a:solidFill>
            </a:endParaRPr>
          </a:p>
        </p:txBody>
      </p:sp>
      <p:sp>
        <p:nvSpPr>
          <p:cNvPr id="6" name="Footer Placeholder 5">
            <a:extLst>
              <a:ext uri="{FF2B5EF4-FFF2-40B4-BE49-F238E27FC236}">
                <a16:creationId xmlns:a16="http://schemas.microsoft.com/office/drawing/2014/main" id="{29A1803D-62ED-5989-489B-04C2354098C9}"/>
              </a:ext>
            </a:extLst>
          </p:cNvPr>
          <p:cNvSpPr>
            <a:spLocks noGrp="1"/>
          </p:cNvSpPr>
          <p:nvPr>
            <p:ph type="ftr" sz="quarter" idx="3"/>
          </p:nvPr>
        </p:nvSpPr>
        <p:spPr>
          <a:xfrm>
            <a:off x="194555" y="6388767"/>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3381798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OSH system results">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4803D971-BBE6-A649-8B31-9455C887E2E8}"/>
              </a:ext>
            </a:extLst>
          </p:cNvPr>
          <p:cNvPicPr>
            <a:picLocks noChangeAspect="1"/>
          </p:cNvPicPr>
          <p:nvPr userDrawn="1"/>
        </p:nvPicPr>
        <p:blipFill>
          <a:blip>
            <a:alphaModFix amt="80000"/>
            <a:lum bright="-100000"/>
            <a:extLst>
              <a:ext uri="{96DAC541-7B7A-43D3-8B79-37D633B846F1}">
                <asvg:svgBlip xmlns:asvg="http://schemas.microsoft.com/office/drawing/2016/SVG/main" r:embed="rId2"/>
              </a:ext>
            </a:extLst>
          </a:blip>
          <a:stretch>
            <a:fillRect/>
          </a:stretch>
        </p:blipFill>
        <p:spPr>
          <a:xfrm>
            <a:off x="2608465" y="3915896"/>
            <a:ext cx="228600" cy="228600"/>
          </a:xfrm>
          <a:prstGeom prst="rect">
            <a:avLst/>
          </a:prstGeom>
        </p:spPr>
      </p:pic>
      <p:pic>
        <p:nvPicPr>
          <p:cNvPr id="21" name="Graphic 20">
            <a:extLst>
              <a:ext uri="{FF2B5EF4-FFF2-40B4-BE49-F238E27FC236}">
                <a16:creationId xmlns:a16="http://schemas.microsoft.com/office/drawing/2014/main" id="{AC4218B1-EADF-C24A-80B5-E0C1A5B39C1D}"/>
              </a:ext>
            </a:extLst>
          </p:cNvPr>
          <p:cNvPicPr>
            <a:picLocks noChangeAspect="1"/>
          </p:cNvPicPr>
          <p:nvPr userDrawn="1"/>
        </p:nvPicPr>
        <p:blipFill>
          <a:blip>
            <a:alphaModFix amt="80000"/>
            <a:lum bright="-100000"/>
            <a:extLst>
              <a:ext uri="{96DAC541-7B7A-43D3-8B79-37D633B846F1}">
                <asvg:svgBlip xmlns:asvg="http://schemas.microsoft.com/office/drawing/2016/SVG/main" r:embed="rId3"/>
              </a:ext>
            </a:extLst>
          </a:blip>
          <a:stretch>
            <a:fillRect/>
          </a:stretch>
        </p:blipFill>
        <p:spPr>
          <a:xfrm>
            <a:off x="2608465" y="3472522"/>
            <a:ext cx="228600" cy="228600"/>
          </a:xfrm>
          <a:prstGeom prst="rect">
            <a:avLst/>
          </a:prstGeom>
        </p:spPr>
      </p:pic>
      <p:pic>
        <p:nvPicPr>
          <p:cNvPr id="23" name="Graphic 22">
            <a:extLst>
              <a:ext uri="{FF2B5EF4-FFF2-40B4-BE49-F238E27FC236}">
                <a16:creationId xmlns:a16="http://schemas.microsoft.com/office/drawing/2014/main" id="{7FA05DD7-2ECA-4D48-A21C-8DFA7DFADE3A}"/>
              </a:ext>
            </a:extLst>
          </p:cNvPr>
          <p:cNvPicPr>
            <a:picLocks noChangeAspect="1"/>
          </p:cNvPicPr>
          <p:nvPr userDrawn="1"/>
        </p:nvPicPr>
        <p:blipFill>
          <a:blip>
            <a:alphaModFix amt="80000"/>
            <a:lum bright="-100000"/>
            <a:extLst>
              <a:ext uri="{96DAC541-7B7A-43D3-8B79-37D633B846F1}">
                <asvg:svgBlip xmlns:asvg="http://schemas.microsoft.com/office/drawing/2016/SVG/main" r:embed="rId4"/>
              </a:ext>
            </a:extLst>
          </a:blip>
          <a:stretch>
            <a:fillRect/>
          </a:stretch>
        </p:blipFill>
        <p:spPr>
          <a:xfrm>
            <a:off x="2608465" y="4775539"/>
            <a:ext cx="228600" cy="228600"/>
          </a:xfrm>
          <a:prstGeom prst="rect">
            <a:avLst/>
          </a:prstGeom>
        </p:spPr>
      </p:pic>
      <p:pic>
        <p:nvPicPr>
          <p:cNvPr id="25" name="Graphic 24">
            <a:extLst>
              <a:ext uri="{FF2B5EF4-FFF2-40B4-BE49-F238E27FC236}">
                <a16:creationId xmlns:a16="http://schemas.microsoft.com/office/drawing/2014/main" id="{00F4E791-EF53-DC4D-BF37-A43BAC720663}"/>
              </a:ext>
            </a:extLst>
          </p:cNvPr>
          <p:cNvPicPr>
            <a:picLocks noChangeAspect="1"/>
          </p:cNvPicPr>
          <p:nvPr userDrawn="1"/>
        </p:nvPicPr>
        <p:blipFill>
          <a:blip>
            <a:alphaModFix amt="80000"/>
            <a:lum bright="-100000"/>
            <a:extLst>
              <a:ext uri="{96DAC541-7B7A-43D3-8B79-37D633B846F1}">
                <asvg:svgBlip xmlns:asvg="http://schemas.microsoft.com/office/drawing/2016/SVG/main" r:embed="rId5"/>
              </a:ext>
            </a:extLst>
          </a:blip>
          <a:stretch>
            <a:fillRect/>
          </a:stretch>
        </p:blipFill>
        <p:spPr>
          <a:xfrm>
            <a:off x="2608465" y="3056253"/>
            <a:ext cx="228600" cy="228600"/>
          </a:xfrm>
          <a:prstGeom prst="rect">
            <a:avLst/>
          </a:prstGeom>
        </p:spPr>
      </p:pic>
      <p:sp>
        <p:nvSpPr>
          <p:cNvPr id="28" name="Oval 27">
            <a:extLst>
              <a:ext uri="{FF2B5EF4-FFF2-40B4-BE49-F238E27FC236}">
                <a16:creationId xmlns:a16="http://schemas.microsoft.com/office/drawing/2014/main" id="{5D59DCD9-95CA-2849-8561-B2216ED23288}"/>
              </a:ext>
            </a:extLst>
          </p:cNvPr>
          <p:cNvSpPr/>
          <p:nvPr/>
        </p:nvSpPr>
        <p:spPr>
          <a:xfrm>
            <a:off x="183655" y="2350901"/>
            <a:ext cx="5405506" cy="688946"/>
          </a:xfrm>
          <a:prstGeom prst="ellipse">
            <a:avLst/>
          </a:prstGeom>
          <a:solidFill>
            <a:srgbClr val="000000">
              <a:alpha val="15021"/>
            </a:srgbClr>
          </a:solidFill>
          <a:ln>
            <a:noFill/>
          </a:ln>
          <a:effectLst>
            <a:softEdge rad="266700"/>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29" name="Rectangle 28">
            <a:extLst>
              <a:ext uri="{FF2B5EF4-FFF2-40B4-BE49-F238E27FC236}">
                <a16:creationId xmlns:a16="http://schemas.microsoft.com/office/drawing/2014/main" id="{26731D74-9128-1544-855C-A1FEBA1CA2CF}"/>
              </a:ext>
            </a:extLst>
          </p:cNvPr>
          <p:cNvSpPr/>
          <p:nvPr/>
        </p:nvSpPr>
        <p:spPr>
          <a:xfrm>
            <a:off x="273504" y="1814254"/>
            <a:ext cx="5472121" cy="9728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30" name="TextBox 29">
            <a:extLst>
              <a:ext uri="{FF2B5EF4-FFF2-40B4-BE49-F238E27FC236}">
                <a16:creationId xmlns:a16="http://schemas.microsoft.com/office/drawing/2014/main" id="{F21ED1E9-7DDE-7349-A824-0A8F7F613A5A}"/>
              </a:ext>
            </a:extLst>
          </p:cNvPr>
          <p:cNvSpPr txBox="1"/>
          <p:nvPr userDrawn="1"/>
        </p:nvSpPr>
        <p:spPr>
          <a:xfrm>
            <a:off x="287680" y="1404912"/>
            <a:ext cx="4469780" cy="357085"/>
          </a:xfrm>
          <a:prstGeom prst="rect">
            <a:avLst/>
          </a:prstGeom>
          <a:noFill/>
        </p:spPr>
        <p:txBody>
          <a:bodyPr wrap="square" lIns="90000" rtlCol="0" anchor="t">
            <a:spAutoFit/>
          </a:bodyPr>
          <a:lstStyle/>
          <a:p>
            <a:pPr>
              <a:lnSpc>
                <a:spcPct val="114000"/>
              </a:lnSpc>
            </a:pPr>
            <a:r>
              <a:rPr lang="en-US" sz="1600" b="0" i="0" dirty="0">
                <a:solidFill>
                  <a:schemeClr val="tx1"/>
                </a:solidFill>
                <a:latin typeface="☞NOIR PRO MEDIUM" pitchFamily="2" charset="0"/>
              </a:rPr>
              <a:t>Risks in external dependencies</a:t>
            </a:r>
          </a:p>
        </p:txBody>
      </p:sp>
      <p:cxnSp>
        <p:nvCxnSpPr>
          <p:cNvPr id="33" name="Straight Connector 32">
            <a:extLst>
              <a:ext uri="{FF2B5EF4-FFF2-40B4-BE49-F238E27FC236}">
                <a16:creationId xmlns:a16="http://schemas.microsoft.com/office/drawing/2014/main" id="{C56613CA-FC98-E948-8B09-66C076B53E70}"/>
              </a:ext>
            </a:extLst>
          </p:cNvPr>
          <p:cNvCxnSpPr>
            <a:cxnSpLocks/>
          </p:cNvCxnSpPr>
          <p:nvPr/>
        </p:nvCxnSpPr>
        <p:spPr>
          <a:xfrm>
            <a:off x="2377457" y="2242127"/>
            <a:ext cx="720000" cy="0"/>
          </a:xfrm>
          <a:prstGeom prst="line">
            <a:avLst/>
          </a:prstGeom>
          <a:ln w="57150" cap="rnd">
            <a:solidFill>
              <a:srgbClr val="DB493D"/>
            </a:solidFill>
          </a:ln>
        </p:spPr>
        <p:style>
          <a:lnRef idx="1">
            <a:schemeClr val="accent1"/>
          </a:lnRef>
          <a:fillRef idx="0">
            <a:schemeClr val="accent1"/>
          </a:fillRef>
          <a:effectRef idx="0">
            <a:schemeClr val="accent1"/>
          </a:effectRef>
          <a:fontRef idx="minor">
            <a:schemeClr val="tx1"/>
          </a:fontRef>
        </p:style>
      </p:cxnSp>
      <p:sp>
        <p:nvSpPr>
          <p:cNvPr id="34" name="AutoShape 5">
            <a:extLst>
              <a:ext uri="{FF2B5EF4-FFF2-40B4-BE49-F238E27FC236}">
                <a16:creationId xmlns:a16="http://schemas.microsoft.com/office/drawing/2014/main" id="{9C79926D-A7E4-AB44-88CA-35B39C0B0F3B}"/>
              </a:ext>
            </a:extLst>
          </p:cNvPr>
          <p:cNvSpPr>
            <a:spLocks noChangeArrowheads="1"/>
          </p:cNvSpPr>
          <p:nvPr/>
        </p:nvSpPr>
        <p:spPr bwMode="auto">
          <a:xfrm>
            <a:off x="2404627" y="2320450"/>
            <a:ext cx="649538"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DB493D"/>
                </a:solidFill>
                <a:cs typeface="TheSansMono M5"/>
              </a:rPr>
              <a:t>high risk</a:t>
            </a:r>
          </a:p>
        </p:txBody>
      </p:sp>
      <p:sp>
        <p:nvSpPr>
          <p:cNvPr id="37" name="AutoShape 5">
            <a:extLst>
              <a:ext uri="{FF2B5EF4-FFF2-40B4-BE49-F238E27FC236}">
                <a16:creationId xmlns:a16="http://schemas.microsoft.com/office/drawing/2014/main" id="{A0F466DD-E497-0B47-9C89-D4A346F119C6}"/>
              </a:ext>
            </a:extLst>
          </p:cNvPr>
          <p:cNvSpPr>
            <a:spLocks noChangeArrowheads="1"/>
          </p:cNvSpPr>
          <p:nvPr/>
        </p:nvSpPr>
        <p:spPr bwMode="auto">
          <a:xfrm>
            <a:off x="3133984" y="2318493"/>
            <a:ext cx="888385"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EF981A"/>
                </a:solidFill>
                <a:cs typeface="TheSansMono M5"/>
              </a:rPr>
              <a:t>medium risk</a:t>
            </a:r>
          </a:p>
        </p:txBody>
      </p:sp>
      <p:cxnSp>
        <p:nvCxnSpPr>
          <p:cNvPr id="38" name="Straight Connector 37">
            <a:extLst>
              <a:ext uri="{FF2B5EF4-FFF2-40B4-BE49-F238E27FC236}">
                <a16:creationId xmlns:a16="http://schemas.microsoft.com/office/drawing/2014/main" id="{D061AE6C-EBE9-4F46-A618-ED7896ACA29D}"/>
              </a:ext>
            </a:extLst>
          </p:cNvPr>
          <p:cNvCxnSpPr>
            <a:cxnSpLocks/>
          </p:cNvCxnSpPr>
          <p:nvPr/>
        </p:nvCxnSpPr>
        <p:spPr>
          <a:xfrm>
            <a:off x="3216635" y="2242127"/>
            <a:ext cx="720000" cy="0"/>
          </a:xfrm>
          <a:prstGeom prst="line">
            <a:avLst/>
          </a:prstGeom>
          <a:ln w="57150" cap="rnd">
            <a:solidFill>
              <a:srgbClr val="EF981A"/>
            </a:solidFill>
          </a:ln>
        </p:spPr>
        <p:style>
          <a:lnRef idx="1">
            <a:schemeClr val="accent1"/>
          </a:lnRef>
          <a:fillRef idx="0">
            <a:schemeClr val="accent1"/>
          </a:fillRef>
          <a:effectRef idx="0">
            <a:schemeClr val="accent1"/>
          </a:effectRef>
          <a:fontRef idx="minor">
            <a:schemeClr val="tx1"/>
          </a:fontRef>
        </p:style>
      </p:cxnSp>
      <p:sp>
        <p:nvSpPr>
          <p:cNvPr id="41" name="AutoShape 5">
            <a:extLst>
              <a:ext uri="{FF2B5EF4-FFF2-40B4-BE49-F238E27FC236}">
                <a16:creationId xmlns:a16="http://schemas.microsoft.com/office/drawing/2014/main" id="{EA2FDCAB-455C-4E49-AF74-1E4FA9011BDE}"/>
              </a:ext>
            </a:extLst>
          </p:cNvPr>
          <p:cNvSpPr>
            <a:spLocks noChangeArrowheads="1"/>
          </p:cNvSpPr>
          <p:nvPr/>
        </p:nvSpPr>
        <p:spPr bwMode="auto">
          <a:xfrm>
            <a:off x="4094025" y="2313682"/>
            <a:ext cx="615297"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F8C740"/>
                </a:solidFill>
                <a:cs typeface="TheSansMono M5"/>
              </a:rPr>
              <a:t>low risk</a:t>
            </a:r>
          </a:p>
        </p:txBody>
      </p:sp>
      <p:cxnSp>
        <p:nvCxnSpPr>
          <p:cNvPr id="42" name="Straight Connector 41">
            <a:extLst>
              <a:ext uri="{FF2B5EF4-FFF2-40B4-BE49-F238E27FC236}">
                <a16:creationId xmlns:a16="http://schemas.microsoft.com/office/drawing/2014/main" id="{8D80D8D2-64AB-5B45-9E98-3024038CA8F5}"/>
              </a:ext>
            </a:extLst>
          </p:cNvPr>
          <p:cNvCxnSpPr>
            <a:cxnSpLocks/>
          </p:cNvCxnSpPr>
          <p:nvPr/>
        </p:nvCxnSpPr>
        <p:spPr>
          <a:xfrm>
            <a:off x="4050584" y="2242127"/>
            <a:ext cx="720000" cy="0"/>
          </a:xfrm>
          <a:prstGeom prst="line">
            <a:avLst/>
          </a:prstGeom>
          <a:ln w="57150" cap="rnd">
            <a:solidFill>
              <a:srgbClr val="F8C740"/>
            </a:solidFill>
          </a:ln>
        </p:spPr>
        <p:style>
          <a:lnRef idx="1">
            <a:schemeClr val="accent1"/>
          </a:lnRef>
          <a:fillRef idx="0">
            <a:schemeClr val="accent1"/>
          </a:fillRef>
          <a:effectRef idx="0">
            <a:schemeClr val="accent1"/>
          </a:effectRef>
          <a:fontRef idx="minor">
            <a:schemeClr val="tx1"/>
          </a:fontRef>
        </p:style>
      </p:cxnSp>
      <p:sp>
        <p:nvSpPr>
          <p:cNvPr id="45" name="AutoShape 5">
            <a:extLst>
              <a:ext uri="{FF2B5EF4-FFF2-40B4-BE49-F238E27FC236}">
                <a16:creationId xmlns:a16="http://schemas.microsoft.com/office/drawing/2014/main" id="{83EAF45F-0735-074F-B8DE-661963E387B1}"/>
              </a:ext>
            </a:extLst>
          </p:cNvPr>
          <p:cNvSpPr>
            <a:spLocks noChangeArrowheads="1"/>
          </p:cNvSpPr>
          <p:nvPr/>
        </p:nvSpPr>
        <p:spPr bwMode="auto">
          <a:xfrm>
            <a:off x="4878660" y="2318108"/>
            <a:ext cx="697627" cy="184666"/>
          </a:xfrm>
          <a:prstGeom prst="foldedCorner">
            <a:avLst>
              <a:gd name="adj" fmla="val 0"/>
            </a:avLst>
          </a:prstGeom>
          <a:noFill/>
          <a:ln w="6350" cmpd="sng">
            <a:noFill/>
            <a:round/>
            <a:headEnd/>
            <a:tailEnd/>
          </a:ln>
          <a:effectLst/>
        </p:spPr>
        <p:txBody>
          <a:bodyPr wrap="none" tIns="0" bIns="0">
            <a:spAutoFit/>
          </a:bodyPr>
          <a:lstStyle/>
          <a:p>
            <a:pPr algn="ctr">
              <a:defRPr/>
            </a:pPr>
            <a:r>
              <a:rPr lang="en-US" sz="1100" b="1" dirty="0">
                <a:solidFill>
                  <a:srgbClr val="57C968"/>
                </a:solidFill>
                <a:latin typeface="Calibri" panose="020F0502020204030204" pitchFamily="34" charset="0"/>
                <a:cs typeface="Calibri" panose="020F0502020204030204" pitchFamily="34" charset="0"/>
              </a:rPr>
              <a:t>✓</a:t>
            </a:r>
            <a:r>
              <a:rPr lang="en-US" sz="1200" dirty="0">
                <a:solidFill>
                  <a:srgbClr val="57C968"/>
                </a:solidFill>
              </a:rPr>
              <a:t> </a:t>
            </a:r>
            <a:r>
              <a:rPr lang="en-US" sz="1200" spc="-50" noProof="1">
                <a:solidFill>
                  <a:srgbClr val="57C968"/>
                </a:solidFill>
                <a:cs typeface="TheSansMono M5"/>
              </a:rPr>
              <a:t>no risk</a:t>
            </a:r>
          </a:p>
        </p:txBody>
      </p:sp>
      <p:cxnSp>
        <p:nvCxnSpPr>
          <p:cNvPr id="46" name="Straight Connector 45">
            <a:extLst>
              <a:ext uri="{FF2B5EF4-FFF2-40B4-BE49-F238E27FC236}">
                <a16:creationId xmlns:a16="http://schemas.microsoft.com/office/drawing/2014/main" id="{99335F77-CBBF-B24B-8F0A-85FCA257B10A}"/>
              </a:ext>
            </a:extLst>
          </p:cNvPr>
          <p:cNvCxnSpPr>
            <a:cxnSpLocks/>
          </p:cNvCxnSpPr>
          <p:nvPr/>
        </p:nvCxnSpPr>
        <p:spPr>
          <a:xfrm>
            <a:off x="4884540" y="2242127"/>
            <a:ext cx="720000" cy="0"/>
          </a:xfrm>
          <a:prstGeom prst="line">
            <a:avLst/>
          </a:prstGeom>
          <a:ln w="57150" cap="rnd">
            <a:solidFill>
              <a:srgbClr val="57C968"/>
            </a:solidFill>
          </a:ln>
        </p:spPr>
        <p:style>
          <a:lnRef idx="1">
            <a:schemeClr val="accent1"/>
          </a:lnRef>
          <a:fillRef idx="0">
            <a:schemeClr val="accent1"/>
          </a:fillRef>
          <a:effectRef idx="0">
            <a:schemeClr val="accent1"/>
          </a:effectRef>
          <a:fontRef idx="minor">
            <a:schemeClr val="tx1"/>
          </a:fontRef>
        </p:style>
      </p:cxnSp>
      <p:sp>
        <p:nvSpPr>
          <p:cNvPr id="48" name="Freeform 47">
            <a:extLst>
              <a:ext uri="{FF2B5EF4-FFF2-40B4-BE49-F238E27FC236}">
                <a16:creationId xmlns:a16="http://schemas.microsoft.com/office/drawing/2014/main" id="{91356441-694B-B541-8959-E690A83565FC}"/>
              </a:ext>
            </a:extLst>
          </p:cNvPr>
          <p:cNvSpPr/>
          <p:nvPr userDrawn="1"/>
        </p:nvSpPr>
        <p:spPr>
          <a:xfrm>
            <a:off x="373537" y="1870675"/>
            <a:ext cx="1078883" cy="721276"/>
          </a:xfrm>
          <a:custGeom>
            <a:avLst/>
            <a:gdLst>
              <a:gd name="connsiteX0" fmla="*/ 28050 w 1078883"/>
              <a:gd name="connsiteY0" fmla="*/ 0 h 721276"/>
              <a:gd name="connsiteX1" fmla="*/ 915239 w 1078883"/>
              <a:gd name="connsiteY1" fmla="*/ 0 h 721276"/>
              <a:gd name="connsiteX2" fmla="*/ 1078883 w 1078883"/>
              <a:gd name="connsiteY2" fmla="*/ 364710 h 721276"/>
              <a:gd name="connsiteX3" fmla="*/ 918893 w 1078883"/>
              <a:gd name="connsiteY3" fmla="*/ 721276 h 721276"/>
              <a:gd name="connsiteX4" fmla="*/ 28050 w 1078883"/>
              <a:gd name="connsiteY4" fmla="*/ 721276 h 721276"/>
              <a:gd name="connsiteX5" fmla="*/ 0 w 1078883"/>
              <a:gd name="connsiteY5" fmla="*/ 693226 h 721276"/>
              <a:gd name="connsiteX6" fmla="*/ 0 w 1078883"/>
              <a:gd name="connsiteY6" fmla="*/ 28050 h 721276"/>
              <a:gd name="connsiteX7" fmla="*/ 28050 w 1078883"/>
              <a:gd name="connsiteY7" fmla="*/ 0 h 721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883" h="721276">
                <a:moveTo>
                  <a:pt x="28050" y="0"/>
                </a:moveTo>
                <a:lnTo>
                  <a:pt x="915239" y="0"/>
                </a:lnTo>
                <a:lnTo>
                  <a:pt x="1078883" y="364710"/>
                </a:lnTo>
                <a:lnTo>
                  <a:pt x="918893" y="721276"/>
                </a:lnTo>
                <a:lnTo>
                  <a:pt x="28050" y="721276"/>
                </a:lnTo>
                <a:cubicBezTo>
                  <a:pt x="12558" y="721276"/>
                  <a:pt x="0" y="708718"/>
                  <a:pt x="0" y="693226"/>
                </a:cubicBezTo>
                <a:lnTo>
                  <a:pt x="0" y="28050"/>
                </a:lnTo>
                <a:cubicBezTo>
                  <a:pt x="0" y="12558"/>
                  <a:pt x="12558" y="0"/>
                  <a:pt x="28050" y="0"/>
                </a:cubicBezTo>
                <a:close/>
              </a:path>
            </a:pathLst>
          </a:custGeom>
          <a:gradFill>
            <a:gsLst>
              <a:gs pos="100000">
                <a:srgbClr val="88ADF5"/>
              </a:gs>
              <a:gs pos="76000">
                <a:schemeClr val="accent3">
                  <a:alpha val="25000"/>
                </a:schemeClr>
              </a:gs>
              <a:gs pos="0">
                <a:schemeClr val="accent3">
                  <a:alpha val="0"/>
                </a:schemeClr>
              </a:gs>
            </a:gsLst>
            <a:lin ang="2700000" scaled="0"/>
          </a:gradFill>
          <a:ln w="9525">
            <a:solidFill>
              <a:schemeClr val="accent3">
                <a:alpha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50" name="AutoShape 5">
            <a:extLst>
              <a:ext uri="{FF2B5EF4-FFF2-40B4-BE49-F238E27FC236}">
                <a16:creationId xmlns:a16="http://schemas.microsoft.com/office/drawing/2014/main" id="{A85B6768-8DD0-3840-98FF-EA35442768A0}"/>
              </a:ext>
            </a:extLst>
          </p:cNvPr>
          <p:cNvSpPr>
            <a:spLocks noChangeArrowheads="1"/>
          </p:cNvSpPr>
          <p:nvPr userDrawn="1"/>
        </p:nvSpPr>
        <p:spPr bwMode="auto">
          <a:xfrm>
            <a:off x="373537" y="2159794"/>
            <a:ext cx="946336" cy="338554"/>
          </a:xfrm>
          <a:prstGeom prst="foldedCorner">
            <a:avLst>
              <a:gd name="adj" fmla="val 0"/>
            </a:avLst>
          </a:prstGeom>
          <a:noFill/>
          <a:ln w="6350" cmpd="sng">
            <a:noFill/>
            <a:round/>
            <a:headEnd/>
            <a:tailEnd/>
          </a:ln>
          <a:effectLst/>
        </p:spPr>
        <p:txBody>
          <a:bodyPr wrap="square" lIns="36000" tIns="0" rIns="36000" bIns="0">
            <a:spAutoFit/>
          </a:bodyPr>
          <a:lstStyle/>
          <a:p>
            <a:pPr algn="ctr">
              <a:defRPr/>
            </a:pPr>
            <a:r>
              <a:rPr lang="en-US" sz="1100" dirty="0">
                <a:solidFill>
                  <a:schemeClr val="accent2"/>
                </a:solidFill>
                <a:latin typeface="Calibri" panose="020F0502020204030204" pitchFamily="34" charset="0"/>
                <a:cs typeface="Calibri" panose="020F0502020204030204" pitchFamily="34" charset="0"/>
              </a:rPr>
              <a:t>external</a:t>
            </a:r>
            <a:br>
              <a:rPr lang="en-US" sz="1100" dirty="0">
                <a:solidFill>
                  <a:schemeClr val="accent2"/>
                </a:solidFill>
                <a:latin typeface="Calibri" panose="020F0502020204030204" pitchFamily="34" charset="0"/>
                <a:cs typeface="Calibri" panose="020F0502020204030204" pitchFamily="34" charset="0"/>
              </a:rPr>
            </a:br>
            <a:r>
              <a:rPr lang="en-US" sz="1100" dirty="0">
                <a:solidFill>
                  <a:schemeClr val="accent2"/>
                </a:solidFill>
                <a:latin typeface="Calibri" panose="020F0502020204030204" pitchFamily="34" charset="0"/>
                <a:cs typeface="Calibri" panose="020F0502020204030204" pitchFamily="34" charset="0"/>
              </a:rPr>
              <a:t>dependencies</a:t>
            </a:r>
            <a:endParaRPr lang="en-US" sz="1200" spc="-50" noProof="1">
              <a:solidFill>
                <a:schemeClr val="accent2"/>
              </a:solidFill>
              <a:cs typeface="TheSansMono M5"/>
            </a:endParaRPr>
          </a:p>
        </p:txBody>
      </p:sp>
      <p:sp>
        <p:nvSpPr>
          <p:cNvPr id="52" name="TextBox 51">
            <a:extLst>
              <a:ext uri="{FF2B5EF4-FFF2-40B4-BE49-F238E27FC236}">
                <a16:creationId xmlns:a16="http://schemas.microsoft.com/office/drawing/2014/main" id="{BCF23A31-FB0D-E745-BDFB-363075187412}"/>
              </a:ext>
            </a:extLst>
          </p:cNvPr>
          <p:cNvSpPr txBox="1"/>
          <p:nvPr userDrawn="1"/>
        </p:nvSpPr>
        <p:spPr>
          <a:xfrm>
            <a:off x="373537" y="5569608"/>
            <a:ext cx="2549071" cy="289438"/>
          </a:xfrm>
          <a:prstGeom prst="rect">
            <a:avLst/>
          </a:prstGeom>
          <a:noFill/>
        </p:spPr>
        <p:txBody>
          <a:bodyPr wrap="square" lIns="90000" rtlCol="0" anchor="t">
            <a:spAutoFit/>
          </a:bodyPr>
          <a:lstStyle/>
          <a:p>
            <a:pPr algn="r">
              <a:lnSpc>
                <a:spcPct val="113000"/>
              </a:lnSpc>
            </a:pPr>
            <a:r>
              <a:rPr lang="en-US" sz="1200" dirty="0">
                <a:solidFill>
                  <a:schemeClr val="tx1">
                    <a:alpha val="50000"/>
                  </a:schemeClr>
                </a:solidFill>
              </a:rPr>
              <a:t>Number of dependencies:</a:t>
            </a:r>
          </a:p>
        </p:txBody>
      </p:sp>
      <p:sp>
        <p:nvSpPr>
          <p:cNvPr id="53" name="TextBox 52">
            <a:extLst>
              <a:ext uri="{FF2B5EF4-FFF2-40B4-BE49-F238E27FC236}">
                <a16:creationId xmlns:a16="http://schemas.microsoft.com/office/drawing/2014/main" id="{FC627EA2-AE44-A843-8263-F7C250ED20AD}"/>
              </a:ext>
            </a:extLst>
          </p:cNvPr>
          <p:cNvSpPr txBox="1"/>
          <p:nvPr userDrawn="1"/>
        </p:nvSpPr>
        <p:spPr>
          <a:xfrm>
            <a:off x="131435" y="2846815"/>
            <a:ext cx="2448628" cy="2628220"/>
          </a:xfrm>
          <a:prstGeom prst="rect">
            <a:avLst/>
          </a:prstGeom>
          <a:noFill/>
        </p:spPr>
        <p:txBody>
          <a:bodyPr wrap="square" lIns="90000" rtlCol="0" anchor="t">
            <a:spAutoFit/>
          </a:bodyPr>
          <a:lstStyle/>
          <a:p>
            <a:pPr algn="r">
              <a:lnSpc>
                <a:spcPct val="235000"/>
              </a:lnSpc>
            </a:pPr>
            <a:r>
              <a:rPr lang="en-US" sz="1200" dirty="0">
                <a:solidFill>
                  <a:schemeClr val="tx1"/>
                </a:solidFill>
              </a:rPr>
              <a:t>Libraries with </a:t>
            </a:r>
            <a:r>
              <a:rPr lang="en-US" sz="1200" b="1" dirty="0">
                <a:solidFill>
                  <a:schemeClr val="tx1"/>
                </a:solidFill>
              </a:rPr>
              <a:t>vulnerability </a:t>
            </a:r>
            <a:r>
              <a:rPr lang="en-US" sz="1200" dirty="0">
                <a:solidFill>
                  <a:schemeClr val="tx1"/>
                </a:solidFill>
              </a:rPr>
              <a:t>risk</a:t>
            </a:r>
          </a:p>
          <a:p>
            <a:pPr marL="0" marR="0" lvl="0" indent="0" algn="r" defTabSz="914400" rtl="0" eaLnBrk="1" fontAlgn="auto" latinLnBrk="0" hangingPunct="1">
              <a:lnSpc>
                <a:spcPct val="235000"/>
              </a:lnSpc>
              <a:spcBef>
                <a:spcPts val="0"/>
              </a:spcBef>
              <a:spcAft>
                <a:spcPts val="0"/>
              </a:spcAft>
              <a:buClrTx/>
              <a:buSzTx/>
              <a:buFontTx/>
              <a:buNone/>
              <a:tabLst/>
              <a:defRPr/>
            </a:pPr>
            <a:r>
              <a:rPr lang="en-US" sz="1200" dirty="0">
                <a:solidFill>
                  <a:schemeClr val="tx1"/>
                </a:solidFill>
              </a:rPr>
              <a:t>Libraries with </a:t>
            </a:r>
            <a:r>
              <a:rPr lang="en-US" sz="1200" b="1" dirty="0">
                <a:solidFill>
                  <a:schemeClr val="tx1"/>
                </a:solidFill>
              </a:rPr>
              <a:t>legal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freshness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stability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management </a:t>
            </a:r>
            <a:r>
              <a:rPr lang="en-US" sz="1200" dirty="0">
                <a:solidFill>
                  <a:schemeClr val="tx1"/>
                </a:solidFill>
              </a:rPr>
              <a:t>risk</a:t>
            </a:r>
          </a:p>
          <a:p>
            <a:pPr marL="0" marR="0" lvl="0" indent="0" algn="r" defTabSz="914400" rtl="0" eaLnBrk="1" fontAlgn="auto" latinLnBrk="0" hangingPunct="1">
              <a:lnSpc>
                <a:spcPct val="235000"/>
              </a:lnSpc>
              <a:spcBef>
                <a:spcPts val="0"/>
              </a:spcBef>
              <a:spcAft>
                <a:spcPts val="0"/>
              </a:spcAft>
              <a:buClrTx/>
              <a:buSzTx/>
              <a:buFontTx/>
              <a:buNone/>
              <a:tabLst/>
              <a:defRPr/>
            </a:pPr>
            <a:r>
              <a:rPr lang="en-US" sz="1200" dirty="0">
                <a:solidFill>
                  <a:schemeClr val="tx1"/>
                </a:solidFill>
              </a:rPr>
              <a:t>Libraries with </a:t>
            </a:r>
            <a:r>
              <a:rPr lang="en-US" sz="1200" b="1" dirty="0">
                <a:solidFill>
                  <a:schemeClr val="tx1"/>
                </a:solidFill>
              </a:rPr>
              <a:t>activity </a:t>
            </a:r>
            <a:r>
              <a:rPr lang="en-US" sz="1200" dirty="0">
                <a:solidFill>
                  <a:schemeClr val="tx1"/>
                </a:solidFill>
              </a:rPr>
              <a:t>risk</a:t>
            </a:r>
          </a:p>
        </p:txBody>
      </p:sp>
      <p:sp>
        <p:nvSpPr>
          <p:cNvPr id="55" name="Content Placeholder 2">
            <a:extLst>
              <a:ext uri="{FF2B5EF4-FFF2-40B4-BE49-F238E27FC236}">
                <a16:creationId xmlns:a16="http://schemas.microsoft.com/office/drawing/2014/main" id="{C8989BBF-287E-B847-9CAC-6DA102EFBD4A}"/>
              </a:ext>
            </a:extLst>
          </p:cNvPr>
          <p:cNvSpPr>
            <a:spLocks noGrp="1"/>
          </p:cNvSpPr>
          <p:nvPr>
            <p:ph sz="quarter" idx="13" hasCustomPrompt="1"/>
          </p:nvPr>
        </p:nvSpPr>
        <p:spPr>
          <a:xfrm>
            <a:off x="6420006" y="1421846"/>
            <a:ext cx="5614794" cy="4896154"/>
          </a:xfrm>
        </p:spPr>
        <p:txBody>
          <a:bodyPr>
            <a:noAutofit/>
          </a:bodyPr>
          <a:lstStyle>
            <a:lvl1pPr marL="285750" indent="-279400">
              <a:buFont typeface="Arial" panose="020B0604020202020204" pitchFamily="34" charset="0"/>
              <a:buChar char="•"/>
              <a:tabLst/>
              <a:defRPr>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
        <p:nvSpPr>
          <p:cNvPr id="56" name="Text Placeholder 2">
            <a:extLst>
              <a:ext uri="{FF2B5EF4-FFF2-40B4-BE49-F238E27FC236}">
                <a16:creationId xmlns:a16="http://schemas.microsoft.com/office/drawing/2014/main" id="{8FE26B8D-BD73-4444-8D0F-1248DE1DD5BD}"/>
              </a:ext>
            </a:extLst>
          </p:cNvPr>
          <p:cNvSpPr>
            <a:spLocks noGrp="1"/>
          </p:cNvSpPr>
          <p:nvPr>
            <p:ph type="body" sz="quarter" idx="14" hasCustomPrompt="1"/>
          </p:nvPr>
        </p:nvSpPr>
        <p:spPr>
          <a:xfrm>
            <a:off x="440738" y="1894014"/>
            <a:ext cx="835106" cy="265112"/>
          </a:xfrm>
        </p:spPr>
        <p:txBody>
          <a:bodyPr lIns="0" rIns="0" anchor="ctr">
            <a:noAutofit/>
          </a:bodyPr>
          <a:lstStyle>
            <a:lvl1pPr marL="0" indent="0" algn="ctr">
              <a:buFont typeface="Arial" panose="020B0604020202020204" pitchFamily="34" charset="0"/>
              <a:buNone/>
              <a:defRPr sz="1600" b="1">
                <a:solidFill>
                  <a:schemeClr val="accent2"/>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58" name="Text Placeholder 2">
            <a:extLst>
              <a:ext uri="{FF2B5EF4-FFF2-40B4-BE49-F238E27FC236}">
                <a16:creationId xmlns:a16="http://schemas.microsoft.com/office/drawing/2014/main" id="{EDC22544-D9BC-B244-939B-9E83862D4EF4}"/>
              </a:ext>
            </a:extLst>
          </p:cNvPr>
          <p:cNvSpPr>
            <a:spLocks noGrp="1"/>
          </p:cNvSpPr>
          <p:nvPr>
            <p:ph type="body" sz="quarter" idx="15" hasCustomPrompt="1"/>
          </p:nvPr>
        </p:nvSpPr>
        <p:spPr>
          <a:xfrm>
            <a:off x="2366159" y="1894014"/>
            <a:ext cx="734436" cy="265112"/>
          </a:xfrm>
        </p:spPr>
        <p:txBody>
          <a:bodyPr lIns="0" rIns="0" anchor="ctr">
            <a:noAutofit/>
          </a:bodyPr>
          <a:lstStyle>
            <a:lvl1pPr marL="0" indent="0" algn="ctr">
              <a:buFont typeface="Arial" panose="020B0604020202020204" pitchFamily="34" charset="0"/>
              <a:buNone/>
              <a:defRPr sz="1600" b="1">
                <a:solidFill>
                  <a:srgbClr val="DC4A3D"/>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0" name="Text Placeholder 2">
            <a:extLst>
              <a:ext uri="{FF2B5EF4-FFF2-40B4-BE49-F238E27FC236}">
                <a16:creationId xmlns:a16="http://schemas.microsoft.com/office/drawing/2014/main" id="{BB9C82F9-0A2D-9945-BB70-9C7924044338}"/>
              </a:ext>
            </a:extLst>
          </p:cNvPr>
          <p:cNvSpPr>
            <a:spLocks noGrp="1"/>
          </p:cNvSpPr>
          <p:nvPr>
            <p:ph type="body" sz="quarter" idx="16" hasCustomPrompt="1"/>
          </p:nvPr>
        </p:nvSpPr>
        <p:spPr>
          <a:xfrm>
            <a:off x="3188761" y="1894014"/>
            <a:ext cx="760514" cy="265112"/>
          </a:xfrm>
        </p:spPr>
        <p:txBody>
          <a:bodyPr lIns="0" rIns="0" anchor="ctr">
            <a:noAutofit/>
          </a:bodyPr>
          <a:lstStyle>
            <a:lvl1pPr marL="0" indent="0" algn="ctr">
              <a:buFont typeface="Arial" panose="020B0604020202020204" pitchFamily="34" charset="0"/>
              <a:buNone/>
              <a:defRPr sz="1600" b="1">
                <a:solidFill>
                  <a:srgbClr val="F09A19"/>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1" name="Text Placeholder 2">
            <a:extLst>
              <a:ext uri="{FF2B5EF4-FFF2-40B4-BE49-F238E27FC236}">
                <a16:creationId xmlns:a16="http://schemas.microsoft.com/office/drawing/2014/main" id="{4F6EE5E4-7412-804B-AB0B-2612A9AEF197}"/>
              </a:ext>
            </a:extLst>
          </p:cNvPr>
          <p:cNvSpPr>
            <a:spLocks noGrp="1"/>
          </p:cNvSpPr>
          <p:nvPr>
            <p:ph type="body" sz="quarter" idx="17" hasCustomPrompt="1"/>
          </p:nvPr>
        </p:nvSpPr>
        <p:spPr>
          <a:xfrm>
            <a:off x="4023661" y="1894014"/>
            <a:ext cx="760514" cy="265112"/>
          </a:xfrm>
        </p:spPr>
        <p:txBody>
          <a:bodyPr lIns="0" rIns="0" anchor="ctr">
            <a:noAutofit/>
          </a:bodyPr>
          <a:lstStyle>
            <a:lvl1pPr marL="0" indent="0" algn="ctr">
              <a:buFont typeface="Arial" panose="020B0604020202020204" pitchFamily="34" charset="0"/>
              <a:buNone/>
              <a:defRPr sz="1600" b="1">
                <a:solidFill>
                  <a:srgbClr val="F8C818"/>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2" name="Text Placeholder 2">
            <a:extLst>
              <a:ext uri="{FF2B5EF4-FFF2-40B4-BE49-F238E27FC236}">
                <a16:creationId xmlns:a16="http://schemas.microsoft.com/office/drawing/2014/main" id="{20222DCE-C402-BC42-9510-1717F16DF891}"/>
              </a:ext>
            </a:extLst>
          </p:cNvPr>
          <p:cNvSpPr>
            <a:spLocks noGrp="1"/>
          </p:cNvSpPr>
          <p:nvPr>
            <p:ph type="body" sz="quarter" idx="18" hasCustomPrompt="1"/>
          </p:nvPr>
        </p:nvSpPr>
        <p:spPr>
          <a:xfrm>
            <a:off x="4842179" y="1894014"/>
            <a:ext cx="776867" cy="265112"/>
          </a:xfrm>
        </p:spPr>
        <p:txBody>
          <a:bodyPr lIns="0" rIns="0" anchor="ctr">
            <a:noAutofit/>
          </a:bodyPr>
          <a:lstStyle>
            <a:lvl1pPr marL="0" indent="0" algn="ctr">
              <a:buFont typeface="Arial" panose="020B0604020202020204" pitchFamily="34" charset="0"/>
              <a:buNone/>
              <a:defRPr sz="1600" b="1">
                <a:solidFill>
                  <a:srgbClr val="57C968"/>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cxnSp>
        <p:nvCxnSpPr>
          <p:cNvPr id="6" name="Straight Connector 5">
            <a:extLst>
              <a:ext uri="{FF2B5EF4-FFF2-40B4-BE49-F238E27FC236}">
                <a16:creationId xmlns:a16="http://schemas.microsoft.com/office/drawing/2014/main" id="{D3B0C8CF-791F-18E5-4333-1B6A84495D38}"/>
              </a:ext>
            </a:extLst>
          </p:cNvPr>
          <p:cNvCxnSpPr>
            <a:cxnSpLocks/>
          </p:cNvCxnSpPr>
          <p:nvPr userDrawn="1"/>
        </p:nvCxnSpPr>
        <p:spPr>
          <a:xfrm>
            <a:off x="1540363" y="2237012"/>
            <a:ext cx="720000" cy="0"/>
          </a:xfrm>
          <a:prstGeom prst="line">
            <a:avLst/>
          </a:prstGeom>
          <a:ln w="57150" cap="rnd">
            <a:solidFill>
              <a:srgbClr val="910714"/>
            </a:solidFill>
          </a:ln>
        </p:spPr>
        <p:style>
          <a:lnRef idx="1">
            <a:schemeClr val="accent1"/>
          </a:lnRef>
          <a:fillRef idx="0">
            <a:schemeClr val="accent1"/>
          </a:fillRef>
          <a:effectRef idx="0">
            <a:schemeClr val="accent1"/>
          </a:effectRef>
          <a:fontRef idx="minor">
            <a:schemeClr val="tx1"/>
          </a:fontRef>
        </p:style>
      </p:cxnSp>
      <p:sp>
        <p:nvSpPr>
          <p:cNvPr id="7" name="AutoShape 5">
            <a:extLst>
              <a:ext uri="{FF2B5EF4-FFF2-40B4-BE49-F238E27FC236}">
                <a16:creationId xmlns:a16="http://schemas.microsoft.com/office/drawing/2014/main" id="{D8BC2DDE-6625-F621-EC94-783A87A7B4F3}"/>
              </a:ext>
            </a:extLst>
          </p:cNvPr>
          <p:cNvSpPr>
            <a:spLocks noChangeArrowheads="1"/>
          </p:cNvSpPr>
          <p:nvPr userDrawn="1"/>
        </p:nvSpPr>
        <p:spPr bwMode="auto">
          <a:xfrm>
            <a:off x="1507263" y="2315335"/>
            <a:ext cx="770084"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910714"/>
                </a:solidFill>
                <a:cs typeface="TheSansMono M5"/>
              </a:rPr>
              <a:t>critical risk</a:t>
            </a:r>
          </a:p>
        </p:txBody>
      </p:sp>
      <p:sp>
        <p:nvSpPr>
          <p:cNvPr id="43" name="Text Placeholder 2">
            <a:extLst>
              <a:ext uri="{FF2B5EF4-FFF2-40B4-BE49-F238E27FC236}">
                <a16:creationId xmlns:a16="http://schemas.microsoft.com/office/drawing/2014/main" id="{CAAE3B6A-A32C-2E31-61A0-D3B86C8941C9}"/>
              </a:ext>
            </a:extLst>
          </p:cNvPr>
          <p:cNvSpPr>
            <a:spLocks noGrp="1"/>
          </p:cNvSpPr>
          <p:nvPr>
            <p:ph type="body" sz="quarter" idx="19" hasCustomPrompt="1"/>
          </p:nvPr>
        </p:nvSpPr>
        <p:spPr>
          <a:xfrm>
            <a:off x="1529065" y="1888899"/>
            <a:ext cx="734436" cy="265112"/>
          </a:xfrm>
        </p:spPr>
        <p:txBody>
          <a:bodyPr lIns="0" rIns="0" anchor="ctr">
            <a:noAutofit/>
          </a:bodyPr>
          <a:lstStyle>
            <a:lvl1pPr marL="0" indent="0" algn="ctr">
              <a:buFont typeface="Arial" panose="020B0604020202020204" pitchFamily="34" charset="0"/>
              <a:buNone/>
              <a:defRPr sz="1600" b="1">
                <a:solidFill>
                  <a:srgbClr val="910614"/>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2" name="Titel 1">
            <a:extLst>
              <a:ext uri="{FF2B5EF4-FFF2-40B4-BE49-F238E27FC236}">
                <a16:creationId xmlns:a16="http://schemas.microsoft.com/office/drawing/2014/main" id="{85F2A81F-5932-87E7-D36E-A48D21EE92CB}"/>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 name="Tijdelijke aanduiding voor dianummer 3">
            <a:extLst>
              <a:ext uri="{FF2B5EF4-FFF2-40B4-BE49-F238E27FC236}">
                <a16:creationId xmlns:a16="http://schemas.microsoft.com/office/drawing/2014/main" id="{C4399855-F056-C1EA-96E3-8F6B2FE87A89}"/>
              </a:ext>
            </a:extLst>
          </p:cNvPr>
          <p:cNvSpPr>
            <a:spLocks noGrp="1"/>
          </p:cNvSpPr>
          <p:nvPr>
            <p:ph type="sldNum" sz="quarter" idx="21"/>
          </p:nvPr>
        </p:nvSpPr>
        <p:spPr/>
        <p:txBody>
          <a:bodyPr/>
          <a:lstStyle/>
          <a:p>
            <a:fld id="{E242BD21-9B61-2246-BCB1-4BE5E1BEBE1C}" type="slidenum">
              <a:rPr lang="nl-NL" smtClean="0"/>
              <a:pPr/>
              <a:t>‹#›</a:t>
            </a:fld>
            <a:endParaRPr lang="nl-NL"/>
          </a:p>
        </p:txBody>
      </p:sp>
      <p:sp>
        <p:nvSpPr>
          <p:cNvPr id="5" name="Text Placeholder 4">
            <a:extLst>
              <a:ext uri="{FF2B5EF4-FFF2-40B4-BE49-F238E27FC236}">
                <a16:creationId xmlns:a16="http://schemas.microsoft.com/office/drawing/2014/main" id="{B55AD1E1-E49C-07DA-9E88-2A64DC932614}"/>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pic>
        <p:nvPicPr>
          <p:cNvPr id="9" name="Graphic 8">
            <a:extLst>
              <a:ext uri="{FF2B5EF4-FFF2-40B4-BE49-F238E27FC236}">
                <a16:creationId xmlns:a16="http://schemas.microsoft.com/office/drawing/2014/main" id="{13C657A4-EEB4-0690-E4D3-B51FF0CFAE25}"/>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2598967" y="4332165"/>
            <a:ext cx="247597" cy="247597"/>
          </a:xfrm>
          <a:prstGeom prst="rect">
            <a:avLst/>
          </a:prstGeom>
        </p:spPr>
      </p:pic>
      <p:pic>
        <p:nvPicPr>
          <p:cNvPr id="11" name="Graphic 10">
            <a:extLst>
              <a:ext uri="{FF2B5EF4-FFF2-40B4-BE49-F238E27FC236}">
                <a16:creationId xmlns:a16="http://schemas.microsoft.com/office/drawing/2014/main" id="{299DC8D9-DC6F-6B68-C30E-D89F7A9C4313}"/>
              </a:ext>
            </a:extLst>
          </p:cNvPr>
          <p:cNvPicPr>
            <a:picLocks noChangeAspect="1"/>
          </p:cNvPicPr>
          <p:nvPr userDrawn="1"/>
        </p:nvPicPr>
        <p:blipFill>
          <a:blip>
            <a:alphaModFix amt="80000"/>
            <a:lum bright="-100000"/>
            <a:extLst>
              <a:ext uri="{96DAC541-7B7A-43D3-8B79-37D633B846F1}">
                <asvg:svgBlip xmlns:asvg="http://schemas.microsoft.com/office/drawing/2016/SVG/main" r:embed="rId7"/>
              </a:ext>
            </a:extLst>
          </a:blip>
          <a:stretch>
            <a:fillRect/>
          </a:stretch>
        </p:blipFill>
        <p:spPr>
          <a:xfrm>
            <a:off x="2608465" y="5199916"/>
            <a:ext cx="228600" cy="228600"/>
          </a:xfrm>
          <a:prstGeom prst="rect">
            <a:avLst/>
          </a:prstGeom>
        </p:spPr>
      </p:pic>
      <p:sp>
        <p:nvSpPr>
          <p:cNvPr id="8" name="Footer Placeholder 5">
            <a:extLst>
              <a:ext uri="{FF2B5EF4-FFF2-40B4-BE49-F238E27FC236}">
                <a16:creationId xmlns:a16="http://schemas.microsoft.com/office/drawing/2014/main" id="{88F0C024-5ADF-C9D1-7E6D-DA7E7F352B1B}"/>
              </a:ext>
            </a:extLst>
          </p:cNvPr>
          <p:cNvSpPr>
            <a:spLocks noGrp="1"/>
          </p:cNvSpPr>
          <p:nvPr>
            <p:ph type="ftr" sz="quarter" idx="3"/>
          </p:nvPr>
        </p:nvSpPr>
        <p:spPr>
          <a:xfrm>
            <a:off x="194555" y="6388767"/>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658975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wo columns contrast">
    <p:spTree>
      <p:nvGrpSpPr>
        <p:cNvPr id="1" name=""/>
        <p:cNvGrpSpPr/>
        <p:nvPr/>
      </p:nvGrpSpPr>
      <p:grpSpPr>
        <a:xfrm>
          <a:off x="0" y="0"/>
          <a:ext cx="0" cy="0"/>
          <a:chOff x="0" y="0"/>
          <a:chExt cx="0" cy="0"/>
        </a:xfrm>
      </p:grpSpPr>
      <p:sp>
        <p:nvSpPr>
          <p:cNvPr id="7" name="Afgeronde rechthoek 6">
            <a:extLst>
              <a:ext uri="{FF2B5EF4-FFF2-40B4-BE49-F238E27FC236}">
                <a16:creationId xmlns:a16="http://schemas.microsoft.com/office/drawing/2014/main" id="{6FD09EEF-BB28-B8AC-FB2E-AFBFB45B0D20}"/>
              </a:ext>
            </a:extLst>
          </p:cNvPr>
          <p:cNvSpPr/>
          <p:nvPr userDrawn="1"/>
        </p:nvSpPr>
        <p:spPr>
          <a:xfrm>
            <a:off x="6177600" y="1411200"/>
            <a:ext cx="5864400" cy="4842000"/>
          </a:xfrm>
          <a:prstGeom prst="roundRect">
            <a:avLst>
              <a:gd name="adj" fmla="val 2323"/>
            </a:avLst>
          </a:prstGeom>
          <a:gradFill>
            <a:gsLst>
              <a:gs pos="4000">
                <a:schemeClr val="accent3"/>
              </a:gs>
              <a:gs pos="41000">
                <a:schemeClr val="accent3">
                  <a:lumMod val="20000"/>
                  <a:lumOff val="80000"/>
                </a:schemeClr>
              </a:gs>
              <a:gs pos="22000">
                <a:schemeClr val="accent3">
                  <a:lumMod val="60000"/>
                  <a:lumOff val="40000"/>
                  <a:alpha val="73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tx2"/>
              </a:solidFill>
            </a:endParaRPr>
          </a:p>
        </p:txBody>
      </p:sp>
      <p:sp>
        <p:nvSpPr>
          <p:cNvPr id="23" name="Text Placeholder 4">
            <a:extLst>
              <a:ext uri="{FF2B5EF4-FFF2-40B4-BE49-F238E27FC236}">
                <a16:creationId xmlns:a16="http://schemas.microsoft.com/office/drawing/2014/main" id="{49C73C1F-AEDD-7D45-8181-915FDFA10140}"/>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
        <p:nvSpPr>
          <p:cNvPr id="13" name="Content Placeholder 2">
            <a:extLst>
              <a:ext uri="{FF2B5EF4-FFF2-40B4-BE49-F238E27FC236}">
                <a16:creationId xmlns:a16="http://schemas.microsoft.com/office/drawing/2014/main" id="{F3655483-73D5-1842-B980-1CB68BC0E61E}"/>
              </a:ext>
            </a:extLst>
          </p:cNvPr>
          <p:cNvSpPr>
            <a:spLocks noGrp="1"/>
          </p:cNvSpPr>
          <p:nvPr>
            <p:ph sz="quarter" idx="19" hasCustomPrompt="1"/>
          </p:nvPr>
        </p:nvSpPr>
        <p:spPr>
          <a:xfrm>
            <a:off x="154800" y="1411200"/>
            <a:ext cx="5864400" cy="4842000"/>
          </a:xfrm>
        </p:spPr>
        <p:txBody>
          <a:bodyPr lIns="216000" tIns="144000" rIns="234000" bIns="46800">
            <a:noAutofit/>
          </a:bodyPr>
          <a:lstStyle>
            <a:lvl1pPr marL="0" indent="0">
              <a:buNone/>
              <a:tabLst/>
              <a:defRPr/>
            </a:lvl1pPr>
          </a:lstStyle>
          <a:p>
            <a:pPr lvl="0"/>
            <a:r>
              <a:rPr lang="en-US" dirty="0"/>
              <a:t>Insert content text (headers in bold)</a:t>
            </a:r>
          </a:p>
        </p:txBody>
      </p:sp>
      <p:sp>
        <p:nvSpPr>
          <p:cNvPr id="14" name="Content Placeholder 2">
            <a:extLst>
              <a:ext uri="{FF2B5EF4-FFF2-40B4-BE49-F238E27FC236}">
                <a16:creationId xmlns:a16="http://schemas.microsoft.com/office/drawing/2014/main" id="{DC502811-F846-1F49-AD36-092A6CA4C35B}"/>
              </a:ext>
            </a:extLst>
          </p:cNvPr>
          <p:cNvSpPr>
            <a:spLocks noGrp="1"/>
          </p:cNvSpPr>
          <p:nvPr>
            <p:ph sz="quarter" idx="20" hasCustomPrompt="1"/>
          </p:nvPr>
        </p:nvSpPr>
        <p:spPr>
          <a:xfrm>
            <a:off x="6177600" y="1411200"/>
            <a:ext cx="5857200" cy="4842000"/>
          </a:xfrm>
        </p:spPr>
        <p:txBody>
          <a:bodyPr lIns="216000" tIns="144000" rIns="234000">
            <a:noAutofit/>
          </a:bodyPr>
          <a:lstStyle>
            <a:lvl1pPr marL="0" indent="0">
              <a:buClr>
                <a:schemeClr val="bg1"/>
              </a:buClr>
              <a:buFont typeface="Arial" panose="020B0604020202020204" pitchFamily="34" charset="0"/>
              <a:buNone/>
              <a:tabLst/>
              <a:defRPr>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
        <p:nvSpPr>
          <p:cNvPr id="3" name="Titel 2">
            <a:extLst>
              <a:ext uri="{FF2B5EF4-FFF2-40B4-BE49-F238E27FC236}">
                <a16:creationId xmlns:a16="http://schemas.microsoft.com/office/drawing/2014/main" id="{2422C793-2D13-F535-BEFA-DC122F4C82ED}"/>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6" name="Tijdelijke aanduiding voor dianummer 5">
            <a:extLst>
              <a:ext uri="{FF2B5EF4-FFF2-40B4-BE49-F238E27FC236}">
                <a16:creationId xmlns:a16="http://schemas.microsoft.com/office/drawing/2014/main" id="{3F226FF6-730A-BC17-4F44-E26B1A5C5B4F}"/>
              </a:ext>
            </a:extLst>
          </p:cNvPr>
          <p:cNvSpPr>
            <a:spLocks noGrp="1"/>
          </p:cNvSpPr>
          <p:nvPr>
            <p:ph type="sldNum" sz="quarter" idx="22"/>
          </p:nvPr>
        </p:nvSpPr>
        <p:spPr/>
        <p:txBody>
          <a:bodyPr/>
          <a:lstStyle/>
          <a:p>
            <a:fld id="{E242BD21-9B61-2246-BCB1-4BE5E1BEBE1C}" type="slidenum">
              <a:rPr lang="nl-NL" smtClean="0"/>
              <a:pPr/>
              <a:t>‹#›</a:t>
            </a:fld>
            <a:endParaRPr lang="nl-NL"/>
          </a:p>
        </p:txBody>
      </p:sp>
      <p:sp>
        <p:nvSpPr>
          <p:cNvPr id="2" name="Footer Placeholder 5">
            <a:extLst>
              <a:ext uri="{FF2B5EF4-FFF2-40B4-BE49-F238E27FC236}">
                <a16:creationId xmlns:a16="http://schemas.microsoft.com/office/drawing/2014/main" id="{3D30C1FB-591F-4EC1-DBFA-7F1A47CAB3AF}"/>
              </a:ext>
            </a:extLst>
          </p:cNvPr>
          <p:cNvSpPr>
            <a:spLocks noGrp="1"/>
          </p:cNvSpPr>
          <p:nvPr>
            <p:ph type="ftr" sz="quarter" idx="3"/>
          </p:nvPr>
        </p:nvSpPr>
        <p:spPr>
          <a:xfrm>
            <a:off x="194555" y="6388767"/>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29105255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endParaRPr lang="en-US" dirty="0"/>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10" name="Tijdelijke aanduiding voor voettekst 1">
            <a:extLst>
              <a:ext uri="{FF2B5EF4-FFF2-40B4-BE49-F238E27FC236}">
                <a16:creationId xmlns:a16="http://schemas.microsoft.com/office/drawing/2014/main" id="{1550FF2B-9973-D8E2-1D04-7D52FC7B4451}"/>
              </a:ext>
            </a:extLst>
          </p:cNvPr>
          <p:cNvSpPr>
            <a:spLocks noGrp="1"/>
          </p:cNvSpPr>
          <p:nvPr>
            <p:ph type="ftr" sz="quarter" idx="14"/>
          </p:nvPr>
        </p:nvSpPr>
        <p:spPr>
          <a:xfrm>
            <a:off x="194555" y="6387115"/>
            <a:ext cx="1763922" cy="370422"/>
          </a:xfrm>
          <a:prstGeom prst="rect">
            <a:avLst/>
          </a:prstGeom>
        </p:spPr>
        <p:txBody>
          <a:body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141184983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heme" Target="../theme/theme2.xml"/><Relationship Id="rId3" Type="http://schemas.openxmlformats.org/officeDocument/2006/relationships/image" Target="../media/image9.png"/><Relationship Id="rId4" Type="http://schemas.microsoft.com/office/2007/relationships/hdphoto" Target="../media/hdphoto2.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7" name="Rechthoek 191">
            <a:extLst>
              <a:ext uri="{FF2B5EF4-FFF2-40B4-BE49-F238E27FC236}">
                <a16:creationId xmlns:a16="http://schemas.microsoft.com/office/drawing/2014/main" id="{E4789192-BD1C-FDF4-0676-2F84CD19AAD6}"/>
              </a:ext>
            </a:extLst>
          </p:cNvPr>
          <p:cNvSpPr/>
          <p:nvPr userDrawn="1"/>
        </p:nvSpPr>
        <p:spPr>
          <a:xfrm>
            <a:off x="0" y="6334783"/>
            <a:ext cx="12192000" cy="523217"/>
          </a:xfrm>
          <a:prstGeom prst="rect">
            <a:avLst/>
          </a:prstGeom>
          <a:gradFill>
            <a:gsLst>
              <a:gs pos="6000">
                <a:schemeClr val="accent3">
                  <a:lumMod val="60000"/>
                  <a:lumOff val="40000"/>
                </a:schemeClr>
              </a:gs>
              <a:gs pos="37000">
                <a:schemeClr val="accent3">
                  <a:lumMod val="40000"/>
                  <a:lumOff val="60000"/>
                </a:schemeClr>
              </a:gs>
              <a:gs pos="17000">
                <a:schemeClr val="accent3">
                  <a:lumMod val="20000"/>
                  <a:lumOff val="80000"/>
                </a:schemeClr>
              </a:gs>
              <a:gs pos="96000">
                <a:schemeClr val="accent3"/>
              </a:gs>
              <a:gs pos="77000">
                <a:schemeClr val="accent3">
                  <a:lumMod val="40000"/>
                  <a:lumOff val="60000"/>
                </a:schemeClr>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8" name="Rounded Rectangle 11">
            <a:extLst>
              <a:ext uri="{FF2B5EF4-FFF2-40B4-BE49-F238E27FC236}">
                <a16:creationId xmlns:a16="http://schemas.microsoft.com/office/drawing/2014/main" id="{0930FD96-390B-3F34-8E93-387124B4AE31}"/>
              </a:ext>
            </a:extLst>
          </p:cNvPr>
          <p:cNvSpPr/>
          <p:nvPr userDrawn="1"/>
        </p:nvSpPr>
        <p:spPr>
          <a:xfrm>
            <a:off x="0" y="6247564"/>
            <a:ext cx="12192000" cy="530113"/>
          </a:xfrm>
          <a:prstGeom prst="roundRect">
            <a:avLst>
              <a:gd name="adj" fmla="val 25380"/>
            </a:avLst>
          </a:prstGeom>
          <a:gradFill>
            <a:gsLst>
              <a:gs pos="13000">
                <a:schemeClr val="accent3">
                  <a:lumMod val="20000"/>
                  <a:lumOff val="80000"/>
                </a:schemeClr>
              </a:gs>
              <a:gs pos="3000">
                <a:srgbClr val="74A2FF">
                  <a:alpha val="53725"/>
                </a:srgbClr>
              </a:gs>
              <a:gs pos="23000">
                <a:srgbClr val="FFFFFF"/>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04" name="Rounded Rectangle 11">
            <a:extLst>
              <a:ext uri="{FF2B5EF4-FFF2-40B4-BE49-F238E27FC236}">
                <a16:creationId xmlns:a16="http://schemas.microsoft.com/office/drawing/2014/main" id="{559F4FB8-CDE5-4BE6-8294-34DD1FE8EE0C}"/>
              </a:ext>
            </a:extLst>
          </p:cNvPr>
          <p:cNvSpPr/>
          <p:nvPr userDrawn="1"/>
        </p:nvSpPr>
        <p:spPr>
          <a:xfrm>
            <a:off x="158400" y="6255515"/>
            <a:ext cx="4275948" cy="522162"/>
          </a:xfrm>
          <a:prstGeom prst="roundRect">
            <a:avLst>
              <a:gd name="adj" fmla="val 25380"/>
            </a:avLst>
          </a:prstGeom>
          <a:gradFill>
            <a:gsLst>
              <a:gs pos="87000">
                <a:srgbClr val="FFFFFF">
                  <a:alpha val="84000"/>
                </a:srgbClr>
              </a:gs>
              <a:gs pos="20000">
                <a:srgbClr val="FFFFFF">
                  <a:alpha val="0"/>
                </a:srgbClr>
              </a:gs>
            </a:gsLst>
            <a:lin ang="6000000" scaled="0"/>
          </a:gra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05" name="Rounded Rectangle 104">
            <a:extLst>
              <a:ext uri="{FF2B5EF4-FFF2-40B4-BE49-F238E27FC236}">
                <a16:creationId xmlns:a16="http://schemas.microsoft.com/office/drawing/2014/main" id="{C68F7292-7A36-328D-4B64-D98F9F925AB4}"/>
              </a:ext>
            </a:extLst>
          </p:cNvPr>
          <p:cNvSpPr/>
          <p:nvPr userDrawn="1"/>
        </p:nvSpPr>
        <p:spPr>
          <a:xfrm>
            <a:off x="318057" y="6255515"/>
            <a:ext cx="4275948" cy="522162"/>
          </a:xfrm>
          <a:prstGeom prst="roundRect">
            <a:avLst>
              <a:gd name="adj" fmla="val 25380"/>
            </a:avLst>
          </a:prstGeom>
          <a:gradFill>
            <a:gsLst>
              <a:gs pos="10000">
                <a:srgbClr val="FFFFFF">
                  <a:alpha val="64340"/>
                </a:srgbClr>
              </a:gs>
              <a:gs pos="54000">
                <a:srgbClr val="FFFFFF">
                  <a:alpha val="69000"/>
                </a:srgbClr>
              </a:gs>
              <a:gs pos="0">
                <a:srgbClr val="FFFFFF">
                  <a:alpha val="0"/>
                </a:srgbClr>
              </a:gs>
            </a:gsLst>
            <a:lin ang="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148" name="Straight Connector 9">
            <a:extLst>
              <a:ext uri="{FF2B5EF4-FFF2-40B4-BE49-F238E27FC236}">
                <a16:creationId xmlns:a16="http://schemas.microsoft.com/office/drawing/2014/main" id="{E2D66CD9-F464-D3CD-02A2-2C81FE92A34F}"/>
              </a:ext>
            </a:extLst>
          </p:cNvPr>
          <p:cNvCxnSpPr>
            <a:cxnSpLocks/>
          </p:cNvCxnSpPr>
          <p:nvPr userDrawn="1"/>
        </p:nvCxnSpPr>
        <p:spPr>
          <a:xfrm flipH="1">
            <a:off x="154800" y="1255306"/>
            <a:ext cx="11880000" cy="0"/>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sp>
        <p:nvSpPr>
          <p:cNvPr id="152" name="Rectangle 2">
            <a:extLst>
              <a:ext uri="{FF2B5EF4-FFF2-40B4-BE49-F238E27FC236}">
                <a16:creationId xmlns:a16="http://schemas.microsoft.com/office/drawing/2014/main" id="{1FAB8656-7C8B-2A03-F5EF-3769ECB3486C}"/>
              </a:ext>
            </a:extLst>
          </p:cNvPr>
          <p:cNvSpPr/>
          <p:nvPr userDrawn="1"/>
        </p:nvSpPr>
        <p:spPr>
          <a:xfrm>
            <a:off x="0" y="0"/>
            <a:ext cx="1381059" cy="416209"/>
          </a:xfrm>
          <a:prstGeom prst="rect">
            <a:avLst/>
          </a:prstGeom>
          <a:gradFill>
            <a:gsLst>
              <a:gs pos="0">
                <a:srgbClr val="F8C716">
                  <a:alpha val="78000"/>
                </a:srgbClr>
              </a:gs>
              <a:gs pos="18000">
                <a:srgbClr val="F8C716">
                  <a:alpha val="30000"/>
                </a:srgbClr>
              </a:gs>
              <a:gs pos="45000">
                <a:srgbClr val="F8C716">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153" name="Rounded Rectangle 92">
            <a:extLst>
              <a:ext uri="{FF2B5EF4-FFF2-40B4-BE49-F238E27FC236}">
                <a16:creationId xmlns:a16="http://schemas.microsoft.com/office/drawing/2014/main" id="{3A91C603-7F40-E63C-0717-77A1BF9F419D}"/>
              </a:ext>
            </a:extLst>
          </p:cNvPr>
          <p:cNvSpPr/>
          <p:nvPr userDrawn="1"/>
        </p:nvSpPr>
        <p:spPr>
          <a:xfrm>
            <a:off x="154800" y="130179"/>
            <a:ext cx="1103615" cy="379911"/>
          </a:xfrm>
          <a:prstGeom prst="roundRect">
            <a:avLst>
              <a:gd name="adj" fmla="val 35079"/>
            </a:avLst>
          </a:prstGeom>
          <a:gradFill>
            <a:gsLst>
              <a:gs pos="2000">
                <a:srgbClr val="E88C36"/>
              </a:gs>
              <a:gs pos="15000">
                <a:srgbClr val="F8C716"/>
              </a:gs>
              <a:gs pos="41000">
                <a:srgbClr val="F8C716"/>
              </a:gs>
              <a:gs pos="54000">
                <a:srgbClr val="F8C716">
                  <a:alpha val="54000"/>
                </a:srgbClr>
              </a:gs>
              <a:gs pos="70000">
                <a:srgbClr val="F8C716">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54" name="Rectangle 3">
            <a:extLst>
              <a:ext uri="{FF2B5EF4-FFF2-40B4-BE49-F238E27FC236}">
                <a16:creationId xmlns:a16="http://schemas.microsoft.com/office/drawing/2014/main" id="{7BB50E56-74C1-CED6-9D35-3C52AD049AA2}"/>
              </a:ext>
            </a:extLst>
          </p:cNvPr>
          <p:cNvSpPr/>
          <p:nvPr userDrawn="1"/>
        </p:nvSpPr>
        <p:spPr>
          <a:xfrm>
            <a:off x="0" y="358781"/>
            <a:ext cx="2835408" cy="3078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54800" y="594000"/>
            <a:ext cx="11880000" cy="402291"/>
          </a:xfrm>
          <a:prstGeom prst="rect">
            <a:avLst/>
          </a:prstGeom>
        </p:spPr>
        <p:txBody>
          <a:bodyPr wrap="square" lIns="216000" tIns="46800" rIns="0" bIns="46800" anchor="ctr" anchorCtr="0">
            <a:spAutoFit/>
          </a:bodyPr>
          <a:lstStyle/>
          <a:p>
            <a:pPr marL="228600" lvl="0" indent="-228600">
              <a:spcBef>
                <a:spcPts val="1000"/>
              </a:spcBef>
              <a:buFont typeface="Arial"/>
            </a:pPr>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164" name="Rectangle 22">
            <a:extLst>
              <a:ext uri="{FF2B5EF4-FFF2-40B4-BE49-F238E27FC236}">
                <a16:creationId xmlns:a16="http://schemas.microsoft.com/office/drawing/2014/main" id="{A4D40506-66E4-4645-F969-413BADB440DE}"/>
              </a:ext>
            </a:extLst>
          </p:cNvPr>
          <p:cNvSpPr/>
          <p:nvPr userDrawn="1"/>
        </p:nvSpPr>
        <p:spPr>
          <a:xfrm>
            <a:off x="0" y="4806022"/>
            <a:ext cx="12192000" cy="158436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1" name="Straight Connector 9">
            <a:extLst>
              <a:ext uri="{FF2B5EF4-FFF2-40B4-BE49-F238E27FC236}">
                <a16:creationId xmlns:a16="http://schemas.microsoft.com/office/drawing/2014/main" id="{56618A81-C0A0-038B-63FE-C3CD954A14BE}"/>
              </a:ext>
            </a:extLst>
          </p:cNvPr>
          <p:cNvCxnSpPr>
            <a:cxnSpLocks/>
          </p:cNvCxnSpPr>
          <p:nvPr userDrawn="1"/>
        </p:nvCxnSpPr>
        <p:spPr>
          <a:xfrm>
            <a:off x="144162" y="6382737"/>
            <a:ext cx="11903676" cy="0"/>
          </a:xfrm>
          <a:prstGeom prst="line">
            <a:avLst/>
          </a:prstGeom>
          <a:ln w="9525">
            <a:gradFill>
              <a:gsLst>
                <a:gs pos="43000">
                  <a:schemeClr val="bg2">
                    <a:lumMod val="90000"/>
                  </a:schemeClr>
                </a:gs>
                <a:gs pos="9000">
                  <a:schemeClr val="bg2">
                    <a:lumMod val="90000"/>
                    <a:alpha val="0"/>
                  </a:schemeClr>
                </a:gs>
                <a:gs pos="100000">
                  <a:schemeClr val="bg2">
                    <a:lumMod val="90000"/>
                  </a:schemeClr>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154800" y="1411199"/>
            <a:ext cx="11880000" cy="4842000"/>
          </a:xfrm>
          <a:prstGeom prst="rect">
            <a:avLst/>
          </a:prstGeom>
        </p:spPr>
        <p:txBody>
          <a:bodyPr vert="horz" lIns="216000" tIns="45720" rIns="234000" bIns="45720" rtlCol="0">
            <a:no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pic>
        <p:nvPicPr>
          <p:cNvPr id="157" name="Afbeelding 156">
            <a:extLst>
              <a:ext uri="{FF2B5EF4-FFF2-40B4-BE49-F238E27FC236}">
                <a16:creationId xmlns:a16="http://schemas.microsoft.com/office/drawing/2014/main" id="{5ABCF63A-ED55-8841-F6A3-67867EB0DE78}"/>
              </a:ext>
            </a:extLst>
          </p:cNvPr>
          <p:cNvPicPr>
            <a:picLocks noChangeAspect="1"/>
          </p:cNvPicPr>
          <p:nvPr userDrawn="1"/>
        </p:nvPicPr>
        <p:blipFill>
          <a:blip r:embed="rId8"/>
          <a:stretch>
            <a:fillRect/>
          </a:stretch>
        </p:blipFill>
        <p:spPr>
          <a:xfrm>
            <a:off x="10413622" y="6420571"/>
            <a:ext cx="1727200" cy="406400"/>
          </a:xfrm>
          <a:prstGeom prst="rect">
            <a:avLst/>
          </a:prstGeom>
        </p:spPr>
      </p:pic>
      <p:sp>
        <p:nvSpPr>
          <p:cNvPr id="158" name="Rechthoek 157">
            <a:extLst>
              <a:ext uri="{FF2B5EF4-FFF2-40B4-BE49-F238E27FC236}">
                <a16:creationId xmlns:a16="http://schemas.microsoft.com/office/drawing/2014/main" id="{CBB37F62-F6A8-54EE-84EB-1B26BA230147}"/>
              </a:ext>
            </a:extLst>
          </p:cNvPr>
          <p:cNvSpPr/>
          <p:nvPr userDrawn="1"/>
        </p:nvSpPr>
        <p:spPr>
          <a:xfrm>
            <a:off x="11535226" y="6427757"/>
            <a:ext cx="443898" cy="2616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07367" y="6469694"/>
            <a:ext cx="627434"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rtlCol="0" anchor="ctr">
            <a:noAutofit/>
          </a:bodyPr>
          <a:lstStyle>
            <a:lvl1pPr algn="ctr">
              <a:defRPr lang="en-US" sz="900" b="0" spc="10" baseline="0" smtClean="0">
                <a:solidFill>
                  <a:srgbClr val="0B54E6"/>
                </a:solidFill>
                <a:latin typeface="Azeret Mono" pitchFamily="2" charset="77"/>
                <a:cs typeface="Azeret Mono" pitchFamily="2" charset="77"/>
              </a:defRPr>
            </a:lvl1pPr>
          </a:lstStyle>
          <a:p>
            <a:fld id="{E242BD21-9B61-2246-BCB1-4BE5E1BEBE1C}" type="slidenum">
              <a:rPr lang="nl-NL" smtClean="0"/>
              <a:pPr/>
              <a:t>‹#›</a:t>
            </a:fld>
            <a:endParaRPr lang="nl-NL"/>
          </a:p>
        </p:txBody>
      </p:sp>
      <p:sp>
        <p:nvSpPr>
          <p:cNvPr id="13" name="Footer Placeholder 5">
            <a:extLst>
              <a:ext uri="{FF2B5EF4-FFF2-40B4-BE49-F238E27FC236}">
                <a16:creationId xmlns:a16="http://schemas.microsoft.com/office/drawing/2014/main" id="{8F0D1AEF-DE47-8489-6A2A-611156540ED5}"/>
              </a:ext>
            </a:extLst>
          </p:cNvPr>
          <p:cNvSpPr>
            <a:spLocks noGrp="1"/>
          </p:cNvSpPr>
          <p:nvPr>
            <p:ph type="ftr" sz="quarter" idx="3"/>
          </p:nvPr>
        </p:nvSpPr>
        <p:spPr>
          <a:xfrm>
            <a:off x="194555" y="6383072"/>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197467808"/>
      </p:ext>
    </p:extLst>
  </p:cSld>
  <p:clrMap bg1="lt1" tx1="dk1" bg2="lt2" tx2="dk2" accent1="accent1" accent2="accent2" accent3="accent3" accent4="accent4" accent5="accent5" accent6="accent6" hlink="hlink" folHlink="folHlink"/>
  <p:sldLayoutIdLst>
    <p:sldLayoutId id="2147483669" r:id="rId1"/>
    <p:sldLayoutId id="2147483662" r:id="rId2"/>
    <p:sldLayoutId id="2147483792" r:id="rId3"/>
    <p:sldLayoutId id="2147483776" r:id="rId4"/>
    <p:sldLayoutId id="2147483793" r:id="rId5"/>
    <p:sldLayoutId id="2147483796" r:id="rId6"/>
  </p:sldLayoutIdLst>
  <p:hf hdr="0" dt="0"/>
  <p:txStyles>
    <p:titleStyle>
      <a:lvl1pPr marL="0" indent="0" algn="l" defTabSz="914400" rtl="0" eaLnBrk="1" latinLnBrk="0" hangingPunct="1">
        <a:lnSpc>
          <a:spcPct val="100000"/>
        </a:lnSpc>
        <a:spcBef>
          <a:spcPts val="0"/>
        </a:spcBef>
        <a:buNone/>
        <a:defRPr lang="en-US" sz="2000" b="0" i="0" kern="1200" spc="0" smtClean="0">
          <a:solidFill>
            <a:srgbClr val="1864FF"/>
          </a:solidFill>
          <a:latin typeface="Noir Pro Medium" pitchFamily="2" charset="0"/>
          <a:ea typeface="+mn-ea"/>
          <a:cs typeface="+mn-cs"/>
        </a:defRPr>
      </a:lvl1pPr>
    </p:titleStyle>
    <p:body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userDrawn="1">
          <p15:clr>
            <a:srgbClr val="F26B43"/>
          </p15:clr>
        </p15:guide>
        <p15:guide id="2" pos="98" userDrawn="1">
          <p15:clr>
            <a:srgbClr val="F26B43"/>
          </p15:clr>
        </p15:guide>
        <p15:guide id="3" pos="7582" userDrawn="1">
          <p15:clr>
            <a:srgbClr val="F26B43"/>
          </p15:clr>
        </p15:guide>
        <p15:guide id="4" orient="horz" pos="4024" userDrawn="1">
          <p15:clr>
            <a:srgbClr val="F26B43"/>
          </p15:clr>
        </p15:guide>
        <p15:guide id="5" pos="234" userDrawn="1">
          <p15:clr>
            <a:srgbClr val="5ACBF0"/>
          </p15:clr>
        </p15:guide>
        <p15:guide id="6" pos="7446" userDrawn="1">
          <p15:clr>
            <a:srgbClr val="5ACBF0"/>
          </p15:clr>
        </p15:guide>
        <p15:guide id="7" orient="horz" pos="3941"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63" name="Groep 262">
            <a:extLst>
              <a:ext uri="{FF2B5EF4-FFF2-40B4-BE49-F238E27FC236}">
                <a16:creationId xmlns:a16="http://schemas.microsoft.com/office/drawing/2014/main" id="{AA850EB8-E83D-246C-BB63-2A868373B1BE}"/>
              </a:ext>
            </a:extLst>
          </p:cNvPr>
          <p:cNvGrpSpPr/>
          <p:nvPr userDrawn="1"/>
        </p:nvGrpSpPr>
        <p:grpSpPr>
          <a:xfrm flipH="1">
            <a:off x="10710451" y="4674513"/>
            <a:ext cx="2854391" cy="2702025"/>
            <a:chOff x="-1377504" y="-455451"/>
            <a:chExt cx="2854391" cy="2702025"/>
          </a:xfrm>
        </p:grpSpPr>
        <p:sp>
          <p:nvSpPr>
            <p:cNvPr id="264" name="Rectangle 68">
              <a:extLst>
                <a:ext uri="{FF2B5EF4-FFF2-40B4-BE49-F238E27FC236}">
                  <a16:creationId xmlns:a16="http://schemas.microsoft.com/office/drawing/2014/main" id="{99AD9F3A-EC71-D09A-06A4-DF026B826045}"/>
                </a:ext>
              </a:extLst>
            </p:cNvPr>
            <p:cNvSpPr/>
            <p:nvPr userDrawn="1"/>
          </p:nvSpPr>
          <p:spPr>
            <a:xfrm>
              <a:off x="-1369911" y="1133435"/>
              <a:ext cx="1362794"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65" name="TextBox 225">
              <a:extLst>
                <a:ext uri="{FF2B5EF4-FFF2-40B4-BE49-F238E27FC236}">
                  <a16:creationId xmlns:a16="http://schemas.microsoft.com/office/drawing/2014/main" id="{A8DE34D6-110D-A715-D888-F32F534AB236}"/>
                </a:ext>
              </a:extLst>
            </p:cNvPr>
            <p:cNvSpPr txBox="1"/>
            <p:nvPr userDrawn="1"/>
          </p:nvSpPr>
          <p:spPr>
            <a:xfrm>
              <a:off x="115222" y="1877242"/>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266" name="Rectangle 68">
              <a:extLst>
                <a:ext uri="{FF2B5EF4-FFF2-40B4-BE49-F238E27FC236}">
                  <a16:creationId xmlns:a16="http://schemas.microsoft.com/office/drawing/2014/main" id="{1B09B145-E15C-5E18-553C-9D553948BFE8}"/>
                </a:ext>
              </a:extLst>
            </p:cNvPr>
            <p:cNvSpPr/>
            <p:nvPr userDrawn="1"/>
          </p:nvSpPr>
          <p:spPr>
            <a:xfrm>
              <a:off x="147066" y="1738388"/>
              <a:ext cx="226943" cy="506922"/>
            </a:xfrm>
            <a:prstGeom prst="rect">
              <a:avLst/>
            </a:prstGeom>
            <a:gradFill>
              <a:gsLst>
                <a:gs pos="100000">
                  <a:srgbClr val="73A1FF">
                    <a:alpha val="45000"/>
                  </a:srgbClr>
                </a:gs>
                <a:gs pos="0">
                  <a:srgbClr val="73A1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67" name="Vrije vorm 266">
              <a:extLst>
                <a:ext uri="{FF2B5EF4-FFF2-40B4-BE49-F238E27FC236}">
                  <a16:creationId xmlns:a16="http://schemas.microsoft.com/office/drawing/2014/main" id="{8BBA4652-A078-2FC3-D9E6-6FAFDF320B37}"/>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268" name="TextBox 6">
              <a:extLst>
                <a:ext uri="{FF2B5EF4-FFF2-40B4-BE49-F238E27FC236}">
                  <a16:creationId xmlns:a16="http://schemas.microsoft.com/office/drawing/2014/main" id="{DAA4F945-67DA-0ADA-96A5-A0C39E38C5E0}"/>
                </a:ext>
              </a:extLst>
            </p:cNvPr>
            <p:cNvSpPr txBox="1"/>
            <p:nvPr userDrawn="1"/>
          </p:nvSpPr>
          <p:spPr>
            <a:xfrm>
              <a:off x="-1351052" y="123778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269" name="Triangle 20">
              <a:extLst>
                <a:ext uri="{FF2B5EF4-FFF2-40B4-BE49-F238E27FC236}">
                  <a16:creationId xmlns:a16="http://schemas.microsoft.com/office/drawing/2014/main" id="{717475B2-DFBE-B1B3-31B8-727A697264AD}"/>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0" name="Straight Connector 22">
              <a:extLst>
                <a:ext uri="{FF2B5EF4-FFF2-40B4-BE49-F238E27FC236}">
                  <a16:creationId xmlns:a16="http://schemas.microsoft.com/office/drawing/2014/main" id="{A42A00C7-DFEA-C7D5-033D-516B6F4C8CFB}"/>
                </a:ext>
              </a:extLst>
            </p:cNvPr>
            <p:cNvCxnSpPr>
              <a:cxnSpLocks/>
            </p:cNvCxnSpPr>
            <p:nvPr userDrawn="1"/>
          </p:nvCxnSpPr>
          <p:spPr>
            <a:xfrm flipH="1">
              <a:off x="-1377504" y="1261560"/>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271" name="Straight Connector 80">
              <a:extLst>
                <a:ext uri="{FF2B5EF4-FFF2-40B4-BE49-F238E27FC236}">
                  <a16:creationId xmlns:a16="http://schemas.microsoft.com/office/drawing/2014/main" id="{B58FAA8F-5DD0-C89C-271E-8C3A8EE06482}"/>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272" name="Straight Connector 81">
              <a:extLst>
                <a:ext uri="{FF2B5EF4-FFF2-40B4-BE49-F238E27FC236}">
                  <a16:creationId xmlns:a16="http://schemas.microsoft.com/office/drawing/2014/main" id="{89F07FB3-6911-809F-B25C-8AEC80425E99}"/>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273" name="TextBox 225">
              <a:extLst>
                <a:ext uri="{FF2B5EF4-FFF2-40B4-BE49-F238E27FC236}">
                  <a16:creationId xmlns:a16="http://schemas.microsoft.com/office/drawing/2014/main" id="{DD1E3D78-1140-8FC0-EA86-577F2CC4A346}"/>
                </a:ext>
              </a:extLst>
            </p:cNvPr>
            <p:cNvSpPr txBox="1"/>
            <p:nvPr userDrawn="1"/>
          </p:nvSpPr>
          <p:spPr>
            <a:xfrm>
              <a:off x="-1021213" y="1877242"/>
              <a:ext cx="1209678" cy="369332"/>
            </a:xfrm>
            <a:prstGeom prst="rect">
              <a:avLst/>
            </a:prstGeom>
            <a:noFill/>
          </p:spPr>
          <p:txBody>
            <a:bodyPr wrap="square" rtlCol="0" anchor="b">
              <a:spAutoFit/>
            </a:bodyPr>
            <a:lstStyle/>
            <a:p>
              <a:pPr algn="l"/>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1" i="0" dirty="0">
                  <a:solidFill>
                    <a:srgbClr val="929292"/>
                  </a:solidFill>
                  <a:effectLst/>
                  <a:latin typeface="Noir Pro Semi Bold" pitchFamily="2" charset="0"/>
                </a:rPr>
                <a:t>RIGHT</a:t>
              </a:r>
              <a:r>
                <a:rPr lang="en-US" sz="900" b="0" i="0" dirty="0">
                  <a:solidFill>
                    <a:srgbClr val="929292"/>
                  </a:solidFill>
                  <a:effectLst/>
                  <a:latin typeface="Noir Pro" pitchFamily="2" charset="0"/>
                </a:rPr>
                <a:t> OF HERE</a:t>
              </a:r>
            </a:p>
          </p:txBody>
        </p:sp>
        <p:sp>
          <p:nvSpPr>
            <p:cNvPr id="274" name="Triangle 226">
              <a:extLst>
                <a:ext uri="{FF2B5EF4-FFF2-40B4-BE49-F238E27FC236}">
                  <a16:creationId xmlns:a16="http://schemas.microsoft.com/office/drawing/2014/main" id="{73A71C40-611D-D16B-2D10-56A4820B8C5F}"/>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Triangle 226">
              <a:extLst>
                <a:ext uri="{FF2B5EF4-FFF2-40B4-BE49-F238E27FC236}">
                  <a16:creationId xmlns:a16="http://schemas.microsoft.com/office/drawing/2014/main" id="{95A5946A-4EDB-4588-5F58-FA5E53404F5A}"/>
                </a:ext>
              </a:extLst>
            </p:cNvPr>
            <p:cNvSpPr/>
            <p:nvPr userDrawn="1"/>
          </p:nvSpPr>
          <p:spPr>
            <a:xfrm rot="16200000">
              <a:off x="222593"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6" name="Straight Connector 22">
              <a:extLst>
                <a:ext uri="{FF2B5EF4-FFF2-40B4-BE49-F238E27FC236}">
                  <a16:creationId xmlns:a16="http://schemas.microsoft.com/office/drawing/2014/main" id="{B56A85F9-757E-5259-ECF3-BF09D04D67F0}"/>
                </a:ext>
              </a:extLst>
            </p:cNvPr>
            <p:cNvCxnSpPr>
              <a:cxnSpLocks/>
            </p:cNvCxnSpPr>
            <p:nvPr userDrawn="1"/>
          </p:nvCxnSpPr>
          <p:spPr>
            <a:xfrm flipH="1">
              <a:off x="-1377504" y="1134681"/>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277" name="TextBox 6">
              <a:extLst>
                <a:ext uri="{FF2B5EF4-FFF2-40B4-BE49-F238E27FC236}">
                  <a16:creationId xmlns:a16="http://schemas.microsoft.com/office/drawing/2014/main" id="{A218AAFF-C3F4-2913-ED83-EBBC959F5DAC}"/>
                </a:ext>
              </a:extLst>
            </p:cNvPr>
            <p:cNvSpPr txBox="1"/>
            <p:nvPr userDrawn="1"/>
          </p:nvSpPr>
          <p:spPr>
            <a:xfrm>
              <a:off x="-1351052" y="916735"/>
              <a:ext cx="1228362" cy="397746"/>
            </a:xfrm>
            <a:prstGeom prst="rect">
              <a:avLst/>
            </a:prstGeom>
            <a:noFill/>
          </p:spPr>
          <p:txBody>
            <a:bodyPr wrap="square" rtlCol="0" anchor="b">
              <a:noAutofit/>
            </a:bodyPr>
            <a:lstStyle/>
            <a:p>
              <a:pPr algn="l"/>
              <a:r>
                <a:rPr lang="en-US" sz="900" b="0" i="0" dirty="0">
                  <a:solidFill>
                    <a:srgbClr val="74A2FF"/>
                  </a:solidFill>
                  <a:effectLst/>
                  <a:latin typeface="Noir Pro" pitchFamily="2" charset="0"/>
                </a:rPr>
                <a:t>NO TEXT IN </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278" name="Triangle 20">
              <a:extLst>
                <a:ext uri="{FF2B5EF4-FFF2-40B4-BE49-F238E27FC236}">
                  <a16:creationId xmlns:a16="http://schemas.microsoft.com/office/drawing/2014/main" id="{FC06B2D3-B34D-2906-BEA5-2B255C7B96E0}"/>
                </a:ext>
              </a:extLst>
            </p:cNvPr>
            <p:cNvSpPr/>
            <p:nvPr userDrawn="1"/>
          </p:nvSpPr>
          <p:spPr>
            <a:xfrm rot="10800000">
              <a:off x="-169889" y="1158772"/>
              <a:ext cx="112623" cy="79252"/>
            </a:xfrm>
            <a:prstGeom prst="triangle">
              <a:avLst/>
            </a:prstGeom>
            <a:solidFill>
              <a:srgbClr val="74A2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ep 89">
            <a:extLst>
              <a:ext uri="{FF2B5EF4-FFF2-40B4-BE49-F238E27FC236}">
                <a16:creationId xmlns:a16="http://schemas.microsoft.com/office/drawing/2014/main" id="{D59C5C48-35AD-A63E-DC26-86E73634677A}"/>
              </a:ext>
            </a:extLst>
          </p:cNvPr>
          <p:cNvGrpSpPr/>
          <p:nvPr userDrawn="1"/>
        </p:nvGrpSpPr>
        <p:grpSpPr>
          <a:xfrm>
            <a:off x="-1427007" y="-511645"/>
            <a:ext cx="2903894" cy="1940242"/>
            <a:chOff x="-1427007" y="-511645"/>
            <a:chExt cx="2903894" cy="1940242"/>
          </a:xfrm>
        </p:grpSpPr>
        <p:sp>
          <p:nvSpPr>
            <p:cNvPr id="5" name="TextBox 225">
              <a:extLst>
                <a:ext uri="{FF2B5EF4-FFF2-40B4-BE49-F238E27FC236}">
                  <a16:creationId xmlns:a16="http://schemas.microsoft.com/office/drawing/2014/main" id="{32E95ECB-E3DD-95AD-0DEA-398BF1A178C7}"/>
                </a:ext>
              </a:extLst>
            </p:cNvPr>
            <p:cNvSpPr txBox="1"/>
            <p:nvPr userDrawn="1"/>
          </p:nvSpPr>
          <p:spPr>
            <a:xfrm>
              <a:off x="115222" y="-506673"/>
              <a:ext cx="1361665" cy="369332"/>
            </a:xfrm>
            <a:prstGeom prst="rect">
              <a:avLst/>
            </a:prstGeom>
            <a:noFill/>
          </p:spPr>
          <p:txBody>
            <a:bodyPr wrap="square" rtlCol="0" anchor="b">
              <a:spAutoFit/>
            </a:bodyPr>
            <a:lstStyle/>
            <a:p>
              <a:pPr algn="l"/>
              <a:r>
                <a:rPr lang="en-US" sz="900" b="0" i="0">
                  <a:solidFill>
                    <a:srgbClr val="74A2FF"/>
                  </a:solidFill>
                  <a:effectLst/>
                  <a:latin typeface="Noir Pro" pitchFamily="2" charset="0"/>
                </a:rPr>
                <a:t>NO TEXT</a:t>
              </a:r>
              <a:br>
                <a:rPr lang="en-US" sz="900" b="0" i="0">
                  <a:solidFill>
                    <a:srgbClr val="74A2FF"/>
                  </a:solidFill>
                  <a:effectLst/>
                  <a:latin typeface="Noir Pro" pitchFamily="2" charset="0"/>
                </a:rPr>
              </a:br>
              <a:r>
                <a:rPr lang="en-US" sz="900" b="0" i="0">
                  <a:solidFill>
                    <a:srgbClr val="74A2FF"/>
                  </a:solidFill>
                  <a:effectLst/>
                  <a:latin typeface="Noir Pro" pitchFamily="2" charset="0"/>
                </a:rPr>
                <a:t>IN THIS MARGIN</a:t>
              </a:r>
            </a:p>
          </p:txBody>
        </p:sp>
        <p:sp>
          <p:nvSpPr>
            <p:cNvPr id="7" name="Rectangle 68">
              <a:extLst>
                <a:ext uri="{FF2B5EF4-FFF2-40B4-BE49-F238E27FC236}">
                  <a16:creationId xmlns:a16="http://schemas.microsoft.com/office/drawing/2014/main" id="{AB2972B4-E1F2-58E1-20EA-34DF76C2E882}"/>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8" name="Vrije vorm 92">
              <a:extLst>
                <a:ext uri="{FF2B5EF4-FFF2-40B4-BE49-F238E27FC236}">
                  <a16:creationId xmlns:a16="http://schemas.microsoft.com/office/drawing/2014/main" id="{69987C38-B383-9396-270D-D57A1999E7F2}"/>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9" name="Vrije vorm 93">
              <a:extLst>
                <a:ext uri="{FF2B5EF4-FFF2-40B4-BE49-F238E27FC236}">
                  <a16:creationId xmlns:a16="http://schemas.microsoft.com/office/drawing/2014/main" id="{627E3288-DF74-C572-BA77-64616C7838B7}"/>
                </a:ext>
              </a:extLst>
            </p:cNvPr>
            <p:cNvSpPr/>
            <p:nvPr userDrawn="1"/>
          </p:nvSpPr>
          <p:spPr>
            <a:xfrm flipH="1">
              <a:off x="-1427007" y="130179"/>
              <a:ext cx="1427007" cy="227547"/>
            </a:xfrm>
            <a:custGeom>
              <a:avLst/>
              <a:gdLst>
                <a:gd name="connsiteX0" fmla="*/ 1379557 w 1427007"/>
                <a:gd name="connsiteY0" fmla="*/ 0 h 227547"/>
                <a:gd name="connsiteX1" fmla="*/ 0 w 1427007"/>
                <a:gd name="connsiteY1" fmla="*/ 0 h 227547"/>
                <a:gd name="connsiteX2" fmla="*/ 0 w 1427007"/>
                <a:gd name="connsiteY2" fmla="*/ 227547 h 227547"/>
                <a:gd name="connsiteX3" fmla="*/ 1379557 w 1427007"/>
                <a:gd name="connsiteY3" fmla="*/ 227547 h 227547"/>
                <a:gd name="connsiteX4" fmla="*/ 1427007 w 1427007"/>
                <a:gd name="connsiteY4" fmla="*/ 180097 h 227547"/>
                <a:gd name="connsiteX5" fmla="*/ 1427007 w 1427007"/>
                <a:gd name="connsiteY5" fmla="*/ 47450 h 227547"/>
                <a:gd name="connsiteX6" fmla="*/ 1379557 w 1427007"/>
                <a:gd name="connsiteY6" fmla="*/ 0 h 227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7007" h="227547">
                  <a:moveTo>
                    <a:pt x="1379557" y="0"/>
                  </a:moveTo>
                  <a:lnTo>
                    <a:pt x="0" y="0"/>
                  </a:lnTo>
                  <a:lnTo>
                    <a:pt x="0" y="227547"/>
                  </a:lnTo>
                  <a:lnTo>
                    <a:pt x="1379557" y="227547"/>
                  </a:lnTo>
                  <a:cubicBezTo>
                    <a:pt x="1405763" y="227547"/>
                    <a:pt x="1427007" y="206303"/>
                    <a:pt x="1427007" y="180097"/>
                  </a:cubicBezTo>
                  <a:lnTo>
                    <a:pt x="1427007" y="47450"/>
                  </a:lnTo>
                  <a:cubicBezTo>
                    <a:pt x="1427007" y="21244"/>
                    <a:pt x="1405763" y="0"/>
                    <a:pt x="1379557" y="0"/>
                  </a:cubicBezTo>
                  <a:close/>
                </a:path>
              </a:pathLst>
            </a:custGeom>
            <a:gradFill>
              <a:gsLst>
                <a:gs pos="15000">
                  <a:srgbClr val="F8C716"/>
                </a:gs>
                <a:gs pos="0">
                  <a:srgbClr val="EA8C36"/>
                </a:gs>
              </a:gsLst>
              <a:lin ang="0" scaled="0"/>
            </a:gra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rIns="72000" bIns="36000" rtlCol="0" anchor="ctr">
              <a:noAutofit/>
            </a:bodyPr>
            <a:lstStyle/>
            <a:p>
              <a:pPr lvl="0" algn="r"/>
              <a:r>
                <a:rPr lang="en-US" sz="800" b="0" i="0" dirty="0">
                  <a:solidFill>
                    <a:schemeClr val="tx1"/>
                  </a:solidFill>
                  <a:latin typeface="Noir Pro Medium" pitchFamily="2" charset="0"/>
                </a:rPr>
                <a:t>PRESENTATION SECTION</a:t>
              </a:r>
              <a:r>
                <a:rPr lang="nl-NL" sz="800" b="0" i="0" dirty="0">
                  <a:solidFill>
                    <a:schemeClr val="tx1"/>
                  </a:solidFill>
                  <a:effectLst/>
                  <a:latin typeface="Calibri" panose="020F0502020204030204" pitchFamily="34" charset="0"/>
                  <a:cs typeface="Calibri" panose="020F0502020204030204" pitchFamily="34" charset="0"/>
                </a:rPr>
                <a:t>▸</a:t>
              </a:r>
              <a:endParaRPr lang="en-US" sz="800" b="0" i="0" dirty="0">
                <a:solidFill>
                  <a:schemeClr val="tx1"/>
                </a:solidFill>
                <a:latin typeface="Calibri" panose="020F0502020204030204" pitchFamily="34" charset="0"/>
                <a:cs typeface="Calibri" panose="020F0502020204030204" pitchFamily="34" charset="0"/>
              </a:endParaRPr>
            </a:p>
          </p:txBody>
        </p:sp>
        <p:sp>
          <p:nvSpPr>
            <p:cNvPr id="10" name="TextBox 6">
              <a:extLst>
                <a:ext uri="{FF2B5EF4-FFF2-40B4-BE49-F238E27FC236}">
                  <a16:creationId xmlns:a16="http://schemas.microsoft.com/office/drawing/2014/main" id="{85E0971F-FC0D-FAFC-8BB4-61D0D2B137CD}"/>
                </a:ext>
              </a:extLst>
            </p:cNvPr>
            <p:cNvSpPr txBox="1"/>
            <p:nvPr userDrawn="1"/>
          </p:nvSpPr>
          <p:spPr>
            <a:xfrm>
              <a:off x="-1351052" y="103085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0"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11" name="Triangle 20">
              <a:extLst>
                <a:ext uri="{FF2B5EF4-FFF2-40B4-BE49-F238E27FC236}">
                  <a16:creationId xmlns:a16="http://schemas.microsoft.com/office/drawing/2014/main" id="{C9B50F90-B896-5DCF-BFDB-93B48ACA2A9E}"/>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22">
              <a:extLst>
                <a:ext uri="{FF2B5EF4-FFF2-40B4-BE49-F238E27FC236}">
                  <a16:creationId xmlns:a16="http://schemas.microsoft.com/office/drawing/2014/main" id="{754F6EE8-2E9A-2CBA-BC76-D9C28BEDA666}"/>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3" name="TextBox 61">
              <a:extLst>
                <a:ext uri="{FF2B5EF4-FFF2-40B4-BE49-F238E27FC236}">
                  <a16:creationId xmlns:a16="http://schemas.microsoft.com/office/drawing/2014/main" id="{2F3B8A7C-2801-5A4F-FCFF-BB6532792ADD}"/>
                </a:ext>
              </a:extLst>
            </p:cNvPr>
            <p:cNvSpPr txBox="1"/>
            <p:nvPr userDrawn="1"/>
          </p:nvSpPr>
          <p:spPr>
            <a:xfrm>
              <a:off x="-1234836" y="373601"/>
              <a:ext cx="1171414" cy="291811"/>
            </a:xfrm>
            <a:prstGeom prst="rect">
              <a:avLst/>
            </a:prstGeom>
            <a:noFill/>
          </p:spPr>
          <p:txBody>
            <a:bodyPr wrap="square" rtlCol="0" anchor="b">
              <a:spAutoFit/>
            </a:bodyPr>
            <a:lstStyle/>
            <a:p>
              <a:pPr algn="r">
                <a:lnSpc>
                  <a:spcPct val="80000"/>
                </a:lnSpc>
              </a:pPr>
              <a:r>
                <a:rPr lang="en-US" sz="800" b="0" i="0" dirty="0">
                  <a:solidFill>
                    <a:srgbClr val="EA8C36"/>
                  </a:solidFill>
                  <a:effectLst/>
                  <a:latin typeface="Noir Pro" pitchFamily="2" charset="0"/>
                </a:rPr>
                <a:t>E.G. “Introduction” OR “Conclusions”</a:t>
              </a:r>
            </a:p>
          </p:txBody>
        </p:sp>
        <p:cxnSp>
          <p:nvCxnSpPr>
            <p:cNvPr id="14" name="Straight Connector 80">
              <a:extLst>
                <a:ext uri="{FF2B5EF4-FFF2-40B4-BE49-F238E27FC236}">
                  <a16:creationId xmlns:a16="http://schemas.microsoft.com/office/drawing/2014/main" id="{CA123130-6078-F942-31C8-7D1D314E0D8A}"/>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81">
              <a:extLst>
                <a:ext uri="{FF2B5EF4-FFF2-40B4-BE49-F238E27FC236}">
                  <a16:creationId xmlns:a16="http://schemas.microsoft.com/office/drawing/2014/main" id="{658E8802-FB8C-E3CC-28AD-8F34A34182AA}"/>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6" name="TextBox 225">
              <a:extLst>
                <a:ext uri="{FF2B5EF4-FFF2-40B4-BE49-F238E27FC236}">
                  <a16:creationId xmlns:a16="http://schemas.microsoft.com/office/drawing/2014/main" id="{D388F448-A8D1-3399-4E61-1638F2075917}"/>
                </a:ext>
              </a:extLst>
            </p:cNvPr>
            <p:cNvSpPr txBox="1"/>
            <p:nvPr userDrawn="1"/>
          </p:nvSpPr>
          <p:spPr>
            <a:xfrm>
              <a:off x="-1021213" y="-506673"/>
              <a:ext cx="1209678" cy="369332"/>
            </a:xfrm>
            <a:prstGeom prst="rect">
              <a:avLst/>
            </a:prstGeom>
            <a:noFill/>
          </p:spPr>
          <p:txBody>
            <a:bodyPr wrap="square" rtlCol="0" anchor="b">
              <a:spAutoFit/>
            </a:bodyPr>
            <a:lstStyle/>
            <a:p>
              <a:pPr algn="r"/>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0" i="0" dirty="0">
                  <a:solidFill>
                    <a:srgbClr val="929292"/>
                  </a:solidFill>
                  <a:effectLst/>
                  <a:latin typeface="Noir Pro" pitchFamily="2" charset="0"/>
                </a:rPr>
                <a:t>        </a:t>
              </a:r>
              <a:r>
                <a:rPr lang="en-US" sz="900" b="1" i="0" dirty="0">
                  <a:solidFill>
                    <a:srgbClr val="929292"/>
                  </a:solidFill>
                  <a:effectLst/>
                  <a:latin typeface="Noir Pro Semi Bold" pitchFamily="2" charset="0"/>
                </a:rPr>
                <a:t>LEFT</a:t>
              </a:r>
              <a:r>
                <a:rPr lang="en-US" sz="900" b="0" i="0" dirty="0">
                  <a:solidFill>
                    <a:srgbClr val="929292"/>
                  </a:solidFill>
                  <a:effectLst/>
                  <a:latin typeface="Noir Pro" pitchFamily="2" charset="0"/>
                </a:rPr>
                <a:t> OF HERE</a:t>
              </a:r>
            </a:p>
          </p:txBody>
        </p:sp>
        <p:sp>
          <p:nvSpPr>
            <p:cNvPr id="17" name="Triangle 226">
              <a:extLst>
                <a:ext uri="{FF2B5EF4-FFF2-40B4-BE49-F238E27FC236}">
                  <a16:creationId xmlns:a16="http://schemas.microsoft.com/office/drawing/2014/main" id="{0DBA9522-D22B-9DBA-AF8B-D363E3557F6A}"/>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riangle 226">
              <a:extLst>
                <a:ext uri="{FF2B5EF4-FFF2-40B4-BE49-F238E27FC236}">
                  <a16:creationId xmlns:a16="http://schemas.microsoft.com/office/drawing/2014/main" id="{A82A2DFA-D8C5-D911-DE04-AFB44144EAE6}"/>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ep 119">
            <a:extLst>
              <a:ext uri="{FF2B5EF4-FFF2-40B4-BE49-F238E27FC236}">
                <a16:creationId xmlns:a16="http://schemas.microsoft.com/office/drawing/2014/main" id="{C2A05CFF-BFD2-D7A2-AE40-E01B243946B8}"/>
              </a:ext>
            </a:extLst>
          </p:cNvPr>
          <p:cNvGrpSpPr/>
          <p:nvPr userDrawn="1"/>
        </p:nvGrpSpPr>
        <p:grpSpPr>
          <a:xfrm flipH="1">
            <a:off x="10714464" y="-511645"/>
            <a:ext cx="2854391" cy="1940242"/>
            <a:chOff x="-1377504" y="-511645"/>
            <a:chExt cx="2854391" cy="1940242"/>
          </a:xfrm>
        </p:grpSpPr>
        <p:sp>
          <p:nvSpPr>
            <p:cNvPr id="20" name="TextBox 225">
              <a:extLst>
                <a:ext uri="{FF2B5EF4-FFF2-40B4-BE49-F238E27FC236}">
                  <a16:creationId xmlns:a16="http://schemas.microsoft.com/office/drawing/2014/main" id="{D81A72E2-530F-F1B2-FF4A-95585AE44BA6}"/>
                </a:ext>
              </a:extLst>
            </p:cNvPr>
            <p:cNvSpPr txBox="1"/>
            <p:nvPr userDrawn="1"/>
          </p:nvSpPr>
          <p:spPr>
            <a:xfrm>
              <a:off x="115222" y="-506673"/>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21" name="Rectangle 68">
              <a:extLst>
                <a:ext uri="{FF2B5EF4-FFF2-40B4-BE49-F238E27FC236}">
                  <a16:creationId xmlns:a16="http://schemas.microsoft.com/office/drawing/2014/main" id="{83435E30-E1B5-02A9-A4E0-5FD7CB1BEF6B}"/>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2" name="Vrije vorm 122">
              <a:extLst>
                <a:ext uri="{FF2B5EF4-FFF2-40B4-BE49-F238E27FC236}">
                  <a16:creationId xmlns:a16="http://schemas.microsoft.com/office/drawing/2014/main" id="{0CC0EFCF-04D1-45F4-6702-6FC3A265B70E}"/>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23" name="TextBox 6">
              <a:extLst>
                <a:ext uri="{FF2B5EF4-FFF2-40B4-BE49-F238E27FC236}">
                  <a16:creationId xmlns:a16="http://schemas.microsoft.com/office/drawing/2014/main" id="{A9A16DAD-D221-1339-C097-73024E4EB147}"/>
                </a:ext>
              </a:extLst>
            </p:cNvPr>
            <p:cNvSpPr txBox="1"/>
            <p:nvPr userDrawn="1"/>
          </p:nvSpPr>
          <p:spPr>
            <a:xfrm>
              <a:off x="-1351052" y="103085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24" name="Triangle 20">
              <a:extLst>
                <a:ext uri="{FF2B5EF4-FFF2-40B4-BE49-F238E27FC236}">
                  <a16:creationId xmlns:a16="http://schemas.microsoft.com/office/drawing/2014/main" id="{942D8640-0849-C2B0-5C54-2B32EBC367F3}"/>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2">
              <a:extLst>
                <a:ext uri="{FF2B5EF4-FFF2-40B4-BE49-F238E27FC236}">
                  <a16:creationId xmlns:a16="http://schemas.microsoft.com/office/drawing/2014/main" id="{A443B444-0F2A-7630-FCF7-EF4808767C4F}"/>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80">
              <a:extLst>
                <a:ext uri="{FF2B5EF4-FFF2-40B4-BE49-F238E27FC236}">
                  <a16:creationId xmlns:a16="http://schemas.microsoft.com/office/drawing/2014/main" id="{4E83FFE7-44CD-8735-C0A4-BE79EC39796F}"/>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81">
              <a:extLst>
                <a:ext uri="{FF2B5EF4-FFF2-40B4-BE49-F238E27FC236}">
                  <a16:creationId xmlns:a16="http://schemas.microsoft.com/office/drawing/2014/main" id="{C0F7E114-51AF-14D3-7DBE-7C596486FEA4}"/>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28" name="TextBox 225">
              <a:extLst>
                <a:ext uri="{FF2B5EF4-FFF2-40B4-BE49-F238E27FC236}">
                  <a16:creationId xmlns:a16="http://schemas.microsoft.com/office/drawing/2014/main" id="{D0DB4980-D536-E5B3-868C-F6D7255C05A0}"/>
                </a:ext>
              </a:extLst>
            </p:cNvPr>
            <p:cNvSpPr txBox="1"/>
            <p:nvPr userDrawn="1"/>
          </p:nvSpPr>
          <p:spPr>
            <a:xfrm>
              <a:off x="-1021213" y="-506673"/>
              <a:ext cx="1209678" cy="369332"/>
            </a:xfrm>
            <a:prstGeom prst="rect">
              <a:avLst/>
            </a:prstGeom>
            <a:noFill/>
          </p:spPr>
          <p:txBody>
            <a:bodyPr wrap="square" rtlCol="0" anchor="b">
              <a:spAutoFit/>
            </a:bodyPr>
            <a:lstStyle/>
            <a:p>
              <a:pPr algn="l"/>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1" i="0">
                  <a:solidFill>
                    <a:srgbClr val="929292"/>
                  </a:solidFill>
                  <a:effectLst/>
                  <a:latin typeface="Noir Pro Semi Bold" pitchFamily="2" charset="0"/>
                </a:rPr>
                <a:t>RIGHT</a:t>
              </a:r>
              <a:r>
                <a:rPr lang="en-US" sz="900" b="0" i="0">
                  <a:solidFill>
                    <a:srgbClr val="929292"/>
                  </a:solidFill>
                  <a:effectLst/>
                  <a:latin typeface="Noir Pro" pitchFamily="2" charset="0"/>
                </a:rPr>
                <a:t> OF HERE</a:t>
              </a:r>
            </a:p>
          </p:txBody>
        </p:sp>
        <p:sp>
          <p:nvSpPr>
            <p:cNvPr id="29" name="Triangle 226">
              <a:extLst>
                <a:ext uri="{FF2B5EF4-FFF2-40B4-BE49-F238E27FC236}">
                  <a16:creationId xmlns:a16="http://schemas.microsoft.com/office/drawing/2014/main" id="{6B36C7E9-EDBA-AFB3-433E-8B2AB725E1FD}"/>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riangle 226">
              <a:extLst>
                <a:ext uri="{FF2B5EF4-FFF2-40B4-BE49-F238E27FC236}">
                  <a16:creationId xmlns:a16="http://schemas.microsoft.com/office/drawing/2014/main" id="{9B00A46E-70BA-C698-9D23-9A7A9825BEB0}"/>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ep 148">
            <a:extLst>
              <a:ext uri="{FF2B5EF4-FFF2-40B4-BE49-F238E27FC236}">
                <a16:creationId xmlns:a16="http://schemas.microsoft.com/office/drawing/2014/main" id="{B065A78A-517B-7FE3-9BD1-5BBA83C5B2FD}"/>
              </a:ext>
            </a:extLst>
          </p:cNvPr>
          <p:cNvGrpSpPr/>
          <p:nvPr userDrawn="1"/>
        </p:nvGrpSpPr>
        <p:grpSpPr>
          <a:xfrm>
            <a:off x="-1377504" y="4674513"/>
            <a:ext cx="2854391" cy="2702025"/>
            <a:chOff x="-1377504" y="-455451"/>
            <a:chExt cx="2854391" cy="2702025"/>
          </a:xfrm>
        </p:grpSpPr>
        <p:sp>
          <p:nvSpPr>
            <p:cNvPr id="49" name="Rectangle 68">
              <a:extLst>
                <a:ext uri="{FF2B5EF4-FFF2-40B4-BE49-F238E27FC236}">
                  <a16:creationId xmlns:a16="http://schemas.microsoft.com/office/drawing/2014/main" id="{68E74EB2-0DC9-4FFA-13D4-BC1CAAD5C2DA}"/>
                </a:ext>
              </a:extLst>
            </p:cNvPr>
            <p:cNvSpPr/>
            <p:nvPr userDrawn="1"/>
          </p:nvSpPr>
          <p:spPr>
            <a:xfrm>
              <a:off x="-1371600" y="1126373"/>
              <a:ext cx="1364481"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50" name="TextBox 225">
              <a:extLst>
                <a:ext uri="{FF2B5EF4-FFF2-40B4-BE49-F238E27FC236}">
                  <a16:creationId xmlns:a16="http://schemas.microsoft.com/office/drawing/2014/main" id="{1416B053-515C-7D37-719A-D5396792901F}"/>
                </a:ext>
              </a:extLst>
            </p:cNvPr>
            <p:cNvSpPr txBox="1"/>
            <p:nvPr userDrawn="1"/>
          </p:nvSpPr>
          <p:spPr>
            <a:xfrm>
              <a:off x="115222" y="1877242"/>
              <a:ext cx="1361665" cy="369332"/>
            </a:xfrm>
            <a:prstGeom prst="rect">
              <a:avLst/>
            </a:prstGeom>
            <a:noFill/>
          </p:spPr>
          <p:txBody>
            <a:bodyPr wrap="square" rtlCol="0" anchor="b">
              <a:spAutoFit/>
            </a:bodyPr>
            <a:lstStyle/>
            <a:p>
              <a:pPr algn="l"/>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51" name="Rectangle 68">
              <a:extLst>
                <a:ext uri="{FF2B5EF4-FFF2-40B4-BE49-F238E27FC236}">
                  <a16:creationId xmlns:a16="http://schemas.microsoft.com/office/drawing/2014/main" id="{B67387B5-D96B-0662-6DE0-1CEDDB232D44}"/>
                </a:ext>
              </a:extLst>
            </p:cNvPr>
            <p:cNvSpPr/>
            <p:nvPr userDrawn="1"/>
          </p:nvSpPr>
          <p:spPr>
            <a:xfrm>
              <a:off x="147066" y="1738388"/>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52" name="Vrije vorm 162">
              <a:extLst>
                <a:ext uri="{FF2B5EF4-FFF2-40B4-BE49-F238E27FC236}">
                  <a16:creationId xmlns:a16="http://schemas.microsoft.com/office/drawing/2014/main" id="{D25AB246-D0F9-FF11-D812-6CE65EEA93D7}"/>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53" name="TextBox 6">
              <a:extLst>
                <a:ext uri="{FF2B5EF4-FFF2-40B4-BE49-F238E27FC236}">
                  <a16:creationId xmlns:a16="http://schemas.microsoft.com/office/drawing/2014/main" id="{49857C07-3FD7-ABA2-AE3A-5A082586E45F}"/>
                </a:ext>
              </a:extLst>
            </p:cNvPr>
            <p:cNvSpPr txBox="1"/>
            <p:nvPr userDrawn="1"/>
          </p:nvSpPr>
          <p:spPr>
            <a:xfrm>
              <a:off x="-1351052" y="123778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54" name="Triangle 20">
              <a:extLst>
                <a:ext uri="{FF2B5EF4-FFF2-40B4-BE49-F238E27FC236}">
                  <a16:creationId xmlns:a16="http://schemas.microsoft.com/office/drawing/2014/main" id="{5F6BB872-7452-D5A8-42F6-FB044B207267}"/>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22">
              <a:extLst>
                <a:ext uri="{FF2B5EF4-FFF2-40B4-BE49-F238E27FC236}">
                  <a16:creationId xmlns:a16="http://schemas.microsoft.com/office/drawing/2014/main" id="{7ABC8ED3-35BE-3005-C4F5-CE56B7C3290E}"/>
                </a:ext>
              </a:extLst>
            </p:cNvPr>
            <p:cNvCxnSpPr>
              <a:cxnSpLocks/>
            </p:cNvCxnSpPr>
            <p:nvPr userDrawn="1"/>
          </p:nvCxnSpPr>
          <p:spPr>
            <a:xfrm flipH="1">
              <a:off x="-1377504" y="1254498"/>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80">
              <a:extLst>
                <a:ext uri="{FF2B5EF4-FFF2-40B4-BE49-F238E27FC236}">
                  <a16:creationId xmlns:a16="http://schemas.microsoft.com/office/drawing/2014/main" id="{4DFCD810-B71B-1937-A748-B404B5D5D35B}"/>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81">
              <a:extLst>
                <a:ext uri="{FF2B5EF4-FFF2-40B4-BE49-F238E27FC236}">
                  <a16:creationId xmlns:a16="http://schemas.microsoft.com/office/drawing/2014/main" id="{CC59845C-9422-C747-98C4-6BE996939962}"/>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58" name="TextBox 225">
              <a:extLst>
                <a:ext uri="{FF2B5EF4-FFF2-40B4-BE49-F238E27FC236}">
                  <a16:creationId xmlns:a16="http://schemas.microsoft.com/office/drawing/2014/main" id="{DF4979DD-C143-00E2-257F-D2A99369298A}"/>
                </a:ext>
              </a:extLst>
            </p:cNvPr>
            <p:cNvSpPr txBox="1"/>
            <p:nvPr userDrawn="1"/>
          </p:nvSpPr>
          <p:spPr>
            <a:xfrm>
              <a:off x="-1021213" y="1877242"/>
              <a:ext cx="1209678" cy="369332"/>
            </a:xfrm>
            <a:prstGeom prst="rect">
              <a:avLst/>
            </a:prstGeom>
            <a:noFill/>
          </p:spPr>
          <p:txBody>
            <a:bodyPr wrap="square" rtlCol="0" anchor="b">
              <a:spAutoFit/>
            </a:bodyPr>
            <a:lstStyle/>
            <a:p>
              <a:pPr algn="r"/>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0" i="0">
                  <a:solidFill>
                    <a:srgbClr val="929292"/>
                  </a:solidFill>
                  <a:effectLst/>
                  <a:latin typeface="Noir Pro" pitchFamily="2" charset="0"/>
                </a:rPr>
                <a:t>        </a:t>
              </a:r>
              <a:r>
                <a:rPr lang="en-US" sz="900" b="1" i="0">
                  <a:solidFill>
                    <a:srgbClr val="929292"/>
                  </a:solidFill>
                  <a:effectLst/>
                  <a:latin typeface="Noir Pro Semi Bold" pitchFamily="2" charset="0"/>
                </a:rPr>
                <a:t>LEFT</a:t>
              </a:r>
              <a:r>
                <a:rPr lang="en-US" sz="900" b="0" i="0">
                  <a:solidFill>
                    <a:srgbClr val="929292"/>
                  </a:solidFill>
                  <a:effectLst/>
                  <a:latin typeface="Noir Pro" pitchFamily="2" charset="0"/>
                </a:rPr>
                <a:t> OF HERE</a:t>
              </a:r>
            </a:p>
          </p:txBody>
        </p:sp>
        <p:sp>
          <p:nvSpPr>
            <p:cNvPr id="59" name="Triangle 226">
              <a:extLst>
                <a:ext uri="{FF2B5EF4-FFF2-40B4-BE49-F238E27FC236}">
                  <a16:creationId xmlns:a16="http://schemas.microsoft.com/office/drawing/2014/main" id="{FD27ABA0-7135-DACE-FC6C-8A9EAAD90783}"/>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riangle 226">
              <a:extLst>
                <a:ext uri="{FF2B5EF4-FFF2-40B4-BE49-F238E27FC236}">
                  <a16:creationId xmlns:a16="http://schemas.microsoft.com/office/drawing/2014/main" id="{2F3941FD-9462-C017-A887-F06C79F528F4}"/>
                </a:ext>
              </a:extLst>
            </p:cNvPr>
            <p:cNvSpPr/>
            <p:nvPr userDrawn="1"/>
          </p:nvSpPr>
          <p:spPr>
            <a:xfrm rot="16200000">
              <a:off x="225082"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22">
              <a:extLst>
                <a:ext uri="{FF2B5EF4-FFF2-40B4-BE49-F238E27FC236}">
                  <a16:creationId xmlns:a16="http://schemas.microsoft.com/office/drawing/2014/main" id="{9C81FCA9-FCE4-FEF4-4B6B-AA410333A9E2}"/>
                </a:ext>
              </a:extLst>
            </p:cNvPr>
            <p:cNvCxnSpPr>
              <a:cxnSpLocks/>
            </p:cNvCxnSpPr>
            <p:nvPr userDrawn="1"/>
          </p:nvCxnSpPr>
          <p:spPr>
            <a:xfrm flipH="1">
              <a:off x="-1377504" y="1127619"/>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62" name="TextBox 6">
              <a:extLst>
                <a:ext uri="{FF2B5EF4-FFF2-40B4-BE49-F238E27FC236}">
                  <a16:creationId xmlns:a16="http://schemas.microsoft.com/office/drawing/2014/main" id="{A2E9BB0C-D35B-4116-2AC4-90E9717E5237}"/>
                </a:ext>
              </a:extLst>
            </p:cNvPr>
            <p:cNvSpPr txBox="1"/>
            <p:nvPr userDrawn="1"/>
          </p:nvSpPr>
          <p:spPr>
            <a:xfrm>
              <a:off x="-1266826" y="909673"/>
              <a:ext cx="1144135" cy="397746"/>
            </a:xfrm>
            <a:prstGeom prst="rect">
              <a:avLst/>
            </a:prstGeom>
            <a:noFill/>
          </p:spPr>
          <p:txBody>
            <a:bodyPr wrap="square" rtlCol="0" anchor="b">
              <a:noAutofit/>
            </a:bodyPr>
            <a:lstStyle/>
            <a:p>
              <a:pPr algn="r"/>
              <a:r>
                <a:rPr lang="en-US" sz="900" b="0" i="0" dirty="0">
                  <a:solidFill>
                    <a:srgbClr val="74A2FF"/>
                  </a:solidFill>
                  <a:effectLst/>
                  <a:latin typeface="Noir Pro" pitchFamily="2" charset="0"/>
                </a:rPr>
                <a:t>NO TEXT </a:t>
              </a:r>
              <a:r>
                <a:rPr lang="en-US" sz="900" b="1" i="0" dirty="0">
                  <a:solidFill>
                    <a:srgbClr val="74A2FF"/>
                  </a:solidFill>
                  <a:effectLst/>
                  <a:latin typeface="Noir Pro" pitchFamily="2" charset="0"/>
                </a:rPr>
                <a:t>IN </a:t>
              </a:r>
              <a:br>
                <a:rPr lang="en-US" sz="900" b="1"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63" name="Triangle 20">
              <a:extLst>
                <a:ext uri="{FF2B5EF4-FFF2-40B4-BE49-F238E27FC236}">
                  <a16:creationId xmlns:a16="http://schemas.microsoft.com/office/drawing/2014/main" id="{E8031D7B-7681-7AE4-A37D-529EC4686204}"/>
                </a:ext>
              </a:extLst>
            </p:cNvPr>
            <p:cNvSpPr/>
            <p:nvPr userDrawn="1"/>
          </p:nvSpPr>
          <p:spPr>
            <a:xfrm rot="10800000">
              <a:off x="-169889" y="1151710"/>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9" name="Rechthoek 148">
            <a:extLst>
              <a:ext uri="{FF2B5EF4-FFF2-40B4-BE49-F238E27FC236}">
                <a16:creationId xmlns:a16="http://schemas.microsoft.com/office/drawing/2014/main" id="{912E8D36-CEBC-F4A4-DC48-0FFC029F5CDB}"/>
              </a:ext>
            </a:extLst>
          </p:cNvPr>
          <p:cNvSpPr/>
          <p:nvPr userDrawn="1"/>
        </p:nvSpPr>
        <p:spPr>
          <a:xfrm>
            <a:off x="0" y="6334783"/>
            <a:ext cx="12192000" cy="522161"/>
          </a:xfrm>
          <a:prstGeom prst="rect">
            <a:avLst/>
          </a:prstGeom>
          <a:gradFill>
            <a:gsLst>
              <a:gs pos="100000">
                <a:srgbClr val="1847B2"/>
              </a:gs>
              <a:gs pos="16000">
                <a:srgbClr val="151632"/>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nl-NL"/>
          </a:p>
        </p:txBody>
      </p:sp>
      <p:sp>
        <p:nvSpPr>
          <p:cNvPr id="150" name="Rounded Rectangle 11">
            <a:extLst>
              <a:ext uri="{FF2B5EF4-FFF2-40B4-BE49-F238E27FC236}">
                <a16:creationId xmlns:a16="http://schemas.microsoft.com/office/drawing/2014/main" id="{2D4AC5C1-8471-5765-EE2F-B91C401EEABC}"/>
              </a:ext>
            </a:extLst>
          </p:cNvPr>
          <p:cNvSpPr/>
          <p:nvPr userDrawn="1"/>
        </p:nvSpPr>
        <p:spPr>
          <a:xfrm>
            <a:off x="1" y="6247564"/>
            <a:ext cx="12192000" cy="530113"/>
          </a:xfrm>
          <a:prstGeom prst="roundRect">
            <a:avLst>
              <a:gd name="adj" fmla="val 25380"/>
            </a:avLst>
          </a:prstGeom>
          <a:gradFill>
            <a:gsLst>
              <a:gs pos="5000">
                <a:srgbClr val="003AAE"/>
              </a:gs>
              <a:gs pos="12000">
                <a:srgbClr val="002E8B"/>
              </a:gs>
              <a:gs pos="32000">
                <a:srgbClr val="151632"/>
              </a:gs>
            </a:gsLst>
            <a:lin ang="4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62" name="Rectangle 22">
            <a:extLst>
              <a:ext uri="{FF2B5EF4-FFF2-40B4-BE49-F238E27FC236}">
                <a16:creationId xmlns:a16="http://schemas.microsoft.com/office/drawing/2014/main" id="{A9735FA5-2FA2-C8BE-D5A8-A0118D2693E8}"/>
              </a:ext>
            </a:extLst>
          </p:cNvPr>
          <p:cNvSpPr/>
          <p:nvPr userDrawn="1"/>
        </p:nvSpPr>
        <p:spPr>
          <a:xfrm>
            <a:off x="0" y="0"/>
            <a:ext cx="12192000" cy="6334783"/>
          </a:xfrm>
          <a:prstGeom prst="rect">
            <a:avLst/>
          </a:prstGeom>
          <a:solidFill>
            <a:srgbClr val="15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2">
            <a:extLst>
              <a:ext uri="{FF2B5EF4-FFF2-40B4-BE49-F238E27FC236}">
                <a16:creationId xmlns:a16="http://schemas.microsoft.com/office/drawing/2014/main" id="{47AF9F50-B0AE-A4D9-6892-D5B682DB31A2}"/>
              </a:ext>
            </a:extLst>
          </p:cNvPr>
          <p:cNvSpPr/>
          <p:nvPr userDrawn="1"/>
        </p:nvSpPr>
        <p:spPr>
          <a:xfrm>
            <a:off x="0" y="0"/>
            <a:ext cx="1381059" cy="416209"/>
          </a:xfrm>
          <a:prstGeom prst="rect">
            <a:avLst/>
          </a:prstGeom>
          <a:gradFill>
            <a:gsLst>
              <a:gs pos="0">
                <a:srgbClr val="F9C716">
                  <a:alpha val="78258"/>
                </a:srgbClr>
              </a:gs>
              <a:gs pos="18000">
                <a:srgbClr val="F8C716">
                  <a:alpha val="30000"/>
                </a:srgbClr>
              </a:gs>
              <a:gs pos="45000">
                <a:srgbClr val="F9C716">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165" name="Rounded Rectangle 92">
            <a:extLst>
              <a:ext uri="{FF2B5EF4-FFF2-40B4-BE49-F238E27FC236}">
                <a16:creationId xmlns:a16="http://schemas.microsoft.com/office/drawing/2014/main" id="{B6B0EA6D-93FA-0E47-82BC-6E9A5D82BC56}"/>
              </a:ext>
            </a:extLst>
          </p:cNvPr>
          <p:cNvSpPr/>
          <p:nvPr userDrawn="1"/>
        </p:nvSpPr>
        <p:spPr>
          <a:xfrm>
            <a:off x="154800" y="130179"/>
            <a:ext cx="1103615" cy="379911"/>
          </a:xfrm>
          <a:prstGeom prst="roundRect">
            <a:avLst>
              <a:gd name="adj" fmla="val 35079"/>
            </a:avLst>
          </a:prstGeom>
          <a:gradFill>
            <a:gsLst>
              <a:gs pos="2000">
                <a:srgbClr val="E88C36"/>
              </a:gs>
              <a:gs pos="15000">
                <a:srgbClr val="F8C716"/>
              </a:gs>
              <a:gs pos="41000">
                <a:srgbClr val="F8C716"/>
              </a:gs>
              <a:gs pos="54000">
                <a:srgbClr val="F8C716">
                  <a:alpha val="54000"/>
                </a:srgbClr>
              </a:gs>
              <a:gs pos="70000">
                <a:srgbClr val="F8C716">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166" name="Rectangle 3">
            <a:extLst>
              <a:ext uri="{FF2B5EF4-FFF2-40B4-BE49-F238E27FC236}">
                <a16:creationId xmlns:a16="http://schemas.microsoft.com/office/drawing/2014/main" id="{929202E0-FBA3-6D1C-5DB2-A7003046CE87}"/>
              </a:ext>
            </a:extLst>
          </p:cNvPr>
          <p:cNvSpPr/>
          <p:nvPr userDrawn="1"/>
        </p:nvSpPr>
        <p:spPr>
          <a:xfrm>
            <a:off x="0" y="358781"/>
            <a:ext cx="2835408" cy="307889"/>
          </a:xfrm>
          <a:prstGeom prst="rect">
            <a:avLst/>
          </a:prstGeom>
          <a:solidFill>
            <a:srgbClr val="14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7" name="Straight Connector 9">
            <a:extLst>
              <a:ext uri="{FF2B5EF4-FFF2-40B4-BE49-F238E27FC236}">
                <a16:creationId xmlns:a16="http://schemas.microsoft.com/office/drawing/2014/main" id="{B175B565-7FF3-C6FA-3AEF-FECA88B3E490}"/>
              </a:ext>
            </a:extLst>
          </p:cNvPr>
          <p:cNvCxnSpPr>
            <a:cxnSpLocks/>
          </p:cNvCxnSpPr>
          <p:nvPr userDrawn="1"/>
        </p:nvCxnSpPr>
        <p:spPr>
          <a:xfrm>
            <a:off x="154800" y="1254633"/>
            <a:ext cx="11879999" cy="0"/>
          </a:xfrm>
          <a:prstGeom prst="line">
            <a:avLst/>
          </a:prstGeom>
          <a:ln w="9525">
            <a:solidFill>
              <a:srgbClr val="B0B0B0">
                <a:alpha val="40000"/>
              </a:srgbClr>
            </a:solidFill>
            <a:prstDash val="sysDot"/>
          </a:ln>
        </p:spPr>
        <p:style>
          <a:lnRef idx="1">
            <a:schemeClr val="accent1"/>
          </a:lnRef>
          <a:fillRef idx="0">
            <a:schemeClr val="accent1"/>
          </a:fillRef>
          <a:effectRef idx="0">
            <a:schemeClr val="accent1"/>
          </a:effectRef>
          <a:fontRef idx="minor">
            <a:schemeClr val="tx1"/>
          </a:fontRef>
        </p:style>
      </p:cxnSp>
      <p:sp>
        <p:nvSpPr>
          <p:cNvPr id="170" name="Rechthoek 169">
            <a:extLst>
              <a:ext uri="{FF2B5EF4-FFF2-40B4-BE49-F238E27FC236}">
                <a16:creationId xmlns:a16="http://schemas.microsoft.com/office/drawing/2014/main" id="{A86F3B83-6262-41A8-700E-61C3B1838F75}"/>
              </a:ext>
            </a:extLst>
          </p:cNvPr>
          <p:cNvSpPr/>
          <p:nvPr userDrawn="1"/>
        </p:nvSpPr>
        <p:spPr>
          <a:xfrm>
            <a:off x="11535226" y="6427757"/>
            <a:ext cx="443898" cy="26160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2" name="Rectangle 22">
            <a:extLst>
              <a:ext uri="{FF2B5EF4-FFF2-40B4-BE49-F238E27FC236}">
                <a16:creationId xmlns:a16="http://schemas.microsoft.com/office/drawing/2014/main" id="{A60FFE3A-8FA1-676B-EFFA-9F7E31AFE577}"/>
              </a:ext>
            </a:extLst>
          </p:cNvPr>
          <p:cNvSpPr/>
          <p:nvPr userDrawn="1"/>
        </p:nvSpPr>
        <p:spPr>
          <a:xfrm>
            <a:off x="0" y="4806022"/>
            <a:ext cx="12192000" cy="1584363"/>
          </a:xfrm>
          <a:prstGeom prst="rect">
            <a:avLst/>
          </a:prstGeom>
          <a:solidFill>
            <a:srgbClr val="14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54800" y="594000"/>
            <a:ext cx="11880000" cy="402291"/>
          </a:xfrm>
          <a:prstGeom prst="rect">
            <a:avLst/>
          </a:prstGeom>
        </p:spPr>
        <p:txBody>
          <a:bodyPr wrap="square" lIns="216000" tIns="46800" rIns="0" bIns="46800" anchor="ctr" anchorCtr="0">
            <a:spAutoFit/>
          </a:bodyPr>
          <a:lstStyle/>
          <a:p>
            <a:pPr marL="228600" lvl="0" indent="-228600">
              <a:spcBef>
                <a:spcPts val="1000"/>
              </a:spcBef>
              <a:buFont typeface="Arial"/>
            </a:pPr>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08399" y="6469694"/>
            <a:ext cx="626400"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rtlCol="0" anchor="ctr">
            <a:spAutoFit/>
          </a:bodyPr>
          <a:lstStyle>
            <a:lvl1pPr algn="ctr">
              <a:defRPr lang="en-US" sz="900" b="0" spc="10" baseline="0" smtClean="0">
                <a:solidFill>
                  <a:srgbClr val="FFFFFF"/>
                </a:solidFill>
                <a:latin typeface="Azeret Mono" pitchFamily="2" charset="77"/>
                <a:cs typeface="Azeret Mono" pitchFamily="2" charset="77"/>
              </a:defRPr>
            </a:lvl1pPr>
          </a:lstStyle>
          <a:p>
            <a:fld id="{E242BD21-9B61-2246-BCB1-4BE5E1BEBE1C}" type="slidenum">
              <a:rPr lang="nl-NL" smtClean="0"/>
              <a:pPr/>
              <a:t>‹#›</a:t>
            </a:fld>
            <a:endParaRPr lang="nl-NL"/>
          </a:p>
        </p:txBody>
      </p:sp>
      <p:cxnSp>
        <p:nvCxnSpPr>
          <p:cNvPr id="173" name="Straight Connector 9">
            <a:extLst>
              <a:ext uri="{FF2B5EF4-FFF2-40B4-BE49-F238E27FC236}">
                <a16:creationId xmlns:a16="http://schemas.microsoft.com/office/drawing/2014/main" id="{8D280FE2-26DA-3F87-A7A0-367871842674}"/>
              </a:ext>
            </a:extLst>
          </p:cNvPr>
          <p:cNvCxnSpPr>
            <a:cxnSpLocks/>
          </p:cNvCxnSpPr>
          <p:nvPr userDrawn="1"/>
        </p:nvCxnSpPr>
        <p:spPr>
          <a:xfrm>
            <a:off x="144162" y="6382737"/>
            <a:ext cx="11903676" cy="0"/>
          </a:xfrm>
          <a:prstGeom prst="line">
            <a:avLst/>
          </a:prstGeom>
          <a:ln w="9525">
            <a:gradFill>
              <a:gsLst>
                <a:gs pos="18000">
                  <a:srgbClr val="B0B0B0">
                    <a:alpha val="0"/>
                  </a:srgbClr>
                </a:gs>
                <a:gs pos="43000">
                  <a:srgbClr val="B0B0B0">
                    <a:alpha val="40000"/>
                  </a:srgbClr>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153" name="Rectangle 4">
            <a:extLst>
              <a:ext uri="{FF2B5EF4-FFF2-40B4-BE49-F238E27FC236}">
                <a16:creationId xmlns:a16="http://schemas.microsoft.com/office/drawing/2014/main" id="{73B235D3-3C1A-926C-96F7-876AEA7F759F}"/>
              </a:ext>
            </a:extLst>
          </p:cNvPr>
          <p:cNvSpPr/>
          <p:nvPr userDrawn="1"/>
        </p:nvSpPr>
        <p:spPr>
          <a:xfrm>
            <a:off x="0" y="3429001"/>
            <a:ext cx="8134958" cy="2964608"/>
          </a:xfrm>
          <a:prstGeom prst="rect">
            <a:avLst/>
          </a:prstGeom>
          <a:gradFill>
            <a:gsLst>
              <a:gs pos="0">
                <a:srgbClr val="1864FF">
                  <a:alpha val="66667"/>
                </a:srgbClr>
              </a:gs>
              <a:gs pos="45000">
                <a:srgbClr val="151632">
                  <a:alpha val="0"/>
                </a:srgbClr>
              </a:gs>
              <a:gs pos="11000">
                <a:srgbClr val="1864FF">
                  <a:alpha val="56863"/>
                </a:srgbClr>
              </a:gs>
              <a:gs pos="35000">
                <a:srgbClr val="173D99">
                  <a:alpha val="24023"/>
                </a:srgbClr>
              </a:gs>
              <a:gs pos="22000">
                <a:srgbClr val="1864FF">
                  <a:alpha val="35686"/>
                </a:srgbClr>
              </a:gs>
            </a:gsLst>
            <a:lin ang="17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152" name="Rectangle 4">
            <a:extLst>
              <a:ext uri="{FF2B5EF4-FFF2-40B4-BE49-F238E27FC236}">
                <a16:creationId xmlns:a16="http://schemas.microsoft.com/office/drawing/2014/main" id="{C05BC534-2B27-A9B7-CEAE-FECCCD47CBF9}"/>
              </a:ext>
            </a:extLst>
          </p:cNvPr>
          <p:cNvSpPr/>
          <p:nvPr userDrawn="1"/>
        </p:nvSpPr>
        <p:spPr>
          <a:xfrm>
            <a:off x="154800" y="5446799"/>
            <a:ext cx="8134958" cy="946809"/>
          </a:xfrm>
          <a:prstGeom prst="rect">
            <a:avLst/>
          </a:prstGeom>
          <a:gradFill>
            <a:gsLst>
              <a:gs pos="0">
                <a:srgbClr val="1864FF">
                  <a:alpha val="62745"/>
                </a:srgbClr>
              </a:gs>
              <a:gs pos="14000">
                <a:srgbClr val="1864FF">
                  <a:alpha val="16863"/>
                </a:srgbClr>
              </a:gs>
              <a:gs pos="28000">
                <a:srgbClr val="1864FF">
                  <a:alpha val="0"/>
                </a:srgbClr>
              </a:gs>
            </a:gsLst>
            <a:lin ang="16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6" name="Footer Placeholder 5">
            <a:extLst>
              <a:ext uri="{FF2B5EF4-FFF2-40B4-BE49-F238E27FC236}">
                <a16:creationId xmlns:a16="http://schemas.microsoft.com/office/drawing/2014/main" id="{DDB6C8C7-4A4D-FB4E-9345-9292EFEF7610}"/>
              </a:ext>
            </a:extLst>
          </p:cNvPr>
          <p:cNvSpPr>
            <a:spLocks noGrp="1"/>
          </p:cNvSpPr>
          <p:nvPr>
            <p:ph type="ftr" sz="quarter" idx="3"/>
          </p:nvPr>
        </p:nvSpPr>
        <p:spPr>
          <a:xfrm>
            <a:off x="194555" y="6382737"/>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FFFFFF"/>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154800" y="1411200"/>
            <a:ext cx="11880000" cy="4842000"/>
          </a:xfrm>
          <a:prstGeom prst="rect">
            <a:avLst/>
          </a:prstGeom>
        </p:spPr>
        <p:txBody>
          <a:bodyPr vert="horz" lIns="216000" tIns="45720" rIns="234000" bIns="45720" rtlCol="0">
            <a:no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grpSp>
        <p:nvGrpSpPr>
          <p:cNvPr id="31" name="Groep 30">
            <a:extLst>
              <a:ext uri="{FF2B5EF4-FFF2-40B4-BE49-F238E27FC236}">
                <a16:creationId xmlns:a16="http://schemas.microsoft.com/office/drawing/2014/main" id="{9E6A6A6B-50E5-38EF-4BD3-D020EE8689B3}"/>
              </a:ext>
            </a:extLst>
          </p:cNvPr>
          <p:cNvGrpSpPr/>
          <p:nvPr userDrawn="1"/>
        </p:nvGrpSpPr>
        <p:grpSpPr>
          <a:xfrm>
            <a:off x="12194479" y="1557707"/>
            <a:ext cx="1757701" cy="4093925"/>
            <a:chOff x="12194479" y="1557707"/>
            <a:chExt cx="1757701" cy="4093925"/>
          </a:xfrm>
        </p:grpSpPr>
        <p:sp>
          <p:nvSpPr>
            <p:cNvPr id="32" name="TextBox 221">
              <a:extLst>
                <a:ext uri="{FF2B5EF4-FFF2-40B4-BE49-F238E27FC236}">
                  <a16:creationId xmlns:a16="http://schemas.microsoft.com/office/drawing/2014/main" id="{066C03D8-F9E0-2E6A-1D60-4703BFF4BF08}"/>
                </a:ext>
              </a:extLst>
            </p:cNvPr>
            <p:cNvSpPr txBox="1"/>
            <p:nvPr userDrawn="1"/>
          </p:nvSpPr>
          <p:spPr>
            <a:xfrm>
              <a:off x="12207792" y="3617036"/>
              <a:ext cx="1744388" cy="200055"/>
            </a:xfrm>
            <a:prstGeom prst="rect">
              <a:avLst/>
            </a:prstGeom>
            <a:noFill/>
          </p:spPr>
          <p:txBody>
            <a:bodyPr wrap="none" rtlCol="0">
              <a:spAutoFit/>
            </a:bodyPr>
            <a:lstStyle/>
            <a:p>
              <a:r>
                <a:rPr lang="en-US" sz="700" b="0" i="0" dirty="0">
                  <a:solidFill>
                    <a:srgbClr val="929292"/>
                  </a:solidFill>
                  <a:latin typeface="Noir Pro Medium" pitchFamily="2" charset="0"/>
                </a:rPr>
                <a:t>TEXT COLORS – LIGHT BACKGROUND</a:t>
              </a:r>
            </a:p>
          </p:txBody>
        </p:sp>
        <p:sp>
          <p:nvSpPr>
            <p:cNvPr id="33" name="TextBox 224">
              <a:extLst>
                <a:ext uri="{FF2B5EF4-FFF2-40B4-BE49-F238E27FC236}">
                  <a16:creationId xmlns:a16="http://schemas.microsoft.com/office/drawing/2014/main" id="{6DA5FEDC-18D6-8CDA-F9D2-422186B578C7}"/>
                </a:ext>
              </a:extLst>
            </p:cNvPr>
            <p:cNvSpPr txBox="1"/>
            <p:nvPr userDrawn="1"/>
          </p:nvSpPr>
          <p:spPr>
            <a:xfrm>
              <a:off x="12207792" y="4073549"/>
              <a:ext cx="1733167" cy="200055"/>
            </a:xfrm>
            <a:prstGeom prst="rect">
              <a:avLst/>
            </a:prstGeom>
            <a:noFill/>
          </p:spPr>
          <p:txBody>
            <a:bodyPr wrap="none" rtlCol="0">
              <a:spAutoFit/>
            </a:bodyPr>
            <a:lstStyle/>
            <a:p>
              <a:r>
                <a:rPr lang="en-US" sz="700" b="0" i="0">
                  <a:solidFill>
                    <a:srgbClr val="929292"/>
                  </a:solidFill>
                  <a:latin typeface="Noir Pro Medium" pitchFamily="2" charset="0"/>
                </a:rPr>
                <a:t>TEXT COLORS – DARK BACKGROUND</a:t>
              </a:r>
            </a:p>
          </p:txBody>
        </p:sp>
        <p:grpSp>
          <p:nvGrpSpPr>
            <p:cNvPr id="34" name="Groep 33">
              <a:extLst>
                <a:ext uri="{FF2B5EF4-FFF2-40B4-BE49-F238E27FC236}">
                  <a16:creationId xmlns:a16="http://schemas.microsoft.com/office/drawing/2014/main" id="{35CE28EB-FFCD-D541-EA26-34F53FBD21EB}"/>
                </a:ext>
              </a:extLst>
            </p:cNvPr>
            <p:cNvGrpSpPr/>
            <p:nvPr userDrawn="1"/>
          </p:nvGrpSpPr>
          <p:grpSpPr>
            <a:xfrm>
              <a:off x="12301425" y="3044549"/>
              <a:ext cx="1288114" cy="238539"/>
              <a:chOff x="12298208" y="4999574"/>
              <a:chExt cx="1288114" cy="238539"/>
            </a:xfrm>
          </p:grpSpPr>
          <p:sp>
            <p:nvSpPr>
              <p:cNvPr id="203" name="Rounded Rectangle 192">
                <a:extLst>
                  <a:ext uri="{FF2B5EF4-FFF2-40B4-BE49-F238E27FC236}">
                    <a16:creationId xmlns:a16="http://schemas.microsoft.com/office/drawing/2014/main" id="{9618C981-28CD-9B62-AEA5-B72309EBC59D}"/>
                  </a:ext>
                </a:extLst>
              </p:cNvPr>
              <p:cNvSpPr/>
              <p:nvPr userDrawn="1"/>
            </p:nvSpPr>
            <p:spPr>
              <a:xfrm>
                <a:off x="12298208" y="4999574"/>
                <a:ext cx="238539" cy="238539"/>
              </a:xfrm>
              <a:prstGeom prst="roundRect">
                <a:avLst/>
              </a:prstGeom>
              <a:solidFill>
                <a:srgbClr val="04040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204" name="Rounded Rectangle 192">
                <a:extLst>
                  <a:ext uri="{FF2B5EF4-FFF2-40B4-BE49-F238E27FC236}">
                    <a16:creationId xmlns:a16="http://schemas.microsoft.com/office/drawing/2014/main" id="{21ED55EF-4A66-C250-0552-ABF809B489CB}"/>
                  </a:ext>
                </a:extLst>
              </p:cNvPr>
              <p:cNvSpPr/>
              <p:nvPr userDrawn="1"/>
            </p:nvSpPr>
            <p:spPr>
              <a:xfrm>
                <a:off x="12403166" y="4999574"/>
                <a:ext cx="238539" cy="238539"/>
              </a:xfrm>
              <a:prstGeom prst="roundRect">
                <a:avLst/>
              </a:prstGeom>
              <a:solidFill>
                <a:srgbClr val="17235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205" name="Rounded Rectangle 192">
                <a:extLst>
                  <a:ext uri="{FF2B5EF4-FFF2-40B4-BE49-F238E27FC236}">
                    <a16:creationId xmlns:a16="http://schemas.microsoft.com/office/drawing/2014/main" id="{F7C1226B-DED1-9D42-E63A-DCDE41AA8DE0}"/>
                  </a:ext>
                </a:extLst>
              </p:cNvPr>
              <p:cNvSpPr/>
              <p:nvPr userDrawn="1"/>
            </p:nvSpPr>
            <p:spPr>
              <a:xfrm>
                <a:off x="12508124" y="4999574"/>
                <a:ext cx="238539" cy="238539"/>
              </a:xfrm>
              <a:prstGeom prst="roundRect">
                <a:avLst/>
              </a:prstGeom>
              <a:solidFill>
                <a:srgbClr val="162F73"/>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206" name="Rounded Rectangle 192">
                <a:extLst>
                  <a:ext uri="{FF2B5EF4-FFF2-40B4-BE49-F238E27FC236}">
                    <a16:creationId xmlns:a16="http://schemas.microsoft.com/office/drawing/2014/main" id="{41D16ED5-3FC1-934D-18D3-1AC9E84848DA}"/>
                  </a:ext>
                </a:extLst>
              </p:cNvPr>
              <p:cNvSpPr/>
              <p:nvPr userDrawn="1"/>
            </p:nvSpPr>
            <p:spPr>
              <a:xfrm>
                <a:off x="12613082" y="4999574"/>
                <a:ext cx="238539" cy="238539"/>
              </a:xfrm>
              <a:prstGeom prst="roundRect">
                <a:avLst/>
              </a:prstGeom>
              <a:solidFill>
                <a:srgbClr val="1947B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207" name="Rounded Rectangle 192">
                <a:extLst>
                  <a:ext uri="{FF2B5EF4-FFF2-40B4-BE49-F238E27FC236}">
                    <a16:creationId xmlns:a16="http://schemas.microsoft.com/office/drawing/2014/main" id="{ACA6061C-537F-FA8B-CE4A-032AC58CEA09}"/>
                  </a:ext>
                </a:extLst>
              </p:cNvPr>
              <p:cNvSpPr/>
              <p:nvPr userDrawn="1"/>
            </p:nvSpPr>
            <p:spPr>
              <a:xfrm>
                <a:off x="12718040" y="4999574"/>
                <a:ext cx="238539" cy="238539"/>
              </a:xfrm>
              <a:prstGeom prst="roundRect">
                <a:avLst/>
              </a:prstGeom>
              <a:solidFill>
                <a:srgbClr val="1859D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208" name="Rounded Rectangle 192">
                <a:extLst>
                  <a:ext uri="{FF2B5EF4-FFF2-40B4-BE49-F238E27FC236}">
                    <a16:creationId xmlns:a16="http://schemas.microsoft.com/office/drawing/2014/main" id="{03490847-C703-37B9-668D-B2C6CD6F6E1F}"/>
                  </a:ext>
                </a:extLst>
              </p:cNvPr>
              <p:cNvSpPr/>
              <p:nvPr userDrawn="1"/>
            </p:nvSpPr>
            <p:spPr>
              <a:xfrm>
                <a:off x="13347783" y="4999574"/>
                <a:ext cx="238539" cy="238539"/>
              </a:xfrm>
              <a:prstGeom prst="roundRect">
                <a:avLst/>
              </a:prstGeom>
              <a:solidFill>
                <a:srgbClr val="BCCBF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209" name="Rounded Rectangle 192">
                <a:extLst>
                  <a:ext uri="{FF2B5EF4-FFF2-40B4-BE49-F238E27FC236}">
                    <a16:creationId xmlns:a16="http://schemas.microsoft.com/office/drawing/2014/main" id="{FEF3ED4D-4C0B-FD8D-5F10-E3E70506234C}"/>
                  </a:ext>
                </a:extLst>
              </p:cNvPr>
              <p:cNvSpPr/>
              <p:nvPr userDrawn="1"/>
            </p:nvSpPr>
            <p:spPr>
              <a:xfrm>
                <a:off x="13242830" y="4999574"/>
                <a:ext cx="238539" cy="238539"/>
              </a:xfrm>
              <a:prstGeom prst="roundRect">
                <a:avLst/>
              </a:prstGeom>
              <a:solidFill>
                <a:srgbClr val="88ADF5"/>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210" name="Rounded Rectangle 192">
                <a:extLst>
                  <a:ext uri="{FF2B5EF4-FFF2-40B4-BE49-F238E27FC236}">
                    <a16:creationId xmlns:a16="http://schemas.microsoft.com/office/drawing/2014/main" id="{E311E1CA-1EAF-037A-CF4A-0BC946DE7638}"/>
                  </a:ext>
                </a:extLst>
              </p:cNvPr>
              <p:cNvSpPr/>
              <p:nvPr userDrawn="1"/>
            </p:nvSpPr>
            <p:spPr>
              <a:xfrm>
                <a:off x="13137872" y="4999574"/>
                <a:ext cx="238539" cy="238539"/>
              </a:xfrm>
              <a:prstGeom prst="roundRect">
                <a:avLst/>
              </a:prstGeom>
              <a:solidFill>
                <a:srgbClr val="6997F7"/>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211" name="Rounded Rectangle 192">
                <a:extLst>
                  <a:ext uri="{FF2B5EF4-FFF2-40B4-BE49-F238E27FC236}">
                    <a16:creationId xmlns:a16="http://schemas.microsoft.com/office/drawing/2014/main" id="{1BC20D0D-8762-EB82-DED6-2289162CBC7C}"/>
                  </a:ext>
                </a:extLst>
              </p:cNvPr>
              <p:cNvSpPr/>
              <p:nvPr userDrawn="1"/>
            </p:nvSpPr>
            <p:spPr>
              <a:xfrm>
                <a:off x="13032914" y="4999574"/>
                <a:ext cx="238539" cy="238539"/>
              </a:xfrm>
              <a:prstGeom prst="roundRect">
                <a:avLst/>
              </a:prstGeom>
              <a:solidFill>
                <a:srgbClr val="4D85FA"/>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212" name="Rounded Rectangle 192">
                <a:extLst>
                  <a:ext uri="{FF2B5EF4-FFF2-40B4-BE49-F238E27FC236}">
                    <a16:creationId xmlns:a16="http://schemas.microsoft.com/office/drawing/2014/main" id="{E782A8F1-F9DF-534B-B1D3-B3E7CF2C38A3}"/>
                  </a:ext>
                </a:extLst>
              </p:cNvPr>
              <p:cNvSpPr/>
              <p:nvPr userDrawn="1"/>
            </p:nvSpPr>
            <p:spPr>
              <a:xfrm>
                <a:off x="12927956" y="4999574"/>
                <a:ext cx="238539" cy="238539"/>
              </a:xfrm>
              <a:prstGeom prst="roundRect">
                <a:avLst/>
              </a:prstGeom>
              <a:solidFill>
                <a:srgbClr val="307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213" name="Rounded Rectangle 192">
                <a:extLst>
                  <a:ext uri="{FF2B5EF4-FFF2-40B4-BE49-F238E27FC236}">
                    <a16:creationId xmlns:a16="http://schemas.microsoft.com/office/drawing/2014/main" id="{30B61454-8575-F166-5B53-203715E93CD9}"/>
                  </a:ext>
                </a:extLst>
              </p:cNvPr>
              <p:cNvSpPr/>
              <p:nvPr userDrawn="1"/>
            </p:nvSpPr>
            <p:spPr>
              <a:xfrm>
                <a:off x="12822998" y="4999574"/>
                <a:ext cx="238539" cy="238539"/>
              </a:xfrm>
              <a:prstGeom prst="roundRect">
                <a:avLst/>
              </a:prstGeom>
              <a:solidFill>
                <a:srgbClr val="1864F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35" name="Freeform 9">
              <a:extLst>
                <a:ext uri="{FF2B5EF4-FFF2-40B4-BE49-F238E27FC236}">
                  <a16:creationId xmlns:a16="http://schemas.microsoft.com/office/drawing/2014/main" id="{75A30032-DA97-85EF-C5DD-4AD304FCB16B}"/>
                </a:ext>
              </a:extLst>
            </p:cNvPr>
            <p:cNvSpPr/>
            <p:nvPr userDrawn="1"/>
          </p:nvSpPr>
          <p:spPr>
            <a:xfrm>
              <a:off x="12194479" y="1557707"/>
              <a:ext cx="1644280" cy="360000"/>
            </a:xfrm>
            <a:custGeom>
              <a:avLst/>
              <a:gdLst>
                <a:gd name="connsiteX0" fmla="*/ 0 w 1644280"/>
                <a:gd name="connsiteY0" fmla="*/ 0 h 360000"/>
                <a:gd name="connsiteX1" fmla="*/ 1584279 w 1644280"/>
                <a:gd name="connsiteY1" fmla="*/ 0 h 360000"/>
                <a:gd name="connsiteX2" fmla="*/ 1644280 w 1644280"/>
                <a:gd name="connsiteY2" fmla="*/ 60001 h 360000"/>
                <a:gd name="connsiteX3" fmla="*/ 1644280 w 1644280"/>
                <a:gd name="connsiteY3" fmla="*/ 299999 h 360000"/>
                <a:gd name="connsiteX4" fmla="*/ 1584279 w 1644280"/>
                <a:gd name="connsiteY4" fmla="*/ 360000 h 360000"/>
                <a:gd name="connsiteX5" fmla="*/ 0 w 1644280"/>
                <a:gd name="connsiteY5" fmla="*/ 360000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4280" h="360000">
                  <a:moveTo>
                    <a:pt x="0" y="0"/>
                  </a:moveTo>
                  <a:lnTo>
                    <a:pt x="1584279" y="0"/>
                  </a:lnTo>
                  <a:cubicBezTo>
                    <a:pt x="1617417" y="0"/>
                    <a:pt x="1644280" y="26863"/>
                    <a:pt x="1644280" y="60001"/>
                  </a:cubicBezTo>
                  <a:lnTo>
                    <a:pt x="1644280" y="299999"/>
                  </a:lnTo>
                  <a:cubicBezTo>
                    <a:pt x="1644280" y="333137"/>
                    <a:pt x="1617417" y="360000"/>
                    <a:pt x="1584279" y="360000"/>
                  </a:cubicBezTo>
                  <a:lnTo>
                    <a:pt x="0" y="360000"/>
                  </a:lnTo>
                  <a:close/>
                </a:path>
              </a:pathLst>
            </a:custGeom>
            <a:gradFill>
              <a:gsLst>
                <a:gs pos="15000">
                  <a:schemeClr val="tx1">
                    <a:lumMod val="50000"/>
                    <a:lumOff val="50000"/>
                  </a:schemeClr>
                </a:gs>
                <a:gs pos="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0" rtlCol="0" anchor="ctr">
              <a:noAutofit/>
            </a:bodyPr>
            <a:lstStyle/>
            <a:p>
              <a:pPr lvl="0"/>
              <a:r>
                <a:rPr lang="en-US" sz="900" b="1" i="0" dirty="0">
                  <a:solidFill>
                    <a:schemeClr val="bg1"/>
                  </a:solidFill>
                  <a:latin typeface="Noir Pro Semi Bold" pitchFamily="2" charset="0"/>
                </a:rPr>
                <a:t>COLOR PALETTE</a:t>
              </a:r>
            </a:p>
            <a:p>
              <a:pPr lvl="0"/>
              <a:r>
                <a:rPr lang="en-US" sz="700" b="0" i="0" dirty="0">
                  <a:solidFill>
                    <a:schemeClr val="bg1"/>
                  </a:solidFill>
                  <a:latin typeface="Calibri Bold"/>
                </a:rPr>
                <a:t>Master template v20250902a</a:t>
              </a:r>
              <a:endParaRPr lang="en-US" sz="1000" b="0" i="0" dirty="0">
                <a:solidFill>
                  <a:schemeClr val="bg1"/>
                </a:solidFill>
                <a:latin typeface="Calibri Bold"/>
              </a:endParaRPr>
            </a:p>
          </p:txBody>
        </p:sp>
        <p:grpSp>
          <p:nvGrpSpPr>
            <p:cNvPr id="36" name="Group 168">
              <a:extLst>
                <a:ext uri="{FF2B5EF4-FFF2-40B4-BE49-F238E27FC236}">
                  <a16:creationId xmlns:a16="http://schemas.microsoft.com/office/drawing/2014/main" id="{6075733B-694E-4ADB-47EF-DAD37DFCB3E6}"/>
                </a:ext>
              </a:extLst>
            </p:cNvPr>
            <p:cNvGrpSpPr/>
            <p:nvPr userDrawn="1"/>
          </p:nvGrpSpPr>
          <p:grpSpPr>
            <a:xfrm>
              <a:off x="12301425" y="2133519"/>
              <a:ext cx="1288114" cy="238539"/>
              <a:chOff x="8158038" y="2122998"/>
              <a:chExt cx="1288114" cy="238539"/>
            </a:xfrm>
          </p:grpSpPr>
          <p:sp>
            <p:nvSpPr>
              <p:cNvPr id="198" name="Rounded Rectangle 169">
                <a:extLst>
                  <a:ext uri="{FF2B5EF4-FFF2-40B4-BE49-F238E27FC236}">
                    <a16:creationId xmlns:a16="http://schemas.microsoft.com/office/drawing/2014/main" id="{036B0188-C38A-4AA3-A501-88A117107627}"/>
                  </a:ext>
                </a:extLst>
              </p:cNvPr>
              <p:cNvSpPr/>
              <p:nvPr userDrawn="1"/>
            </p:nvSpPr>
            <p:spPr>
              <a:xfrm>
                <a:off x="8158038" y="2122998"/>
                <a:ext cx="238539" cy="238539"/>
              </a:xfrm>
              <a:prstGeom prst="roundRect">
                <a:avLst/>
              </a:prstGeom>
              <a:solidFill>
                <a:srgbClr val="41414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9" name="Rounded Rectangle 170">
                <a:extLst>
                  <a:ext uri="{FF2B5EF4-FFF2-40B4-BE49-F238E27FC236}">
                    <a16:creationId xmlns:a16="http://schemas.microsoft.com/office/drawing/2014/main" id="{29B23501-C1C3-45AC-B948-965728636D3A}"/>
                  </a:ext>
                </a:extLst>
              </p:cNvPr>
              <p:cNvSpPr/>
              <p:nvPr userDrawn="1"/>
            </p:nvSpPr>
            <p:spPr>
              <a:xfrm>
                <a:off x="8420432" y="2122998"/>
                <a:ext cx="238539" cy="238539"/>
              </a:xfrm>
              <a:prstGeom prst="roundRect">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0" name="Rounded Rectangle 171">
                <a:extLst>
                  <a:ext uri="{FF2B5EF4-FFF2-40B4-BE49-F238E27FC236}">
                    <a16:creationId xmlns:a16="http://schemas.microsoft.com/office/drawing/2014/main" id="{BCE68616-B923-1F9F-989B-083E77D5EE74}"/>
                  </a:ext>
                </a:extLst>
              </p:cNvPr>
              <p:cNvSpPr/>
              <p:nvPr userDrawn="1"/>
            </p:nvSpPr>
            <p:spPr>
              <a:xfrm>
                <a:off x="8682826" y="2122998"/>
                <a:ext cx="238539" cy="238539"/>
              </a:xfrm>
              <a:prstGeom prst="roundRect">
                <a:avLst/>
              </a:prstGeom>
              <a:solidFill>
                <a:srgbClr val="C0C0C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1" name="Rounded Rectangle 172">
                <a:extLst>
                  <a:ext uri="{FF2B5EF4-FFF2-40B4-BE49-F238E27FC236}">
                    <a16:creationId xmlns:a16="http://schemas.microsoft.com/office/drawing/2014/main" id="{A6282074-B719-7DB3-F40F-EFF54687964E}"/>
                  </a:ext>
                </a:extLst>
              </p:cNvPr>
              <p:cNvSpPr/>
              <p:nvPr userDrawn="1"/>
            </p:nvSpPr>
            <p:spPr>
              <a:xfrm>
                <a:off x="8945220" y="2122998"/>
                <a:ext cx="238539" cy="238539"/>
              </a:xfrm>
              <a:prstGeom prst="round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2" name="Rounded Rectangle 173">
                <a:extLst>
                  <a:ext uri="{FF2B5EF4-FFF2-40B4-BE49-F238E27FC236}">
                    <a16:creationId xmlns:a16="http://schemas.microsoft.com/office/drawing/2014/main" id="{82087B6D-1646-4381-597B-95BAD5F312E5}"/>
                  </a:ext>
                </a:extLst>
              </p:cNvPr>
              <p:cNvSpPr/>
              <p:nvPr userDrawn="1"/>
            </p:nvSpPr>
            <p:spPr>
              <a:xfrm>
                <a:off x="9207613" y="2122998"/>
                <a:ext cx="238539" cy="238539"/>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37" name="Group 174">
              <a:extLst>
                <a:ext uri="{FF2B5EF4-FFF2-40B4-BE49-F238E27FC236}">
                  <a16:creationId xmlns:a16="http://schemas.microsoft.com/office/drawing/2014/main" id="{E0E0AE85-94F3-D4B8-309B-7CF8DA82E049}"/>
                </a:ext>
              </a:extLst>
            </p:cNvPr>
            <p:cNvGrpSpPr/>
            <p:nvPr userDrawn="1"/>
          </p:nvGrpSpPr>
          <p:grpSpPr>
            <a:xfrm>
              <a:off x="12301425" y="2589990"/>
              <a:ext cx="1288114" cy="238539"/>
              <a:chOff x="8158038" y="2385390"/>
              <a:chExt cx="1288114" cy="238539"/>
            </a:xfrm>
          </p:grpSpPr>
          <p:sp>
            <p:nvSpPr>
              <p:cNvPr id="193" name="Rounded Rectangle 175">
                <a:extLst>
                  <a:ext uri="{FF2B5EF4-FFF2-40B4-BE49-F238E27FC236}">
                    <a16:creationId xmlns:a16="http://schemas.microsoft.com/office/drawing/2014/main" id="{AC692AB7-9650-95DE-45A4-45AC1EEF33B3}"/>
                  </a:ext>
                </a:extLst>
              </p:cNvPr>
              <p:cNvSpPr/>
              <p:nvPr userDrawn="1"/>
            </p:nvSpPr>
            <p:spPr>
              <a:xfrm>
                <a:off x="8158038" y="2385390"/>
                <a:ext cx="238539" cy="238539"/>
              </a:xfrm>
              <a:prstGeom prst="roundRect">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4" name="Rounded Rectangle 176">
                <a:extLst>
                  <a:ext uri="{FF2B5EF4-FFF2-40B4-BE49-F238E27FC236}">
                    <a16:creationId xmlns:a16="http://schemas.microsoft.com/office/drawing/2014/main" id="{79093604-9E98-AE5D-C7BD-6A4D8C330F50}"/>
                  </a:ext>
                </a:extLst>
              </p:cNvPr>
              <p:cNvSpPr/>
              <p:nvPr userDrawn="1"/>
            </p:nvSpPr>
            <p:spPr>
              <a:xfrm>
                <a:off x="8420432" y="2385390"/>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5" name="Rounded Rectangle 177">
                <a:extLst>
                  <a:ext uri="{FF2B5EF4-FFF2-40B4-BE49-F238E27FC236}">
                    <a16:creationId xmlns:a16="http://schemas.microsoft.com/office/drawing/2014/main" id="{CBFE2210-2034-3457-2CCB-9011AE38EC1E}"/>
                  </a:ext>
                </a:extLst>
              </p:cNvPr>
              <p:cNvSpPr/>
              <p:nvPr userDrawn="1"/>
            </p:nvSpPr>
            <p:spPr>
              <a:xfrm>
                <a:off x="8682826" y="2385390"/>
                <a:ext cx="238539" cy="238539"/>
              </a:xfrm>
              <a:prstGeom prst="roundRect">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6" name="Rounded Rectangle 178">
                <a:extLst>
                  <a:ext uri="{FF2B5EF4-FFF2-40B4-BE49-F238E27FC236}">
                    <a16:creationId xmlns:a16="http://schemas.microsoft.com/office/drawing/2014/main" id="{6B3E5BC2-7DE5-C849-120F-41E1D4E164A8}"/>
                  </a:ext>
                </a:extLst>
              </p:cNvPr>
              <p:cNvSpPr/>
              <p:nvPr userDrawn="1"/>
            </p:nvSpPr>
            <p:spPr>
              <a:xfrm>
                <a:off x="8945220" y="2385390"/>
                <a:ext cx="238539" cy="238539"/>
              </a:xfrm>
              <a:prstGeom prst="roundRect">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7" name="Rounded Rectangle 179">
                <a:extLst>
                  <a:ext uri="{FF2B5EF4-FFF2-40B4-BE49-F238E27FC236}">
                    <a16:creationId xmlns:a16="http://schemas.microsoft.com/office/drawing/2014/main" id="{08002A18-EDE4-0B6C-B2CB-36B12AF681F5}"/>
                  </a:ext>
                </a:extLst>
              </p:cNvPr>
              <p:cNvSpPr/>
              <p:nvPr userDrawn="1"/>
            </p:nvSpPr>
            <p:spPr>
              <a:xfrm>
                <a:off x="9207613" y="2385390"/>
                <a:ext cx="238539" cy="238539"/>
              </a:xfrm>
              <a:prstGeom prst="roundRect">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sp>
          <p:nvSpPr>
            <p:cNvPr id="38" name="Rounded Rectangle 181">
              <a:extLst>
                <a:ext uri="{FF2B5EF4-FFF2-40B4-BE49-F238E27FC236}">
                  <a16:creationId xmlns:a16="http://schemas.microsoft.com/office/drawing/2014/main" id="{0A605A1A-0F44-2C3C-5DE2-3F97F6C99194}"/>
                </a:ext>
              </a:extLst>
            </p:cNvPr>
            <p:cNvSpPr/>
            <p:nvPr userDrawn="1"/>
          </p:nvSpPr>
          <p:spPr>
            <a:xfrm>
              <a:off x="12301425" y="4689997"/>
              <a:ext cx="238539" cy="238539"/>
            </a:xfrm>
            <a:prstGeom prst="roundRect">
              <a:avLst/>
            </a:prstGeom>
            <a:gradFill>
              <a:gsLst>
                <a:gs pos="100000">
                  <a:srgbClr val="E88C36"/>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lang="en-US" sz="800" b="0" i="0">
                <a:latin typeface="Noir Pro Medium" pitchFamily="2" charset="0"/>
              </a:endParaRPr>
            </a:p>
          </p:txBody>
        </p:sp>
        <p:sp>
          <p:nvSpPr>
            <p:cNvPr id="39" name="Rounded Rectangle 182">
              <a:extLst>
                <a:ext uri="{FF2B5EF4-FFF2-40B4-BE49-F238E27FC236}">
                  <a16:creationId xmlns:a16="http://schemas.microsoft.com/office/drawing/2014/main" id="{6AB693B8-DF04-6F44-B853-D2B72B164D30}"/>
                </a:ext>
              </a:extLst>
            </p:cNvPr>
            <p:cNvSpPr/>
            <p:nvPr userDrawn="1"/>
          </p:nvSpPr>
          <p:spPr>
            <a:xfrm>
              <a:off x="12563819" y="4689997"/>
              <a:ext cx="238539" cy="238539"/>
            </a:xfrm>
            <a:prstGeom prst="roundRect">
              <a:avLst/>
            </a:prstGeom>
            <a:gradFill>
              <a:gsLst>
                <a:gs pos="100000">
                  <a:srgbClr val="1864FF"/>
                </a:gs>
                <a:gs pos="0">
                  <a:srgbClr val="00205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0" name="Rounded Rectangle 183">
              <a:extLst>
                <a:ext uri="{FF2B5EF4-FFF2-40B4-BE49-F238E27FC236}">
                  <a16:creationId xmlns:a16="http://schemas.microsoft.com/office/drawing/2014/main" id="{9974CB12-0B3D-D0CC-A465-BE0E7CF7E28B}"/>
                </a:ext>
              </a:extLst>
            </p:cNvPr>
            <p:cNvSpPr/>
            <p:nvPr userDrawn="1"/>
          </p:nvSpPr>
          <p:spPr>
            <a:xfrm>
              <a:off x="12826213" y="4689997"/>
              <a:ext cx="238539" cy="238539"/>
            </a:xfrm>
            <a:prstGeom prst="roundRect">
              <a:avLst/>
            </a:prstGeom>
            <a:gradFill>
              <a:gsLst>
                <a:gs pos="100000">
                  <a:srgbClr val="DF6838"/>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1" name="Rounded Rectangle 184">
              <a:extLst>
                <a:ext uri="{FF2B5EF4-FFF2-40B4-BE49-F238E27FC236}">
                  <a16:creationId xmlns:a16="http://schemas.microsoft.com/office/drawing/2014/main" id="{5E0E721B-2F4B-5CEA-47CC-BF07256AC84B}"/>
                </a:ext>
              </a:extLst>
            </p:cNvPr>
            <p:cNvSpPr/>
            <p:nvPr userDrawn="1"/>
          </p:nvSpPr>
          <p:spPr>
            <a:xfrm>
              <a:off x="13088607" y="4689997"/>
              <a:ext cx="238539" cy="238539"/>
            </a:xfrm>
            <a:prstGeom prst="roundRect">
              <a:avLst/>
            </a:prstGeom>
            <a:gradFill>
              <a:gsLst>
                <a:gs pos="100000">
                  <a:srgbClr val="FBDD72"/>
                </a:gs>
                <a:gs pos="0">
                  <a:srgbClr val="C6CD59"/>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2" name="Rounded Rectangle 185">
              <a:extLst>
                <a:ext uri="{FF2B5EF4-FFF2-40B4-BE49-F238E27FC236}">
                  <a16:creationId xmlns:a16="http://schemas.microsoft.com/office/drawing/2014/main" id="{4429CC0F-ACB9-993B-34A8-03B1CA880403}"/>
                </a:ext>
              </a:extLst>
            </p:cNvPr>
            <p:cNvSpPr/>
            <p:nvPr userDrawn="1"/>
          </p:nvSpPr>
          <p:spPr>
            <a:xfrm>
              <a:off x="13351000" y="4689997"/>
              <a:ext cx="238539" cy="238539"/>
            </a:xfrm>
            <a:prstGeom prst="roundRect">
              <a:avLst/>
            </a:prstGeom>
            <a:gradFill>
              <a:gsLst>
                <a:gs pos="100000">
                  <a:srgbClr val="00B150"/>
                </a:gs>
                <a:gs pos="0">
                  <a:srgbClr val="92D150"/>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grpSp>
          <p:nvGrpSpPr>
            <p:cNvPr id="43" name="Group 191">
              <a:extLst>
                <a:ext uri="{FF2B5EF4-FFF2-40B4-BE49-F238E27FC236}">
                  <a16:creationId xmlns:a16="http://schemas.microsoft.com/office/drawing/2014/main" id="{61EA541D-279D-8CC0-646D-ACF2BB264F30}"/>
                </a:ext>
              </a:extLst>
            </p:cNvPr>
            <p:cNvGrpSpPr/>
            <p:nvPr userDrawn="1"/>
          </p:nvGrpSpPr>
          <p:grpSpPr>
            <a:xfrm>
              <a:off x="12301425" y="5413093"/>
              <a:ext cx="1288114" cy="238539"/>
              <a:chOff x="8158038" y="4031086"/>
              <a:chExt cx="1288114" cy="238539"/>
            </a:xfrm>
          </p:grpSpPr>
          <p:sp>
            <p:nvSpPr>
              <p:cNvPr id="188" name="Rounded Rectangle 192">
                <a:extLst>
                  <a:ext uri="{FF2B5EF4-FFF2-40B4-BE49-F238E27FC236}">
                    <a16:creationId xmlns:a16="http://schemas.microsoft.com/office/drawing/2014/main" id="{C8120719-4B42-211E-750D-2868797FCAA8}"/>
                  </a:ext>
                </a:extLst>
              </p:cNvPr>
              <p:cNvSpPr/>
              <p:nvPr userDrawn="1"/>
            </p:nvSpPr>
            <p:spPr>
              <a:xfrm>
                <a:off x="8158038" y="4031086"/>
                <a:ext cx="238539" cy="238539"/>
              </a:xfrm>
              <a:prstGeom prst="roundRect">
                <a:avLst/>
              </a:prstGeom>
              <a:solidFill>
                <a:srgbClr val="DC4A3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89" name="Rounded Rectangle 193">
                <a:extLst>
                  <a:ext uri="{FF2B5EF4-FFF2-40B4-BE49-F238E27FC236}">
                    <a16:creationId xmlns:a16="http://schemas.microsoft.com/office/drawing/2014/main" id="{E6DA9266-1CE3-DBEB-F12B-2E5F01C250CE}"/>
                  </a:ext>
                </a:extLst>
              </p:cNvPr>
              <p:cNvSpPr/>
              <p:nvPr userDrawn="1"/>
            </p:nvSpPr>
            <p:spPr>
              <a:xfrm>
                <a:off x="8420432" y="4031086"/>
                <a:ext cx="238539" cy="238539"/>
              </a:xfrm>
              <a:prstGeom prst="roundRect">
                <a:avLst/>
              </a:prstGeom>
              <a:solidFill>
                <a:srgbClr val="EF9819"/>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0" name="Rounded Rectangle 194">
                <a:extLst>
                  <a:ext uri="{FF2B5EF4-FFF2-40B4-BE49-F238E27FC236}">
                    <a16:creationId xmlns:a16="http://schemas.microsoft.com/office/drawing/2014/main" id="{E8ACC418-88AC-22EE-E9AA-B514AC46EE89}"/>
                  </a:ext>
                </a:extLst>
              </p:cNvPr>
              <p:cNvSpPr/>
              <p:nvPr userDrawn="1"/>
            </p:nvSpPr>
            <p:spPr>
              <a:xfrm>
                <a:off x="8682826" y="4031086"/>
                <a:ext cx="238539" cy="238539"/>
              </a:xfrm>
              <a:prstGeom prst="roundRect">
                <a:avLst/>
              </a:prstGeom>
              <a:solidFill>
                <a:srgbClr val="F9C64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1" name="Rounded Rectangle 195">
                <a:extLst>
                  <a:ext uri="{FF2B5EF4-FFF2-40B4-BE49-F238E27FC236}">
                    <a16:creationId xmlns:a16="http://schemas.microsoft.com/office/drawing/2014/main" id="{6D246CA1-3294-78C8-11DD-54EE9695C7D9}"/>
                  </a:ext>
                </a:extLst>
              </p:cNvPr>
              <p:cNvSpPr/>
              <p:nvPr userDrawn="1"/>
            </p:nvSpPr>
            <p:spPr>
              <a:xfrm>
                <a:off x="8945220" y="4031086"/>
                <a:ext cx="238539" cy="238539"/>
              </a:xfrm>
              <a:prstGeom prst="roundRect">
                <a:avLst/>
              </a:prstGeom>
              <a:solidFill>
                <a:srgbClr val="57C96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2" name="Rounded Rectangle 196">
                <a:extLst>
                  <a:ext uri="{FF2B5EF4-FFF2-40B4-BE49-F238E27FC236}">
                    <a16:creationId xmlns:a16="http://schemas.microsoft.com/office/drawing/2014/main" id="{E433F45C-755C-90B8-4C78-87E3AEFE2D2A}"/>
                  </a:ext>
                </a:extLst>
              </p:cNvPr>
              <p:cNvSpPr/>
              <p:nvPr userDrawn="1"/>
            </p:nvSpPr>
            <p:spPr>
              <a:xfrm>
                <a:off x="9207613" y="4031086"/>
                <a:ext cx="238539" cy="238539"/>
              </a:xfrm>
              <a:prstGeom prst="roundRect">
                <a:avLst/>
              </a:prstGeom>
              <a:solidFill>
                <a:srgbClr val="2B963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45" name="Group 197">
              <a:extLst>
                <a:ext uri="{FF2B5EF4-FFF2-40B4-BE49-F238E27FC236}">
                  <a16:creationId xmlns:a16="http://schemas.microsoft.com/office/drawing/2014/main" id="{B457501E-E91F-0C01-36D0-DF2C479CD7F6}"/>
                </a:ext>
              </a:extLst>
            </p:cNvPr>
            <p:cNvGrpSpPr/>
            <p:nvPr userDrawn="1"/>
          </p:nvGrpSpPr>
          <p:grpSpPr>
            <a:xfrm>
              <a:off x="12301425" y="4231124"/>
              <a:ext cx="1288114" cy="238539"/>
              <a:chOff x="8158038" y="3021495"/>
              <a:chExt cx="1288114" cy="238539"/>
            </a:xfrm>
          </p:grpSpPr>
          <p:sp>
            <p:nvSpPr>
              <p:cNvPr id="178" name="Rounded Rectangle 198">
                <a:extLst>
                  <a:ext uri="{FF2B5EF4-FFF2-40B4-BE49-F238E27FC236}">
                    <a16:creationId xmlns:a16="http://schemas.microsoft.com/office/drawing/2014/main" id="{3D8DF291-751C-2723-5B19-846B093985F1}"/>
                  </a:ext>
                </a:extLst>
              </p:cNvPr>
              <p:cNvSpPr/>
              <p:nvPr userDrawn="1"/>
            </p:nvSpPr>
            <p:spPr>
              <a:xfrm>
                <a:off x="8158038"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FFFFFF"/>
                    </a:solidFill>
                    <a:latin typeface="Noir Pro Medium" pitchFamily="2" charset="0"/>
                  </a:rPr>
                  <a:t>Aa</a:t>
                </a:r>
              </a:p>
            </p:txBody>
          </p:sp>
          <p:sp>
            <p:nvSpPr>
              <p:cNvPr id="179" name="Rounded Rectangle 199">
                <a:extLst>
                  <a:ext uri="{FF2B5EF4-FFF2-40B4-BE49-F238E27FC236}">
                    <a16:creationId xmlns:a16="http://schemas.microsoft.com/office/drawing/2014/main" id="{F9A70E4A-677D-A207-67D1-C31F9AB8878D}"/>
                  </a:ext>
                </a:extLst>
              </p:cNvPr>
              <p:cNvSpPr/>
              <p:nvPr userDrawn="1"/>
            </p:nvSpPr>
            <p:spPr>
              <a:xfrm>
                <a:off x="8420432"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ADADA"/>
                    </a:solidFill>
                    <a:latin typeface="Noir Pro Medium" pitchFamily="2" charset="0"/>
                  </a:rPr>
                  <a:t>Aa</a:t>
                </a:r>
              </a:p>
            </p:txBody>
          </p:sp>
          <p:sp>
            <p:nvSpPr>
              <p:cNvPr id="180" name="Rounded Rectangle 200">
                <a:extLst>
                  <a:ext uri="{FF2B5EF4-FFF2-40B4-BE49-F238E27FC236}">
                    <a16:creationId xmlns:a16="http://schemas.microsoft.com/office/drawing/2014/main" id="{2639B44B-BC7E-A2D4-2D29-516670B612F2}"/>
                  </a:ext>
                </a:extLst>
              </p:cNvPr>
              <p:cNvSpPr/>
              <p:nvPr userDrawn="1"/>
            </p:nvSpPr>
            <p:spPr>
              <a:xfrm>
                <a:off x="8682826"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F8C716"/>
                    </a:solidFill>
                    <a:latin typeface="Noir Pro Medium" pitchFamily="2" charset="0"/>
                  </a:rPr>
                  <a:t>Aa</a:t>
                </a:r>
              </a:p>
            </p:txBody>
          </p:sp>
          <p:sp>
            <p:nvSpPr>
              <p:cNvPr id="181" name="Rounded Rectangle 201">
                <a:extLst>
                  <a:ext uri="{FF2B5EF4-FFF2-40B4-BE49-F238E27FC236}">
                    <a16:creationId xmlns:a16="http://schemas.microsoft.com/office/drawing/2014/main" id="{75122786-9C32-FA9D-AE3A-F854A6F4BFE6}"/>
                  </a:ext>
                </a:extLst>
              </p:cNvPr>
              <p:cNvSpPr/>
              <p:nvPr userDrawn="1"/>
            </p:nvSpPr>
            <p:spPr>
              <a:xfrm>
                <a:off x="8945220"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E2A3F2"/>
                    </a:solidFill>
                    <a:latin typeface="Noir Pro Medium" pitchFamily="2" charset="0"/>
                  </a:rPr>
                  <a:t>Aa</a:t>
                </a:r>
              </a:p>
            </p:txBody>
          </p:sp>
          <p:sp>
            <p:nvSpPr>
              <p:cNvPr id="182" name="Rounded Rectangle 202">
                <a:extLst>
                  <a:ext uri="{FF2B5EF4-FFF2-40B4-BE49-F238E27FC236}">
                    <a16:creationId xmlns:a16="http://schemas.microsoft.com/office/drawing/2014/main" id="{4A7B7D7B-0A58-948A-807A-01BC60071F11}"/>
                  </a:ext>
                </a:extLst>
              </p:cNvPr>
              <p:cNvSpPr/>
              <p:nvPr userDrawn="1"/>
            </p:nvSpPr>
            <p:spPr>
              <a:xfrm>
                <a:off x="9207613"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8BC26D"/>
                    </a:solidFill>
                    <a:latin typeface="Noir Pro Medium" pitchFamily="2" charset="0"/>
                  </a:rPr>
                  <a:t>Aa</a:t>
                </a:r>
              </a:p>
            </p:txBody>
          </p:sp>
          <p:sp>
            <p:nvSpPr>
              <p:cNvPr id="183" name="Rounded Rectangle 203">
                <a:extLst>
                  <a:ext uri="{FF2B5EF4-FFF2-40B4-BE49-F238E27FC236}">
                    <a16:creationId xmlns:a16="http://schemas.microsoft.com/office/drawing/2014/main" id="{5CC4700A-5BC2-0296-15C9-7BCCCFF40FB6}"/>
                  </a:ext>
                </a:extLst>
              </p:cNvPr>
              <p:cNvSpPr/>
              <p:nvPr userDrawn="1"/>
            </p:nvSpPr>
            <p:spPr>
              <a:xfrm>
                <a:off x="8182056" y="3167741"/>
                <a:ext cx="190503" cy="63712"/>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ounded Rectangle 204">
                <a:extLst>
                  <a:ext uri="{FF2B5EF4-FFF2-40B4-BE49-F238E27FC236}">
                    <a16:creationId xmlns:a16="http://schemas.microsoft.com/office/drawing/2014/main" id="{F5A72D55-0AEB-4B09-A9B5-0149E7B59F5D}"/>
                  </a:ext>
                </a:extLst>
              </p:cNvPr>
              <p:cNvSpPr/>
              <p:nvPr userDrawn="1"/>
            </p:nvSpPr>
            <p:spPr>
              <a:xfrm>
                <a:off x="8444450" y="3167741"/>
                <a:ext cx="190503" cy="63712"/>
              </a:xfrm>
              <a:prstGeom prst="roundRect">
                <a:avLst>
                  <a:gd name="adj" fmla="val 50000"/>
                </a:avLst>
              </a:prstGeom>
              <a:solidFill>
                <a:srgbClr val="DBDB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ounded Rectangle 205">
                <a:extLst>
                  <a:ext uri="{FF2B5EF4-FFF2-40B4-BE49-F238E27FC236}">
                    <a16:creationId xmlns:a16="http://schemas.microsoft.com/office/drawing/2014/main" id="{565366B5-E56E-81F3-C8C8-AEEF70297232}"/>
                  </a:ext>
                </a:extLst>
              </p:cNvPr>
              <p:cNvSpPr/>
              <p:nvPr userDrawn="1"/>
            </p:nvSpPr>
            <p:spPr>
              <a:xfrm>
                <a:off x="8706844" y="3167741"/>
                <a:ext cx="190503" cy="63712"/>
              </a:xfrm>
              <a:prstGeom prst="roundRect">
                <a:avLst>
                  <a:gd name="adj" fmla="val 50000"/>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ounded Rectangle 206">
                <a:extLst>
                  <a:ext uri="{FF2B5EF4-FFF2-40B4-BE49-F238E27FC236}">
                    <a16:creationId xmlns:a16="http://schemas.microsoft.com/office/drawing/2014/main" id="{58EF4AB1-15D5-3B6B-AAAB-673933E17880}"/>
                  </a:ext>
                </a:extLst>
              </p:cNvPr>
              <p:cNvSpPr/>
              <p:nvPr userDrawn="1"/>
            </p:nvSpPr>
            <p:spPr>
              <a:xfrm>
                <a:off x="8969238" y="3167741"/>
                <a:ext cx="190503" cy="63712"/>
              </a:xfrm>
              <a:prstGeom prst="roundRect">
                <a:avLst>
                  <a:gd name="adj" fmla="val 50000"/>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ounded Rectangle 207">
                <a:extLst>
                  <a:ext uri="{FF2B5EF4-FFF2-40B4-BE49-F238E27FC236}">
                    <a16:creationId xmlns:a16="http://schemas.microsoft.com/office/drawing/2014/main" id="{F8CFDDFC-0F47-B231-5FB0-727F0D81DF38}"/>
                  </a:ext>
                </a:extLst>
              </p:cNvPr>
              <p:cNvSpPr/>
              <p:nvPr userDrawn="1"/>
            </p:nvSpPr>
            <p:spPr>
              <a:xfrm>
                <a:off x="9231631" y="3167741"/>
                <a:ext cx="190503" cy="63712"/>
              </a:xfrm>
              <a:prstGeom prst="roundRect">
                <a:avLst>
                  <a:gd name="adj" fmla="val 50000"/>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ounded Rectangle 209">
              <a:extLst>
                <a:ext uri="{FF2B5EF4-FFF2-40B4-BE49-F238E27FC236}">
                  <a16:creationId xmlns:a16="http://schemas.microsoft.com/office/drawing/2014/main" id="{D0671745-9691-ACD2-8DFC-F206A61EB352}"/>
                </a:ext>
              </a:extLst>
            </p:cNvPr>
            <p:cNvSpPr/>
            <p:nvPr userDrawn="1"/>
          </p:nvSpPr>
          <p:spPr>
            <a:xfrm>
              <a:off x="12301425"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010101"/>
                  </a:solidFill>
                  <a:latin typeface="Noir Pro Medium" pitchFamily="2" charset="0"/>
                </a:rPr>
                <a:t>Aa</a:t>
              </a:r>
            </a:p>
          </p:txBody>
        </p:sp>
        <p:sp>
          <p:nvSpPr>
            <p:cNvPr id="47" name="Rounded Rectangle 210">
              <a:extLst>
                <a:ext uri="{FF2B5EF4-FFF2-40B4-BE49-F238E27FC236}">
                  <a16:creationId xmlns:a16="http://schemas.microsoft.com/office/drawing/2014/main" id="{60D59DF8-30D0-FF50-FB2E-9C66E1234B9F}"/>
                </a:ext>
              </a:extLst>
            </p:cNvPr>
            <p:cNvSpPr/>
            <p:nvPr userDrawn="1"/>
          </p:nvSpPr>
          <p:spPr>
            <a:xfrm>
              <a:off x="12563819" y="3775695"/>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010101"/>
                  </a:solidFill>
                  <a:latin typeface="Noir Pro Medium" pitchFamily="2" charset="0"/>
                </a:rPr>
                <a:t>Aa</a:t>
              </a:r>
            </a:p>
          </p:txBody>
        </p:sp>
        <p:sp>
          <p:nvSpPr>
            <p:cNvPr id="64" name="Rounded Rectangle 211">
              <a:extLst>
                <a:ext uri="{FF2B5EF4-FFF2-40B4-BE49-F238E27FC236}">
                  <a16:creationId xmlns:a16="http://schemas.microsoft.com/office/drawing/2014/main" id="{2F36D0C6-C39A-9B5F-8EB9-27463903D769}"/>
                </a:ext>
              </a:extLst>
            </p:cNvPr>
            <p:cNvSpPr/>
            <p:nvPr userDrawn="1"/>
          </p:nvSpPr>
          <p:spPr>
            <a:xfrm>
              <a:off x="12826213"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818181"/>
                  </a:solidFill>
                  <a:latin typeface="Noir Pro Medium" pitchFamily="2" charset="0"/>
                </a:rPr>
                <a:t>Aa</a:t>
              </a:r>
            </a:p>
          </p:txBody>
        </p:sp>
        <p:sp>
          <p:nvSpPr>
            <p:cNvPr id="65" name="Rounded Rectangle 212">
              <a:extLst>
                <a:ext uri="{FF2B5EF4-FFF2-40B4-BE49-F238E27FC236}">
                  <a16:creationId xmlns:a16="http://schemas.microsoft.com/office/drawing/2014/main" id="{0ADBA08E-81A8-97B6-DE53-FA396190B430}"/>
                </a:ext>
              </a:extLst>
            </p:cNvPr>
            <p:cNvSpPr/>
            <p:nvPr userDrawn="1"/>
          </p:nvSpPr>
          <p:spPr>
            <a:xfrm>
              <a:off x="13088607"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1864FF"/>
                  </a:solidFill>
                  <a:latin typeface="Noir Pro Medium" pitchFamily="2" charset="0"/>
                </a:rPr>
                <a:t>Aa</a:t>
              </a:r>
            </a:p>
          </p:txBody>
        </p:sp>
        <p:sp>
          <p:nvSpPr>
            <p:cNvPr id="66" name="Rounded Rectangle 213">
              <a:extLst>
                <a:ext uri="{FF2B5EF4-FFF2-40B4-BE49-F238E27FC236}">
                  <a16:creationId xmlns:a16="http://schemas.microsoft.com/office/drawing/2014/main" id="{AB2BFFF9-6049-26DE-5969-5F83C0ECC2B4}"/>
                </a:ext>
              </a:extLst>
            </p:cNvPr>
            <p:cNvSpPr/>
            <p:nvPr userDrawn="1"/>
          </p:nvSpPr>
          <p:spPr>
            <a:xfrm>
              <a:off x="13351000"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F6838"/>
                  </a:solidFill>
                  <a:latin typeface="Noir Pro Medium" pitchFamily="2" charset="0"/>
                </a:rPr>
                <a:t>Aa</a:t>
              </a:r>
            </a:p>
          </p:txBody>
        </p:sp>
        <p:sp>
          <p:nvSpPr>
            <p:cNvPr id="67" name="Rounded Rectangle 214">
              <a:extLst>
                <a:ext uri="{FF2B5EF4-FFF2-40B4-BE49-F238E27FC236}">
                  <a16:creationId xmlns:a16="http://schemas.microsoft.com/office/drawing/2014/main" id="{DAE8DA0F-943B-B2BA-8A03-61406E8171A9}"/>
                </a:ext>
              </a:extLst>
            </p:cNvPr>
            <p:cNvSpPr/>
            <p:nvPr userDrawn="1"/>
          </p:nvSpPr>
          <p:spPr>
            <a:xfrm>
              <a:off x="12325443" y="3922877"/>
              <a:ext cx="190503" cy="63712"/>
            </a:xfrm>
            <a:prstGeom prst="roundRect">
              <a:avLst>
                <a:gd name="adj" fmla="val 50000"/>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ounded Rectangle 215">
              <a:extLst>
                <a:ext uri="{FF2B5EF4-FFF2-40B4-BE49-F238E27FC236}">
                  <a16:creationId xmlns:a16="http://schemas.microsoft.com/office/drawing/2014/main" id="{7DC515E9-8E21-049E-9C1A-9C1E666F4F4D}"/>
                </a:ext>
              </a:extLst>
            </p:cNvPr>
            <p:cNvSpPr/>
            <p:nvPr userDrawn="1"/>
          </p:nvSpPr>
          <p:spPr>
            <a:xfrm>
              <a:off x="12587837" y="3922877"/>
              <a:ext cx="190503" cy="63712"/>
            </a:xfrm>
            <a:prstGeom prst="roundRect">
              <a:avLst>
                <a:gd name="adj" fmla="val 50000"/>
              </a:avLst>
            </a:prstGeom>
            <a:solidFill>
              <a:srgbClr val="0101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ounded Rectangle 216">
              <a:extLst>
                <a:ext uri="{FF2B5EF4-FFF2-40B4-BE49-F238E27FC236}">
                  <a16:creationId xmlns:a16="http://schemas.microsoft.com/office/drawing/2014/main" id="{4F13DD30-AC8C-5BAF-7D9E-17F37BF14CB1}"/>
                </a:ext>
              </a:extLst>
            </p:cNvPr>
            <p:cNvSpPr/>
            <p:nvPr userDrawn="1"/>
          </p:nvSpPr>
          <p:spPr>
            <a:xfrm>
              <a:off x="12850231" y="3922877"/>
              <a:ext cx="190503" cy="63712"/>
            </a:xfrm>
            <a:prstGeom prst="roundRect">
              <a:avLst>
                <a:gd name="adj" fmla="val 50000"/>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ounded Rectangle 217">
              <a:extLst>
                <a:ext uri="{FF2B5EF4-FFF2-40B4-BE49-F238E27FC236}">
                  <a16:creationId xmlns:a16="http://schemas.microsoft.com/office/drawing/2014/main" id="{E2AEF98F-B06C-F55B-CA49-DD758CEA97A3}"/>
                </a:ext>
              </a:extLst>
            </p:cNvPr>
            <p:cNvSpPr/>
            <p:nvPr userDrawn="1"/>
          </p:nvSpPr>
          <p:spPr>
            <a:xfrm>
              <a:off x="13112625" y="3922877"/>
              <a:ext cx="190503" cy="63712"/>
            </a:xfrm>
            <a:prstGeom prst="roundRect">
              <a:avLst>
                <a:gd name="adj" fmla="val 50000"/>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ounded Rectangle 218">
              <a:extLst>
                <a:ext uri="{FF2B5EF4-FFF2-40B4-BE49-F238E27FC236}">
                  <a16:creationId xmlns:a16="http://schemas.microsoft.com/office/drawing/2014/main" id="{7D56B7A7-845C-60E2-31FD-20ABDD7B2125}"/>
                </a:ext>
              </a:extLst>
            </p:cNvPr>
            <p:cNvSpPr/>
            <p:nvPr userDrawn="1"/>
          </p:nvSpPr>
          <p:spPr>
            <a:xfrm>
              <a:off x="13375018" y="3922877"/>
              <a:ext cx="190503" cy="63712"/>
            </a:xfrm>
            <a:prstGeom prst="roundRect">
              <a:avLst>
                <a:gd name="adj" fmla="val 50000"/>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219">
              <a:extLst>
                <a:ext uri="{FF2B5EF4-FFF2-40B4-BE49-F238E27FC236}">
                  <a16:creationId xmlns:a16="http://schemas.microsoft.com/office/drawing/2014/main" id="{4A15EBF2-1689-F73E-531A-974E9DD60DCB}"/>
                </a:ext>
              </a:extLst>
            </p:cNvPr>
            <p:cNvSpPr txBox="1"/>
            <p:nvPr userDrawn="1"/>
          </p:nvSpPr>
          <p:spPr>
            <a:xfrm>
              <a:off x="12207792" y="1974299"/>
              <a:ext cx="720069" cy="200055"/>
            </a:xfrm>
            <a:prstGeom prst="rect">
              <a:avLst/>
            </a:prstGeom>
            <a:noFill/>
          </p:spPr>
          <p:txBody>
            <a:bodyPr wrap="none" rtlCol="0">
              <a:spAutoFit/>
            </a:bodyPr>
            <a:lstStyle/>
            <a:p>
              <a:r>
                <a:rPr lang="en-US" sz="700" b="0" i="0">
                  <a:solidFill>
                    <a:srgbClr val="929292"/>
                  </a:solidFill>
                  <a:latin typeface="Noir Pro Medium" pitchFamily="2" charset="0"/>
                </a:rPr>
                <a:t>GREY TONES</a:t>
              </a:r>
            </a:p>
          </p:txBody>
        </p:sp>
        <p:sp>
          <p:nvSpPr>
            <p:cNvPr id="73" name="TextBox 220">
              <a:extLst>
                <a:ext uri="{FF2B5EF4-FFF2-40B4-BE49-F238E27FC236}">
                  <a16:creationId xmlns:a16="http://schemas.microsoft.com/office/drawing/2014/main" id="{83FD25DF-A8C4-97E8-16EE-50D23B1DB381}"/>
                </a:ext>
              </a:extLst>
            </p:cNvPr>
            <p:cNvSpPr txBox="1"/>
            <p:nvPr userDrawn="1"/>
          </p:nvSpPr>
          <p:spPr>
            <a:xfrm>
              <a:off x="12207792" y="2430257"/>
              <a:ext cx="1253869" cy="200055"/>
            </a:xfrm>
            <a:prstGeom prst="rect">
              <a:avLst/>
            </a:prstGeom>
            <a:noFill/>
          </p:spPr>
          <p:txBody>
            <a:bodyPr wrap="none" rtlCol="0">
              <a:spAutoFit/>
            </a:bodyPr>
            <a:lstStyle/>
            <a:p>
              <a:r>
                <a:rPr lang="en-US" sz="700" b="0" i="0">
                  <a:solidFill>
                    <a:srgbClr val="929292"/>
                  </a:solidFill>
                  <a:latin typeface="Noir Pro Medium" pitchFamily="2" charset="0"/>
                </a:rPr>
                <a:t>BRAND IDENTITY COLORS</a:t>
              </a:r>
            </a:p>
          </p:txBody>
        </p:sp>
        <p:sp>
          <p:nvSpPr>
            <p:cNvPr id="74" name="TextBox 222">
              <a:extLst>
                <a:ext uri="{FF2B5EF4-FFF2-40B4-BE49-F238E27FC236}">
                  <a16:creationId xmlns:a16="http://schemas.microsoft.com/office/drawing/2014/main" id="{4F150177-1E56-683E-55ED-3CCF98AA4117}"/>
                </a:ext>
              </a:extLst>
            </p:cNvPr>
            <p:cNvSpPr txBox="1"/>
            <p:nvPr userDrawn="1"/>
          </p:nvSpPr>
          <p:spPr>
            <a:xfrm>
              <a:off x="12207792" y="4531335"/>
              <a:ext cx="665567" cy="200055"/>
            </a:xfrm>
            <a:prstGeom prst="rect">
              <a:avLst/>
            </a:prstGeom>
            <a:noFill/>
          </p:spPr>
          <p:txBody>
            <a:bodyPr wrap="none" rtlCol="0">
              <a:spAutoFit/>
            </a:bodyPr>
            <a:lstStyle/>
            <a:p>
              <a:r>
                <a:rPr lang="en-US" sz="700" b="0" i="0">
                  <a:solidFill>
                    <a:srgbClr val="929292"/>
                  </a:solidFill>
                  <a:latin typeface="Noir Pro Medium" pitchFamily="2" charset="0"/>
                </a:rPr>
                <a:t>GRADIENTS</a:t>
              </a:r>
            </a:p>
          </p:txBody>
        </p:sp>
        <p:sp>
          <p:nvSpPr>
            <p:cNvPr id="75" name="TextBox 223">
              <a:extLst>
                <a:ext uri="{FF2B5EF4-FFF2-40B4-BE49-F238E27FC236}">
                  <a16:creationId xmlns:a16="http://schemas.microsoft.com/office/drawing/2014/main" id="{762DD877-F163-49C0-9F2B-CE9A7CBD3D92}"/>
                </a:ext>
              </a:extLst>
            </p:cNvPr>
            <p:cNvSpPr txBox="1"/>
            <p:nvPr userDrawn="1"/>
          </p:nvSpPr>
          <p:spPr>
            <a:xfrm>
              <a:off x="12207792" y="5252309"/>
              <a:ext cx="1168910" cy="200055"/>
            </a:xfrm>
            <a:prstGeom prst="rect">
              <a:avLst/>
            </a:prstGeom>
            <a:noFill/>
          </p:spPr>
          <p:txBody>
            <a:bodyPr wrap="none" rtlCol="0">
              <a:spAutoFit/>
            </a:bodyPr>
            <a:lstStyle/>
            <a:p>
              <a:r>
                <a:rPr lang="en-US" sz="700" b="0" i="0">
                  <a:solidFill>
                    <a:srgbClr val="929292"/>
                  </a:solidFill>
                  <a:latin typeface="Noir Pro Medium" pitchFamily="2" charset="0"/>
                </a:rPr>
                <a:t>TRAFFIC LIGHT COLORS</a:t>
              </a:r>
            </a:p>
          </p:txBody>
        </p:sp>
        <p:pic>
          <p:nvPicPr>
            <p:cNvPr id="76" name="Picture 2" descr="color picker&quot; Icon - Download for free – Iconduck">
              <a:extLst>
                <a:ext uri="{FF2B5EF4-FFF2-40B4-BE49-F238E27FC236}">
                  <a16:creationId xmlns:a16="http://schemas.microsoft.com/office/drawing/2014/main" id="{DF8BA090-A25D-2EE1-1A71-E7DB99333FF1}"/>
                </a:ext>
              </a:extLst>
            </p:cNvPr>
            <p:cNvPicPr>
              <a:picLocks noChangeAspect="1" noChangeArrowheads="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3543048" y="1646506"/>
              <a:ext cx="178747" cy="178581"/>
            </a:xfrm>
            <a:prstGeom prst="rect">
              <a:avLst/>
            </a:prstGeom>
            <a:noFill/>
            <a:extLst>
              <a:ext uri="{909E8E84-426E-40DD-AFC4-6F175D3DCCD1}">
                <a14:hiddenFill xmlns:a14="http://schemas.microsoft.com/office/drawing/2010/main">
                  <a:solidFill>
                    <a:srgbClr val="FFFFFF"/>
                  </a:solidFill>
                </a14:hiddenFill>
              </a:ext>
            </a:extLst>
          </p:spPr>
        </p:pic>
        <p:grpSp>
          <p:nvGrpSpPr>
            <p:cNvPr id="77" name="Groep 76">
              <a:extLst>
                <a:ext uri="{FF2B5EF4-FFF2-40B4-BE49-F238E27FC236}">
                  <a16:creationId xmlns:a16="http://schemas.microsoft.com/office/drawing/2014/main" id="{879CA836-68ED-E044-092E-BF8651058649}"/>
                </a:ext>
              </a:extLst>
            </p:cNvPr>
            <p:cNvGrpSpPr/>
            <p:nvPr userDrawn="1"/>
          </p:nvGrpSpPr>
          <p:grpSpPr>
            <a:xfrm>
              <a:off x="12301425" y="3311063"/>
              <a:ext cx="1288114" cy="238539"/>
              <a:chOff x="12298208" y="5356993"/>
              <a:chExt cx="1288114" cy="238539"/>
            </a:xfrm>
          </p:grpSpPr>
          <p:sp>
            <p:nvSpPr>
              <p:cNvPr id="157" name="Rounded Rectangle 192">
                <a:extLst>
                  <a:ext uri="{FF2B5EF4-FFF2-40B4-BE49-F238E27FC236}">
                    <a16:creationId xmlns:a16="http://schemas.microsoft.com/office/drawing/2014/main" id="{F993CC58-58CA-2456-419A-28263CD7BB8F}"/>
                  </a:ext>
                </a:extLst>
              </p:cNvPr>
              <p:cNvSpPr/>
              <p:nvPr userDrawn="1"/>
            </p:nvSpPr>
            <p:spPr>
              <a:xfrm>
                <a:off x="12298208" y="5356993"/>
                <a:ext cx="238539" cy="238539"/>
              </a:xfrm>
              <a:prstGeom prst="roundRect">
                <a:avLst/>
              </a:prstGeom>
              <a:solidFill>
                <a:srgbClr val="14163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158" name="Rounded Rectangle 192">
                <a:extLst>
                  <a:ext uri="{FF2B5EF4-FFF2-40B4-BE49-F238E27FC236}">
                    <a16:creationId xmlns:a16="http://schemas.microsoft.com/office/drawing/2014/main" id="{A67E78A3-0778-9F29-B935-C89976310177}"/>
                  </a:ext>
                </a:extLst>
              </p:cNvPr>
              <p:cNvSpPr/>
              <p:nvPr userDrawn="1"/>
            </p:nvSpPr>
            <p:spPr>
              <a:xfrm>
                <a:off x="12403166" y="5356993"/>
                <a:ext cx="238539" cy="238539"/>
              </a:xfrm>
              <a:prstGeom prst="roundRect">
                <a:avLst/>
              </a:prstGeom>
              <a:solidFill>
                <a:srgbClr val="37302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159" name="Rounded Rectangle 192">
                <a:extLst>
                  <a:ext uri="{FF2B5EF4-FFF2-40B4-BE49-F238E27FC236}">
                    <a16:creationId xmlns:a16="http://schemas.microsoft.com/office/drawing/2014/main" id="{7653AA1D-C39A-A623-4D3B-538509434DB1}"/>
                  </a:ext>
                </a:extLst>
              </p:cNvPr>
              <p:cNvSpPr/>
              <p:nvPr userDrawn="1"/>
            </p:nvSpPr>
            <p:spPr>
              <a:xfrm>
                <a:off x="12508124" y="5356993"/>
                <a:ext cx="238539" cy="238539"/>
              </a:xfrm>
              <a:prstGeom prst="roundRect">
                <a:avLst/>
              </a:prstGeom>
              <a:solidFill>
                <a:srgbClr val="61522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160" name="Rounded Rectangle 192">
                <a:extLst>
                  <a:ext uri="{FF2B5EF4-FFF2-40B4-BE49-F238E27FC236}">
                    <a16:creationId xmlns:a16="http://schemas.microsoft.com/office/drawing/2014/main" id="{55D8BDCD-C25B-7886-9130-72592531F970}"/>
                  </a:ext>
                </a:extLst>
              </p:cNvPr>
              <p:cNvSpPr/>
              <p:nvPr userDrawn="1"/>
            </p:nvSpPr>
            <p:spPr>
              <a:xfrm>
                <a:off x="12613082" y="5356993"/>
                <a:ext cx="238539" cy="238539"/>
              </a:xfrm>
              <a:prstGeom prst="roundRect">
                <a:avLst/>
              </a:prstGeom>
              <a:solidFill>
                <a:srgbClr val="967B2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161" name="Rounded Rectangle 192">
                <a:extLst>
                  <a:ext uri="{FF2B5EF4-FFF2-40B4-BE49-F238E27FC236}">
                    <a16:creationId xmlns:a16="http://schemas.microsoft.com/office/drawing/2014/main" id="{B8FDA659-633D-A288-BEDE-927F2ADAA3AB}"/>
                  </a:ext>
                </a:extLst>
              </p:cNvPr>
              <p:cNvSpPr/>
              <p:nvPr userDrawn="1"/>
            </p:nvSpPr>
            <p:spPr>
              <a:xfrm>
                <a:off x="12718040" y="5356993"/>
                <a:ext cx="238539" cy="238539"/>
              </a:xfrm>
              <a:prstGeom prst="roundRect">
                <a:avLst/>
              </a:prstGeom>
              <a:solidFill>
                <a:srgbClr val="D7AE1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164" name="Rounded Rectangle 192">
                <a:extLst>
                  <a:ext uri="{FF2B5EF4-FFF2-40B4-BE49-F238E27FC236}">
                    <a16:creationId xmlns:a16="http://schemas.microsoft.com/office/drawing/2014/main" id="{F5F9A153-09FD-30C6-88AF-87F80EC600BA}"/>
                  </a:ext>
                </a:extLst>
              </p:cNvPr>
              <p:cNvSpPr/>
              <p:nvPr userDrawn="1"/>
            </p:nvSpPr>
            <p:spPr>
              <a:xfrm>
                <a:off x="13347783" y="5356993"/>
                <a:ext cx="238539" cy="238539"/>
              </a:xfrm>
              <a:prstGeom prst="roundRect">
                <a:avLst/>
              </a:prstGeom>
              <a:solidFill>
                <a:srgbClr val="F8EBC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171" name="Rounded Rectangle 192">
                <a:extLst>
                  <a:ext uri="{FF2B5EF4-FFF2-40B4-BE49-F238E27FC236}">
                    <a16:creationId xmlns:a16="http://schemas.microsoft.com/office/drawing/2014/main" id="{B7873913-C7E2-2303-9072-56FA55830009}"/>
                  </a:ext>
                </a:extLst>
              </p:cNvPr>
              <p:cNvSpPr/>
              <p:nvPr userDrawn="1"/>
            </p:nvSpPr>
            <p:spPr>
              <a:xfrm>
                <a:off x="13242830" y="5356993"/>
                <a:ext cx="238539" cy="238539"/>
              </a:xfrm>
              <a:prstGeom prst="roundRect">
                <a:avLst/>
              </a:prstGeom>
              <a:solidFill>
                <a:srgbClr val="F8E39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174" name="Rounded Rectangle 192">
                <a:extLst>
                  <a:ext uri="{FF2B5EF4-FFF2-40B4-BE49-F238E27FC236}">
                    <a16:creationId xmlns:a16="http://schemas.microsoft.com/office/drawing/2014/main" id="{F21ACD13-F33D-2338-B166-B265A58E000A}"/>
                  </a:ext>
                </a:extLst>
              </p:cNvPr>
              <p:cNvSpPr/>
              <p:nvPr userDrawn="1"/>
            </p:nvSpPr>
            <p:spPr>
              <a:xfrm>
                <a:off x="13137872" y="5356993"/>
                <a:ext cx="238539" cy="238539"/>
              </a:xfrm>
              <a:prstGeom prst="roundRect">
                <a:avLst/>
              </a:prstGeom>
              <a:solidFill>
                <a:srgbClr val="F8DB6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175" name="Rounded Rectangle 192">
                <a:extLst>
                  <a:ext uri="{FF2B5EF4-FFF2-40B4-BE49-F238E27FC236}">
                    <a16:creationId xmlns:a16="http://schemas.microsoft.com/office/drawing/2014/main" id="{ED37EB85-248C-AAF4-5A6A-FB10B7F64600}"/>
                  </a:ext>
                </a:extLst>
              </p:cNvPr>
              <p:cNvSpPr/>
              <p:nvPr userDrawn="1"/>
            </p:nvSpPr>
            <p:spPr>
              <a:xfrm>
                <a:off x="13032914" y="5356993"/>
                <a:ext cx="238539" cy="238539"/>
              </a:xfrm>
              <a:prstGeom prst="roundRect">
                <a:avLst/>
              </a:prstGeom>
              <a:solidFill>
                <a:srgbClr val="F7D55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176" name="Rounded Rectangle 192">
                <a:extLst>
                  <a:ext uri="{FF2B5EF4-FFF2-40B4-BE49-F238E27FC236}">
                    <a16:creationId xmlns:a16="http://schemas.microsoft.com/office/drawing/2014/main" id="{8DC91DB4-2566-7C71-8BE3-EAA149BEF36E}"/>
                  </a:ext>
                </a:extLst>
              </p:cNvPr>
              <p:cNvSpPr/>
              <p:nvPr userDrawn="1"/>
            </p:nvSpPr>
            <p:spPr>
              <a:xfrm>
                <a:off x="12927956" y="5356993"/>
                <a:ext cx="238539" cy="238539"/>
              </a:xfrm>
              <a:prstGeom prst="roundRect">
                <a:avLst/>
              </a:prstGeom>
              <a:solidFill>
                <a:srgbClr val="FAD33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177" name="Rounded Rectangle 192">
                <a:extLst>
                  <a:ext uri="{FF2B5EF4-FFF2-40B4-BE49-F238E27FC236}">
                    <a16:creationId xmlns:a16="http://schemas.microsoft.com/office/drawing/2014/main" id="{5B2250DE-B47C-DE83-2A84-09EACF752A95}"/>
                  </a:ext>
                </a:extLst>
              </p:cNvPr>
              <p:cNvSpPr/>
              <p:nvPr userDrawn="1"/>
            </p:nvSpPr>
            <p:spPr>
              <a:xfrm>
                <a:off x="12822998" y="5356993"/>
                <a:ext cx="238539" cy="238539"/>
              </a:xfrm>
              <a:prstGeom prst="roundRect">
                <a:avLst/>
              </a:prstGeom>
              <a:solidFill>
                <a:srgbClr val="F8C716"/>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78" name="TextBox 220">
              <a:extLst>
                <a:ext uri="{FF2B5EF4-FFF2-40B4-BE49-F238E27FC236}">
                  <a16:creationId xmlns:a16="http://schemas.microsoft.com/office/drawing/2014/main" id="{B584D808-91BB-7BCD-9C3E-5F6058E4E2AF}"/>
                </a:ext>
              </a:extLst>
            </p:cNvPr>
            <p:cNvSpPr txBox="1"/>
            <p:nvPr userDrawn="1"/>
          </p:nvSpPr>
          <p:spPr>
            <a:xfrm>
              <a:off x="12207792" y="2884595"/>
              <a:ext cx="1555234" cy="200055"/>
            </a:xfrm>
            <a:prstGeom prst="rect">
              <a:avLst/>
            </a:prstGeom>
            <a:noFill/>
          </p:spPr>
          <p:txBody>
            <a:bodyPr wrap="none" rtlCol="0">
              <a:spAutoFit/>
            </a:bodyPr>
            <a:lstStyle/>
            <a:p>
              <a:r>
                <a:rPr lang="en-US" sz="700" b="0" i="0">
                  <a:solidFill>
                    <a:srgbClr val="929292"/>
                  </a:solidFill>
                  <a:latin typeface="Noir Pro Medium" pitchFamily="2" charset="0"/>
                </a:rPr>
                <a:t>MAIN COLORS – COLOR GRADES</a:t>
              </a:r>
            </a:p>
          </p:txBody>
        </p:sp>
        <p:grpSp>
          <p:nvGrpSpPr>
            <p:cNvPr id="79" name="Groep 78">
              <a:extLst>
                <a:ext uri="{FF2B5EF4-FFF2-40B4-BE49-F238E27FC236}">
                  <a16:creationId xmlns:a16="http://schemas.microsoft.com/office/drawing/2014/main" id="{AD2A4754-1E4F-4068-2170-DFBC5D3316F6}"/>
                </a:ext>
              </a:extLst>
            </p:cNvPr>
            <p:cNvGrpSpPr/>
            <p:nvPr userDrawn="1"/>
          </p:nvGrpSpPr>
          <p:grpSpPr>
            <a:xfrm>
              <a:off x="12301425" y="4952389"/>
              <a:ext cx="238539" cy="238539"/>
              <a:chOff x="12301425" y="4952389"/>
              <a:chExt cx="238539" cy="238539"/>
            </a:xfrm>
          </p:grpSpPr>
          <p:sp>
            <p:nvSpPr>
              <p:cNvPr id="155" name="Vrije vorm 154">
                <a:extLst>
                  <a:ext uri="{FF2B5EF4-FFF2-40B4-BE49-F238E27FC236}">
                    <a16:creationId xmlns:a16="http://schemas.microsoft.com/office/drawing/2014/main" id="{532D1363-26B6-F938-D22C-D85CDE9B8657}"/>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56" name="Vrije vorm 155">
                <a:extLst>
                  <a:ext uri="{FF2B5EF4-FFF2-40B4-BE49-F238E27FC236}">
                    <a16:creationId xmlns:a16="http://schemas.microsoft.com/office/drawing/2014/main" id="{AD2EDC69-F434-FEFE-DED5-EAC10B2F6FD1}"/>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E88C3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0" name="Groep 79">
              <a:extLst>
                <a:ext uri="{FF2B5EF4-FFF2-40B4-BE49-F238E27FC236}">
                  <a16:creationId xmlns:a16="http://schemas.microsoft.com/office/drawing/2014/main" id="{43A159D0-3A59-0104-1C93-27959CC49CA9}"/>
                </a:ext>
              </a:extLst>
            </p:cNvPr>
            <p:cNvGrpSpPr/>
            <p:nvPr userDrawn="1"/>
          </p:nvGrpSpPr>
          <p:grpSpPr>
            <a:xfrm>
              <a:off x="12563819" y="4952389"/>
              <a:ext cx="238539" cy="238539"/>
              <a:chOff x="12301425" y="4952389"/>
              <a:chExt cx="238539" cy="238539"/>
            </a:xfrm>
          </p:grpSpPr>
          <p:sp>
            <p:nvSpPr>
              <p:cNvPr id="148" name="Vrije vorm 147">
                <a:extLst>
                  <a:ext uri="{FF2B5EF4-FFF2-40B4-BE49-F238E27FC236}">
                    <a16:creationId xmlns:a16="http://schemas.microsoft.com/office/drawing/2014/main" id="{3FE35D56-0BBE-9C75-BD0D-254A011F45CB}"/>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00215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54" name="Vrije vorm 153">
                <a:extLst>
                  <a:ext uri="{FF2B5EF4-FFF2-40B4-BE49-F238E27FC236}">
                    <a16:creationId xmlns:a16="http://schemas.microsoft.com/office/drawing/2014/main" id="{A1AE8FAA-D517-EE1D-BC44-E771B569D421}"/>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1" name="Groep 80">
              <a:extLst>
                <a:ext uri="{FF2B5EF4-FFF2-40B4-BE49-F238E27FC236}">
                  <a16:creationId xmlns:a16="http://schemas.microsoft.com/office/drawing/2014/main" id="{964AABD8-3BED-C343-6EA4-A3AFFC623BE5}"/>
                </a:ext>
              </a:extLst>
            </p:cNvPr>
            <p:cNvGrpSpPr/>
            <p:nvPr userDrawn="1"/>
          </p:nvGrpSpPr>
          <p:grpSpPr>
            <a:xfrm>
              <a:off x="12826213" y="4952389"/>
              <a:ext cx="238539" cy="238539"/>
              <a:chOff x="12301425" y="4952389"/>
              <a:chExt cx="238539" cy="238539"/>
            </a:xfrm>
          </p:grpSpPr>
          <p:sp>
            <p:nvSpPr>
              <p:cNvPr id="88" name="Vrije vorm 87">
                <a:extLst>
                  <a:ext uri="{FF2B5EF4-FFF2-40B4-BE49-F238E27FC236}">
                    <a16:creationId xmlns:a16="http://schemas.microsoft.com/office/drawing/2014/main" id="{CF408804-496A-4CEF-6352-5ED21F535C7A}"/>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9" name="Vrije vorm 88">
                <a:extLst>
                  <a:ext uri="{FF2B5EF4-FFF2-40B4-BE49-F238E27FC236}">
                    <a16:creationId xmlns:a16="http://schemas.microsoft.com/office/drawing/2014/main" id="{8D4DE3F5-B0B2-DCBB-0720-888ABA857B1F}"/>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DF673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2" name="Groep 81">
              <a:extLst>
                <a:ext uri="{FF2B5EF4-FFF2-40B4-BE49-F238E27FC236}">
                  <a16:creationId xmlns:a16="http://schemas.microsoft.com/office/drawing/2014/main" id="{AACF694F-9A3B-50EF-7841-C1F2EA0B1B70}"/>
                </a:ext>
              </a:extLst>
            </p:cNvPr>
            <p:cNvGrpSpPr/>
            <p:nvPr userDrawn="1"/>
          </p:nvGrpSpPr>
          <p:grpSpPr>
            <a:xfrm>
              <a:off x="13088607" y="4952389"/>
              <a:ext cx="238539" cy="238539"/>
              <a:chOff x="12301425" y="4952389"/>
              <a:chExt cx="238539" cy="238539"/>
            </a:xfrm>
          </p:grpSpPr>
          <p:sp>
            <p:nvSpPr>
              <p:cNvPr id="86" name="Vrije vorm 85">
                <a:extLst>
                  <a:ext uri="{FF2B5EF4-FFF2-40B4-BE49-F238E27FC236}">
                    <a16:creationId xmlns:a16="http://schemas.microsoft.com/office/drawing/2014/main" id="{7B74DFF1-5E09-B811-88D1-9B54957539EC}"/>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C7CD5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7" name="Vrije vorm 86">
                <a:extLst>
                  <a:ext uri="{FF2B5EF4-FFF2-40B4-BE49-F238E27FC236}">
                    <a16:creationId xmlns:a16="http://schemas.microsoft.com/office/drawing/2014/main" id="{CE6419B6-B15D-1FE3-CE6C-28FC30953400}"/>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FBDE7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3" name="Groep 82">
              <a:extLst>
                <a:ext uri="{FF2B5EF4-FFF2-40B4-BE49-F238E27FC236}">
                  <a16:creationId xmlns:a16="http://schemas.microsoft.com/office/drawing/2014/main" id="{AD7F2593-8F27-9D4E-266E-1AB2FF9361C3}"/>
                </a:ext>
              </a:extLst>
            </p:cNvPr>
            <p:cNvGrpSpPr/>
            <p:nvPr userDrawn="1"/>
          </p:nvGrpSpPr>
          <p:grpSpPr>
            <a:xfrm>
              <a:off x="13351000" y="4952389"/>
              <a:ext cx="238539" cy="238539"/>
              <a:chOff x="12301425" y="4952389"/>
              <a:chExt cx="238539" cy="238539"/>
            </a:xfrm>
          </p:grpSpPr>
          <p:sp>
            <p:nvSpPr>
              <p:cNvPr id="84" name="Vrije vorm 83">
                <a:extLst>
                  <a:ext uri="{FF2B5EF4-FFF2-40B4-BE49-F238E27FC236}">
                    <a16:creationId xmlns:a16="http://schemas.microsoft.com/office/drawing/2014/main" id="{6DCC535E-7254-C522-301C-D26974CE165D}"/>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93D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5" name="Vrije vorm 84">
                <a:extLst>
                  <a:ext uri="{FF2B5EF4-FFF2-40B4-BE49-F238E27FC236}">
                    <a16:creationId xmlns:a16="http://schemas.microsoft.com/office/drawing/2014/main" id="{29C2DACA-3E2D-64DB-DCDB-AB641F33D906}"/>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00B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spTree>
    <p:extLst>
      <p:ext uri="{BB962C8B-B14F-4D97-AF65-F5344CB8AC3E}">
        <p14:creationId xmlns:p14="http://schemas.microsoft.com/office/powerpoint/2010/main" val="1843736170"/>
      </p:ext>
    </p:extLst>
  </p:cSld>
  <p:clrMap bg1="lt1" tx1="dk1" bg2="lt2" tx2="dk2" accent1="accent1" accent2="accent2" accent3="accent3" accent4="accent4" accent5="accent5" accent6="accent6" hlink="hlink" folHlink="folHlink"/>
  <p:sldLayoutIdLst>
    <p:sldLayoutId id="2147483795" r:id="rId1"/>
  </p:sldLayoutIdLst>
  <p:hf hdr="0" dt="0"/>
  <p:txStyles>
    <p:titleStyle>
      <a:lvl1pPr marL="0" indent="0" algn="l" defTabSz="914400" rtl="0" eaLnBrk="1" latinLnBrk="0" hangingPunct="1">
        <a:lnSpc>
          <a:spcPct val="100000"/>
        </a:lnSpc>
        <a:spcBef>
          <a:spcPts val="0"/>
        </a:spcBef>
        <a:buNone/>
        <a:defRPr lang="en-US" sz="2000" b="0" i="0" kern="1200" spc="0" smtClean="0">
          <a:solidFill>
            <a:srgbClr val="F8C716"/>
          </a:solidFill>
          <a:latin typeface="Noir Pro Medium" pitchFamily="2" charset="0"/>
          <a:ea typeface="+mn-ea"/>
          <a:cs typeface="+mn-cs"/>
        </a:defRPr>
      </a:lvl1pPr>
    </p:titleStyle>
    <p:bodyStyle>
      <a:lvl1pPr marL="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defRPr lang="en-US" sz="1600" kern="1200" smtClean="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p15:clr>
            <a:srgbClr val="F26B43"/>
          </p15:clr>
        </p15:guide>
        <p15:guide id="2" pos="98">
          <p15:clr>
            <a:srgbClr val="F26B43"/>
          </p15:clr>
        </p15:guide>
        <p15:guide id="3" pos="234">
          <p15:clr>
            <a:srgbClr val="5ACBF0"/>
          </p15:clr>
        </p15:guide>
        <p15:guide id="4" orient="horz" pos="4024">
          <p15:clr>
            <a:srgbClr val="F26B43"/>
          </p15:clr>
        </p15:guide>
        <p15:guide id="5" pos="7582">
          <p15:clr>
            <a:srgbClr val="F26B43"/>
          </p15:clr>
        </p15:guide>
        <p15:guide id="6" orient="horz" pos="3941">
          <p15:clr>
            <a:srgbClr val="5ACBF0"/>
          </p15:clr>
        </p15:guide>
        <p15:guide id="7" pos="7446">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github.com/Software-Improvement-Group/sigrid-report-generator"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chart" Target="../charts/chart1.xml"/><Relationship Id="rId4" Type="http://schemas.openxmlformats.org/officeDocument/2006/relationships/hyperlink" Target="https://docs.sigrid-says.com/organization-integration/metadata.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2.xml"/><Relationship Id="rId3" Type="http://schemas.openxmlformats.org/officeDocument/2006/relationships/hyperlink" Target="https://docs.sigrid-says.com/capabilities/objectives.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chart" Target="../charts/char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chart" Target="../charts/char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0.sv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1.tiff"/><Relationship Id="rId4" Type="http://schemas.openxmlformats.org/officeDocument/2006/relationships/chart" Target="../charts/chart5.xml"/><Relationship Id="rId5" Type="http://schemas.openxmlformats.org/officeDocument/2006/relationships/image" Target="../media/image12.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svg"/><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svg"/><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0.sv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6.xml"/><Relationship Id="rId3" Type="http://schemas.openxmlformats.org/officeDocument/2006/relationships/chart" Target="../charts/char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svg"/><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9B1408E6-E399-3AB5-FA0C-216DAFB328EE}"/>
              </a:ext>
            </a:extLst>
          </p:cNvPr>
          <p:cNvSpPr>
            <a:spLocks noGrp="1"/>
          </p:cNvSpPr>
          <p:nvPr>
            <p:ph type="body" sz="quarter" idx="13"/>
          </p:nvPr>
        </p:nvSpPr>
        <p:spPr/>
        <p:txBody>
          <a:bodyPr/>
          <a:lstStyle/>
          <a:p>
            <a:r>
              <a:rPr lang="en-GB" dirty="0"/>
              <a:t>Reportgeneratordemo</a:t>
            </a:r>
          </a:p>
        </p:txBody>
      </p:sp>
      <p:sp>
        <p:nvSpPr>
          <p:cNvPr id="3" name="Tijdelijke aanduiding voor tekst 2">
            <a:extLst>
              <a:ext uri="{FF2B5EF4-FFF2-40B4-BE49-F238E27FC236}">
                <a16:creationId xmlns:a16="http://schemas.microsoft.com/office/drawing/2014/main" id="{7344417F-5869-1AA1-3CB1-C663D0AA7B91}"/>
              </a:ext>
            </a:extLst>
          </p:cNvPr>
          <p:cNvSpPr>
            <a:spLocks noGrp="1"/>
          </p:cNvSpPr>
          <p:nvPr>
            <p:ph type="body" sz="quarter" idx="14"/>
          </p:nvPr>
        </p:nvSpPr>
        <p:spPr/>
        <p:txBody>
          <a:bodyPr/>
          <a:lstStyle/>
          <a:p>
            <a:r>
              <a:rPr lang="en-GB" dirty="0"/>
              <a:t>Portfolio baseline report</a:t>
            </a:r>
          </a:p>
        </p:txBody>
      </p:sp>
      <p:sp>
        <p:nvSpPr>
          <p:cNvPr id="5" name="Tijdelijke aanduiding voor voettekst 10">
            <a:extLst>
              <a:ext uri="{FF2B5EF4-FFF2-40B4-BE49-F238E27FC236}">
                <a16:creationId xmlns:a16="http://schemas.microsoft.com/office/drawing/2014/main" id="{03AAA943-ED6F-B90F-27FC-E22483CED91E}"/>
              </a:ext>
            </a:extLst>
          </p:cNvPr>
          <p:cNvSpPr>
            <a:spLocks noGrp="1"/>
          </p:cNvSpPr>
          <p:nvPr>
            <p:ph type="ftr" sz="quarter" idx="44"/>
          </p:nvPr>
        </p:nvSpPr>
        <p:spPr>
          <a:xfrm>
            <a:off x="9854418" y="6429600"/>
            <a:ext cx="1712382" cy="237600"/>
          </a:xfrm>
          <a:prstGeom prst="rect">
            <a:avLst/>
          </a:prstGeom>
        </p:spPr>
        <p:txBody>
          <a:bodyPr lIns="251999" rIns="180000" bIns="46800">
            <a:noAutofit/>
          </a:bodyPr>
          <a:lstStyle>
            <a:lvl1pPr algn="r">
              <a:defRPr sz="1000">
                <a:solidFill>
                  <a:srgbClr val="FFFFFF"/>
                </a:solidFill>
              </a:defRPr>
            </a:lvl1pPr>
          </a:lstStyle>
          <a:p>
            <a:r>
              <a:rPr lang="nl-NL" dirty="0" err="1"/>
              <a:t>Generated</a:t>
            </a:r>
            <a:r>
              <a:rPr lang="nl-NL" dirty="0"/>
              <a:t> </a:t>
            </a:r>
            <a:r>
              <a:rPr lang="nl-NL" dirty="0" err="1"/>
              <a:t>with</a:t>
            </a:r>
            <a:r>
              <a:rPr lang="nl-NL" dirty="0"/>
              <a:t> Sigrid</a:t>
            </a:r>
          </a:p>
          <a:p>
            <a:r>
              <a:rPr lang="nl-NL" dirty="0" err="1"/>
              <a:t>for Reportgeneratordemo</a:t>
            </a:r>
          </a:p>
        </p:txBody>
      </p:sp>
    </p:spTree>
    <p:extLst>
      <p:ext uri="{BB962C8B-B14F-4D97-AF65-F5344CB8AC3E}">
        <p14:creationId xmlns:p14="http://schemas.microsoft.com/office/powerpoint/2010/main" val="1437872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28E9F-84B3-1417-B1C1-8497B04414BC}"/>
            </a:ext>
          </a:extLst>
        </p:cNvPr>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06585796-F7AC-E22A-DAA4-BFADBBE1AED8}"/>
              </a:ext>
            </a:extLst>
          </p:cNvPr>
          <p:cNvSpPr>
            <a:spLocks noGrp="1"/>
          </p:cNvSpPr>
          <p:nvPr>
            <p:ph type="sldNum" sz="quarter" idx="15"/>
          </p:nvPr>
        </p:nvSpPr>
        <p:spPr/>
        <p:txBody>
          <a:bodyPr/>
          <a:lstStyle/>
          <a:p>
            <a:fld id="{E242BD21-9B61-2246-BCB1-4BE5E1BEBE1C}" type="slidenum">
              <a:rPr lang="en-GB" smtClean="0"/>
              <a:pPr/>
              <a:t>2</a:t>
            </a:fld>
            <a:endParaRPr lang="en-GB" dirty="0"/>
          </a:p>
        </p:txBody>
      </p:sp>
      <p:sp>
        <p:nvSpPr>
          <p:cNvPr id="4" name="Titel 3">
            <a:extLst>
              <a:ext uri="{FF2B5EF4-FFF2-40B4-BE49-F238E27FC236}">
                <a16:creationId xmlns:a16="http://schemas.microsoft.com/office/drawing/2014/main" id="{C1C30576-65F7-766C-094F-C9239AE1736D}"/>
              </a:ext>
            </a:extLst>
          </p:cNvPr>
          <p:cNvSpPr>
            <a:spLocks noGrp="1"/>
          </p:cNvSpPr>
          <p:nvPr>
            <p:ph type="title"/>
          </p:nvPr>
        </p:nvSpPr>
        <p:spPr/>
        <p:txBody>
          <a:bodyPr/>
          <a:lstStyle/>
          <a:p>
            <a:r>
              <a:rPr lang="en-GB" dirty="0"/>
              <a:t>Outline of topics</a:t>
            </a:r>
          </a:p>
        </p:txBody>
      </p:sp>
      <p:sp>
        <p:nvSpPr>
          <p:cNvPr id="7" name="Rectangle 2">
            <a:extLst>
              <a:ext uri="{FF2B5EF4-FFF2-40B4-BE49-F238E27FC236}">
                <a16:creationId xmlns:a16="http://schemas.microsoft.com/office/drawing/2014/main" id="{8221DC0E-2ACB-F130-731C-38C80934C0BA}"/>
              </a:ext>
            </a:extLst>
          </p:cNvPr>
          <p:cNvSpPr/>
          <p:nvPr/>
        </p:nvSpPr>
        <p:spPr>
          <a:xfrm>
            <a:off x="4467601" y="272008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a:solidFill>
                <a:schemeClr val="bg1"/>
              </a:solidFill>
            </a:endParaRPr>
          </a:p>
        </p:txBody>
      </p:sp>
      <p:sp>
        <p:nvSpPr>
          <p:cNvPr id="10" name="Afgeronde rechthoek 33">
            <a:extLst>
              <a:ext uri="{FF2B5EF4-FFF2-40B4-BE49-F238E27FC236}">
                <a16:creationId xmlns:a16="http://schemas.microsoft.com/office/drawing/2014/main" id="{0D3E7177-C8EE-5FFC-521A-8C9EEEC5326B}"/>
              </a:ext>
            </a:extLst>
          </p:cNvPr>
          <p:cNvSpPr/>
          <p:nvPr/>
        </p:nvSpPr>
        <p:spPr>
          <a:xfrm>
            <a:off x="4454347" y="707417"/>
            <a:ext cx="7567201" cy="736372"/>
          </a:xfrm>
          <a:prstGeom prst="roundRect">
            <a:avLst>
              <a:gd name="adj" fmla="val 4868"/>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GB" dirty="0">
              <a:solidFill>
                <a:schemeClr val="tx2"/>
              </a:solidFill>
              <a:latin typeface="Noir Pro Medium" pitchFamily="2" charset="0"/>
            </a:endParaRPr>
          </a:p>
        </p:txBody>
      </p:sp>
      <p:sp>
        <p:nvSpPr>
          <p:cNvPr id="12" name="Tijdelijke aanduiding voor inhoud 4">
            <a:extLst>
              <a:ext uri="{FF2B5EF4-FFF2-40B4-BE49-F238E27FC236}">
                <a16:creationId xmlns:a16="http://schemas.microsoft.com/office/drawing/2014/main" id="{92CE52E8-D858-B31D-AC41-08D60448D5A0}"/>
              </a:ext>
            </a:extLst>
          </p:cNvPr>
          <p:cNvSpPr>
            <a:spLocks noGrp="1"/>
          </p:cNvSpPr>
          <p:nvPr>
            <p:ph sz="quarter" idx="16"/>
          </p:nvPr>
        </p:nvSpPr>
        <p:spPr>
          <a:xfrm>
            <a:off x="4467600" y="738000"/>
            <a:ext cx="7092000" cy="2734727"/>
          </a:xfrm>
        </p:spPr>
        <p:txBody>
          <a:bodyPr/>
          <a:lstStyle/>
          <a:p>
            <a:r>
              <a:rPr lang="en-GB" dirty="0"/>
              <a:t>Report context</a:t>
            </a:r>
          </a:p>
          <a:p>
            <a:r>
              <a:rPr lang="en-GB" dirty="0"/>
              <a:t>Sigrid portfolio hygiene</a:t>
            </a:r>
          </a:p>
          <a:p>
            <a:r>
              <a:rPr lang="en-GB" dirty="0"/>
              <a:t>Objectives</a:t>
            </a:r>
          </a:p>
          <a:p>
            <a:r>
              <a:rPr lang="en-GB" dirty="0"/>
              <a:t>Portfolio trends</a:t>
            </a:r>
          </a:p>
        </p:txBody>
      </p:sp>
      <p:sp>
        <p:nvSpPr>
          <p:cNvPr id="2" name="Footer Placeholder 5">
            <a:extLst>
              <a:ext uri="{FF2B5EF4-FFF2-40B4-BE49-F238E27FC236}">
                <a16:creationId xmlns:a16="http://schemas.microsoft.com/office/drawing/2014/main" id="{F1341C02-B5DA-9A6B-6630-1BC07730E8A1}"/>
              </a:ext>
            </a:extLst>
          </p:cNvPr>
          <p:cNvSpPr>
            <a:spLocks noGrp="1"/>
          </p:cNvSpPr>
          <p:nvPr>
            <p:ph type="ftr" sz="quarter" idx="3"/>
          </p:nvPr>
        </p:nvSpPr>
        <p:spPr>
          <a:xfrm>
            <a:off x="194555" y="6388767"/>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chemeClr val="bg1"/>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 Reportgeneratordemo</a:t>
            </a:r>
          </a:p>
        </p:txBody>
      </p:sp>
    </p:spTree>
    <p:extLst>
      <p:ext uri="{BB962C8B-B14F-4D97-AF65-F5344CB8AC3E}">
        <p14:creationId xmlns:p14="http://schemas.microsoft.com/office/powerpoint/2010/main" val="12499050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54728A2-D49B-B80A-C0BB-81C3E8139325}"/>
              </a:ext>
            </a:extLst>
          </p:cNvPr>
          <p:cNvSpPr>
            <a:spLocks noGrp="1"/>
          </p:cNvSpPr>
          <p:nvPr>
            <p:ph type="body" sz="quarter" idx="12"/>
          </p:nvPr>
        </p:nvSpPr>
        <p:spPr>
          <a:xfrm>
            <a:off x="381600" y="129568"/>
            <a:ext cx="1325858" cy="228209"/>
          </a:xfrm>
        </p:spPr>
        <p:txBody>
          <a:bodyPr/>
          <a:lstStyle/>
          <a:p>
            <a:r>
              <a:rPr lang="en-GB">
                <a:solidFill>
                  <a:schemeClr val="tx2"/>
                </a:solidFill>
              </a:rPr>
              <a:t>Report context</a:t>
            </a:r>
            <a:endParaRPr lang="en-GB" dirty="0"/>
          </a:p>
        </p:txBody>
      </p:sp>
      <p:sp>
        <p:nvSpPr>
          <p:cNvPr id="3" name="Content Placeholder 2">
            <a:extLst>
              <a:ext uri="{FF2B5EF4-FFF2-40B4-BE49-F238E27FC236}">
                <a16:creationId xmlns:a16="http://schemas.microsoft.com/office/drawing/2014/main" id="{EB46ACE4-3C8B-C339-132D-F5E76E16A6DE}"/>
              </a:ext>
            </a:extLst>
          </p:cNvPr>
          <p:cNvSpPr>
            <a:spLocks noGrp="1"/>
          </p:cNvSpPr>
          <p:nvPr>
            <p:ph sz="quarter" idx="19"/>
          </p:nvPr>
        </p:nvSpPr>
        <p:spPr/>
        <p:txBody>
          <a:bodyPr/>
          <a:lstStyle/>
          <a:p>
            <a:endParaRPr lang="en-GB" b="1"/>
          </a:p>
          <a:p>
            <a:pPr marL="285750" indent="-285750">
              <a:buFont typeface="Arial" panose="020B0604020202020204" pitchFamily="34" charset="0"/>
              <a:buChar char="•"/>
            </a:pPr>
            <a:r>
              <a:rPr lang="en-GB"/>
              <a:t>Congratulations for having successfully completed your Sigrid onboarding!</a:t>
            </a:r>
          </a:p>
          <a:p>
            <a:pPr marL="285750" indent="-285750">
              <a:buFont typeface="Arial" panose="020B0604020202020204" pitchFamily="34" charset="0"/>
              <a:buChar char="•"/>
            </a:pPr>
            <a:r>
              <a:rPr lang="en-GB"/>
              <a:t>This is a baseline report showing the quality and security state of your software portfolio at the start of your Sigrid journey, to help you get a first overview and set your priorities for the coming period.</a:t>
            </a:r>
          </a:p>
          <a:p>
            <a:pPr marL="285750" indent="-285750">
              <a:buFont typeface="Arial" panose="020B0604020202020204" pitchFamily="34" charset="0"/>
              <a:buChar char="•"/>
            </a:pPr>
            <a:r>
              <a:rPr lang="en-GB"/>
              <a:t>This report has been automatically generated by our consultants based on the information in your Sigrid.</a:t>
            </a:r>
          </a:p>
          <a:p>
            <a:pPr marL="285750" indent="-285750">
              <a:buFont typeface="Arial" panose="020B0604020202020204" pitchFamily="34" charset="0"/>
              <a:buChar char="•"/>
            </a:pPr>
            <a:r>
              <a:rPr lang="en-GB"/>
              <a:t>If you find this report useful, you as well can easily generate similar reports! Simply follow the instructions in our public </a:t>
            </a:r>
            <a:r>
              <a:rPr lang="en-GB">
                <a:hlinkClick r:id="rId2"/>
              </a:rPr>
              <a:t>GitHub repository</a:t>
            </a:r>
            <a:r>
              <a:rPr lang="en-GB"/>
              <a:t> or contact your Customer Success Manager for more information.</a:t>
            </a:r>
          </a:p>
          <a:p>
            <a:endParaRPr lang="en-GB" dirty="0"/>
          </a:p>
        </p:txBody>
      </p:sp>
      <p:sp>
        <p:nvSpPr>
          <p:cNvPr id="4" name="Content Placeholder 3">
            <a:extLst>
              <a:ext uri="{FF2B5EF4-FFF2-40B4-BE49-F238E27FC236}">
                <a16:creationId xmlns:a16="http://schemas.microsoft.com/office/drawing/2014/main" id="{B24A8EDE-A8CC-C479-ADF2-FE638773B436}"/>
              </a:ext>
            </a:extLst>
          </p:cNvPr>
          <p:cNvSpPr>
            <a:spLocks noGrp="1"/>
          </p:cNvSpPr>
          <p:nvPr>
            <p:ph sz="quarter" idx="20"/>
          </p:nvPr>
        </p:nvSpPr>
        <p:spPr/>
        <p:txBody>
          <a:bodyPr/>
          <a:lstStyle/>
          <a:p>
            <a:pPr algn="just"/>
            <a:endParaRPr lang="en-GB" b="1">
              <a:solidFill>
                <a:schemeClr val="accent2"/>
              </a:solidFill>
            </a:endParaRPr>
          </a:p>
          <a:p>
            <a:pPr algn="just"/>
            <a:r>
              <a:rPr lang="en-GB" b="1">
                <a:solidFill>
                  <a:schemeClr val="accent2"/>
                </a:solidFill>
              </a:rPr>
              <a:t>Contents</a:t>
            </a:r>
            <a:r>
              <a:rPr lang="en-GB" b="1">
                <a:solidFill>
                  <a:schemeClr val="bg1"/>
                </a:solidFill>
              </a:rPr>
              <a:t> </a:t>
            </a:r>
          </a:p>
          <a:p>
            <a:pPr>
              <a:buClr>
                <a:schemeClr val="accent2"/>
              </a:buClr>
            </a:pPr>
            <a:r>
              <a:rPr lang="en-GB" b="1">
                <a:solidFill>
                  <a:schemeClr val="tx1"/>
                </a:solidFill>
              </a:rPr>
              <a:t>Sigrid portfolio hygiene:</a:t>
            </a:r>
            <a:r>
              <a:rPr lang="en-GB">
                <a:solidFill>
                  <a:schemeClr val="tx1"/>
                </a:solidFill>
              </a:rPr>
              <a:t> Gives you information on whether your Sigrid has been fully configured to give you the most useful insights. Sigrid results are most useful when metadata is filled in, and quality objectives are defined in the platform.</a:t>
            </a:r>
          </a:p>
          <a:p>
            <a:pPr>
              <a:buClr>
                <a:schemeClr val="accent2"/>
              </a:buClr>
            </a:pPr>
            <a:r>
              <a:rPr lang="en-GB" b="1">
                <a:solidFill>
                  <a:schemeClr val="tx1"/>
                </a:solidFill>
              </a:rPr>
              <a:t>Objectives:</a:t>
            </a:r>
            <a:r>
              <a:rPr lang="en-GB">
                <a:solidFill>
                  <a:schemeClr val="tx1"/>
                </a:solidFill>
              </a:rPr>
              <a:t> Number of systems in your portfolio that meet the quality and security objectives you set in Sigrid.</a:t>
            </a:r>
          </a:p>
          <a:p>
            <a:pPr>
              <a:buClr>
                <a:schemeClr val="accent2"/>
              </a:buClr>
            </a:pPr>
            <a:r>
              <a:rPr lang="en-GB" b="1">
                <a:solidFill>
                  <a:schemeClr val="tx1"/>
                </a:solidFill>
              </a:rPr>
              <a:t>Portfolio trends:</a:t>
            </a:r>
            <a:r>
              <a:rPr lang="en-GB">
                <a:solidFill>
                  <a:schemeClr val="tx1"/>
                </a:solidFill>
              </a:rPr>
              <a:t> Information on the quality and security state of your portfolio at the start of your Sigrid journey.</a:t>
            </a:r>
          </a:p>
          <a:p>
            <a:endParaRPr lang="en-GB" dirty="0"/>
          </a:p>
        </p:txBody>
      </p:sp>
      <p:sp>
        <p:nvSpPr>
          <p:cNvPr id="5" name="Title 4">
            <a:extLst>
              <a:ext uri="{FF2B5EF4-FFF2-40B4-BE49-F238E27FC236}">
                <a16:creationId xmlns:a16="http://schemas.microsoft.com/office/drawing/2014/main" id="{88C7ABDD-9432-ACF8-4FEC-77AA6EB74ECE}"/>
              </a:ext>
            </a:extLst>
          </p:cNvPr>
          <p:cNvSpPr>
            <a:spLocks noGrp="1"/>
          </p:cNvSpPr>
          <p:nvPr>
            <p:ph type="title"/>
          </p:nvPr>
        </p:nvSpPr>
        <p:spPr/>
        <p:txBody>
          <a:bodyPr/>
          <a:lstStyle/>
          <a:p>
            <a:r>
              <a:rPr lang="en-GB"/>
              <a:t>Introduction to the baseline report</a:t>
            </a:r>
            <a:endParaRPr lang="en-GB" dirty="0"/>
          </a:p>
        </p:txBody>
      </p:sp>
      <p:sp>
        <p:nvSpPr>
          <p:cNvPr id="7" name="Slide Number Placeholder 6">
            <a:extLst>
              <a:ext uri="{FF2B5EF4-FFF2-40B4-BE49-F238E27FC236}">
                <a16:creationId xmlns:a16="http://schemas.microsoft.com/office/drawing/2014/main" id="{B3618148-8DA2-DAE0-FC69-8684BB025740}"/>
              </a:ext>
            </a:extLst>
          </p:cNvPr>
          <p:cNvSpPr>
            <a:spLocks noGrp="1"/>
          </p:cNvSpPr>
          <p:nvPr>
            <p:ph type="sldNum" sz="quarter" idx="22"/>
          </p:nvPr>
        </p:nvSpPr>
        <p:spPr/>
        <p:txBody>
          <a:bodyPr/>
          <a:lstStyle/>
          <a:p>
            <a:fld id="{E242BD21-9B61-2246-BCB1-4BE5E1BEBE1C}" type="slidenum">
              <a:rPr lang="en-GB" smtClean="0"/>
              <a:pPr/>
              <a:t>3</a:t>
            </a:fld>
            <a:endParaRPr lang="en-GB" dirty="0"/>
          </a:p>
        </p:txBody>
      </p:sp>
      <p:sp>
        <p:nvSpPr>
          <p:cNvPr id="6" name="Footer Placeholder 5">
            <a:extLst>
              <a:ext uri="{FF2B5EF4-FFF2-40B4-BE49-F238E27FC236}">
                <a16:creationId xmlns:a16="http://schemas.microsoft.com/office/drawing/2014/main" id="{48CCE201-D532-5332-1ABA-1148677A097F}"/>
              </a:ext>
            </a:extLst>
          </p:cNvPr>
          <p:cNvSpPr>
            <a:spLocks noGrp="1"/>
          </p:cNvSpPr>
          <p:nvPr>
            <p:ph type="ftr" sz="quarter" idx="3"/>
          </p:nvPr>
        </p:nvSpPr>
        <p:spPr>
          <a:xfrm>
            <a:off x="194555" y="6383072"/>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 Reportgeneratordemo</a:t>
            </a:r>
          </a:p>
        </p:txBody>
      </p:sp>
    </p:spTree>
    <p:extLst>
      <p:ext uri="{BB962C8B-B14F-4D97-AF65-F5344CB8AC3E}">
        <p14:creationId xmlns:p14="http://schemas.microsoft.com/office/powerpoint/2010/main" val="3300404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F275D-A691-B899-C8C0-7CA9275B46D0}"/>
            </a:ext>
          </a:extLst>
        </p:cNvPr>
        <p:cNvGrpSpPr/>
        <p:nvPr/>
      </p:nvGrpSpPr>
      <p:grpSpPr>
        <a:xfrm>
          <a:off x="0" y="0"/>
          <a:ext cx="0" cy="0"/>
          <a:chOff x="0" y="0"/>
          <a:chExt cx="0" cy="0"/>
        </a:xfrm>
      </p:grpSpPr>
      <p:sp>
        <p:nvSpPr>
          <p:cNvPr id="34" name="Afgeronde rechthoek 33">
            <a:extLst>
              <a:ext uri="{FF2B5EF4-FFF2-40B4-BE49-F238E27FC236}">
                <a16:creationId xmlns:a16="http://schemas.microsoft.com/office/drawing/2014/main" id="{D5940918-3CB3-803D-EDD0-F5E060D3DC41}"/>
              </a:ext>
            </a:extLst>
          </p:cNvPr>
          <p:cNvSpPr/>
          <p:nvPr/>
        </p:nvSpPr>
        <p:spPr>
          <a:xfrm>
            <a:off x="4454347" y="1405244"/>
            <a:ext cx="7567201" cy="736372"/>
          </a:xfrm>
          <a:prstGeom prst="roundRect">
            <a:avLst>
              <a:gd name="adj" fmla="val 4868"/>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GB" dirty="0">
              <a:solidFill>
                <a:schemeClr val="tx2"/>
              </a:solidFill>
              <a:latin typeface="Noir Pro Medium" pitchFamily="2" charset="0"/>
            </a:endParaRPr>
          </a:p>
        </p:txBody>
      </p:sp>
      <p:sp>
        <p:nvSpPr>
          <p:cNvPr id="3" name="Tijdelijke aanduiding voor dianummer 2">
            <a:extLst>
              <a:ext uri="{FF2B5EF4-FFF2-40B4-BE49-F238E27FC236}">
                <a16:creationId xmlns:a16="http://schemas.microsoft.com/office/drawing/2014/main" id="{4BE8A0BB-9BF4-0EEF-421A-43317280C0C9}"/>
              </a:ext>
            </a:extLst>
          </p:cNvPr>
          <p:cNvSpPr>
            <a:spLocks noGrp="1"/>
          </p:cNvSpPr>
          <p:nvPr>
            <p:ph type="sldNum" sz="quarter" idx="15"/>
          </p:nvPr>
        </p:nvSpPr>
        <p:spPr/>
        <p:txBody>
          <a:bodyPr/>
          <a:lstStyle/>
          <a:p>
            <a:fld id="{E242BD21-9B61-2246-BCB1-4BE5E1BEBE1C}" type="slidenum">
              <a:rPr lang="en-GB" smtClean="0"/>
              <a:pPr/>
              <a:t>4</a:t>
            </a:fld>
            <a:endParaRPr lang="en-GB" dirty="0"/>
          </a:p>
        </p:txBody>
      </p:sp>
      <p:sp>
        <p:nvSpPr>
          <p:cNvPr id="4" name="Titel 3">
            <a:extLst>
              <a:ext uri="{FF2B5EF4-FFF2-40B4-BE49-F238E27FC236}">
                <a16:creationId xmlns:a16="http://schemas.microsoft.com/office/drawing/2014/main" id="{B52E2D34-4447-ADD4-8DC6-965B34D46EF0}"/>
              </a:ext>
            </a:extLst>
          </p:cNvPr>
          <p:cNvSpPr>
            <a:spLocks noGrp="1"/>
          </p:cNvSpPr>
          <p:nvPr>
            <p:ph type="title"/>
          </p:nvPr>
        </p:nvSpPr>
        <p:spPr/>
        <p:txBody>
          <a:bodyPr/>
          <a:lstStyle/>
          <a:p>
            <a:r>
              <a:rPr lang="en-GB" dirty="0"/>
              <a:t>Outline of topics</a:t>
            </a:r>
          </a:p>
        </p:txBody>
      </p:sp>
      <p:sp>
        <p:nvSpPr>
          <p:cNvPr id="5" name="Tijdelijke aanduiding voor inhoud 4">
            <a:extLst>
              <a:ext uri="{FF2B5EF4-FFF2-40B4-BE49-F238E27FC236}">
                <a16:creationId xmlns:a16="http://schemas.microsoft.com/office/drawing/2014/main" id="{A00B7195-879B-BEB7-83E4-505314226773}"/>
              </a:ext>
            </a:extLst>
          </p:cNvPr>
          <p:cNvSpPr>
            <a:spLocks noGrp="1"/>
          </p:cNvSpPr>
          <p:nvPr>
            <p:ph sz="quarter" idx="16"/>
          </p:nvPr>
        </p:nvSpPr>
        <p:spPr>
          <a:xfrm>
            <a:off x="4467600" y="738000"/>
            <a:ext cx="7092000" cy="2734727"/>
          </a:xfrm>
        </p:spPr>
        <p:txBody>
          <a:bodyPr/>
          <a:lstStyle/>
          <a:p>
            <a:r>
              <a:rPr lang="en-GB" dirty="0"/>
              <a:t>Report context</a:t>
            </a:r>
          </a:p>
          <a:p>
            <a:r>
              <a:rPr lang="en-GB" dirty="0"/>
              <a:t>Sigrid portfolio hygiene</a:t>
            </a:r>
          </a:p>
          <a:p>
            <a:r>
              <a:rPr lang="en-GB" dirty="0"/>
              <a:t>Objectives</a:t>
            </a:r>
          </a:p>
          <a:p>
            <a:r>
              <a:rPr lang="en-GB" dirty="0"/>
              <a:t>Portfolio trends</a:t>
            </a:r>
          </a:p>
        </p:txBody>
      </p:sp>
      <p:sp>
        <p:nvSpPr>
          <p:cNvPr id="7" name="Rectangle 2">
            <a:extLst>
              <a:ext uri="{FF2B5EF4-FFF2-40B4-BE49-F238E27FC236}">
                <a16:creationId xmlns:a16="http://schemas.microsoft.com/office/drawing/2014/main" id="{0674849F-4F72-5C07-B47E-2437E9D8F4CD}"/>
              </a:ext>
            </a:extLst>
          </p:cNvPr>
          <p:cNvSpPr/>
          <p:nvPr/>
        </p:nvSpPr>
        <p:spPr>
          <a:xfrm>
            <a:off x="4467601" y="272008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a:solidFill>
                <a:schemeClr val="bg1"/>
              </a:solidFill>
            </a:endParaRPr>
          </a:p>
        </p:txBody>
      </p:sp>
      <p:sp>
        <p:nvSpPr>
          <p:cNvPr id="2" name="Footer Placeholder 5">
            <a:extLst>
              <a:ext uri="{FF2B5EF4-FFF2-40B4-BE49-F238E27FC236}">
                <a16:creationId xmlns:a16="http://schemas.microsoft.com/office/drawing/2014/main" id="{26F7AFB7-FFF9-E2FD-4842-317140D1DFCA}"/>
              </a:ext>
            </a:extLst>
          </p:cNvPr>
          <p:cNvSpPr>
            <a:spLocks noGrp="1"/>
          </p:cNvSpPr>
          <p:nvPr>
            <p:ph type="ftr" sz="quarter" idx="3"/>
          </p:nvPr>
        </p:nvSpPr>
        <p:spPr>
          <a:xfrm>
            <a:off x="194555" y="6388767"/>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chemeClr val="bg1"/>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 Reportgeneratordemo</a:t>
            </a:r>
          </a:p>
        </p:txBody>
      </p:sp>
    </p:spTree>
    <p:extLst>
      <p:ext uri="{BB962C8B-B14F-4D97-AF65-F5344CB8AC3E}">
        <p14:creationId xmlns:p14="http://schemas.microsoft.com/office/powerpoint/2010/main" val="26385786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959DA3E-BC4D-56BF-3D02-3ACC9ACAB507}"/>
              </a:ext>
            </a:extLst>
          </p:cNvPr>
          <p:cNvSpPr>
            <a:spLocks noGrp="1"/>
          </p:cNvSpPr>
          <p:nvPr>
            <p:ph type="body" sz="quarter" idx="12"/>
          </p:nvPr>
        </p:nvSpPr>
        <p:spPr>
          <a:xfrm>
            <a:off x="381600" y="129568"/>
            <a:ext cx="2169037" cy="228209"/>
          </a:xfrm>
        </p:spPr>
        <p:txBody>
          <a:bodyPr/>
          <a:lstStyle/>
          <a:p>
            <a:r>
              <a:rPr lang="en-GB"/>
              <a:t>Sigrid portfolio hygiene</a:t>
            </a:r>
            <a:endParaRPr lang="en-GB" dirty="0"/>
          </a:p>
        </p:txBody>
      </p:sp>
      <p:sp>
        <p:nvSpPr>
          <p:cNvPr id="11" name="Slide Number Placeholder 4">
            <a:extLst>
              <a:ext uri="{FF2B5EF4-FFF2-40B4-BE49-F238E27FC236}">
                <a16:creationId xmlns:a16="http://schemas.microsoft.com/office/drawing/2014/main" id="{D5DB27D0-EDA4-3C43-0A09-967F11094A32}"/>
              </a:ext>
            </a:extLst>
          </p:cNvPr>
          <p:cNvSpPr>
            <a:spLocks noGrp="1"/>
          </p:cNvSpPr>
          <p:nvPr>
            <p:ph type="sldNum" sz="quarter" idx="15"/>
          </p:nvPr>
        </p:nvSpPr>
        <p:spPr/>
        <p:txBody>
          <a:bodyPr/>
          <a:lstStyle/>
          <a:p>
            <a:fld id="{E242BD21-9B61-2246-BCB1-4BE5E1BEBE1C}" type="slidenum">
              <a:rPr lang="en-GB" smtClean="0"/>
              <a:pPr/>
              <a:t>5</a:t>
            </a:fld>
            <a:endParaRPr lang="en-GB" dirty="0"/>
          </a:p>
        </p:txBody>
      </p:sp>
      <p:sp>
        <p:nvSpPr>
          <p:cNvPr id="4" name="Title 3">
            <a:extLst>
              <a:ext uri="{FF2B5EF4-FFF2-40B4-BE49-F238E27FC236}">
                <a16:creationId xmlns:a16="http://schemas.microsoft.com/office/drawing/2014/main" id="{965B9EEB-750A-B63C-431E-C83D0FD7E796}"/>
              </a:ext>
            </a:extLst>
          </p:cNvPr>
          <p:cNvSpPr>
            <a:spLocks noGrp="1"/>
          </p:cNvSpPr>
          <p:nvPr>
            <p:ph type="title"/>
          </p:nvPr>
        </p:nvSpPr>
        <p:spPr/>
        <p:txBody>
          <a:bodyPr>
            <a:normAutofit/>
          </a:bodyPr>
          <a:lstStyle/>
          <a:p>
            <a:r>
              <a:rPr lang="en-GB"/>
              <a:t>Metadata completeness per field</a:t>
            </a:r>
            <a:endParaRPr lang="en-GB" dirty="0"/>
          </a:p>
        </p:txBody>
      </p:sp>
      <p:graphicFrame>
        <p:nvGraphicFramePr>
          <p:cNvPr id="12" name="METADATA_COMPLETENESS_CHART">
            <a:extLst>
              <a:ext uri="{FF2B5EF4-FFF2-40B4-BE49-F238E27FC236}">
                <a16:creationId xmlns:a16="http://schemas.microsoft.com/office/drawing/2014/main" id="{8A441EFF-07E9-9E27-9640-D73D806C4D65}"/>
              </a:ext>
            </a:extLst>
          </p:cNvPr>
          <p:cNvGraphicFramePr/>
          <p:nvPr>
            <p:extLst>
              <p:ext uri="{D42A27DB-BD31-4B8C-83A1-F6EECF244321}">
                <p14:modId xmlns:p14="http://schemas.microsoft.com/office/powerpoint/2010/main" val="4081541850"/>
              </p:ext>
            </p:extLst>
          </p:nvPr>
        </p:nvGraphicFramePr>
        <p:xfrm>
          <a:off x="478224" y="2397760"/>
          <a:ext cx="11267443" cy="3670506"/>
        </p:xfrm>
        <a:graphic>
          <a:graphicData uri="http://schemas.openxmlformats.org/drawingml/2006/chart">
            <c:chart xmlns:c="http://schemas.openxmlformats.org/drawingml/2006/chart" xmlns:r="http://schemas.openxmlformats.org/officeDocument/2006/relationships" r:id="rId3"/>
          </a:graphicData>
        </a:graphic>
      </p:graphicFrame>
      <p:sp>
        <p:nvSpPr>
          <p:cNvPr id="13" name="Content Placeholder 2">
            <a:extLst>
              <a:ext uri="{FF2B5EF4-FFF2-40B4-BE49-F238E27FC236}">
                <a16:creationId xmlns:a16="http://schemas.microsoft.com/office/drawing/2014/main" id="{BF7EBEF1-AE34-0146-7D18-236358E52DAA}"/>
              </a:ext>
            </a:extLst>
          </p:cNvPr>
          <p:cNvSpPr>
            <a:spLocks noGrp="1"/>
          </p:cNvSpPr>
          <p:nvPr>
            <p:ph sz="quarter" idx="13"/>
          </p:nvPr>
        </p:nvSpPr>
        <p:spPr>
          <a:xfrm>
            <a:off x="154800" y="1411200"/>
            <a:ext cx="11880000" cy="986560"/>
          </a:xfrm>
        </p:spPr>
        <p:txBody>
          <a:bodyPr/>
          <a:lstStyle/>
          <a:p>
            <a:pPr marL="285750" indent="-285750">
              <a:buFont typeface="Arial" panose="020B0604020202020204" pitchFamily="34" charset="0"/>
              <a:buChar char="•"/>
            </a:pPr>
            <a:r>
              <a:rPr lang="en-US"/>
              <a:t>Results in Sigrid and the contents of this report become more accurate and useful the more systems have the metadata filled in.</a:t>
            </a:r>
          </a:p>
          <a:p>
            <a:pPr marL="285750" indent="-285750">
              <a:buFont typeface="Arial" panose="020B0604020202020204" pitchFamily="34" charset="0"/>
              <a:buChar char="•"/>
            </a:pPr>
            <a:r>
              <a:rPr lang="en-US"/>
              <a:t>If you have not yet defined your metadata, you can learn how to so in the </a:t>
            </a:r>
            <a:r>
              <a:rPr lang="en-US">
                <a:hlinkClick r:id="rId4"/>
              </a:rPr>
              <a:t>Sigrid documentation</a:t>
            </a:r>
            <a:r>
              <a:rPr lang="en-US"/>
              <a:t>.</a:t>
            </a:r>
            <a:endParaRPr lang="en-US" dirty="0"/>
          </a:p>
        </p:txBody>
      </p:sp>
      <p:sp>
        <p:nvSpPr>
          <p:cNvPr id="5" name="TextBox 4">
            <a:extLst>
              <a:ext uri="{FF2B5EF4-FFF2-40B4-BE49-F238E27FC236}">
                <a16:creationId xmlns:a16="http://schemas.microsoft.com/office/drawing/2014/main" id="{5EEBC68F-7213-EB53-C40C-FB8AB820FF2E}"/>
              </a:ext>
            </a:extLst>
          </p:cNvPr>
          <p:cNvSpPr txBox="1"/>
          <p:nvPr/>
        </p:nvSpPr>
        <p:spPr>
          <a:xfrm>
            <a:off x="9905465" y="2249529"/>
            <a:ext cx="1622453" cy="289503"/>
          </a:xfrm>
          <a:prstGeom prst="rect">
            <a:avLst/>
          </a:prstGeom>
          <a:noFill/>
        </p:spPr>
        <p:txBody>
          <a:bodyPr wrap="none" lIns="90000" rtlCol="0" anchor="t">
            <a:spAutoFit/>
          </a:bodyPr>
          <a:lstStyle/>
          <a:p>
            <a:pPr algn="ctr">
              <a:lnSpc>
                <a:spcPct val="113000"/>
              </a:lnSpc>
            </a:pPr>
            <a:r>
              <a:rPr lang="en-GB" sz="1200" dirty="0">
                <a:solidFill>
                  <a:schemeClr val="tx2"/>
                </a:solidFill>
              </a:rPr>
              <a:t>Percentage of portfolio</a:t>
            </a:r>
          </a:p>
        </p:txBody>
      </p:sp>
      <p:sp>
        <p:nvSpPr>
          <p:cNvPr id="3" name="Footer Placeholder 5">
            <a:extLst>
              <a:ext uri="{FF2B5EF4-FFF2-40B4-BE49-F238E27FC236}">
                <a16:creationId xmlns:a16="http://schemas.microsoft.com/office/drawing/2014/main" id="{55AE2176-E53D-677F-8417-DF6E32C6E391}"/>
              </a:ext>
            </a:extLst>
          </p:cNvPr>
          <p:cNvSpPr>
            <a:spLocks noGrp="1"/>
          </p:cNvSpPr>
          <p:nvPr>
            <p:ph type="ftr" sz="quarter" idx="3"/>
          </p:nvPr>
        </p:nvSpPr>
        <p:spPr>
          <a:xfrm>
            <a:off x="194555" y="6403168"/>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 Reportgeneratordemo</a:t>
            </a:r>
          </a:p>
        </p:txBody>
      </p:sp>
    </p:spTree>
    <p:extLst>
      <p:ext uri="{BB962C8B-B14F-4D97-AF65-F5344CB8AC3E}">
        <p14:creationId xmlns:p14="http://schemas.microsoft.com/office/powerpoint/2010/main" val="1589618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EA562B4-433C-6AD3-BE97-6669903E222E}"/>
              </a:ext>
            </a:extLst>
          </p:cNvPr>
          <p:cNvSpPr>
            <a:spLocks noGrp="1"/>
          </p:cNvSpPr>
          <p:nvPr>
            <p:ph type="body" sz="quarter" idx="12"/>
          </p:nvPr>
        </p:nvSpPr>
        <p:spPr>
          <a:xfrm>
            <a:off x="381600" y="129568"/>
            <a:ext cx="2169037" cy="228209"/>
          </a:xfrm>
        </p:spPr>
        <p:txBody>
          <a:bodyPr/>
          <a:lstStyle/>
          <a:p>
            <a:r>
              <a:rPr lang="en-US"/>
              <a:t>Sigrid portfolio hygiene</a:t>
            </a:r>
            <a:endParaRPr lang="en-US" dirty="0"/>
          </a:p>
        </p:txBody>
      </p:sp>
      <p:sp>
        <p:nvSpPr>
          <p:cNvPr id="5" name="Slide Number Placeholder 4">
            <a:extLst>
              <a:ext uri="{FF2B5EF4-FFF2-40B4-BE49-F238E27FC236}">
                <a16:creationId xmlns:a16="http://schemas.microsoft.com/office/drawing/2014/main" id="{3A6B275E-9687-84C1-BAB5-0DAE4218D09F}"/>
              </a:ext>
            </a:extLst>
          </p:cNvPr>
          <p:cNvSpPr>
            <a:spLocks noGrp="1"/>
          </p:cNvSpPr>
          <p:nvPr>
            <p:ph type="sldNum" sz="quarter" idx="15"/>
          </p:nvPr>
        </p:nvSpPr>
        <p:spPr/>
        <p:txBody>
          <a:bodyPr/>
          <a:lstStyle/>
          <a:p>
            <a:fld id="{E242BD21-9B61-2246-BCB1-4BE5E1BEBE1C}" type="slidenum">
              <a:rPr lang="nl-NL" smtClean="0"/>
              <a:pPr/>
              <a:t>6</a:t>
            </a:fld>
            <a:endParaRPr lang="nl-NL"/>
          </a:p>
        </p:txBody>
      </p:sp>
      <p:sp>
        <p:nvSpPr>
          <p:cNvPr id="6" name="Title 5">
            <a:extLst>
              <a:ext uri="{FF2B5EF4-FFF2-40B4-BE49-F238E27FC236}">
                <a16:creationId xmlns:a16="http://schemas.microsoft.com/office/drawing/2014/main" id="{E471E740-C96B-E177-A48D-9DDFA9B4783A}"/>
              </a:ext>
            </a:extLst>
          </p:cNvPr>
          <p:cNvSpPr>
            <a:spLocks noGrp="1"/>
          </p:cNvSpPr>
          <p:nvPr>
            <p:ph type="title"/>
          </p:nvPr>
        </p:nvSpPr>
        <p:spPr/>
        <p:txBody>
          <a:bodyPr/>
          <a:lstStyle/>
          <a:p>
            <a:r>
              <a:rPr lang="en-US"/>
              <a:t>Number of systems covered by objectives</a:t>
            </a:r>
            <a:endParaRPr lang="en-US" dirty="0"/>
          </a:p>
        </p:txBody>
      </p:sp>
      <p:graphicFrame>
        <p:nvGraphicFramePr>
          <p:cNvPr id="8" name="OBJECTIVES_COVERAGE_CHART">
            <a:extLst>
              <a:ext uri="{FF2B5EF4-FFF2-40B4-BE49-F238E27FC236}">
                <a16:creationId xmlns:a16="http://schemas.microsoft.com/office/drawing/2014/main" id="{0EEA915C-1522-0D70-85F6-DB14A1F8E992}"/>
              </a:ext>
            </a:extLst>
          </p:cNvPr>
          <p:cNvGraphicFramePr/>
          <p:nvPr>
            <p:extLst>
              <p:ext uri="{D42A27DB-BD31-4B8C-83A1-F6EECF244321}">
                <p14:modId xmlns:p14="http://schemas.microsoft.com/office/powerpoint/2010/main" val="1736691432"/>
              </p:ext>
            </p:extLst>
          </p:nvPr>
        </p:nvGraphicFramePr>
        <p:xfrm>
          <a:off x="1235282" y="2540951"/>
          <a:ext cx="9719035" cy="3723049"/>
        </p:xfrm>
        <a:graphic>
          <a:graphicData uri="http://schemas.openxmlformats.org/drawingml/2006/chart">
            <c:chart xmlns:c="http://schemas.openxmlformats.org/drawingml/2006/chart" xmlns:r="http://schemas.openxmlformats.org/officeDocument/2006/relationships" r:id="rId2"/>
          </a:graphicData>
        </a:graphic>
      </p:graphicFrame>
      <p:sp>
        <p:nvSpPr>
          <p:cNvPr id="3" name="Content Placeholder 2">
            <a:extLst>
              <a:ext uri="{FF2B5EF4-FFF2-40B4-BE49-F238E27FC236}">
                <a16:creationId xmlns:a16="http://schemas.microsoft.com/office/drawing/2014/main" id="{8279FF7D-CC98-58F5-DA1F-6B85E8AE0DF3}"/>
              </a:ext>
            </a:extLst>
          </p:cNvPr>
          <p:cNvSpPr>
            <a:spLocks noGrp="1"/>
          </p:cNvSpPr>
          <p:nvPr>
            <p:ph sz="quarter" idx="13"/>
          </p:nvPr>
        </p:nvSpPr>
        <p:spPr>
          <a:xfrm>
            <a:off x="154800" y="1411200"/>
            <a:ext cx="11880000" cy="986560"/>
          </a:xfrm>
        </p:spPr>
        <p:txBody>
          <a:bodyPr/>
          <a:lstStyle/>
          <a:p>
            <a:pPr marL="285750" indent="-285750">
              <a:buFont typeface="Arial" panose="020B0604020202020204" pitchFamily="34" charset="0"/>
              <a:buChar char="•"/>
            </a:pPr>
            <a:r>
              <a:rPr lang="en-US"/>
              <a:t>Having objectives set in Sigrid helps your teams to track the quality of the portfolio and gradually improve it over time.</a:t>
            </a:r>
          </a:p>
          <a:p>
            <a:pPr marL="285750" indent="-285750">
              <a:buFont typeface="Arial" panose="020B0604020202020204" pitchFamily="34" charset="0"/>
              <a:buChar char="•"/>
            </a:pPr>
            <a:r>
              <a:rPr lang="en-US"/>
              <a:t>If you have not yet defined objectives for all systems, you can learn how to so in the </a:t>
            </a:r>
            <a:r>
              <a:rPr lang="en-US">
                <a:hlinkClick r:id="rId3"/>
              </a:rPr>
              <a:t>Sigrid documentation</a:t>
            </a:r>
            <a:r>
              <a:rPr lang="en-US"/>
              <a:t>.</a:t>
            </a:r>
            <a:endParaRPr lang="en-US" dirty="0"/>
          </a:p>
        </p:txBody>
      </p:sp>
      <p:sp>
        <p:nvSpPr>
          <p:cNvPr id="11" name="Footer Placeholder 5">
            <a:extLst>
              <a:ext uri="{FF2B5EF4-FFF2-40B4-BE49-F238E27FC236}">
                <a16:creationId xmlns:a16="http://schemas.microsoft.com/office/drawing/2014/main" id="{5AD26C79-29F6-03B3-8BCE-68F31D64F07D}"/>
              </a:ext>
            </a:extLst>
          </p:cNvPr>
          <p:cNvSpPr>
            <a:spLocks noGrp="1"/>
          </p:cNvSpPr>
          <p:nvPr>
            <p:ph type="ftr" sz="quarter" idx="3"/>
          </p:nvPr>
        </p:nvSpPr>
        <p:spPr>
          <a:xfrm>
            <a:off x="194555" y="6403168"/>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 Reportgeneratordemo</a:t>
            </a:r>
          </a:p>
        </p:txBody>
      </p:sp>
    </p:spTree>
    <p:extLst>
      <p:ext uri="{BB962C8B-B14F-4D97-AF65-F5344CB8AC3E}">
        <p14:creationId xmlns:p14="http://schemas.microsoft.com/office/powerpoint/2010/main" val="2941635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28E9F-84B3-1417-B1C1-8497B04414BC}"/>
            </a:ext>
          </a:extLst>
        </p:cNvPr>
        <p:cNvGrpSpPr/>
        <p:nvPr/>
      </p:nvGrpSpPr>
      <p:grpSpPr>
        <a:xfrm>
          <a:off x="0" y="0"/>
          <a:ext cx="0" cy="0"/>
          <a:chOff x="0" y="0"/>
          <a:chExt cx="0" cy="0"/>
        </a:xfrm>
      </p:grpSpPr>
      <p:sp>
        <p:nvSpPr>
          <p:cNvPr id="34" name="Afgeronde rechthoek 33">
            <a:extLst>
              <a:ext uri="{FF2B5EF4-FFF2-40B4-BE49-F238E27FC236}">
                <a16:creationId xmlns:a16="http://schemas.microsoft.com/office/drawing/2014/main" id="{996AB135-5D98-6CB2-2236-27FA6BFF1DF8}"/>
              </a:ext>
            </a:extLst>
          </p:cNvPr>
          <p:cNvSpPr/>
          <p:nvPr/>
        </p:nvSpPr>
        <p:spPr>
          <a:xfrm>
            <a:off x="4454347" y="2077868"/>
            <a:ext cx="7567201" cy="1406530"/>
          </a:xfrm>
          <a:prstGeom prst="roundRect">
            <a:avLst>
              <a:gd name="adj" fmla="val 4868"/>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GB" dirty="0">
              <a:solidFill>
                <a:schemeClr val="tx2"/>
              </a:solidFill>
              <a:latin typeface="Noir Pro Medium" pitchFamily="2" charset="0"/>
            </a:endParaRPr>
          </a:p>
        </p:txBody>
      </p:sp>
      <p:sp>
        <p:nvSpPr>
          <p:cNvPr id="3" name="Tijdelijke aanduiding voor dianummer 2">
            <a:extLst>
              <a:ext uri="{FF2B5EF4-FFF2-40B4-BE49-F238E27FC236}">
                <a16:creationId xmlns:a16="http://schemas.microsoft.com/office/drawing/2014/main" id="{06585796-F7AC-E22A-DAA4-BFADBBE1AED8}"/>
              </a:ext>
            </a:extLst>
          </p:cNvPr>
          <p:cNvSpPr>
            <a:spLocks noGrp="1"/>
          </p:cNvSpPr>
          <p:nvPr>
            <p:ph type="sldNum" sz="quarter" idx="15"/>
          </p:nvPr>
        </p:nvSpPr>
        <p:spPr/>
        <p:txBody>
          <a:bodyPr/>
          <a:lstStyle/>
          <a:p>
            <a:fld id="{E242BD21-9B61-2246-BCB1-4BE5E1BEBE1C}" type="slidenum">
              <a:rPr lang="en-GB" smtClean="0"/>
              <a:pPr/>
              <a:t>7</a:t>
            </a:fld>
            <a:endParaRPr lang="en-GB" dirty="0"/>
          </a:p>
        </p:txBody>
      </p:sp>
      <p:sp>
        <p:nvSpPr>
          <p:cNvPr id="4" name="Titel 3">
            <a:extLst>
              <a:ext uri="{FF2B5EF4-FFF2-40B4-BE49-F238E27FC236}">
                <a16:creationId xmlns:a16="http://schemas.microsoft.com/office/drawing/2014/main" id="{C1C30576-65F7-766C-094F-C9239AE1736D}"/>
              </a:ext>
            </a:extLst>
          </p:cNvPr>
          <p:cNvSpPr>
            <a:spLocks noGrp="1"/>
          </p:cNvSpPr>
          <p:nvPr>
            <p:ph type="title"/>
          </p:nvPr>
        </p:nvSpPr>
        <p:spPr/>
        <p:txBody>
          <a:bodyPr/>
          <a:lstStyle/>
          <a:p>
            <a:r>
              <a:rPr lang="en-GB" dirty="0"/>
              <a:t>Outline of topics</a:t>
            </a:r>
          </a:p>
        </p:txBody>
      </p:sp>
      <p:sp>
        <p:nvSpPr>
          <p:cNvPr id="5" name="Tijdelijke aanduiding voor inhoud 4">
            <a:extLst>
              <a:ext uri="{FF2B5EF4-FFF2-40B4-BE49-F238E27FC236}">
                <a16:creationId xmlns:a16="http://schemas.microsoft.com/office/drawing/2014/main" id="{8B9E1154-CDD8-EB91-949B-479B334BF674}"/>
              </a:ext>
            </a:extLst>
          </p:cNvPr>
          <p:cNvSpPr>
            <a:spLocks noGrp="1"/>
          </p:cNvSpPr>
          <p:nvPr>
            <p:ph sz="quarter" idx="16"/>
          </p:nvPr>
        </p:nvSpPr>
        <p:spPr>
          <a:xfrm>
            <a:off x="4467600" y="738000"/>
            <a:ext cx="7092000" cy="3396447"/>
          </a:xfrm>
        </p:spPr>
        <p:txBody>
          <a:bodyPr/>
          <a:lstStyle/>
          <a:p>
            <a:r>
              <a:rPr lang="en-GB" dirty="0"/>
              <a:t>Report context</a:t>
            </a:r>
          </a:p>
          <a:p>
            <a:r>
              <a:rPr lang="en-GB" dirty="0"/>
              <a:t>Sigrid portfolio hygiene</a:t>
            </a:r>
          </a:p>
          <a:p>
            <a:r>
              <a:rPr lang="en-GB" dirty="0"/>
              <a:t>Objectives</a:t>
            </a:r>
          </a:p>
          <a:p>
            <a:endParaRPr lang="en-GB" dirty="0"/>
          </a:p>
          <a:p>
            <a:r>
              <a:rPr lang="en-GB" dirty="0"/>
              <a:t>Portfolio trends</a:t>
            </a:r>
          </a:p>
        </p:txBody>
      </p:sp>
      <p:sp>
        <p:nvSpPr>
          <p:cNvPr id="7" name="Rectangle 2">
            <a:extLst>
              <a:ext uri="{FF2B5EF4-FFF2-40B4-BE49-F238E27FC236}">
                <a16:creationId xmlns:a16="http://schemas.microsoft.com/office/drawing/2014/main" id="{8221DC0E-2ACB-F130-731C-38C80934C0BA}"/>
              </a:ext>
            </a:extLst>
          </p:cNvPr>
          <p:cNvSpPr/>
          <p:nvPr/>
        </p:nvSpPr>
        <p:spPr>
          <a:xfrm>
            <a:off x="4467601" y="272008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a:solidFill>
                <a:schemeClr val="bg1"/>
              </a:solidFill>
            </a:endParaRPr>
          </a:p>
        </p:txBody>
      </p:sp>
      <p:grpSp>
        <p:nvGrpSpPr>
          <p:cNvPr id="26" name="Group 25">
            <a:extLst>
              <a:ext uri="{FF2B5EF4-FFF2-40B4-BE49-F238E27FC236}">
                <a16:creationId xmlns:a16="http://schemas.microsoft.com/office/drawing/2014/main" id="{378A9620-EABF-7EE8-9AD9-DC016D1A3074}"/>
              </a:ext>
            </a:extLst>
          </p:cNvPr>
          <p:cNvGrpSpPr/>
          <p:nvPr/>
        </p:nvGrpSpPr>
        <p:grpSpPr>
          <a:xfrm>
            <a:off x="5682921" y="2878443"/>
            <a:ext cx="5119353" cy="332898"/>
            <a:chOff x="5682921" y="2898499"/>
            <a:chExt cx="5119353" cy="332898"/>
          </a:xfrm>
        </p:grpSpPr>
        <p:sp>
          <p:nvSpPr>
            <p:cNvPr id="8" name="Rectangle 5">
              <a:extLst>
                <a:ext uri="{FF2B5EF4-FFF2-40B4-BE49-F238E27FC236}">
                  <a16:creationId xmlns:a16="http://schemas.microsoft.com/office/drawing/2014/main" id="{E96D49B4-3075-D523-A87B-34907DB1D635}"/>
                </a:ext>
              </a:extLst>
            </p:cNvPr>
            <p:cNvSpPr/>
            <p:nvPr/>
          </p:nvSpPr>
          <p:spPr>
            <a:xfrm>
              <a:off x="5682921" y="289850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1</a:t>
              </a:r>
            </a:p>
          </p:txBody>
        </p:sp>
        <p:sp>
          <p:nvSpPr>
            <p:cNvPr id="11" name="Rectangle 12">
              <a:extLst>
                <a:ext uri="{FF2B5EF4-FFF2-40B4-BE49-F238E27FC236}">
                  <a16:creationId xmlns:a16="http://schemas.microsoft.com/office/drawing/2014/main" id="{12943039-BE55-8114-7DAD-5D4EF8731FF6}"/>
                </a:ext>
              </a:extLst>
            </p:cNvPr>
            <p:cNvSpPr/>
            <p:nvPr/>
          </p:nvSpPr>
          <p:spPr>
            <a:xfrm>
              <a:off x="7940516" y="2898499"/>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2</a:t>
              </a:r>
            </a:p>
          </p:txBody>
        </p:sp>
        <p:sp>
          <p:nvSpPr>
            <p:cNvPr id="15" name="TextBox 6">
              <a:extLst>
                <a:ext uri="{FF2B5EF4-FFF2-40B4-BE49-F238E27FC236}">
                  <a16:creationId xmlns:a16="http://schemas.microsoft.com/office/drawing/2014/main" id="{B5A5871D-7343-4BC4-31A9-01F0CD087096}"/>
                </a:ext>
              </a:extLst>
            </p:cNvPr>
            <p:cNvSpPr txBox="1"/>
            <p:nvPr/>
          </p:nvSpPr>
          <p:spPr>
            <a:xfrm>
              <a:off x="6108764" y="2909129"/>
              <a:ext cx="1970984" cy="322268"/>
            </a:xfrm>
            <a:prstGeom prst="rect">
              <a:avLst/>
            </a:prstGeom>
            <a:noFill/>
          </p:spPr>
          <p:txBody>
            <a:bodyPr wrap="square" lIns="90000" rtlCol="0" anchor="ctr">
              <a:spAutoFit/>
            </a:bodyPr>
            <a:lstStyle/>
            <a:p>
              <a:pPr>
                <a:lnSpc>
                  <a:spcPct val="113000"/>
                </a:lnSpc>
              </a:pPr>
              <a:r>
                <a:rPr lang="en-GB" sz="1400" dirty="0">
                  <a:solidFill>
                    <a:schemeClr val="tx2"/>
                  </a:solidFill>
                </a:rPr>
                <a:t>Overall status</a:t>
              </a:r>
            </a:p>
          </p:txBody>
        </p:sp>
        <p:sp>
          <p:nvSpPr>
            <p:cNvPr id="18" name="TextBox 18">
              <a:extLst>
                <a:ext uri="{FF2B5EF4-FFF2-40B4-BE49-F238E27FC236}">
                  <a16:creationId xmlns:a16="http://schemas.microsoft.com/office/drawing/2014/main" id="{2F51B979-8832-1084-DED6-F0BE94169ECE}"/>
                </a:ext>
              </a:extLst>
            </p:cNvPr>
            <p:cNvSpPr txBox="1"/>
            <p:nvPr/>
          </p:nvSpPr>
          <p:spPr>
            <a:xfrm>
              <a:off x="8364857" y="2909129"/>
              <a:ext cx="2437417" cy="322268"/>
            </a:xfrm>
            <a:prstGeom prst="rect">
              <a:avLst/>
            </a:prstGeom>
            <a:noFill/>
          </p:spPr>
          <p:txBody>
            <a:bodyPr wrap="square" lIns="90000" rtlCol="0" anchor="ctr">
              <a:spAutoFit/>
            </a:bodyPr>
            <a:lstStyle/>
            <a:p>
              <a:pPr algn="l">
                <a:lnSpc>
                  <a:spcPct val="113000"/>
                </a:lnSpc>
              </a:pPr>
              <a:r>
                <a:rPr lang="en-GB" sz="1400" dirty="0">
                  <a:solidFill>
                    <a:schemeClr val="tx2"/>
                  </a:solidFill>
                </a:rPr>
                <a:t>Status per capability</a:t>
              </a:r>
            </a:p>
          </p:txBody>
        </p:sp>
      </p:grpSp>
    </p:spTree>
    <p:extLst>
      <p:ext uri="{BB962C8B-B14F-4D97-AF65-F5344CB8AC3E}">
        <p14:creationId xmlns:p14="http://schemas.microsoft.com/office/powerpoint/2010/main" val="2757854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959DA3E-BC4D-56BF-3D02-3ACC9ACAB507}"/>
              </a:ext>
            </a:extLst>
          </p:cNvPr>
          <p:cNvSpPr>
            <a:spLocks noGrp="1"/>
          </p:cNvSpPr>
          <p:nvPr>
            <p:ph type="body" sz="quarter" idx="12"/>
          </p:nvPr>
        </p:nvSpPr>
        <p:spPr>
          <a:xfrm>
            <a:off x="381600" y="129568"/>
            <a:ext cx="988586" cy="228209"/>
          </a:xfrm>
        </p:spPr>
        <p:txBody>
          <a:bodyPr/>
          <a:lstStyle/>
          <a:p>
            <a:r>
              <a:rPr lang="en-GB" dirty="0"/>
              <a:t>Objectives</a:t>
            </a:r>
          </a:p>
        </p:txBody>
      </p:sp>
      <p:sp>
        <p:nvSpPr>
          <p:cNvPr id="11" name="Slide Number Placeholder 4">
            <a:extLst>
              <a:ext uri="{FF2B5EF4-FFF2-40B4-BE49-F238E27FC236}">
                <a16:creationId xmlns:a16="http://schemas.microsoft.com/office/drawing/2014/main" id="{D5DB27D0-EDA4-3C43-0A09-967F11094A32}"/>
              </a:ext>
            </a:extLst>
          </p:cNvPr>
          <p:cNvSpPr>
            <a:spLocks noGrp="1"/>
          </p:cNvSpPr>
          <p:nvPr>
            <p:ph type="sldNum" sz="quarter" idx="15"/>
          </p:nvPr>
        </p:nvSpPr>
        <p:spPr/>
        <p:txBody>
          <a:bodyPr/>
          <a:lstStyle/>
          <a:p>
            <a:fld id="{E242BD21-9B61-2246-BCB1-4BE5E1BEBE1C}" type="slidenum">
              <a:rPr lang="en-GB" smtClean="0"/>
              <a:pPr/>
              <a:t>8</a:t>
            </a:fld>
            <a:endParaRPr lang="en-GB" dirty="0"/>
          </a:p>
        </p:txBody>
      </p:sp>
      <p:sp>
        <p:nvSpPr>
          <p:cNvPr id="4" name="Title 3">
            <a:extLst>
              <a:ext uri="{FF2B5EF4-FFF2-40B4-BE49-F238E27FC236}">
                <a16:creationId xmlns:a16="http://schemas.microsoft.com/office/drawing/2014/main" id="{965B9EEB-750A-B63C-431E-C83D0FD7E796}"/>
              </a:ext>
            </a:extLst>
          </p:cNvPr>
          <p:cNvSpPr>
            <a:spLocks noGrp="1"/>
          </p:cNvSpPr>
          <p:nvPr>
            <p:ph type="title"/>
          </p:nvPr>
        </p:nvSpPr>
        <p:spPr/>
        <p:txBody>
          <a:bodyPr>
            <a:normAutofit/>
          </a:bodyPr>
          <a:lstStyle/>
          <a:p>
            <a:r>
              <a:rPr lang="en-GB" dirty="0"/>
              <a:t>Overall objectives status on 8 March 2026</a:t>
            </a:r>
          </a:p>
        </p:txBody>
      </p:sp>
      <p:graphicFrame>
        <p:nvGraphicFramePr>
          <p:cNvPr id="6" name="PROGRESS_STATUS_CHART">
            <a:extLst>
              <a:ext uri="{FF2B5EF4-FFF2-40B4-BE49-F238E27FC236}">
                <a16:creationId xmlns:a16="http://schemas.microsoft.com/office/drawing/2014/main" id="{9A17AFA3-FC96-B65B-0A6A-D4A1754157FE}"/>
              </a:ext>
            </a:extLst>
          </p:cNvPr>
          <p:cNvGraphicFramePr/>
          <p:nvPr>
            <p:extLst>
              <p:ext uri="{D42A27DB-BD31-4B8C-83A1-F6EECF244321}">
                <p14:modId xmlns:p14="http://schemas.microsoft.com/office/powerpoint/2010/main" val="1490064785"/>
              </p:ext>
            </p:extLst>
          </p:nvPr>
        </p:nvGraphicFramePr>
        <p:xfrm>
          <a:off x="478224" y="3496084"/>
          <a:ext cx="11267443" cy="145781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D9A08C5B-250B-FC47-1AD3-3C078984145A}"/>
              </a:ext>
            </a:extLst>
          </p:cNvPr>
          <p:cNvSpPr txBox="1"/>
          <p:nvPr/>
        </p:nvSpPr>
        <p:spPr>
          <a:xfrm>
            <a:off x="681046" y="3268366"/>
            <a:ext cx="1622452" cy="289503"/>
          </a:xfrm>
          <a:prstGeom prst="rect">
            <a:avLst/>
          </a:prstGeom>
          <a:noFill/>
        </p:spPr>
        <p:txBody>
          <a:bodyPr wrap="none" lIns="90000" rtlCol="0" anchor="t">
            <a:spAutoFit/>
          </a:bodyPr>
          <a:lstStyle/>
          <a:p>
            <a:pPr algn="l">
              <a:lnSpc>
                <a:spcPct val="113000"/>
              </a:lnSpc>
            </a:pPr>
            <a:r>
              <a:rPr lang="en-GB" sz="1200" dirty="0">
                <a:solidFill>
                  <a:schemeClr val="tx2"/>
                </a:solidFill>
              </a:rPr>
              <a:t>Percentage of portfolio</a:t>
            </a:r>
          </a:p>
        </p:txBody>
      </p:sp>
      <p:sp>
        <p:nvSpPr>
          <p:cNvPr id="3" name="TextBox 2">
            <a:extLst>
              <a:ext uri="{FF2B5EF4-FFF2-40B4-BE49-F238E27FC236}">
                <a16:creationId xmlns:a16="http://schemas.microsoft.com/office/drawing/2014/main" id="{8F572F14-0D3C-878A-7DE9-450027AF1F97}"/>
              </a:ext>
            </a:extLst>
          </p:cNvPr>
          <p:cNvSpPr txBox="1"/>
          <p:nvPr/>
        </p:nvSpPr>
        <p:spPr>
          <a:xfrm>
            <a:off x="4790650" y="5256482"/>
            <a:ext cx="2608299" cy="353558"/>
          </a:xfrm>
          <a:prstGeom prst="rect">
            <a:avLst/>
          </a:prstGeom>
          <a:noFill/>
        </p:spPr>
        <p:txBody>
          <a:bodyPr wrap="none" lIns="90000" rtlCol="0" anchor="t">
            <a:spAutoFit/>
          </a:bodyPr>
          <a:lstStyle/>
          <a:p>
            <a:pPr>
              <a:lnSpc>
                <a:spcPct val="113000"/>
              </a:lnSpc>
            </a:pPr>
            <a:r>
              <a:rPr lang="en-GB" sz="1600" dirty="0">
                <a:solidFill>
                  <a:srgbClr val="0066FF"/>
                </a:solidFill>
              </a:rPr>
              <a:t>⬤</a:t>
            </a:r>
            <a:r>
              <a:rPr lang="en-GB" sz="1600" dirty="0">
                <a:solidFill>
                  <a:schemeClr val="tx2"/>
                </a:solidFill>
              </a:rPr>
              <a:t> Complete     </a:t>
            </a:r>
            <a:r>
              <a:rPr lang="en-GB" sz="1600" dirty="0">
                <a:solidFill>
                  <a:srgbClr val="BFC4CF"/>
                </a:solidFill>
              </a:rPr>
              <a:t>⬤</a:t>
            </a:r>
            <a:r>
              <a:rPr lang="en-GB" sz="1600" dirty="0">
                <a:solidFill>
                  <a:schemeClr val="tx2"/>
                </a:solidFill>
              </a:rPr>
              <a:t> Incomplete</a:t>
            </a:r>
          </a:p>
        </p:txBody>
      </p:sp>
      <p:sp>
        <p:nvSpPr>
          <p:cNvPr id="5" name="Content Placeholder 2">
            <a:extLst>
              <a:ext uri="{FF2B5EF4-FFF2-40B4-BE49-F238E27FC236}">
                <a16:creationId xmlns:a16="http://schemas.microsoft.com/office/drawing/2014/main" id="{04D86E77-66CA-8A40-67D2-22546FF2E582}"/>
              </a:ext>
            </a:extLst>
          </p:cNvPr>
          <p:cNvSpPr>
            <a:spLocks noGrp="1"/>
          </p:cNvSpPr>
          <p:nvPr>
            <p:ph sz="quarter" idx="13"/>
          </p:nvPr>
        </p:nvSpPr>
        <p:spPr>
          <a:xfrm>
            <a:off x="154800" y="1411200"/>
            <a:ext cx="11880000" cy="986560"/>
          </a:xfrm>
        </p:spPr>
        <p:txBody>
          <a:bodyPr/>
          <a:lstStyle/>
          <a:p>
            <a:pPr marL="285750" indent="-285750">
              <a:buFont typeface="Arial" panose="020B0604020202020204" pitchFamily="34" charset="0"/>
              <a:buChar char="•"/>
            </a:pPr>
            <a:r>
              <a:rPr lang="en-US" dirty="0"/>
              <a:t>Having objectives set in Sigrid helps you track the quality of the portfolio and gradually improve it over time.</a:t>
            </a:r>
          </a:p>
          <a:p>
            <a:pPr marL="285750" indent="-285750">
              <a:buFont typeface="Arial" panose="020B0604020202020204" pitchFamily="34" charset="0"/>
              <a:buChar char="•"/>
            </a:pPr>
            <a:r>
              <a:rPr lang="en-US" dirty="0"/>
              <a:t>If you have already set objectives, you can see below how many of them are currently completed and how much work is left to do.</a:t>
            </a:r>
          </a:p>
          <a:p>
            <a:pPr marL="285750" indent="-285750">
              <a:buFont typeface="Arial" panose="020B0604020202020204" pitchFamily="34" charset="0"/>
              <a:buChar char="•"/>
            </a:pPr>
            <a:r>
              <a:rPr lang="en-US" dirty="0"/>
              <a:t>If you have not yet defined objectives, you can use the insights in this presentation on the current quality of your portfolio to do so.</a:t>
            </a:r>
          </a:p>
        </p:txBody>
      </p:sp>
      <p:sp>
        <p:nvSpPr>
          <p:cNvPr id="7" name="Footer Placeholder 5">
            <a:extLst>
              <a:ext uri="{FF2B5EF4-FFF2-40B4-BE49-F238E27FC236}">
                <a16:creationId xmlns:a16="http://schemas.microsoft.com/office/drawing/2014/main" id="{1A1C669E-868F-5C5F-C159-D257CADC15AC}"/>
              </a:ext>
            </a:extLst>
          </p:cNvPr>
          <p:cNvSpPr>
            <a:spLocks noGrp="1"/>
          </p:cNvSpPr>
          <p:nvPr>
            <p:ph type="ftr" sz="quarter" idx="3"/>
          </p:nvPr>
        </p:nvSpPr>
        <p:spPr>
          <a:xfrm>
            <a:off x="194555" y="6383072"/>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 Reportgeneratordemo</a:t>
            </a:r>
          </a:p>
        </p:txBody>
      </p:sp>
    </p:spTree>
    <p:extLst>
      <p:ext uri="{BB962C8B-B14F-4D97-AF65-F5344CB8AC3E}">
        <p14:creationId xmlns:p14="http://schemas.microsoft.com/office/powerpoint/2010/main" val="1780981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95A28-0797-82EC-8AAB-40E0AD48F10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B67376D-DF88-6D74-9C9C-4F16D33E792C}"/>
              </a:ext>
            </a:extLst>
          </p:cNvPr>
          <p:cNvSpPr>
            <a:spLocks noGrp="1"/>
          </p:cNvSpPr>
          <p:nvPr>
            <p:ph type="body" sz="quarter" idx="12"/>
          </p:nvPr>
        </p:nvSpPr>
        <p:spPr>
          <a:xfrm>
            <a:off x="381600" y="129568"/>
            <a:ext cx="988586" cy="228209"/>
          </a:xfrm>
        </p:spPr>
        <p:txBody>
          <a:bodyPr/>
          <a:lstStyle/>
          <a:p>
            <a:r>
              <a:rPr lang="en-GB" dirty="0"/>
              <a:t>Objectives</a:t>
            </a:r>
          </a:p>
        </p:txBody>
      </p:sp>
      <p:sp>
        <p:nvSpPr>
          <p:cNvPr id="11" name="Slide Number Placeholder 4">
            <a:extLst>
              <a:ext uri="{FF2B5EF4-FFF2-40B4-BE49-F238E27FC236}">
                <a16:creationId xmlns:a16="http://schemas.microsoft.com/office/drawing/2014/main" id="{4458A9EA-AB86-5971-70BD-18746FED9BD6}"/>
              </a:ext>
            </a:extLst>
          </p:cNvPr>
          <p:cNvSpPr>
            <a:spLocks noGrp="1"/>
          </p:cNvSpPr>
          <p:nvPr>
            <p:ph type="sldNum" sz="quarter" idx="15"/>
          </p:nvPr>
        </p:nvSpPr>
        <p:spPr/>
        <p:txBody>
          <a:bodyPr/>
          <a:lstStyle/>
          <a:p>
            <a:fld id="{E242BD21-9B61-2246-BCB1-4BE5E1BEBE1C}" type="slidenum">
              <a:rPr lang="en-GB" smtClean="0"/>
              <a:pPr/>
              <a:t>9</a:t>
            </a:fld>
            <a:endParaRPr lang="en-GB" dirty="0"/>
          </a:p>
        </p:txBody>
      </p:sp>
      <p:sp>
        <p:nvSpPr>
          <p:cNvPr id="4" name="Title 3">
            <a:extLst>
              <a:ext uri="{FF2B5EF4-FFF2-40B4-BE49-F238E27FC236}">
                <a16:creationId xmlns:a16="http://schemas.microsoft.com/office/drawing/2014/main" id="{28F4B936-22AE-53AE-D47F-598EDA21157C}"/>
              </a:ext>
            </a:extLst>
          </p:cNvPr>
          <p:cNvSpPr>
            <a:spLocks noGrp="1"/>
          </p:cNvSpPr>
          <p:nvPr>
            <p:ph type="title"/>
          </p:nvPr>
        </p:nvSpPr>
        <p:spPr/>
        <p:txBody>
          <a:bodyPr>
            <a:noAutofit/>
          </a:bodyPr>
          <a:lstStyle/>
          <a:p>
            <a:r>
              <a:rPr lang="en-GB" dirty="0"/>
              <a:t>Status of objectives per capability on 8 March 2026</a:t>
            </a:r>
          </a:p>
        </p:txBody>
      </p:sp>
      <p:graphicFrame>
        <p:nvGraphicFramePr>
          <p:cNvPr id="6" name="PROGRESS_CAPABILITY_CHART">
            <a:extLst>
              <a:ext uri="{FF2B5EF4-FFF2-40B4-BE49-F238E27FC236}">
                <a16:creationId xmlns:a16="http://schemas.microsoft.com/office/drawing/2014/main" id="{2774041C-71AE-0495-78BB-3253007E9E90}"/>
              </a:ext>
            </a:extLst>
          </p:cNvPr>
          <p:cNvGraphicFramePr/>
          <p:nvPr>
            <p:extLst>
              <p:ext uri="{D42A27DB-BD31-4B8C-83A1-F6EECF244321}">
                <p14:modId xmlns:p14="http://schemas.microsoft.com/office/powerpoint/2010/main" val="2956673381"/>
              </p:ext>
            </p:extLst>
          </p:nvPr>
        </p:nvGraphicFramePr>
        <p:xfrm>
          <a:off x="478224" y="1507525"/>
          <a:ext cx="11267443" cy="4337221"/>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C377E27A-346A-7209-76CD-BF5DB2681082}"/>
              </a:ext>
            </a:extLst>
          </p:cNvPr>
          <p:cNvSpPr txBox="1"/>
          <p:nvPr/>
        </p:nvSpPr>
        <p:spPr>
          <a:xfrm>
            <a:off x="9905465" y="1325702"/>
            <a:ext cx="1622453" cy="289503"/>
          </a:xfrm>
          <a:prstGeom prst="rect">
            <a:avLst/>
          </a:prstGeom>
          <a:noFill/>
        </p:spPr>
        <p:txBody>
          <a:bodyPr wrap="none" lIns="90000" rtlCol="0" anchor="t">
            <a:spAutoFit/>
          </a:bodyPr>
          <a:lstStyle/>
          <a:p>
            <a:pPr algn="ctr">
              <a:lnSpc>
                <a:spcPct val="113000"/>
              </a:lnSpc>
            </a:pPr>
            <a:r>
              <a:rPr lang="en-GB" sz="1200" dirty="0">
                <a:solidFill>
                  <a:schemeClr val="tx2"/>
                </a:solidFill>
              </a:rPr>
              <a:t>Percentage of portfolio</a:t>
            </a:r>
          </a:p>
        </p:txBody>
      </p:sp>
      <p:sp>
        <p:nvSpPr>
          <p:cNvPr id="3" name="TextBox 2">
            <a:extLst>
              <a:ext uri="{FF2B5EF4-FFF2-40B4-BE49-F238E27FC236}">
                <a16:creationId xmlns:a16="http://schemas.microsoft.com/office/drawing/2014/main" id="{56AFC1FD-CEB1-995E-247C-183F6F25A651}"/>
              </a:ext>
            </a:extLst>
          </p:cNvPr>
          <p:cNvSpPr txBox="1"/>
          <p:nvPr/>
        </p:nvSpPr>
        <p:spPr>
          <a:xfrm>
            <a:off x="4790650" y="5922481"/>
            <a:ext cx="2608299" cy="353558"/>
          </a:xfrm>
          <a:prstGeom prst="rect">
            <a:avLst/>
          </a:prstGeom>
          <a:noFill/>
        </p:spPr>
        <p:txBody>
          <a:bodyPr wrap="none" lIns="90000" rtlCol="0" anchor="t">
            <a:spAutoFit/>
          </a:bodyPr>
          <a:lstStyle/>
          <a:p>
            <a:pPr>
              <a:lnSpc>
                <a:spcPct val="113000"/>
              </a:lnSpc>
            </a:pPr>
            <a:r>
              <a:rPr lang="en-GB" sz="1600" dirty="0">
                <a:solidFill>
                  <a:srgbClr val="0066FF"/>
                </a:solidFill>
              </a:rPr>
              <a:t>⬤</a:t>
            </a:r>
            <a:r>
              <a:rPr lang="en-GB" sz="1600" dirty="0">
                <a:solidFill>
                  <a:schemeClr val="tx2"/>
                </a:solidFill>
              </a:rPr>
              <a:t> Complete     </a:t>
            </a:r>
            <a:r>
              <a:rPr lang="en-GB" sz="1600" dirty="0">
                <a:solidFill>
                  <a:srgbClr val="BFC4CF"/>
                </a:solidFill>
              </a:rPr>
              <a:t>⬤</a:t>
            </a:r>
            <a:r>
              <a:rPr lang="en-GB" sz="1600" dirty="0">
                <a:solidFill>
                  <a:schemeClr val="tx2"/>
                </a:solidFill>
              </a:rPr>
              <a:t> Incomplete</a:t>
            </a:r>
          </a:p>
        </p:txBody>
      </p:sp>
      <p:sp>
        <p:nvSpPr>
          <p:cNvPr id="5" name="Footer Placeholder 5">
            <a:extLst>
              <a:ext uri="{FF2B5EF4-FFF2-40B4-BE49-F238E27FC236}">
                <a16:creationId xmlns:a16="http://schemas.microsoft.com/office/drawing/2014/main" id="{A9C608DA-694C-3895-9324-CF9DC8B04B8D}"/>
              </a:ext>
            </a:extLst>
          </p:cNvPr>
          <p:cNvSpPr>
            <a:spLocks noGrp="1"/>
          </p:cNvSpPr>
          <p:nvPr>
            <p:ph type="ftr" sz="quarter" idx="3"/>
          </p:nvPr>
        </p:nvSpPr>
        <p:spPr>
          <a:xfrm>
            <a:off x="194555" y="6383072"/>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 Reportgeneratordemo</a:t>
            </a:r>
          </a:p>
        </p:txBody>
      </p:sp>
    </p:spTree>
    <p:extLst>
      <p:ext uri="{BB962C8B-B14F-4D97-AF65-F5344CB8AC3E}">
        <p14:creationId xmlns:p14="http://schemas.microsoft.com/office/powerpoint/2010/main" val="3709089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Afgeronde rechthoek 33">
            <a:extLst>
              <a:ext uri="{FF2B5EF4-FFF2-40B4-BE49-F238E27FC236}">
                <a16:creationId xmlns:a16="http://schemas.microsoft.com/office/drawing/2014/main" id="{5C67D71A-21D5-7B62-C401-C5338679DFE0}"/>
              </a:ext>
            </a:extLst>
          </p:cNvPr>
          <p:cNvSpPr/>
          <p:nvPr/>
        </p:nvSpPr>
        <p:spPr>
          <a:xfrm>
            <a:off x="4454347" y="2758785"/>
            <a:ext cx="7567201" cy="2033330"/>
          </a:xfrm>
          <a:prstGeom prst="roundRect">
            <a:avLst>
              <a:gd name="adj" fmla="val 4868"/>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GB" dirty="0">
              <a:solidFill>
                <a:schemeClr val="tx2"/>
              </a:solidFill>
              <a:latin typeface="Noir Pro Medium" pitchFamily="2" charset="0"/>
            </a:endParaRPr>
          </a:p>
        </p:txBody>
      </p:sp>
      <p:sp>
        <p:nvSpPr>
          <p:cNvPr id="3" name="Tijdelijke aanduiding voor dianummer 2">
            <a:extLst>
              <a:ext uri="{FF2B5EF4-FFF2-40B4-BE49-F238E27FC236}">
                <a16:creationId xmlns:a16="http://schemas.microsoft.com/office/drawing/2014/main" id="{727C3B66-2BB8-6651-49B3-C22404EF5657}"/>
              </a:ext>
            </a:extLst>
          </p:cNvPr>
          <p:cNvSpPr>
            <a:spLocks noGrp="1"/>
          </p:cNvSpPr>
          <p:nvPr>
            <p:ph type="sldNum" sz="quarter" idx="15"/>
          </p:nvPr>
        </p:nvSpPr>
        <p:spPr/>
        <p:txBody>
          <a:bodyPr/>
          <a:lstStyle/>
          <a:p>
            <a:fld id="{E242BD21-9B61-2246-BCB1-4BE5E1BEBE1C}" type="slidenum">
              <a:rPr lang="en-GB" smtClean="0"/>
              <a:pPr/>
              <a:t>10</a:t>
            </a:fld>
            <a:endParaRPr lang="en-GB" dirty="0"/>
          </a:p>
        </p:txBody>
      </p:sp>
      <p:sp>
        <p:nvSpPr>
          <p:cNvPr id="4" name="Titel 3">
            <a:extLst>
              <a:ext uri="{FF2B5EF4-FFF2-40B4-BE49-F238E27FC236}">
                <a16:creationId xmlns:a16="http://schemas.microsoft.com/office/drawing/2014/main" id="{D7D0FD1C-DD8F-FA69-E8D5-51EBF8A0085B}"/>
              </a:ext>
            </a:extLst>
          </p:cNvPr>
          <p:cNvSpPr>
            <a:spLocks noGrp="1"/>
          </p:cNvSpPr>
          <p:nvPr>
            <p:ph type="title"/>
          </p:nvPr>
        </p:nvSpPr>
        <p:spPr/>
        <p:txBody>
          <a:bodyPr/>
          <a:lstStyle/>
          <a:p>
            <a:r>
              <a:rPr lang="en-GB" dirty="0"/>
              <a:t>Index</a:t>
            </a:r>
          </a:p>
        </p:txBody>
      </p:sp>
      <p:sp>
        <p:nvSpPr>
          <p:cNvPr id="5" name="Tijdelijke aanduiding voor inhoud 4">
            <a:extLst>
              <a:ext uri="{FF2B5EF4-FFF2-40B4-BE49-F238E27FC236}">
                <a16:creationId xmlns:a16="http://schemas.microsoft.com/office/drawing/2014/main" id="{B8640D79-73F3-DDBF-46E3-A770D0CE4F85}"/>
              </a:ext>
            </a:extLst>
          </p:cNvPr>
          <p:cNvSpPr>
            <a:spLocks noGrp="1"/>
          </p:cNvSpPr>
          <p:nvPr>
            <p:ph sz="quarter" idx="16"/>
          </p:nvPr>
        </p:nvSpPr>
        <p:spPr>
          <a:xfrm>
            <a:off x="4467600" y="737999"/>
            <a:ext cx="7092000" cy="4058166"/>
          </a:xfrm>
        </p:spPr>
        <p:txBody>
          <a:bodyPr/>
          <a:lstStyle/>
          <a:p>
            <a:r>
              <a:rPr lang="en-GB" dirty="0"/>
              <a:t>Report context</a:t>
            </a:r>
          </a:p>
          <a:p>
            <a:r>
              <a:rPr lang="en-GB" dirty="0"/>
              <a:t>Sigrid portfolio hygiene</a:t>
            </a:r>
          </a:p>
          <a:p>
            <a:r>
              <a:rPr lang="en-GB" dirty="0"/>
              <a:t>Objectives</a:t>
            </a:r>
          </a:p>
          <a:p>
            <a:r>
              <a:rPr lang="en-GB" dirty="0"/>
              <a:t>Portfolio trends</a:t>
            </a:r>
          </a:p>
          <a:p>
            <a:endParaRPr lang="en-GB" dirty="0"/>
          </a:p>
          <a:p>
            <a:endParaRPr lang="en-GB" dirty="0"/>
          </a:p>
        </p:txBody>
      </p:sp>
      <p:grpSp>
        <p:nvGrpSpPr>
          <p:cNvPr id="32" name="Group 31">
            <a:extLst>
              <a:ext uri="{FF2B5EF4-FFF2-40B4-BE49-F238E27FC236}">
                <a16:creationId xmlns:a16="http://schemas.microsoft.com/office/drawing/2014/main" id="{63AEFF71-AFAA-2A9B-1B52-69C00DF203AA}"/>
              </a:ext>
            </a:extLst>
          </p:cNvPr>
          <p:cNvGrpSpPr/>
          <p:nvPr/>
        </p:nvGrpSpPr>
        <p:grpSpPr>
          <a:xfrm>
            <a:off x="5682921" y="3488315"/>
            <a:ext cx="5119353" cy="332898"/>
            <a:chOff x="5682921" y="2898499"/>
            <a:chExt cx="5119353" cy="332898"/>
          </a:xfrm>
        </p:grpSpPr>
        <p:sp>
          <p:nvSpPr>
            <p:cNvPr id="33" name="Rectangle 5">
              <a:extLst>
                <a:ext uri="{FF2B5EF4-FFF2-40B4-BE49-F238E27FC236}">
                  <a16:creationId xmlns:a16="http://schemas.microsoft.com/office/drawing/2014/main" id="{CF5648A5-989D-607F-8E33-BE663B334A22}"/>
                </a:ext>
              </a:extLst>
            </p:cNvPr>
            <p:cNvSpPr/>
            <p:nvPr/>
          </p:nvSpPr>
          <p:spPr>
            <a:xfrm>
              <a:off x="5682921" y="289850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1</a:t>
              </a:r>
            </a:p>
          </p:txBody>
        </p:sp>
        <p:sp>
          <p:nvSpPr>
            <p:cNvPr id="34" name="Rectangle 12">
              <a:extLst>
                <a:ext uri="{FF2B5EF4-FFF2-40B4-BE49-F238E27FC236}">
                  <a16:creationId xmlns:a16="http://schemas.microsoft.com/office/drawing/2014/main" id="{6199A04C-EC60-FB43-DB8D-97CCBCA311F4}"/>
                </a:ext>
              </a:extLst>
            </p:cNvPr>
            <p:cNvSpPr/>
            <p:nvPr/>
          </p:nvSpPr>
          <p:spPr>
            <a:xfrm>
              <a:off x="7940516" y="2898499"/>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2</a:t>
              </a:r>
            </a:p>
          </p:txBody>
        </p:sp>
        <p:sp>
          <p:nvSpPr>
            <p:cNvPr id="35" name="TextBox 6">
              <a:extLst>
                <a:ext uri="{FF2B5EF4-FFF2-40B4-BE49-F238E27FC236}">
                  <a16:creationId xmlns:a16="http://schemas.microsoft.com/office/drawing/2014/main" id="{277D7F99-1C55-864A-511F-89B598866BE7}"/>
                </a:ext>
              </a:extLst>
            </p:cNvPr>
            <p:cNvSpPr txBox="1"/>
            <p:nvPr/>
          </p:nvSpPr>
          <p:spPr>
            <a:xfrm>
              <a:off x="6108764" y="2909129"/>
              <a:ext cx="1970984" cy="322268"/>
            </a:xfrm>
            <a:prstGeom prst="rect">
              <a:avLst/>
            </a:prstGeom>
            <a:noFill/>
          </p:spPr>
          <p:txBody>
            <a:bodyPr wrap="square" lIns="90000" rtlCol="0" anchor="ctr">
              <a:spAutoFit/>
            </a:bodyPr>
            <a:lstStyle/>
            <a:p>
              <a:pPr>
                <a:lnSpc>
                  <a:spcPct val="113000"/>
                </a:lnSpc>
              </a:pPr>
              <a:r>
                <a:rPr lang="en-GB" sz="1400" dirty="0">
                  <a:solidFill>
                    <a:schemeClr val="tx2"/>
                  </a:solidFill>
                </a:rPr>
                <a:t>Maintainability</a:t>
              </a:r>
            </a:p>
          </p:txBody>
        </p:sp>
        <p:sp>
          <p:nvSpPr>
            <p:cNvPr id="36" name="TextBox 18">
              <a:extLst>
                <a:ext uri="{FF2B5EF4-FFF2-40B4-BE49-F238E27FC236}">
                  <a16:creationId xmlns:a16="http://schemas.microsoft.com/office/drawing/2014/main" id="{E7FB80B6-7D6D-E1C4-A31F-209945D62AC9}"/>
                </a:ext>
              </a:extLst>
            </p:cNvPr>
            <p:cNvSpPr txBox="1"/>
            <p:nvPr/>
          </p:nvSpPr>
          <p:spPr>
            <a:xfrm>
              <a:off x="8364857" y="2909129"/>
              <a:ext cx="2437417" cy="322268"/>
            </a:xfrm>
            <a:prstGeom prst="rect">
              <a:avLst/>
            </a:prstGeom>
            <a:noFill/>
          </p:spPr>
          <p:txBody>
            <a:bodyPr wrap="square" lIns="90000" rtlCol="0" anchor="ctr">
              <a:spAutoFit/>
            </a:bodyPr>
            <a:lstStyle/>
            <a:p>
              <a:pPr>
                <a:lnSpc>
                  <a:spcPct val="113000"/>
                </a:lnSpc>
              </a:pPr>
              <a:r>
                <a:rPr lang="en-GB" sz="1400" dirty="0">
                  <a:solidFill>
                    <a:schemeClr val="tx2"/>
                  </a:solidFill>
                </a:rPr>
                <a:t>Architecture</a:t>
              </a:r>
            </a:p>
          </p:txBody>
        </p:sp>
      </p:grpSp>
      <p:grpSp>
        <p:nvGrpSpPr>
          <p:cNvPr id="10" name="Group 9">
            <a:extLst>
              <a:ext uri="{FF2B5EF4-FFF2-40B4-BE49-F238E27FC236}">
                <a16:creationId xmlns:a16="http://schemas.microsoft.com/office/drawing/2014/main" id="{143C0B0B-ED22-142B-A9CD-BAA7FAF50C31}"/>
              </a:ext>
            </a:extLst>
          </p:cNvPr>
          <p:cNvGrpSpPr/>
          <p:nvPr/>
        </p:nvGrpSpPr>
        <p:grpSpPr>
          <a:xfrm>
            <a:off x="5682922" y="4097912"/>
            <a:ext cx="5119353" cy="332898"/>
            <a:chOff x="5682921" y="2898499"/>
            <a:chExt cx="5119353" cy="332898"/>
          </a:xfrm>
        </p:grpSpPr>
        <p:sp>
          <p:nvSpPr>
            <p:cNvPr id="11" name="Rectangle 5">
              <a:extLst>
                <a:ext uri="{FF2B5EF4-FFF2-40B4-BE49-F238E27FC236}">
                  <a16:creationId xmlns:a16="http://schemas.microsoft.com/office/drawing/2014/main" id="{47BAAC54-EE45-F1AF-80E5-0327EFBDE8CA}"/>
                </a:ext>
              </a:extLst>
            </p:cNvPr>
            <p:cNvSpPr/>
            <p:nvPr/>
          </p:nvSpPr>
          <p:spPr>
            <a:xfrm>
              <a:off x="5682921" y="289850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3</a:t>
              </a:r>
            </a:p>
          </p:txBody>
        </p:sp>
        <p:sp>
          <p:nvSpPr>
            <p:cNvPr id="15" name="Rectangle 12">
              <a:extLst>
                <a:ext uri="{FF2B5EF4-FFF2-40B4-BE49-F238E27FC236}">
                  <a16:creationId xmlns:a16="http://schemas.microsoft.com/office/drawing/2014/main" id="{5C965501-DB29-F3B2-092B-EE8EBEEE535D}"/>
                </a:ext>
              </a:extLst>
            </p:cNvPr>
            <p:cNvSpPr/>
            <p:nvPr/>
          </p:nvSpPr>
          <p:spPr>
            <a:xfrm>
              <a:off x="7940516" y="2898499"/>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4</a:t>
              </a:r>
            </a:p>
          </p:txBody>
        </p:sp>
        <p:sp>
          <p:nvSpPr>
            <p:cNvPr id="17" name="TextBox 6">
              <a:extLst>
                <a:ext uri="{FF2B5EF4-FFF2-40B4-BE49-F238E27FC236}">
                  <a16:creationId xmlns:a16="http://schemas.microsoft.com/office/drawing/2014/main" id="{21034DE5-129E-322B-E133-4976C59FE493}"/>
                </a:ext>
              </a:extLst>
            </p:cNvPr>
            <p:cNvSpPr txBox="1"/>
            <p:nvPr/>
          </p:nvSpPr>
          <p:spPr>
            <a:xfrm>
              <a:off x="6108764" y="2909129"/>
              <a:ext cx="1970984" cy="322268"/>
            </a:xfrm>
            <a:prstGeom prst="rect">
              <a:avLst/>
            </a:prstGeom>
            <a:noFill/>
          </p:spPr>
          <p:txBody>
            <a:bodyPr wrap="square" lIns="90000" rtlCol="0" anchor="ctr">
              <a:spAutoFit/>
            </a:bodyPr>
            <a:lstStyle/>
            <a:p>
              <a:pPr>
                <a:lnSpc>
                  <a:spcPct val="113000"/>
                </a:lnSpc>
              </a:pPr>
              <a:r>
                <a:rPr lang="en-GB" sz="1400" dirty="0">
                  <a:solidFill>
                    <a:schemeClr val="tx2"/>
                  </a:solidFill>
                </a:rPr>
                <a:t>Open Source Health</a:t>
              </a:r>
            </a:p>
          </p:txBody>
        </p:sp>
        <p:sp>
          <p:nvSpPr>
            <p:cNvPr id="18" name="TextBox 18">
              <a:extLst>
                <a:ext uri="{FF2B5EF4-FFF2-40B4-BE49-F238E27FC236}">
                  <a16:creationId xmlns:a16="http://schemas.microsoft.com/office/drawing/2014/main" id="{314E0D16-B487-D155-FBA6-1606DD728846}"/>
                </a:ext>
              </a:extLst>
            </p:cNvPr>
            <p:cNvSpPr txBox="1"/>
            <p:nvPr/>
          </p:nvSpPr>
          <p:spPr>
            <a:xfrm>
              <a:off x="8364857" y="2909129"/>
              <a:ext cx="2437417" cy="322268"/>
            </a:xfrm>
            <a:prstGeom prst="rect">
              <a:avLst/>
            </a:prstGeom>
            <a:noFill/>
          </p:spPr>
          <p:txBody>
            <a:bodyPr wrap="square" lIns="90000" rtlCol="0" anchor="ctr">
              <a:spAutoFit/>
            </a:bodyPr>
            <a:lstStyle/>
            <a:p>
              <a:pPr>
                <a:lnSpc>
                  <a:spcPct val="113000"/>
                </a:lnSpc>
              </a:pPr>
              <a:r>
                <a:rPr lang="en-GB" sz="1400" dirty="0">
                  <a:solidFill>
                    <a:schemeClr val="tx2"/>
                  </a:solidFill>
                </a:rPr>
                <a:t>Security</a:t>
              </a:r>
            </a:p>
          </p:txBody>
        </p:sp>
      </p:grpSp>
      <p:sp>
        <p:nvSpPr>
          <p:cNvPr id="6" name="Footer Placeholder 5">
            <a:extLst>
              <a:ext uri="{FF2B5EF4-FFF2-40B4-BE49-F238E27FC236}">
                <a16:creationId xmlns:a16="http://schemas.microsoft.com/office/drawing/2014/main" id="{1EF2CB95-9458-0410-67B8-D0010F7323BD}"/>
              </a:ext>
            </a:extLst>
          </p:cNvPr>
          <p:cNvSpPr>
            <a:spLocks noGrp="1"/>
          </p:cNvSpPr>
          <p:nvPr>
            <p:ph type="ftr" sz="quarter" idx="3"/>
          </p:nvPr>
        </p:nvSpPr>
        <p:spPr>
          <a:xfrm>
            <a:off x="194555" y="6388767"/>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chemeClr val="bg1"/>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 Reportgeneratordemo</a:t>
            </a:r>
          </a:p>
        </p:txBody>
      </p:sp>
    </p:spTree>
    <p:extLst>
      <p:ext uri="{BB962C8B-B14F-4D97-AF65-F5344CB8AC3E}">
        <p14:creationId xmlns:p14="http://schemas.microsoft.com/office/powerpoint/2010/main" val="1277002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4A601DF-C4A8-2D87-FD83-478449C52321}"/>
              </a:ext>
            </a:extLst>
          </p:cNvPr>
          <p:cNvSpPr>
            <a:spLocks noGrp="1"/>
          </p:cNvSpPr>
          <p:nvPr>
            <p:ph type="body" sz="quarter" idx="12"/>
          </p:nvPr>
        </p:nvSpPr>
        <p:spPr>
          <a:xfrm>
            <a:off x="381600" y="129568"/>
            <a:ext cx="3012217" cy="228209"/>
          </a:xfrm>
        </p:spPr>
        <p:txBody>
          <a:bodyPr/>
          <a:lstStyle/>
          <a:p>
            <a:r>
              <a:rPr lang="en-GB" dirty="0"/>
              <a:t>Portfolio trends – Maintainability</a:t>
            </a:r>
          </a:p>
        </p:txBody>
      </p:sp>
      <p:sp>
        <p:nvSpPr>
          <p:cNvPr id="5" name="Slide Number Placeholder 4">
            <a:extLst>
              <a:ext uri="{FF2B5EF4-FFF2-40B4-BE49-F238E27FC236}">
                <a16:creationId xmlns:a16="http://schemas.microsoft.com/office/drawing/2014/main" id="{CC8973F4-BD90-5319-109B-46FFDE9337A1}"/>
              </a:ext>
            </a:extLst>
          </p:cNvPr>
          <p:cNvSpPr>
            <a:spLocks noGrp="1"/>
          </p:cNvSpPr>
          <p:nvPr>
            <p:ph type="sldNum" sz="quarter" idx="15"/>
          </p:nvPr>
        </p:nvSpPr>
        <p:spPr/>
        <p:txBody>
          <a:bodyPr/>
          <a:lstStyle/>
          <a:p>
            <a:fld id="{E242BD21-9B61-2246-BCB1-4BE5E1BEBE1C}" type="slidenum">
              <a:rPr lang="en-GB" smtClean="0"/>
              <a:pPr/>
              <a:t>11</a:t>
            </a:fld>
            <a:endParaRPr lang="en-GB" dirty="0"/>
          </a:p>
        </p:txBody>
      </p:sp>
      <p:sp>
        <p:nvSpPr>
          <p:cNvPr id="6" name="Title 5">
            <a:extLst>
              <a:ext uri="{FF2B5EF4-FFF2-40B4-BE49-F238E27FC236}">
                <a16:creationId xmlns:a16="http://schemas.microsoft.com/office/drawing/2014/main" id="{30EF4FCE-16C7-AAE8-D773-A8EA61868F96}"/>
              </a:ext>
            </a:extLst>
          </p:cNvPr>
          <p:cNvSpPr>
            <a:spLocks noGrp="1"/>
          </p:cNvSpPr>
          <p:nvPr>
            <p:ph type="title"/>
          </p:nvPr>
        </p:nvSpPr>
        <p:spPr/>
        <p:txBody>
          <a:bodyPr/>
          <a:lstStyle/>
          <a:p>
            <a:r>
              <a:rPr lang="en-GB" dirty="0"/>
              <a:t>About 7 (58%) systems score market average on maintainability</a:t>
            </a:r>
          </a:p>
        </p:txBody>
      </p:sp>
      <p:pic>
        <p:nvPicPr>
          <p:cNvPr id="27" name="Graphic 26">
            <a:extLst>
              <a:ext uri="{FF2B5EF4-FFF2-40B4-BE49-F238E27FC236}">
                <a16:creationId xmlns:a16="http://schemas.microsoft.com/office/drawing/2014/main" id="{1B8A7248-F03C-088E-C008-987A5B232F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7565" y="5907042"/>
            <a:ext cx="371130" cy="206558"/>
          </a:xfrm>
          <a:prstGeom prst="rect">
            <a:avLst/>
          </a:prstGeom>
        </p:spPr>
      </p:pic>
      <p:sp>
        <p:nvSpPr>
          <p:cNvPr id="29" name="TextBox 28">
            <a:extLst>
              <a:ext uri="{FF2B5EF4-FFF2-40B4-BE49-F238E27FC236}">
                <a16:creationId xmlns:a16="http://schemas.microsoft.com/office/drawing/2014/main" id="{46CDA2AA-8345-4B77-9D19-3B6B6B682D67}"/>
              </a:ext>
            </a:extLst>
          </p:cNvPr>
          <p:cNvSpPr txBox="1"/>
          <p:nvPr/>
        </p:nvSpPr>
        <p:spPr>
          <a:xfrm>
            <a:off x="2817202" y="5844428"/>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30" name="Group 29">
            <a:extLst>
              <a:ext uri="{FF2B5EF4-FFF2-40B4-BE49-F238E27FC236}">
                <a16:creationId xmlns:a16="http://schemas.microsoft.com/office/drawing/2014/main" id="{E0D9E6FA-490C-7A76-F042-C6CBE8EC8CC9}"/>
              </a:ext>
            </a:extLst>
          </p:cNvPr>
          <p:cNvGrpSpPr/>
          <p:nvPr/>
        </p:nvGrpSpPr>
        <p:grpSpPr>
          <a:xfrm>
            <a:off x="690538" y="5907042"/>
            <a:ext cx="300732" cy="98617"/>
            <a:chOff x="586253" y="6116391"/>
            <a:chExt cx="300732" cy="98617"/>
          </a:xfrm>
        </p:grpSpPr>
        <p:sp>
          <p:nvSpPr>
            <p:cNvPr id="31" name="TextBox 30">
              <a:extLst>
                <a:ext uri="{FF2B5EF4-FFF2-40B4-BE49-F238E27FC236}">
                  <a16:creationId xmlns:a16="http://schemas.microsoft.com/office/drawing/2014/main" id="{AFCC85E8-4CEE-1443-5223-4D50EF704863}"/>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star</a:t>
              </a:r>
            </a:p>
          </p:txBody>
        </p:sp>
        <p:sp>
          <p:nvSpPr>
            <p:cNvPr id="32" name="Rounded Rectangle 31">
              <a:extLst>
                <a:ext uri="{FF2B5EF4-FFF2-40B4-BE49-F238E27FC236}">
                  <a16:creationId xmlns:a16="http://schemas.microsoft.com/office/drawing/2014/main" id="{C9B90DD7-4FB9-2883-E7AE-08032D550CCB}"/>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3" name="Group 32">
            <a:extLst>
              <a:ext uri="{FF2B5EF4-FFF2-40B4-BE49-F238E27FC236}">
                <a16:creationId xmlns:a16="http://schemas.microsoft.com/office/drawing/2014/main" id="{5CB124ED-E704-12AA-C864-811D9D5670BD}"/>
              </a:ext>
            </a:extLst>
          </p:cNvPr>
          <p:cNvGrpSpPr/>
          <p:nvPr/>
        </p:nvGrpSpPr>
        <p:grpSpPr>
          <a:xfrm>
            <a:off x="1107915" y="5907042"/>
            <a:ext cx="331190" cy="98617"/>
            <a:chOff x="961765" y="6117353"/>
            <a:chExt cx="331190" cy="98617"/>
          </a:xfrm>
        </p:grpSpPr>
        <p:sp>
          <p:nvSpPr>
            <p:cNvPr id="34" name="TextBox 33">
              <a:extLst>
                <a:ext uri="{FF2B5EF4-FFF2-40B4-BE49-F238E27FC236}">
                  <a16:creationId xmlns:a16="http://schemas.microsoft.com/office/drawing/2014/main" id="{AC0E027F-C043-85D4-8A7D-8FB2639DA35A}"/>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2 stars</a:t>
              </a:r>
            </a:p>
          </p:txBody>
        </p:sp>
        <p:sp>
          <p:nvSpPr>
            <p:cNvPr id="35" name="Rounded Rectangle 34">
              <a:extLst>
                <a:ext uri="{FF2B5EF4-FFF2-40B4-BE49-F238E27FC236}">
                  <a16:creationId xmlns:a16="http://schemas.microsoft.com/office/drawing/2014/main" id="{321A6AD1-50D4-60BA-DA82-432C012CDE3C}"/>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6" name="Group 35">
            <a:extLst>
              <a:ext uri="{FF2B5EF4-FFF2-40B4-BE49-F238E27FC236}">
                <a16:creationId xmlns:a16="http://schemas.microsoft.com/office/drawing/2014/main" id="{76D7359A-F9B0-6788-C6F6-1FD4C4F59016}"/>
              </a:ext>
            </a:extLst>
          </p:cNvPr>
          <p:cNvGrpSpPr/>
          <p:nvPr/>
        </p:nvGrpSpPr>
        <p:grpSpPr>
          <a:xfrm>
            <a:off x="1555751" y="5907042"/>
            <a:ext cx="331190" cy="98617"/>
            <a:chOff x="1114165" y="6269753"/>
            <a:chExt cx="331190" cy="98617"/>
          </a:xfrm>
        </p:grpSpPr>
        <p:sp>
          <p:nvSpPr>
            <p:cNvPr id="37" name="TextBox 36">
              <a:extLst>
                <a:ext uri="{FF2B5EF4-FFF2-40B4-BE49-F238E27FC236}">
                  <a16:creationId xmlns:a16="http://schemas.microsoft.com/office/drawing/2014/main" id="{8A42E839-1AC6-A973-B2D6-FE03C7A2EAAD}"/>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3 stars</a:t>
              </a:r>
            </a:p>
          </p:txBody>
        </p:sp>
        <p:sp>
          <p:nvSpPr>
            <p:cNvPr id="38" name="Rounded Rectangle 37">
              <a:extLst>
                <a:ext uri="{FF2B5EF4-FFF2-40B4-BE49-F238E27FC236}">
                  <a16:creationId xmlns:a16="http://schemas.microsoft.com/office/drawing/2014/main" id="{574C697C-D5E2-1EC6-E364-0363EB8D9525}"/>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9" name="Group 38">
            <a:extLst>
              <a:ext uri="{FF2B5EF4-FFF2-40B4-BE49-F238E27FC236}">
                <a16:creationId xmlns:a16="http://schemas.microsoft.com/office/drawing/2014/main" id="{546AB6F5-8F91-2462-9FB2-89399076ED14}"/>
              </a:ext>
            </a:extLst>
          </p:cNvPr>
          <p:cNvGrpSpPr/>
          <p:nvPr/>
        </p:nvGrpSpPr>
        <p:grpSpPr>
          <a:xfrm>
            <a:off x="2003587" y="5907042"/>
            <a:ext cx="331190" cy="98617"/>
            <a:chOff x="1114165" y="6269753"/>
            <a:chExt cx="331190" cy="98617"/>
          </a:xfrm>
        </p:grpSpPr>
        <p:sp>
          <p:nvSpPr>
            <p:cNvPr id="40" name="TextBox 39">
              <a:extLst>
                <a:ext uri="{FF2B5EF4-FFF2-40B4-BE49-F238E27FC236}">
                  <a16:creationId xmlns:a16="http://schemas.microsoft.com/office/drawing/2014/main" id="{21B966A2-CD6E-43B3-1B35-574D340193AB}"/>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4 stars</a:t>
              </a:r>
            </a:p>
          </p:txBody>
        </p:sp>
        <p:sp>
          <p:nvSpPr>
            <p:cNvPr id="41" name="Rounded Rectangle 40">
              <a:extLst>
                <a:ext uri="{FF2B5EF4-FFF2-40B4-BE49-F238E27FC236}">
                  <a16:creationId xmlns:a16="http://schemas.microsoft.com/office/drawing/2014/main" id="{EBB239A8-7183-B922-0F96-5ECD20AD38DC}"/>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42" name="Group 41">
            <a:extLst>
              <a:ext uri="{FF2B5EF4-FFF2-40B4-BE49-F238E27FC236}">
                <a16:creationId xmlns:a16="http://schemas.microsoft.com/office/drawing/2014/main" id="{58E13405-55E4-337C-0075-F5940C9366AF}"/>
              </a:ext>
            </a:extLst>
          </p:cNvPr>
          <p:cNvGrpSpPr/>
          <p:nvPr/>
        </p:nvGrpSpPr>
        <p:grpSpPr>
          <a:xfrm>
            <a:off x="2451422" y="5907042"/>
            <a:ext cx="331190" cy="98617"/>
            <a:chOff x="1114165" y="6269753"/>
            <a:chExt cx="331190" cy="98617"/>
          </a:xfrm>
        </p:grpSpPr>
        <p:sp>
          <p:nvSpPr>
            <p:cNvPr id="43" name="TextBox 42">
              <a:extLst>
                <a:ext uri="{FF2B5EF4-FFF2-40B4-BE49-F238E27FC236}">
                  <a16:creationId xmlns:a16="http://schemas.microsoft.com/office/drawing/2014/main" id="{EB9F2CE7-8B0B-523F-B2D6-B2F5B8E1AF5C}"/>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 stars</a:t>
              </a:r>
            </a:p>
          </p:txBody>
        </p:sp>
        <p:sp>
          <p:nvSpPr>
            <p:cNvPr id="44" name="Rounded Rectangle 43">
              <a:extLst>
                <a:ext uri="{FF2B5EF4-FFF2-40B4-BE49-F238E27FC236}">
                  <a16:creationId xmlns:a16="http://schemas.microsoft.com/office/drawing/2014/main" id="{B9C71E9A-6525-560E-1410-76D0C3A6297F}"/>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sp>
        <p:nvSpPr>
          <p:cNvPr id="7" name="Content Placeholder 2">
            <a:extLst>
              <a:ext uri="{FF2B5EF4-FFF2-40B4-BE49-F238E27FC236}">
                <a16:creationId xmlns:a16="http://schemas.microsoft.com/office/drawing/2014/main" id="{D48E06C3-DD1E-DA61-E312-484DB2CB23C8}"/>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dirty="0"/>
              <a:t>The average maintainability rating for the portfolio is 2.5</a:t>
            </a:r>
            <a:r>
              <a:rPr lang="en-US" sz="100" dirty="0"/>
              <a:t> </a:t>
            </a:r>
            <a:r>
              <a:rPr lang="en-US" dirty="0"/>
              <a:t>★.</a:t>
            </a:r>
          </a:p>
          <a:p>
            <a:pPr indent="-283845"/>
            <a:r>
              <a:rPr lang="en-US" dirty="0"/>
              <a:t>8</a:t>
            </a:r>
            <a:r>
              <a:rPr lang="en-GB" sz="1550" noProof="0" dirty="0"/>
              <a:t>% of systems score above market average (≥3.5</a:t>
            </a:r>
            <a:r>
              <a:rPr lang="en-US" sz="1400" dirty="0"/>
              <a:t>★</a:t>
            </a:r>
            <a:r>
              <a:rPr lang="en-GB" sz="1550" noProof="0" dirty="0"/>
              <a:t>).</a:t>
            </a:r>
          </a:p>
          <a:p>
            <a:pPr indent="-283845"/>
            <a:r>
              <a:rPr lang="en-US" dirty="0"/>
              <a:t>58</a:t>
            </a:r>
            <a:r>
              <a:rPr lang="en-GB" sz="1550" dirty="0">
                <a:ea typeface="Calibri"/>
                <a:cs typeface="Calibri"/>
              </a:rPr>
              <a:t>% of systems score market average (3</a:t>
            </a:r>
            <a:r>
              <a:rPr lang="en-US" sz="1400" dirty="0"/>
              <a:t>★</a:t>
            </a:r>
            <a:r>
              <a:rPr lang="en-GB" sz="1550" dirty="0">
                <a:ea typeface="Calibri"/>
                <a:cs typeface="Calibri"/>
              </a:rPr>
              <a:t>).</a:t>
            </a:r>
          </a:p>
          <a:p>
            <a:pPr indent="-283845"/>
            <a:r>
              <a:rPr lang="en-US" dirty="0"/>
              <a:t>33</a:t>
            </a:r>
            <a:r>
              <a:rPr lang="en-GB" sz="1550" dirty="0">
                <a:ea typeface="Calibri"/>
                <a:cs typeface="Calibri"/>
              </a:rPr>
              <a:t>% of systems score below market average (≤2.5</a:t>
            </a:r>
            <a:r>
              <a:rPr lang="en-US" sz="1400" dirty="0"/>
              <a:t>★</a:t>
            </a:r>
            <a:r>
              <a:rPr lang="en-GB" sz="1550" dirty="0">
                <a:ea typeface="Calibri"/>
                <a:cs typeface="Calibri"/>
              </a:rPr>
              <a:t>).</a:t>
            </a:r>
          </a:p>
        </p:txBody>
      </p:sp>
      <p:sp>
        <p:nvSpPr>
          <p:cNvPr id="3" name="Footer Placeholder 5">
            <a:extLst>
              <a:ext uri="{FF2B5EF4-FFF2-40B4-BE49-F238E27FC236}">
                <a16:creationId xmlns:a16="http://schemas.microsoft.com/office/drawing/2014/main" id="{82359267-D9DF-5DAD-4FF7-F4F7A208FD08}"/>
              </a:ext>
            </a:extLst>
          </p:cNvPr>
          <p:cNvSpPr>
            <a:spLocks noGrp="1"/>
          </p:cNvSpPr>
          <p:nvPr>
            <p:ph type="ftr" sz="quarter" idx="3"/>
          </p:nvPr>
        </p:nvSpPr>
        <p:spPr>
          <a:xfrm>
            <a:off x="194555" y="6383072"/>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 Reportgeneratordemo</a:t>
            </a:r>
          </a:p>
        </p:txBody>
      </p:sp>
      <p:pic>
        <p:nvPicPr>
          <p:cNvPr id="45" name="Picture 44" descr="image.png"/>
          <p:cNvPicPr>
            <a:picLocks noChangeAspect="1"/>
          </p:cNvPicPr>
          <p:nvPr/>
        </p:nvPicPr>
        <p:blipFill>
          <a:blip r:embed="rId4"/>
          <a:stretch>
            <a:fillRect/>
          </a:stretch>
        </p:blipFill>
        <p:spPr>
          <a:xfrm>
            <a:off x="661616" y="2961823"/>
            <a:ext cx="10867079" cy="2905513"/>
          </a:xfrm>
          <a:prstGeom prst="rect">
            <a:avLst/>
          </a:prstGeom>
        </p:spPr>
      </p:pic>
    </p:spTree>
    <p:extLst>
      <p:ext uri="{BB962C8B-B14F-4D97-AF65-F5344CB8AC3E}">
        <p14:creationId xmlns:p14="http://schemas.microsoft.com/office/powerpoint/2010/main" val="2753497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jdelijke aanduiding voor tekst 3">
            <a:extLst>
              <a:ext uri="{FF2B5EF4-FFF2-40B4-BE49-F238E27FC236}">
                <a16:creationId xmlns:a16="http://schemas.microsoft.com/office/drawing/2014/main" id="{B7DD908C-8690-F25E-621E-BA91971FCA9D}"/>
              </a:ext>
            </a:extLst>
          </p:cNvPr>
          <p:cNvSpPr>
            <a:spLocks noGrp="1"/>
          </p:cNvSpPr>
          <p:nvPr>
            <p:ph type="body" sz="quarter" idx="12"/>
          </p:nvPr>
        </p:nvSpPr>
        <p:spPr>
          <a:xfrm>
            <a:off x="381600" y="129568"/>
            <a:ext cx="3012217" cy="228209"/>
          </a:xfrm>
        </p:spPr>
        <p:txBody>
          <a:bodyPr/>
          <a:lstStyle/>
          <a:p>
            <a:r>
              <a:rPr lang="en-US" dirty="0"/>
              <a:t>Portfolio trends - Maintainability</a:t>
            </a:r>
            <a:endParaRPr lang="en-US" noProof="0" dirty="0"/>
          </a:p>
        </p:txBody>
      </p:sp>
      <p:sp>
        <p:nvSpPr>
          <p:cNvPr id="16" name="Tijdelijke aanduiding voor dianummer 15">
            <a:extLst>
              <a:ext uri="{FF2B5EF4-FFF2-40B4-BE49-F238E27FC236}">
                <a16:creationId xmlns:a16="http://schemas.microsoft.com/office/drawing/2014/main" id="{CCB8DCC3-F66F-678F-F50D-598DB85F85FF}"/>
              </a:ext>
            </a:extLst>
          </p:cNvPr>
          <p:cNvSpPr>
            <a:spLocks noGrp="1"/>
          </p:cNvSpPr>
          <p:nvPr>
            <p:ph type="sldNum" sz="quarter" idx="15"/>
          </p:nvPr>
        </p:nvSpPr>
        <p:spPr/>
        <p:txBody>
          <a:bodyPr/>
          <a:lstStyle/>
          <a:p>
            <a:fld id="{E242BD21-9B61-2246-BCB1-4BE5E1BEBE1C}" type="slidenum">
              <a:rPr lang="en-US" noProof="0" smtClean="0"/>
              <a:pPr/>
              <a:t>12</a:t>
            </a:fld>
            <a:endParaRPr lang="en-US" noProof="0" dirty="0"/>
          </a:p>
        </p:txBody>
      </p:sp>
      <p:sp>
        <p:nvSpPr>
          <p:cNvPr id="3" name="Titel 2">
            <a:extLst>
              <a:ext uri="{FF2B5EF4-FFF2-40B4-BE49-F238E27FC236}">
                <a16:creationId xmlns:a16="http://schemas.microsoft.com/office/drawing/2014/main" id="{F0CAB926-82A1-B092-F316-4902EAC4DFB4}"/>
              </a:ext>
            </a:extLst>
          </p:cNvPr>
          <p:cNvSpPr>
            <a:spLocks noGrp="1"/>
          </p:cNvSpPr>
          <p:nvPr>
            <p:ph type="title"/>
          </p:nvPr>
        </p:nvSpPr>
        <p:spPr/>
        <p:txBody>
          <a:bodyPr/>
          <a:lstStyle/>
          <a:p>
            <a:r>
              <a:rPr lang="en-GB" dirty="0"/>
              <a:t>About 7 (58%) systems score market average on maintainability</a:t>
            </a:r>
            <a:endParaRPr lang="en-US" noProof="0" dirty="0"/>
          </a:p>
        </p:txBody>
      </p:sp>
      <p:sp>
        <p:nvSpPr>
          <p:cNvPr id="19" name="TextBox 18">
            <a:extLst>
              <a:ext uri="{FF2B5EF4-FFF2-40B4-BE49-F238E27FC236}">
                <a16:creationId xmlns:a16="http://schemas.microsoft.com/office/drawing/2014/main" id="{AB2C3C6B-FDFF-1D49-A1BC-305B68E0B083}"/>
              </a:ext>
            </a:extLst>
          </p:cNvPr>
          <p:cNvSpPr txBox="1"/>
          <p:nvPr/>
        </p:nvSpPr>
        <p:spPr>
          <a:xfrm>
            <a:off x="711225" y="1798115"/>
            <a:ext cx="1040819" cy="3640099"/>
          </a:xfrm>
          <a:prstGeom prst="rect">
            <a:avLst/>
          </a:prstGeom>
          <a:noFill/>
        </p:spPr>
        <p:txBody>
          <a:bodyPr wrap="none" lIns="90000" rtlCol="0" anchor="t">
            <a:spAutoFit/>
          </a:bodyPr>
          <a:lstStyle/>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r>
              <a:rPr lang="en-US" sz="1600" noProof="0" dirty="0">
                <a:solidFill>
                  <a:schemeClr val="bg1"/>
                </a:solidFill>
                <a:latin typeface="Calibri" panose="020F0502020204030204" pitchFamily="34" charset="0"/>
                <a:cs typeface="Calibri" panose="020F0502020204030204" pitchFamily="34" charset="0"/>
              </a:rPr>
              <a:t>★</a:t>
            </a: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AA6B9F2E-1FAA-6147-8D4B-123937F3FA14}"/>
              </a:ext>
            </a:extLst>
          </p:cNvPr>
          <p:cNvSpPr txBox="1"/>
          <p:nvPr/>
        </p:nvSpPr>
        <p:spPr>
          <a:xfrm rot="16200000">
            <a:off x="-41294" y="3636790"/>
            <a:ext cx="1181883" cy="274499"/>
          </a:xfrm>
          <a:prstGeom prst="rect">
            <a:avLst/>
          </a:prstGeom>
          <a:noFill/>
        </p:spPr>
        <p:txBody>
          <a:bodyPr wrap="none" lIns="90000" rtlCol="0" anchor="t">
            <a:spAutoFit/>
          </a:bodyPr>
          <a:lstStyle/>
          <a:p>
            <a:pPr algn="ctr">
              <a:lnSpc>
                <a:spcPct val="113000"/>
              </a:lnSpc>
            </a:pPr>
            <a:r>
              <a:rPr lang="en-US" sz="1100" noProof="0" dirty="0">
                <a:solidFill>
                  <a:schemeClr val="accent4"/>
                </a:solidFill>
                <a:latin typeface="☞NOIR PRO MEDIUM" pitchFamily="2" charset="0"/>
              </a:rPr>
              <a:t>Maintainability</a:t>
            </a:r>
          </a:p>
        </p:txBody>
      </p:sp>
      <p:sp>
        <p:nvSpPr>
          <p:cNvPr id="21" name="TextBox 20">
            <a:extLst>
              <a:ext uri="{FF2B5EF4-FFF2-40B4-BE49-F238E27FC236}">
                <a16:creationId xmlns:a16="http://schemas.microsoft.com/office/drawing/2014/main" id="{CBCA2804-3BBC-1243-B252-3606CEE166D1}"/>
              </a:ext>
            </a:extLst>
          </p:cNvPr>
          <p:cNvSpPr txBox="1"/>
          <p:nvPr/>
        </p:nvSpPr>
        <p:spPr>
          <a:xfrm>
            <a:off x="5449035" y="5901169"/>
            <a:ext cx="2783283" cy="274499"/>
          </a:xfrm>
          <a:prstGeom prst="rect">
            <a:avLst/>
          </a:prstGeom>
          <a:noFill/>
        </p:spPr>
        <p:txBody>
          <a:bodyPr wrap="none" lIns="90000" rtlCol="0" anchor="t">
            <a:spAutoFit/>
          </a:bodyPr>
          <a:lstStyle/>
          <a:p>
            <a:pPr algn="ctr">
              <a:lnSpc>
                <a:spcPct val="113000"/>
              </a:lnSpc>
            </a:pPr>
            <a:r>
              <a:rPr lang="en-US" sz="1100" noProof="0" dirty="0">
                <a:solidFill>
                  <a:schemeClr val="accent4"/>
                </a:solidFill>
                <a:latin typeface="☞NOIR PRO MEDIUM" pitchFamily="2" charset="0"/>
              </a:rPr>
              <a:t>System rebuild volume in person years</a:t>
            </a:r>
          </a:p>
        </p:txBody>
      </p:sp>
      <p:cxnSp>
        <p:nvCxnSpPr>
          <p:cNvPr id="22" name="Straight Arrow Connector 21">
            <a:extLst>
              <a:ext uri="{FF2B5EF4-FFF2-40B4-BE49-F238E27FC236}">
                <a16:creationId xmlns:a16="http://schemas.microsoft.com/office/drawing/2014/main" id="{4D40947C-5676-1242-AEC0-87071DBECADF}"/>
              </a:ext>
            </a:extLst>
          </p:cNvPr>
          <p:cNvCxnSpPr>
            <a:cxnSpLocks/>
          </p:cNvCxnSpPr>
          <p:nvPr/>
        </p:nvCxnSpPr>
        <p:spPr>
          <a:xfrm flipV="1">
            <a:off x="723627" y="3266661"/>
            <a:ext cx="0" cy="987287"/>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C24D10E-589B-A645-A73D-2DF5671E5BCE}"/>
              </a:ext>
            </a:extLst>
          </p:cNvPr>
          <p:cNvCxnSpPr>
            <a:cxnSpLocks/>
          </p:cNvCxnSpPr>
          <p:nvPr/>
        </p:nvCxnSpPr>
        <p:spPr>
          <a:xfrm>
            <a:off x="5546035" y="6223288"/>
            <a:ext cx="2590800" cy="0"/>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4719D613-2D86-324E-B31C-9B748075401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75560" y="1842711"/>
            <a:ext cx="9781201" cy="3899777"/>
          </a:xfrm>
          <a:prstGeom prst="rect">
            <a:avLst/>
          </a:prstGeom>
        </p:spPr>
      </p:pic>
      <p:graphicFrame>
        <p:nvGraphicFramePr>
          <p:cNvPr id="25" name="PORTFOLIO_GALAXY_CHART">
            <a:extLst>
              <a:ext uri="{FF2B5EF4-FFF2-40B4-BE49-F238E27FC236}">
                <a16:creationId xmlns:a16="http://schemas.microsoft.com/office/drawing/2014/main" id="{71473021-ED8B-E048-AE80-928BC05FB04C}"/>
              </a:ext>
            </a:extLst>
          </p:cNvPr>
          <p:cNvGraphicFramePr/>
          <p:nvPr/>
        </p:nvGraphicFramePr>
        <p:xfrm>
          <a:off x="1482154" y="1834937"/>
          <a:ext cx="10279108" cy="4131132"/>
        </p:xfrm>
        <a:graphic>
          <a:graphicData uri="http://schemas.openxmlformats.org/drawingml/2006/chart">
            <c:chart xmlns:c="http://schemas.openxmlformats.org/drawingml/2006/chart" xmlns:r="http://schemas.openxmlformats.org/officeDocument/2006/relationships" r:id="rId4"/>
          </a:graphicData>
        </a:graphic>
      </p:graphicFrame>
      <p:grpSp>
        <p:nvGrpSpPr>
          <p:cNvPr id="27" name="Group 26">
            <a:extLst>
              <a:ext uri="{FF2B5EF4-FFF2-40B4-BE49-F238E27FC236}">
                <a16:creationId xmlns:a16="http://schemas.microsoft.com/office/drawing/2014/main" id="{4FC400F9-4DE2-8F42-8C2D-4150A26F3F2C}"/>
              </a:ext>
            </a:extLst>
          </p:cNvPr>
          <p:cNvGrpSpPr/>
          <p:nvPr/>
        </p:nvGrpSpPr>
        <p:grpSpPr>
          <a:xfrm>
            <a:off x="5118606" y="1363956"/>
            <a:ext cx="3444121" cy="390363"/>
            <a:chOff x="4652159" y="1363956"/>
            <a:chExt cx="3444121" cy="390363"/>
          </a:xfrm>
        </p:grpSpPr>
        <p:pic>
          <p:nvPicPr>
            <p:cNvPr id="28" name="Picture 27">
              <a:extLst>
                <a:ext uri="{FF2B5EF4-FFF2-40B4-BE49-F238E27FC236}">
                  <a16:creationId xmlns:a16="http://schemas.microsoft.com/office/drawing/2014/main" id="{35046831-DB71-A940-A48A-8B3192963463}"/>
                </a:ext>
              </a:extLst>
            </p:cNvPr>
            <p:cNvPicPr>
              <a:picLocks noChangeAspect="1"/>
            </p:cNvPicPr>
            <p:nvPr/>
          </p:nvPicPr>
          <p:blipFill>
            <a:blip r:embed="rId5">
              <a:lum bright="100000"/>
            </a:blip>
            <a:stretch>
              <a:fillRect/>
            </a:stretch>
          </p:blipFill>
          <p:spPr>
            <a:xfrm>
              <a:off x="4652159" y="1380274"/>
              <a:ext cx="355600" cy="302260"/>
            </a:xfrm>
            <a:prstGeom prst="rect">
              <a:avLst/>
            </a:prstGeom>
          </p:spPr>
        </p:pic>
        <p:sp>
          <p:nvSpPr>
            <p:cNvPr id="29" name="TextBox 28">
              <a:extLst>
                <a:ext uri="{FF2B5EF4-FFF2-40B4-BE49-F238E27FC236}">
                  <a16:creationId xmlns:a16="http://schemas.microsoft.com/office/drawing/2014/main" id="{426023ED-8DC0-D241-985A-9479E28D34EC}"/>
                </a:ext>
              </a:extLst>
            </p:cNvPr>
            <p:cNvSpPr txBox="1"/>
            <p:nvPr/>
          </p:nvSpPr>
          <p:spPr>
            <a:xfrm>
              <a:off x="4987587" y="1363956"/>
              <a:ext cx="3108693" cy="390363"/>
            </a:xfrm>
            <a:prstGeom prst="rect">
              <a:avLst/>
            </a:prstGeom>
            <a:noFill/>
          </p:spPr>
          <p:txBody>
            <a:bodyPr wrap="none" lIns="90000" rtlCol="0" anchor="t">
              <a:spAutoFit/>
            </a:bodyPr>
            <a:lstStyle/>
            <a:p>
              <a:pPr algn="l">
                <a:lnSpc>
                  <a:spcPct val="113000"/>
                </a:lnSpc>
              </a:pPr>
              <a:r>
                <a:rPr lang="en-US" noProof="0" dirty="0">
                  <a:solidFill>
                    <a:schemeClr val="bg1"/>
                  </a:solidFill>
                  <a:latin typeface="☞NOIR PRO MEDIUM" pitchFamily="2" charset="0"/>
                </a:rPr>
                <a:t>maintainability benchmark</a:t>
              </a:r>
            </a:p>
          </p:txBody>
        </p:sp>
      </p:grpSp>
      <p:grpSp>
        <p:nvGrpSpPr>
          <p:cNvPr id="30" name="Group 29">
            <a:extLst>
              <a:ext uri="{FF2B5EF4-FFF2-40B4-BE49-F238E27FC236}">
                <a16:creationId xmlns:a16="http://schemas.microsoft.com/office/drawing/2014/main" id="{7966B7EB-EB40-8F4F-BFE2-14F8A482C1E9}"/>
              </a:ext>
            </a:extLst>
          </p:cNvPr>
          <p:cNvGrpSpPr/>
          <p:nvPr/>
        </p:nvGrpSpPr>
        <p:grpSpPr>
          <a:xfrm>
            <a:off x="1894777" y="5911258"/>
            <a:ext cx="1800067" cy="289438"/>
            <a:chOff x="1894777" y="5954803"/>
            <a:chExt cx="1800067" cy="289438"/>
          </a:xfrm>
        </p:grpSpPr>
        <p:sp>
          <p:nvSpPr>
            <p:cNvPr id="31" name="Oval 30">
              <a:extLst>
                <a:ext uri="{FF2B5EF4-FFF2-40B4-BE49-F238E27FC236}">
                  <a16:creationId xmlns:a16="http://schemas.microsoft.com/office/drawing/2014/main" id="{2F1D2BB0-4FB7-FD48-9491-1CC2359747A2}"/>
                </a:ext>
              </a:extLst>
            </p:cNvPr>
            <p:cNvSpPr/>
            <p:nvPr/>
          </p:nvSpPr>
          <p:spPr>
            <a:xfrm>
              <a:off x="1894777" y="6061515"/>
              <a:ext cx="79513" cy="79513"/>
            </a:xfrm>
            <a:prstGeom prst="ellipse">
              <a:avLst/>
            </a:prstGeom>
            <a:solidFill>
              <a:schemeClr val="bg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2" name="TextBox 31">
              <a:extLst>
                <a:ext uri="{FF2B5EF4-FFF2-40B4-BE49-F238E27FC236}">
                  <a16:creationId xmlns:a16="http://schemas.microsoft.com/office/drawing/2014/main" id="{BBD5F066-D653-7244-8E79-CAE5026508C0}"/>
                </a:ext>
              </a:extLst>
            </p:cNvPr>
            <p:cNvSpPr txBox="1"/>
            <p:nvPr/>
          </p:nvSpPr>
          <p:spPr>
            <a:xfrm>
              <a:off x="1934534" y="5954803"/>
              <a:ext cx="1760310" cy="289438"/>
            </a:xfrm>
            <a:prstGeom prst="rect">
              <a:avLst/>
            </a:prstGeom>
            <a:noFill/>
          </p:spPr>
          <p:txBody>
            <a:bodyPr wrap="none" lIns="90000" rtlCol="0" anchor="t">
              <a:spAutoFit/>
            </a:bodyPr>
            <a:lstStyle/>
            <a:p>
              <a:pPr algn="l">
                <a:lnSpc>
                  <a:spcPct val="113000"/>
                </a:lnSpc>
              </a:pPr>
              <a:r>
                <a:rPr lang="en-US" sz="1200" noProof="0" dirty="0">
                  <a:solidFill>
                    <a:schemeClr val="bg1"/>
                  </a:solidFill>
                </a:rPr>
                <a:t>System in SIG benchmark</a:t>
              </a:r>
            </a:p>
          </p:txBody>
        </p:sp>
      </p:grpSp>
      <p:sp>
        <p:nvSpPr>
          <p:cNvPr id="5" name="Tijdelijke aanduiding voor voettekst 1">
            <a:extLst>
              <a:ext uri="{FF2B5EF4-FFF2-40B4-BE49-F238E27FC236}">
                <a16:creationId xmlns:a16="http://schemas.microsoft.com/office/drawing/2014/main" id="{8BBB7104-DB0E-37E3-6567-BE521D1AD431}"/>
              </a:ext>
            </a:extLst>
          </p:cNvPr>
          <p:cNvSpPr>
            <a:spLocks noGrp="1"/>
          </p:cNvSpPr>
          <p:nvPr>
            <p:ph type="ftr" sz="quarter" idx="14"/>
          </p:nvPr>
        </p:nvSpPr>
        <p:spPr>
          <a:xfrm>
            <a:off x="194555" y="6387115"/>
            <a:ext cx="1763922" cy="370422"/>
          </a:xfrm>
          <a:prstGeom prst="rect">
            <a:avLst/>
          </a:prstGeom>
        </p:spPr>
        <p:txBody>
          <a:bodyPr/>
          <a:lstStyle/>
          <a:p>
            <a:r>
              <a:rPr lang="nl-NL" dirty="0" err="1"/>
              <a:t>Generated</a:t>
            </a:r>
            <a:r>
              <a:rPr lang="nl-NL" dirty="0"/>
              <a:t> </a:t>
            </a:r>
            <a:r>
              <a:rPr lang="nl-NL" dirty="0" err="1"/>
              <a:t>with</a:t>
            </a:r>
            <a:r>
              <a:rPr lang="nl-NL" dirty="0"/>
              <a:t> Sigrid</a:t>
            </a:r>
          </a:p>
          <a:p>
            <a:r>
              <a:rPr lang="nl-NL" dirty="0" err="1"/>
              <a:t>for Reportgeneratordemo</a:t>
            </a:r>
          </a:p>
        </p:txBody>
      </p:sp>
    </p:spTree>
    <p:extLst>
      <p:ext uri="{BB962C8B-B14F-4D97-AF65-F5344CB8AC3E}">
        <p14:creationId xmlns:p14="http://schemas.microsoft.com/office/powerpoint/2010/main" val="729317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F4FC4-92FA-133B-51E6-15AF607B42D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DA83DCD-7C70-900D-43B4-CE96EF7B7F60}"/>
              </a:ext>
            </a:extLst>
          </p:cNvPr>
          <p:cNvSpPr>
            <a:spLocks noGrp="1"/>
          </p:cNvSpPr>
          <p:nvPr>
            <p:ph type="body" sz="quarter" idx="12"/>
          </p:nvPr>
        </p:nvSpPr>
        <p:spPr>
          <a:xfrm>
            <a:off x="381600" y="129568"/>
            <a:ext cx="3012217" cy="228209"/>
          </a:xfrm>
        </p:spPr>
        <p:txBody>
          <a:bodyPr/>
          <a:lstStyle/>
          <a:p>
            <a:r>
              <a:rPr lang="en-GB" dirty="0"/>
              <a:t>Portfolio trends – Maintainability</a:t>
            </a:r>
          </a:p>
        </p:txBody>
      </p:sp>
      <p:sp>
        <p:nvSpPr>
          <p:cNvPr id="5" name="Slide Number Placeholder 4">
            <a:extLst>
              <a:ext uri="{FF2B5EF4-FFF2-40B4-BE49-F238E27FC236}">
                <a16:creationId xmlns:a16="http://schemas.microsoft.com/office/drawing/2014/main" id="{83A13365-7513-F41E-A229-F5E501163035}"/>
              </a:ext>
            </a:extLst>
          </p:cNvPr>
          <p:cNvSpPr>
            <a:spLocks noGrp="1"/>
          </p:cNvSpPr>
          <p:nvPr>
            <p:ph type="sldNum" sz="quarter" idx="15"/>
          </p:nvPr>
        </p:nvSpPr>
        <p:spPr/>
        <p:txBody>
          <a:bodyPr/>
          <a:lstStyle/>
          <a:p>
            <a:fld id="{E242BD21-9B61-2246-BCB1-4BE5E1BEBE1C}" type="slidenum">
              <a:rPr lang="en-GB" smtClean="0"/>
              <a:pPr/>
              <a:t>13</a:t>
            </a:fld>
            <a:endParaRPr lang="en-GB" dirty="0"/>
          </a:p>
        </p:txBody>
      </p:sp>
      <p:sp>
        <p:nvSpPr>
          <p:cNvPr id="6" name="Title 5">
            <a:extLst>
              <a:ext uri="{FF2B5EF4-FFF2-40B4-BE49-F238E27FC236}">
                <a16:creationId xmlns:a16="http://schemas.microsoft.com/office/drawing/2014/main" id="{5213AD90-B853-FCBB-8AD0-E3ECB74413FB}"/>
              </a:ext>
            </a:extLst>
          </p:cNvPr>
          <p:cNvSpPr>
            <a:spLocks noGrp="1"/>
          </p:cNvSpPr>
          <p:nvPr>
            <p:ph type="title"/>
          </p:nvPr>
        </p:nvSpPr>
        <p:spPr>
          <a:xfrm>
            <a:off x="154800" y="594000"/>
            <a:ext cx="11880000" cy="402291"/>
          </a:xfrm>
        </p:spPr>
        <p:txBody>
          <a:bodyPr/>
          <a:lstStyle/>
          <a:p>
            <a:r>
              <a:rPr lang="en-GB" dirty="0"/>
              <a:t>Test-to-production code ratios of the portfolio on 8 March 2026</a:t>
            </a:r>
          </a:p>
        </p:txBody>
      </p:sp>
      <p:sp>
        <p:nvSpPr>
          <p:cNvPr id="10" name="TextBox 9">
            <a:extLst>
              <a:ext uri="{FF2B5EF4-FFF2-40B4-BE49-F238E27FC236}">
                <a16:creationId xmlns:a16="http://schemas.microsoft.com/office/drawing/2014/main" id="{A02D8A7E-FC89-374D-3928-733975E07F27}"/>
              </a:ext>
            </a:extLst>
          </p:cNvPr>
          <p:cNvSpPr txBox="1"/>
          <p:nvPr/>
        </p:nvSpPr>
        <p:spPr>
          <a:xfrm>
            <a:off x="3082464" y="5845729"/>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11" name="Group 10">
            <a:extLst>
              <a:ext uri="{FF2B5EF4-FFF2-40B4-BE49-F238E27FC236}">
                <a16:creationId xmlns:a16="http://schemas.microsoft.com/office/drawing/2014/main" id="{FF318A3D-4B01-E38F-0096-41FFF1B28944}"/>
              </a:ext>
            </a:extLst>
          </p:cNvPr>
          <p:cNvGrpSpPr/>
          <p:nvPr/>
        </p:nvGrpSpPr>
        <p:grpSpPr>
          <a:xfrm>
            <a:off x="694948" y="5908343"/>
            <a:ext cx="273482" cy="98617"/>
            <a:chOff x="586253" y="6116391"/>
            <a:chExt cx="273482" cy="98617"/>
          </a:xfrm>
        </p:grpSpPr>
        <p:sp>
          <p:nvSpPr>
            <p:cNvPr id="12" name="TextBox 11">
              <a:extLst>
                <a:ext uri="{FF2B5EF4-FFF2-40B4-BE49-F238E27FC236}">
                  <a16:creationId xmlns:a16="http://schemas.microsoft.com/office/drawing/2014/main" id="{4B1B111F-FBB9-EA13-F251-F40E05265B0A}"/>
                </a:ext>
              </a:extLst>
            </p:cNvPr>
            <p:cNvSpPr txBox="1"/>
            <p:nvPr/>
          </p:nvSpPr>
          <p:spPr>
            <a:xfrm>
              <a:off x="710655" y="6116391"/>
              <a:ext cx="14908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 1%</a:t>
              </a:r>
            </a:p>
          </p:txBody>
        </p:sp>
        <p:sp>
          <p:nvSpPr>
            <p:cNvPr id="13" name="Rounded Rectangle 12">
              <a:extLst>
                <a:ext uri="{FF2B5EF4-FFF2-40B4-BE49-F238E27FC236}">
                  <a16:creationId xmlns:a16="http://schemas.microsoft.com/office/drawing/2014/main" id="{87D12FC3-B3EE-A681-5D2C-4218A1C308E0}"/>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14" name="Group 13">
            <a:extLst>
              <a:ext uri="{FF2B5EF4-FFF2-40B4-BE49-F238E27FC236}">
                <a16:creationId xmlns:a16="http://schemas.microsoft.com/office/drawing/2014/main" id="{CEFB8AA5-C615-8F28-1025-70C65A980764}"/>
              </a:ext>
            </a:extLst>
          </p:cNvPr>
          <p:cNvGrpSpPr/>
          <p:nvPr/>
        </p:nvGrpSpPr>
        <p:grpSpPr>
          <a:xfrm>
            <a:off x="1060651" y="5908343"/>
            <a:ext cx="408134" cy="98617"/>
            <a:chOff x="961765" y="6117353"/>
            <a:chExt cx="408134" cy="98617"/>
          </a:xfrm>
        </p:grpSpPr>
        <p:sp>
          <p:nvSpPr>
            <p:cNvPr id="15" name="TextBox 14">
              <a:extLst>
                <a:ext uri="{FF2B5EF4-FFF2-40B4-BE49-F238E27FC236}">
                  <a16:creationId xmlns:a16="http://schemas.microsoft.com/office/drawing/2014/main" id="{587C06F8-9044-79E7-C86A-2D8041876F85}"/>
                </a:ext>
              </a:extLst>
            </p:cNvPr>
            <p:cNvSpPr txBox="1"/>
            <p:nvPr/>
          </p:nvSpPr>
          <p:spPr>
            <a:xfrm>
              <a:off x="1086167" y="6117353"/>
              <a:ext cx="283732"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- 15%</a:t>
              </a:r>
            </a:p>
          </p:txBody>
        </p:sp>
        <p:sp>
          <p:nvSpPr>
            <p:cNvPr id="16" name="Rounded Rectangle 15">
              <a:extLst>
                <a:ext uri="{FF2B5EF4-FFF2-40B4-BE49-F238E27FC236}">
                  <a16:creationId xmlns:a16="http://schemas.microsoft.com/office/drawing/2014/main" id="{2887F516-DD39-62A6-32D1-0B6374265003}"/>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17" name="Group 16">
            <a:extLst>
              <a:ext uri="{FF2B5EF4-FFF2-40B4-BE49-F238E27FC236}">
                <a16:creationId xmlns:a16="http://schemas.microsoft.com/office/drawing/2014/main" id="{8CD6264C-A1FC-6A59-5FF0-B02177854F9D}"/>
              </a:ext>
            </a:extLst>
          </p:cNvPr>
          <p:cNvGrpSpPr/>
          <p:nvPr/>
        </p:nvGrpSpPr>
        <p:grpSpPr>
          <a:xfrm>
            <a:off x="1561006" y="5908343"/>
            <a:ext cx="446606" cy="98617"/>
            <a:chOff x="1114165" y="6269753"/>
            <a:chExt cx="446606" cy="98617"/>
          </a:xfrm>
        </p:grpSpPr>
        <p:sp>
          <p:nvSpPr>
            <p:cNvPr id="18" name="TextBox 17">
              <a:extLst>
                <a:ext uri="{FF2B5EF4-FFF2-40B4-BE49-F238E27FC236}">
                  <a16:creationId xmlns:a16="http://schemas.microsoft.com/office/drawing/2014/main" id="{67767932-53B3-03DB-2C57-283ECA8F4412}"/>
                </a:ext>
              </a:extLst>
            </p:cNvPr>
            <p:cNvSpPr txBox="1"/>
            <p:nvPr/>
          </p:nvSpPr>
          <p:spPr>
            <a:xfrm>
              <a:off x="1238567" y="6269753"/>
              <a:ext cx="322204"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15% - 50%</a:t>
              </a:r>
            </a:p>
          </p:txBody>
        </p:sp>
        <p:sp>
          <p:nvSpPr>
            <p:cNvPr id="19" name="Rounded Rectangle 18">
              <a:extLst>
                <a:ext uri="{FF2B5EF4-FFF2-40B4-BE49-F238E27FC236}">
                  <a16:creationId xmlns:a16="http://schemas.microsoft.com/office/drawing/2014/main" id="{DB5BF329-CA8A-DA0E-3BAF-54E577023425}"/>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20" name="Group 19">
            <a:extLst>
              <a:ext uri="{FF2B5EF4-FFF2-40B4-BE49-F238E27FC236}">
                <a16:creationId xmlns:a16="http://schemas.microsoft.com/office/drawing/2014/main" id="{6039F19E-79AC-7455-2D15-72A0F595FFC9}"/>
              </a:ext>
            </a:extLst>
          </p:cNvPr>
          <p:cNvGrpSpPr/>
          <p:nvPr/>
        </p:nvGrpSpPr>
        <p:grpSpPr>
          <a:xfrm>
            <a:off x="2099833" y="5908343"/>
            <a:ext cx="485078" cy="98617"/>
            <a:chOff x="1114165" y="6269753"/>
            <a:chExt cx="485078" cy="98617"/>
          </a:xfrm>
        </p:grpSpPr>
        <p:sp>
          <p:nvSpPr>
            <p:cNvPr id="21" name="TextBox 20">
              <a:extLst>
                <a:ext uri="{FF2B5EF4-FFF2-40B4-BE49-F238E27FC236}">
                  <a16:creationId xmlns:a16="http://schemas.microsoft.com/office/drawing/2014/main" id="{D60A24F1-37A5-9F07-855B-7E46A52C102C}"/>
                </a:ext>
              </a:extLst>
            </p:cNvPr>
            <p:cNvSpPr txBox="1"/>
            <p:nvPr/>
          </p:nvSpPr>
          <p:spPr>
            <a:xfrm>
              <a:off x="1238567" y="6269753"/>
              <a:ext cx="360676"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50% - 150%</a:t>
              </a:r>
            </a:p>
          </p:txBody>
        </p:sp>
        <p:sp>
          <p:nvSpPr>
            <p:cNvPr id="22" name="Rounded Rectangle 21">
              <a:extLst>
                <a:ext uri="{FF2B5EF4-FFF2-40B4-BE49-F238E27FC236}">
                  <a16:creationId xmlns:a16="http://schemas.microsoft.com/office/drawing/2014/main" id="{15CD8E8A-19FB-CC94-9D8A-28911D70680C}"/>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23" name="Group 22">
            <a:extLst>
              <a:ext uri="{FF2B5EF4-FFF2-40B4-BE49-F238E27FC236}">
                <a16:creationId xmlns:a16="http://schemas.microsoft.com/office/drawing/2014/main" id="{423AD9C7-8D68-456A-B040-0C3083E160F6}"/>
              </a:ext>
            </a:extLst>
          </p:cNvPr>
          <p:cNvGrpSpPr/>
          <p:nvPr/>
        </p:nvGrpSpPr>
        <p:grpSpPr>
          <a:xfrm>
            <a:off x="2677130" y="5908343"/>
            <a:ext cx="350426" cy="98617"/>
            <a:chOff x="1114165" y="6269753"/>
            <a:chExt cx="350426" cy="98617"/>
          </a:xfrm>
        </p:grpSpPr>
        <p:sp>
          <p:nvSpPr>
            <p:cNvPr id="24" name="TextBox 23">
              <a:extLst>
                <a:ext uri="{FF2B5EF4-FFF2-40B4-BE49-F238E27FC236}">
                  <a16:creationId xmlns:a16="http://schemas.microsoft.com/office/drawing/2014/main" id="{98D2D40F-86C4-A805-5564-B535E1BDEA47}"/>
                </a:ext>
              </a:extLst>
            </p:cNvPr>
            <p:cNvSpPr txBox="1"/>
            <p:nvPr/>
          </p:nvSpPr>
          <p:spPr>
            <a:xfrm>
              <a:off x="1238567" y="6269753"/>
              <a:ext cx="226024"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&gt; 150%</a:t>
              </a:r>
            </a:p>
          </p:txBody>
        </p:sp>
        <p:sp>
          <p:nvSpPr>
            <p:cNvPr id="25" name="Rounded Rectangle 24">
              <a:extLst>
                <a:ext uri="{FF2B5EF4-FFF2-40B4-BE49-F238E27FC236}">
                  <a16:creationId xmlns:a16="http://schemas.microsoft.com/office/drawing/2014/main" id="{7001D75D-95FB-3C51-F392-A5E177860A13}"/>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pic>
        <p:nvPicPr>
          <p:cNvPr id="3" name="Graphic 2">
            <a:extLst>
              <a:ext uri="{FF2B5EF4-FFF2-40B4-BE49-F238E27FC236}">
                <a16:creationId xmlns:a16="http://schemas.microsoft.com/office/drawing/2014/main" id="{A5EBD51A-EAC9-1AE9-F142-54EBB16F3DF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7565" y="5907042"/>
            <a:ext cx="371130" cy="206558"/>
          </a:xfrm>
          <a:prstGeom prst="rect">
            <a:avLst/>
          </a:prstGeom>
        </p:spPr>
      </p:pic>
      <p:sp>
        <p:nvSpPr>
          <p:cNvPr id="43" name="Content Placeholder 2">
            <a:extLst>
              <a:ext uri="{FF2B5EF4-FFF2-40B4-BE49-F238E27FC236}">
                <a16:creationId xmlns:a16="http://schemas.microsoft.com/office/drawing/2014/main" id="{35EE8E18-8776-00A3-9C94-97989DFBACF8}"/>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GB" sz="1550" dirty="0"/>
              <a:t>25% systems have a test code ratio of &lt; 50%.</a:t>
            </a:r>
          </a:p>
          <a:p>
            <a:pPr indent="-283845"/>
            <a:r>
              <a:rPr lang="en-GB" sz="1550" dirty="0"/>
              <a:t>42% of systems have a test code ratio between 50% and 100%.</a:t>
            </a:r>
          </a:p>
          <a:p>
            <a:pPr indent="-283845"/>
            <a:r>
              <a:rPr lang="en-GB" sz="1550" dirty="0"/>
              <a:t>33% of systems have a test code ratio ≥ 100%</a:t>
            </a:r>
          </a:p>
        </p:txBody>
      </p:sp>
      <p:sp>
        <p:nvSpPr>
          <p:cNvPr id="4" name="Footer Placeholder 5">
            <a:extLst>
              <a:ext uri="{FF2B5EF4-FFF2-40B4-BE49-F238E27FC236}">
                <a16:creationId xmlns:a16="http://schemas.microsoft.com/office/drawing/2014/main" id="{0476B414-9DA5-568A-1156-7476C19E0ADD}"/>
              </a:ext>
            </a:extLst>
          </p:cNvPr>
          <p:cNvSpPr>
            <a:spLocks noGrp="1"/>
          </p:cNvSpPr>
          <p:nvPr>
            <p:ph type="ftr" sz="quarter" idx="3"/>
          </p:nvPr>
        </p:nvSpPr>
        <p:spPr>
          <a:xfrm>
            <a:off x="194555" y="6383072"/>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 Reportgeneratordemo</a:t>
            </a:r>
          </a:p>
        </p:txBody>
      </p:sp>
      <p:pic>
        <p:nvPicPr>
          <p:cNvPr id="47" name="Picture 46" descr="image.png"/>
          <p:cNvPicPr>
            <a:picLocks noChangeAspect="1"/>
          </p:cNvPicPr>
          <p:nvPr/>
        </p:nvPicPr>
        <p:blipFill>
          <a:blip r:embed="rId3"/>
          <a:stretch>
            <a:fillRect/>
          </a:stretch>
        </p:blipFill>
        <p:spPr>
          <a:xfrm>
            <a:off x="661616" y="2961823"/>
            <a:ext cx="10867079" cy="2905513"/>
          </a:xfrm>
          <a:prstGeom prst="rect">
            <a:avLst/>
          </a:prstGeom>
        </p:spPr>
      </p:pic>
    </p:spTree>
    <p:extLst>
      <p:ext uri="{BB962C8B-B14F-4D97-AF65-F5344CB8AC3E}">
        <p14:creationId xmlns:p14="http://schemas.microsoft.com/office/powerpoint/2010/main" val="29764648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5603A22-6C87-6123-7889-47059E7B5158}"/>
              </a:ext>
            </a:extLst>
          </p:cNvPr>
          <p:cNvSpPr>
            <a:spLocks noGrp="1"/>
          </p:cNvSpPr>
          <p:nvPr>
            <p:ph type="body" sz="quarter" idx="12"/>
          </p:nvPr>
        </p:nvSpPr>
        <p:spPr>
          <a:xfrm>
            <a:off x="381600" y="129568"/>
            <a:ext cx="2759263" cy="228209"/>
          </a:xfrm>
        </p:spPr>
        <p:txBody>
          <a:bodyPr/>
          <a:lstStyle/>
          <a:p>
            <a:r>
              <a:rPr lang="en-GB" dirty="0"/>
              <a:t>Portfolio trends – Architecture</a:t>
            </a:r>
          </a:p>
        </p:txBody>
      </p:sp>
      <p:sp>
        <p:nvSpPr>
          <p:cNvPr id="5" name="Slide Number Placeholder 4">
            <a:extLst>
              <a:ext uri="{FF2B5EF4-FFF2-40B4-BE49-F238E27FC236}">
                <a16:creationId xmlns:a16="http://schemas.microsoft.com/office/drawing/2014/main" id="{161BB1EC-B729-EEEB-51CD-99A133FF216E}"/>
              </a:ext>
            </a:extLst>
          </p:cNvPr>
          <p:cNvSpPr>
            <a:spLocks noGrp="1"/>
          </p:cNvSpPr>
          <p:nvPr>
            <p:ph type="sldNum" sz="quarter" idx="15"/>
          </p:nvPr>
        </p:nvSpPr>
        <p:spPr/>
        <p:txBody>
          <a:bodyPr/>
          <a:lstStyle/>
          <a:p>
            <a:fld id="{E242BD21-9B61-2246-BCB1-4BE5E1BEBE1C}" type="slidenum">
              <a:rPr lang="en-GB" smtClean="0"/>
              <a:pPr/>
              <a:t>14</a:t>
            </a:fld>
            <a:endParaRPr lang="en-GB" dirty="0"/>
          </a:p>
        </p:txBody>
      </p:sp>
      <p:sp>
        <p:nvSpPr>
          <p:cNvPr id="6" name="Title 5">
            <a:extLst>
              <a:ext uri="{FF2B5EF4-FFF2-40B4-BE49-F238E27FC236}">
                <a16:creationId xmlns:a16="http://schemas.microsoft.com/office/drawing/2014/main" id="{43CDDECE-07F9-831D-887E-96F18B22268F}"/>
              </a:ext>
            </a:extLst>
          </p:cNvPr>
          <p:cNvSpPr>
            <a:spLocks noGrp="1"/>
          </p:cNvSpPr>
          <p:nvPr>
            <p:ph type="title"/>
          </p:nvPr>
        </p:nvSpPr>
        <p:spPr>
          <a:xfrm>
            <a:off x="154800" y="594000"/>
            <a:ext cx="11880000" cy="402291"/>
          </a:xfrm>
        </p:spPr>
        <p:txBody>
          <a:bodyPr/>
          <a:lstStyle/>
          <a:p>
            <a:r>
              <a:rPr lang="en-GB" dirty="0"/>
              <a:t>Architecture ratings of the portfolio on 8 March 2026</a:t>
            </a:r>
          </a:p>
        </p:txBody>
      </p:sp>
      <p:pic>
        <p:nvPicPr>
          <p:cNvPr id="3" name="Graphic 2">
            <a:extLst>
              <a:ext uri="{FF2B5EF4-FFF2-40B4-BE49-F238E27FC236}">
                <a16:creationId xmlns:a16="http://schemas.microsoft.com/office/drawing/2014/main" id="{7D60EA92-5FAE-DB20-C878-9397C39C845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7565" y="5907042"/>
            <a:ext cx="371130" cy="206558"/>
          </a:xfrm>
          <a:prstGeom prst="rect">
            <a:avLst/>
          </a:prstGeom>
        </p:spPr>
      </p:pic>
      <p:sp>
        <p:nvSpPr>
          <p:cNvPr id="27" name="TextBox 26">
            <a:extLst>
              <a:ext uri="{FF2B5EF4-FFF2-40B4-BE49-F238E27FC236}">
                <a16:creationId xmlns:a16="http://schemas.microsoft.com/office/drawing/2014/main" id="{F22578C5-779F-2DE7-941C-EA21148CF77F}"/>
              </a:ext>
            </a:extLst>
          </p:cNvPr>
          <p:cNvSpPr txBox="1"/>
          <p:nvPr/>
        </p:nvSpPr>
        <p:spPr>
          <a:xfrm>
            <a:off x="2817202" y="5844428"/>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28" name="Group 27">
            <a:extLst>
              <a:ext uri="{FF2B5EF4-FFF2-40B4-BE49-F238E27FC236}">
                <a16:creationId xmlns:a16="http://schemas.microsoft.com/office/drawing/2014/main" id="{BCA2F3EE-ED58-8890-B4BF-4E9E9399E1CC}"/>
              </a:ext>
            </a:extLst>
          </p:cNvPr>
          <p:cNvGrpSpPr/>
          <p:nvPr/>
        </p:nvGrpSpPr>
        <p:grpSpPr>
          <a:xfrm>
            <a:off x="690538" y="5907042"/>
            <a:ext cx="300732" cy="98617"/>
            <a:chOff x="586253" y="6116391"/>
            <a:chExt cx="300732" cy="98617"/>
          </a:xfrm>
        </p:grpSpPr>
        <p:sp>
          <p:nvSpPr>
            <p:cNvPr id="29" name="TextBox 28">
              <a:extLst>
                <a:ext uri="{FF2B5EF4-FFF2-40B4-BE49-F238E27FC236}">
                  <a16:creationId xmlns:a16="http://schemas.microsoft.com/office/drawing/2014/main" id="{D7D72A90-1A63-5E0F-8B76-76CF390D2210}"/>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star</a:t>
              </a:r>
            </a:p>
          </p:txBody>
        </p:sp>
        <p:sp>
          <p:nvSpPr>
            <p:cNvPr id="30" name="Rounded Rectangle 29">
              <a:extLst>
                <a:ext uri="{FF2B5EF4-FFF2-40B4-BE49-F238E27FC236}">
                  <a16:creationId xmlns:a16="http://schemas.microsoft.com/office/drawing/2014/main" id="{6617A234-0C3B-1517-E133-7B2E2BCA1FAD}"/>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1" name="Group 30">
            <a:extLst>
              <a:ext uri="{FF2B5EF4-FFF2-40B4-BE49-F238E27FC236}">
                <a16:creationId xmlns:a16="http://schemas.microsoft.com/office/drawing/2014/main" id="{F2C97830-5D0A-7C61-5790-8AE0D6258402}"/>
              </a:ext>
            </a:extLst>
          </p:cNvPr>
          <p:cNvGrpSpPr/>
          <p:nvPr/>
        </p:nvGrpSpPr>
        <p:grpSpPr>
          <a:xfrm>
            <a:off x="1107915" y="5907042"/>
            <a:ext cx="331190" cy="98617"/>
            <a:chOff x="961765" y="6117353"/>
            <a:chExt cx="331190" cy="98617"/>
          </a:xfrm>
        </p:grpSpPr>
        <p:sp>
          <p:nvSpPr>
            <p:cNvPr id="32" name="TextBox 31">
              <a:extLst>
                <a:ext uri="{FF2B5EF4-FFF2-40B4-BE49-F238E27FC236}">
                  <a16:creationId xmlns:a16="http://schemas.microsoft.com/office/drawing/2014/main" id="{B61F050E-BC5D-A674-AE97-CDA4545FA315}"/>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2 stars</a:t>
              </a:r>
            </a:p>
          </p:txBody>
        </p:sp>
        <p:sp>
          <p:nvSpPr>
            <p:cNvPr id="33" name="Rounded Rectangle 32">
              <a:extLst>
                <a:ext uri="{FF2B5EF4-FFF2-40B4-BE49-F238E27FC236}">
                  <a16:creationId xmlns:a16="http://schemas.microsoft.com/office/drawing/2014/main" id="{84B1977E-A39B-88F7-3A2F-1EB3EBC876F7}"/>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4" name="Group 33">
            <a:extLst>
              <a:ext uri="{FF2B5EF4-FFF2-40B4-BE49-F238E27FC236}">
                <a16:creationId xmlns:a16="http://schemas.microsoft.com/office/drawing/2014/main" id="{64A3F2BC-D11A-47C0-2D59-EDE88F571DA8}"/>
              </a:ext>
            </a:extLst>
          </p:cNvPr>
          <p:cNvGrpSpPr/>
          <p:nvPr/>
        </p:nvGrpSpPr>
        <p:grpSpPr>
          <a:xfrm>
            <a:off x="1555751" y="5907042"/>
            <a:ext cx="331190" cy="98617"/>
            <a:chOff x="1114165" y="6269753"/>
            <a:chExt cx="331190" cy="98617"/>
          </a:xfrm>
        </p:grpSpPr>
        <p:sp>
          <p:nvSpPr>
            <p:cNvPr id="35" name="TextBox 34">
              <a:extLst>
                <a:ext uri="{FF2B5EF4-FFF2-40B4-BE49-F238E27FC236}">
                  <a16:creationId xmlns:a16="http://schemas.microsoft.com/office/drawing/2014/main" id="{53250C71-B11A-F676-5B3D-04096307F859}"/>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3 stars</a:t>
              </a:r>
            </a:p>
          </p:txBody>
        </p:sp>
        <p:sp>
          <p:nvSpPr>
            <p:cNvPr id="36" name="Rounded Rectangle 35">
              <a:extLst>
                <a:ext uri="{FF2B5EF4-FFF2-40B4-BE49-F238E27FC236}">
                  <a16:creationId xmlns:a16="http://schemas.microsoft.com/office/drawing/2014/main" id="{49EF1191-C257-976C-29AA-F1DA1D22A946}"/>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7" name="Group 36">
            <a:extLst>
              <a:ext uri="{FF2B5EF4-FFF2-40B4-BE49-F238E27FC236}">
                <a16:creationId xmlns:a16="http://schemas.microsoft.com/office/drawing/2014/main" id="{FDA318A0-FABA-EB5B-A4DE-ADB204F5D0F5}"/>
              </a:ext>
            </a:extLst>
          </p:cNvPr>
          <p:cNvGrpSpPr/>
          <p:nvPr/>
        </p:nvGrpSpPr>
        <p:grpSpPr>
          <a:xfrm>
            <a:off x="2003587" y="5907042"/>
            <a:ext cx="331190" cy="98617"/>
            <a:chOff x="1114165" y="6269753"/>
            <a:chExt cx="331190" cy="98617"/>
          </a:xfrm>
        </p:grpSpPr>
        <p:sp>
          <p:nvSpPr>
            <p:cNvPr id="38" name="TextBox 37">
              <a:extLst>
                <a:ext uri="{FF2B5EF4-FFF2-40B4-BE49-F238E27FC236}">
                  <a16:creationId xmlns:a16="http://schemas.microsoft.com/office/drawing/2014/main" id="{3F9D8162-537B-F3FD-4C5A-B95C9B9B31FB}"/>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4 stars</a:t>
              </a:r>
            </a:p>
          </p:txBody>
        </p:sp>
        <p:sp>
          <p:nvSpPr>
            <p:cNvPr id="39" name="Rounded Rectangle 38">
              <a:extLst>
                <a:ext uri="{FF2B5EF4-FFF2-40B4-BE49-F238E27FC236}">
                  <a16:creationId xmlns:a16="http://schemas.microsoft.com/office/drawing/2014/main" id="{96550F1B-DABE-4321-E085-10DEBDFB3F0C}"/>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40" name="Group 39">
            <a:extLst>
              <a:ext uri="{FF2B5EF4-FFF2-40B4-BE49-F238E27FC236}">
                <a16:creationId xmlns:a16="http://schemas.microsoft.com/office/drawing/2014/main" id="{8782E435-697F-C57C-1530-5C1E6B98227E}"/>
              </a:ext>
            </a:extLst>
          </p:cNvPr>
          <p:cNvGrpSpPr/>
          <p:nvPr/>
        </p:nvGrpSpPr>
        <p:grpSpPr>
          <a:xfrm>
            <a:off x="2451422" y="5907042"/>
            <a:ext cx="331190" cy="98617"/>
            <a:chOff x="1114165" y="6269753"/>
            <a:chExt cx="331190" cy="98617"/>
          </a:xfrm>
        </p:grpSpPr>
        <p:sp>
          <p:nvSpPr>
            <p:cNvPr id="41" name="TextBox 40">
              <a:extLst>
                <a:ext uri="{FF2B5EF4-FFF2-40B4-BE49-F238E27FC236}">
                  <a16:creationId xmlns:a16="http://schemas.microsoft.com/office/drawing/2014/main" id="{1EE8F693-BD9E-2048-F83B-CAC471F85DB7}"/>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 stars</a:t>
              </a:r>
            </a:p>
          </p:txBody>
        </p:sp>
        <p:sp>
          <p:nvSpPr>
            <p:cNvPr id="42" name="Rounded Rectangle 41">
              <a:extLst>
                <a:ext uri="{FF2B5EF4-FFF2-40B4-BE49-F238E27FC236}">
                  <a16:creationId xmlns:a16="http://schemas.microsoft.com/office/drawing/2014/main" id="{F93E0B17-8795-E431-6602-6FD9737C9271}"/>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sp>
        <p:nvSpPr>
          <p:cNvPr id="43" name="Content Placeholder 2">
            <a:extLst>
              <a:ext uri="{FF2B5EF4-FFF2-40B4-BE49-F238E27FC236}">
                <a16:creationId xmlns:a16="http://schemas.microsoft.com/office/drawing/2014/main" id="{2718E80B-E45D-BD72-6536-AB0C481281BD}"/>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dirty="0"/>
              <a:t>The average Architecture Quality rating for the portfolio is 2.6</a:t>
            </a:r>
            <a:r>
              <a:rPr lang="en-US" sz="100" dirty="0"/>
              <a:t> </a:t>
            </a:r>
            <a:r>
              <a:rPr lang="en-US" dirty="0"/>
              <a:t>★.</a:t>
            </a:r>
          </a:p>
          <a:p>
            <a:pPr indent="-283845"/>
            <a:r>
              <a:rPr lang="en-US" dirty="0"/>
              <a:t>33% of systems score above market average for Architecture Quality (≥3.5★).</a:t>
            </a:r>
          </a:p>
          <a:p>
            <a:pPr indent="-283845"/>
            <a:r>
              <a:rPr lang="en-US" dirty="0"/>
              <a:t>33% of systems score market average for Architecture Quality (3★).</a:t>
            </a:r>
          </a:p>
          <a:p>
            <a:pPr indent="-283845"/>
            <a:r>
              <a:rPr lang="en-US" dirty="0"/>
              <a:t>33% of systems score below market average for Architecture Quality (≤2.5★).</a:t>
            </a:r>
          </a:p>
        </p:txBody>
      </p:sp>
      <p:sp>
        <p:nvSpPr>
          <p:cNvPr id="4" name="Footer Placeholder 5">
            <a:extLst>
              <a:ext uri="{FF2B5EF4-FFF2-40B4-BE49-F238E27FC236}">
                <a16:creationId xmlns:a16="http://schemas.microsoft.com/office/drawing/2014/main" id="{0A35FFDE-258C-B923-8BFA-686A042F4E14}"/>
              </a:ext>
            </a:extLst>
          </p:cNvPr>
          <p:cNvSpPr>
            <a:spLocks noGrp="1"/>
          </p:cNvSpPr>
          <p:nvPr>
            <p:ph type="ftr" sz="quarter" idx="3"/>
          </p:nvPr>
        </p:nvSpPr>
        <p:spPr>
          <a:xfrm>
            <a:off x="194555" y="6383072"/>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 Reportgeneratordemo</a:t>
            </a:r>
          </a:p>
        </p:txBody>
      </p:sp>
      <p:pic>
        <p:nvPicPr>
          <p:cNvPr id="45" name="Picture 44" descr="image.png"/>
          <p:cNvPicPr>
            <a:picLocks noChangeAspect="1"/>
          </p:cNvPicPr>
          <p:nvPr/>
        </p:nvPicPr>
        <p:blipFill>
          <a:blip r:embed="rId3"/>
          <a:stretch>
            <a:fillRect/>
          </a:stretch>
        </p:blipFill>
        <p:spPr>
          <a:xfrm>
            <a:off x="661616" y="2961823"/>
            <a:ext cx="10867079" cy="2905513"/>
          </a:xfrm>
          <a:prstGeom prst="rect">
            <a:avLst/>
          </a:prstGeom>
        </p:spPr>
      </p:pic>
    </p:spTree>
    <p:extLst>
      <p:ext uri="{BB962C8B-B14F-4D97-AF65-F5344CB8AC3E}">
        <p14:creationId xmlns:p14="http://schemas.microsoft.com/office/powerpoint/2010/main" val="14838696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8B07B4F-D7B8-1CEF-56A5-C9C18FBFD145}"/>
              </a:ext>
            </a:extLst>
          </p:cNvPr>
          <p:cNvSpPr>
            <a:spLocks noGrp="1"/>
          </p:cNvSpPr>
          <p:nvPr>
            <p:ph type="body" sz="quarter" idx="12"/>
          </p:nvPr>
        </p:nvSpPr>
        <p:spPr>
          <a:xfrm>
            <a:off x="381600" y="129568"/>
            <a:ext cx="3265171" cy="228209"/>
          </a:xfrm>
        </p:spPr>
        <p:txBody>
          <a:bodyPr/>
          <a:lstStyle/>
          <a:p>
            <a:r>
              <a:rPr lang="en-GB" dirty="0"/>
              <a:t>Portfolio trends – Open-Source Health</a:t>
            </a:r>
          </a:p>
        </p:txBody>
      </p:sp>
      <p:sp>
        <p:nvSpPr>
          <p:cNvPr id="5" name="Slide Number Placeholder 4">
            <a:extLst>
              <a:ext uri="{FF2B5EF4-FFF2-40B4-BE49-F238E27FC236}">
                <a16:creationId xmlns:a16="http://schemas.microsoft.com/office/drawing/2014/main" id="{B6546EA6-114E-BE00-9088-0FF2F348135B}"/>
              </a:ext>
            </a:extLst>
          </p:cNvPr>
          <p:cNvSpPr>
            <a:spLocks noGrp="1"/>
          </p:cNvSpPr>
          <p:nvPr>
            <p:ph type="sldNum" sz="quarter" idx="15"/>
          </p:nvPr>
        </p:nvSpPr>
        <p:spPr/>
        <p:txBody>
          <a:bodyPr/>
          <a:lstStyle/>
          <a:p>
            <a:fld id="{E242BD21-9B61-2246-BCB1-4BE5E1BEBE1C}" type="slidenum">
              <a:rPr lang="en-GB" smtClean="0"/>
              <a:pPr/>
              <a:t>15</a:t>
            </a:fld>
            <a:endParaRPr lang="en-GB" dirty="0"/>
          </a:p>
        </p:txBody>
      </p:sp>
      <p:sp>
        <p:nvSpPr>
          <p:cNvPr id="6" name="Title 5">
            <a:extLst>
              <a:ext uri="{FF2B5EF4-FFF2-40B4-BE49-F238E27FC236}">
                <a16:creationId xmlns:a16="http://schemas.microsoft.com/office/drawing/2014/main" id="{3DDFBC53-E0F3-50EC-6D67-B2815BC99A86}"/>
              </a:ext>
            </a:extLst>
          </p:cNvPr>
          <p:cNvSpPr>
            <a:spLocks noGrp="1"/>
          </p:cNvSpPr>
          <p:nvPr>
            <p:ph type="title"/>
          </p:nvPr>
        </p:nvSpPr>
        <p:spPr>
          <a:xfrm>
            <a:off x="154800" y="594000"/>
            <a:ext cx="11880000" cy="402291"/>
          </a:xfrm>
        </p:spPr>
        <p:txBody>
          <a:bodyPr/>
          <a:lstStyle/>
          <a:p>
            <a:r>
              <a:rPr lang="en-GB" dirty="0"/>
              <a:t>Open-source health ratings of the portfolio on 8 March 2026</a:t>
            </a:r>
          </a:p>
        </p:txBody>
      </p:sp>
      <p:pic>
        <p:nvPicPr>
          <p:cNvPr id="3" name="Graphic 2">
            <a:extLst>
              <a:ext uri="{FF2B5EF4-FFF2-40B4-BE49-F238E27FC236}">
                <a16:creationId xmlns:a16="http://schemas.microsoft.com/office/drawing/2014/main" id="{6053C8FF-A309-9635-AB10-3E7965715D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7565" y="5907042"/>
            <a:ext cx="371130" cy="206558"/>
          </a:xfrm>
          <a:prstGeom prst="rect">
            <a:avLst/>
          </a:prstGeom>
        </p:spPr>
      </p:pic>
      <p:sp>
        <p:nvSpPr>
          <p:cNvPr id="27" name="TextBox 26">
            <a:extLst>
              <a:ext uri="{FF2B5EF4-FFF2-40B4-BE49-F238E27FC236}">
                <a16:creationId xmlns:a16="http://schemas.microsoft.com/office/drawing/2014/main" id="{15E0572C-1734-61F0-856F-5E79E547DCB7}"/>
              </a:ext>
            </a:extLst>
          </p:cNvPr>
          <p:cNvSpPr txBox="1"/>
          <p:nvPr/>
        </p:nvSpPr>
        <p:spPr>
          <a:xfrm>
            <a:off x="2817202" y="5844428"/>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28" name="Group 27">
            <a:extLst>
              <a:ext uri="{FF2B5EF4-FFF2-40B4-BE49-F238E27FC236}">
                <a16:creationId xmlns:a16="http://schemas.microsoft.com/office/drawing/2014/main" id="{D988E0B2-1D87-C999-BC6A-C9E400EA29C4}"/>
              </a:ext>
            </a:extLst>
          </p:cNvPr>
          <p:cNvGrpSpPr/>
          <p:nvPr/>
        </p:nvGrpSpPr>
        <p:grpSpPr>
          <a:xfrm>
            <a:off x="690538" y="5907042"/>
            <a:ext cx="300732" cy="98617"/>
            <a:chOff x="586253" y="6116391"/>
            <a:chExt cx="300732" cy="98617"/>
          </a:xfrm>
        </p:grpSpPr>
        <p:sp>
          <p:nvSpPr>
            <p:cNvPr id="29" name="TextBox 28">
              <a:extLst>
                <a:ext uri="{FF2B5EF4-FFF2-40B4-BE49-F238E27FC236}">
                  <a16:creationId xmlns:a16="http://schemas.microsoft.com/office/drawing/2014/main" id="{2C7A6F15-7EE4-41DA-71F3-F8B932ABCB9E}"/>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star</a:t>
              </a:r>
            </a:p>
          </p:txBody>
        </p:sp>
        <p:sp>
          <p:nvSpPr>
            <p:cNvPr id="30" name="Rounded Rectangle 29">
              <a:extLst>
                <a:ext uri="{FF2B5EF4-FFF2-40B4-BE49-F238E27FC236}">
                  <a16:creationId xmlns:a16="http://schemas.microsoft.com/office/drawing/2014/main" id="{3C5FB1D3-CA1E-3CEF-9DCB-A533BD67512F}"/>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1" name="Group 30">
            <a:extLst>
              <a:ext uri="{FF2B5EF4-FFF2-40B4-BE49-F238E27FC236}">
                <a16:creationId xmlns:a16="http://schemas.microsoft.com/office/drawing/2014/main" id="{678352C9-05CD-024F-9FC8-A43B06C5296F}"/>
              </a:ext>
            </a:extLst>
          </p:cNvPr>
          <p:cNvGrpSpPr/>
          <p:nvPr/>
        </p:nvGrpSpPr>
        <p:grpSpPr>
          <a:xfrm>
            <a:off x="1107915" y="5907042"/>
            <a:ext cx="331190" cy="98617"/>
            <a:chOff x="961765" y="6117353"/>
            <a:chExt cx="331190" cy="98617"/>
          </a:xfrm>
        </p:grpSpPr>
        <p:sp>
          <p:nvSpPr>
            <p:cNvPr id="32" name="TextBox 31">
              <a:extLst>
                <a:ext uri="{FF2B5EF4-FFF2-40B4-BE49-F238E27FC236}">
                  <a16:creationId xmlns:a16="http://schemas.microsoft.com/office/drawing/2014/main" id="{D80ACC94-4A3B-E4A2-C515-92A1B0B85607}"/>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2 stars</a:t>
              </a:r>
            </a:p>
          </p:txBody>
        </p:sp>
        <p:sp>
          <p:nvSpPr>
            <p:cNvPr id="33" name="Rounded Rectangle 32">
              <a:extLst>
                <a:ext uri="{FF2B5EF4-FFF2-40B4-BE49-F238E27FC236}">
                  <a16:creationId xmlns:a16="http://schemas.microsoft.com/office/drawing/2014/main" id="{5BAC351A-6A3D-8EE7-3400-48AC200F046C}"/>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4" name="Group 33">
            <a:extLst>
              <a:ext uri="{FF2B5EF4-FFF2-40B4-BE49-F238E27FC236}">
                <a16:creationId xmlns:a16="http://schemas.microsoft.com/office/drawing/2014/main" id="{103C1BE7-DC33-05D7-A88F-E45494303136}"/>
              </a:ext>
            </a:extLst>
          </p:cNvPr>
          <p:cNvGrpSpPr/>
          <p:nvPr/>
        </p:nvGrpSpPr>
        <p:grpSpPr>
          <a:xfrm>
            <a:off x="1555751" y="5907042"/>
            <a:ext cx="331190" cy="98617"/>
            <a:chOff x="1114165" y="6269753"/>
            <a:chExt cx="331190" cy="98617"/>
          </a:xfrm>
        </p:grpSpPr>
        <p:sp>
          <p:nvSpPr>
            <p:cNvPr id="35" name="TextBox 34">
              <a:extLst>
                <a:ext uri="{FF2B5EF4-FFF2-40B4-BE49-F238E27FC236}">
                  <a16:creationId xmlns:a16="http://schemas.microsoft.com/office/drawing/2014/main" id="{15258E72-CF1A-4DFE-52F3-DB2B89080DFD}"/>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3 stars</a:t>
              </a:r>
            </a:p>
          </p:txBody>
        </p:sp>
        <p:sp>
          <p:nvSpPr>
            <p:cNvPr id="36" name="Rounded Rectangle 35">
              <a:extLst>
                <a:ext uri="{FF2B5EF4-FFF2-40B4-BE49-F238E27FC236}">
                  <a16:creationId xmlns:a16="http://schemas.microsoft.com/office/drawing/2014/main" id="{73B613B1-191F-17CB-8B90-A1C172B0B5E9}"/>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7" name="Group 36">
            <a:extLst>
              <a:ext uri="{FF2B5EF4-FFF2-40B4-BE49-F238E27FC236}">
                <a16:creationId xmlns:a16="http://schemas.microsoft.com/office/drawing/2014/main" id="{86C7A952-D4BD-C5BE-3ECD-80D0236B6DC5}"/>
              </a:ext>
            </a:extLst>
          </p:cNvPr>
          <p:cNvGrpSpPr/>
          <p:nvPr/>
        </p:nvGrpSpPr>
        <p:grpSpPr>
          <a:xfrm>
            <a:off x="2003587" y="5907042"/>
            <a:ext cx="331190" cy="98617"/>
            <a:chOff x="1114165" y="6269753"/>
            <a:chExt cx="331190" cy="98617"/>
          </a:xfrm>
        </p:grpSpPr>
        <p:sp>
          <p:nvSpPr>
            <p:cNvPr id="38" name="TextBox 37">
              <a:extLst>
                <a:ext uri="{FF2B5EF4-FFF2-40B4-BE49-F238E27FC236}">
                  <a16:creationId xmlns:a16="http://schemas.microsoft.com/office/drawing/2014/main" id="{CE346C1E-F337-E3F0-51BC-42C15701A9F4}"/>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4 stars</a:t>
              </a:r>
            </a:p>
          </p:txBody>
        </p:sp>
        <p:sp>
          <p:nvSpPr>
            <p:cNvPr id="39" name="Rounded Rectangle 38">
              <a:extLst>
                <a:ext uri="{FF2B5EF4-FFF2-40B4-BE49-F238E27FC236}">
                  <a16:creationId xmlns:a16="http://schemas.microsoft.com/office/drawing/2014/main" id="{0E88F2D9-0594-B652-C0EB-2B82B013E371}"/>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40" name="Group 39">
            <a:extLst>
              <a:ext uri="{FF2B5EF4-FFF2-40B4-BE49-F238E27FC236}">
                <a16:creationId xmlns:a16="http://schemas.microsoft.com/office/drawing/2014/main" id="{6FD99AA7-4DE9-A06B-FABC-D5259DB272D8}"/>
              </a:ext>
            </a:extLst>
          </p:cNvPr>
          <p:cNvGrpSpPr/>
          <p:nvPr/>
        </p:nvGrpSpPr>
        <p:grpSpPr>
          <a:xfrm>
            <a:off x="2451422" y="5907042"/>
            <a:ext cx="331190" cy="98617"/>
            <a:chOff x="1114165" y="6269753"/>
            <a:chExt cx="331190" cy="98617"/>
          </a:xfrm>
        </p:grpSpPr>
        <p:sp>
          <p:nvSpPr>
            <p:cNvPr id="41" name="TextBox 40">
              <a:extLst>
                <a:ext uri="{FF2B5EF4-FFF2-40B4-BE49-F238E27FC236}">
                  <a16:creationId xmlns:a16="http://schemas.microsoft.com/office/drawing/2014/main" id="{E3791E94-0AAD-9D1A-14E0-882C135761E7}"/>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 stars</a:t>
              </a:r>
            </a:p>
          </p:txBody>
        </p:sp>
        <p:sp>
          <p:nvSpPr>
            <p:cNvPr id="42" name="Rounded Rectangle 41">
              <a:extLst>
                <a:ext uri="{FF2B5EF4-FFF2-40B4-BE49-F238E27FC236}">
                  <a16:creationId xmlns:a16="http://schemas.microsoft.com/office/drawing/2014/main" id="{3CB886B0-18FD-211D-FAB5-01B5BE753299}"/>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sp>
        <p:nvSpPr>
          <p:cNvPr id="43" name="Content Placeholder 2">
            <a:extLst>
              <a:ext uri="{FF2B5EF4-FFF2-40B4-BE49-F238E27FC236}">
                <a16:creationId xmlns:a16="http://schemas.microsoft.com/office/drawing/2014/main" id="{FE223A60-5DA4-23C2-35E1-41CA53903EBF}"/>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dirty="0"/>
              <a:t>The average Open Source Health rating for the portfolio is 2.9</a:t>
            </a:r>
            <a:r>
              <a:rPr lang="en-US" sz="100" dirty="0"/>
              <a:t> </a:t>
            </a:r>
            <a:r>
              <a:rPr lang="en-US" dirty="0"/>
              <a:t>★.</a:t>
            </a:r>
          </a:p>
          <a:p>
            <a:pPr indent="-283845"/>
            <a:r>
              <a:rPr lang="en-GB" dirty="0"/>
              <a:t>33% of systems score above market average for Open Source Health (≥3.5★).</a:t>
            </a:r>
          </a:p>
          <a:p>
            <a:pPr indent="-283845"/>
            <a:r>
              <a:rPr lang="en-US" dirty="0"/>
              <a:t>42% of systems score market average for Open Source Health (3★).</a:t>
            </a:r>
          </a:p>
          <a:p>
            <a:pPr indent="-283845"/>
            <a:r>
              <a:rPr lang="en-US" dirty="0"/>
              <a:t>25% of systems score below market average for Open Source Health (≤2.5★).</a:t>
            </a:r>
          </a:p>
        </p:txBody>
      </p:sp>
      <p:sp>
        <p:nvSpPr>
          <p:cNvPr id="4" name="Footer Placeholder 5">
            <a:extLst>
              <a:ext uri="{FF2B5EF4-FFF2-40B4-BE49-F238E27FC236}">
                <a16:creationId xmlns:a16="http://schemas.microsoft.com/office/drawing/2014/main" id="{CD0BEDA0-A614-7EF6-D020-A50AEBD31A20}"/>
              </a:ext>
            </a:extLst>
          </p:cNvPr>
          <p:cNvSpPr>
            <a:spLocks noGrp="1"/>
          </p:cNvSpPr>
          <p:nvPr>
            <p:ph type="ftr" sz="quarter" idx="3"/>
          </p:nvPr>
        </p:nvSpPr>
        <p:spPr>
          <a:xfrm>
            <a:off x="194555" y="6383072"/>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 Reportgeneratordemo</a:t>
            </a:r>
          </a:p>
        </p:txBody>
      </p:sp>
      <p:pic>
        <p:nvPicPr>
          <p:cNvPr id="44" name="Picture 43" descr="image.png"/>
          <p:cNvPicPr>
            <a:picLocks noChangeAspect="1"/>
          </p:cNvPicPr>
          <p:nvPr/>
        </p:nvPicPr>
        <p:blipFill>
          <a:blip r:embed="rId4"/>
          <a:stretch>
            <a:fillRect/>
          </a:stretch>
        </p:blipFill>
        <p:spPr>
          <a:xfrm>
            <a:off x="661616" y="2961823"/>
            <a:ext cx="10867079" cy="2905513"/>
          </a:xfrm>
          <a:prstGeom prst="rect">
            <a:avLst/>
          </a:prstGeom>
        </p:spPr>
      </p:pic>
    </p:spTree>
    <p:extLst>
      <p:ext uri="{BB962C8B-B14F-4D97-AF65-F5344CB8AC3E}">
        <p14:creationId xmlns:p14="http://schemas.microsoft.com/office/powerpoint/2010/main" val="7454016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jdelijke aanduiding voor inhoud 19">
            <a:extLst>
              <a:ext uri="{FF2B5EF4-FFF2-40B4-BE49-F238E27FC236}">
                <a16:creationId xmlns:a16="http://schemas.microsoft.com/office/drawing/2014/main" id="{66BB4E1B-985F-9EF3-5AC6-C768D2CB71BE}"/>
              </a:ext>
            </a:extLst>
          </p:cNvPr>
          <p:cNvSpPr>
            <a:spLocks noGrp="1"/>
          </p:cNvSpPr>
          <p:nvPr>
            <p:ph sz="quarter" idx="13"/>
          </p:nvPr>
        </p:nvSpPr>
        <p:spPr>
          <a:xfrm>
            <a:off x="6096000" y="1421846"/>
            <a:ext cx="5938800" cy="4896154"/>
          </a:xfrm>
        </p:spPr>
        <p:txBody>
          <a:bodyPr/>
          <a:lstStyle/>
          <a:p>
            <a:r>
              <a:rPr lang="en-US" dirty="0"/>
              <a:t>67% of dependencies (64 in total) used in the system contain one or more known vulnerabilities.</a:t>
            </a:r>
          </a:p>
          <a:p>
            <a:r>
              <a:rPr lang="en-US" dirty="0"/>
              <a:t>50% of dependencies (48 in total) uses a potentially restrictive open-source license (e.g. GPL/AGPL).</a:t>
            </a:r>
          </a:p>
          <a:p>
            <a:r>
              <a:rPr lang="en-US" dirty="0"/>
              <a:t>50% of dependencies (48 in total) used in the system have not been updated for over 2 years.</a:t>
            </a:r>
          </a:p>
          <a:p>
            <a:r>
              <a:rPr lang="en-US" dirty="0"/>
              <a:t>67% of dependencies (64 in total) does not use a package manager but is placed in the codebase directly.</a:t>
            </a:r>
          </a:p>
        </p:txBody>
      </p:sp>
      <p:sp>
        <p:nvSpPr>
          <p:cNvPr id="3" name="Tijdelijke aanduiding voor tekst 2">
            <a:extLst>
              <a:ext uri="{FF2B5EF4-FFF2-40B4-BE49-F238E27FC236}">
                <a16:creationId xmlns:a16="http://schemas.microsoft.com/office/drawing/2014/main" id="{4A5582F2-40D0-9238-3CA5-366CA9A6BEAE}"/>
              </a:ext>
            </a:extLst>
          </p:cNvPr>
          <p:cNvSpPr>
            <a:spLocks noGrp="1"/>
          </p:cNvSpPr>
          <p:nvPr>
            <p:ph type="body" sz="quarter" idx="14"/>
          </p:nvPr>
        </p:nvSpPr>
        <p:spPr>
          <a:xfrm>
            <a:off x="440738" y="1894014"/>
            <a:ext cx="835106" cy="265112"/>
          </a:xfrm>
        </p:spPr>
        <p:txBody>
          <a:bodyPr>
            <a:noAutofit/>
          </a:bodyPr>
          <a:lstStyle/>
          <a:p>
            <a:r>
              <a:rPr lang="en-US" b="0" dirty="0"/>
              <a:t>96</a:t>
            </a:r>
          </a:p>
        </p:txBody>
      </p:sp>
      <p:sp>
        <p:nvSpPr>
          <p:cNvPr id="21" name="Tijdelijke aanduiding voor tekst 20">
            <a:extLst>
              <a:ext uri="{FF2B5EF4-FFF2-40B4-BE49-F238E27FC236}">
                <a16:creationId xmlns:a16="http://schemas.microsoft.com/office/drawing/2014/main" id="{6B434B96-A0F4-D550-9948-4935A3A3032E}"/>
              </a:ext>
            </a:extLst>
          </p:cNvPr>
          <p:cNvSpPr>
            <a:spLocks noGrp="1"/>
          </p:cNvSpPr>
          <p:nvPr>
            <p:ph type="body" sz="quarter" idx="15"/>
          </p:nvPr>
        </p:nvSpPr>
        <p:spPr/>
        <p:txBody>
          <a:bodyPr>
            <a:noAutofit/>
          </a:bodyPr>
          <a:lstStyle/>
          <a:p>
            <a:r>
              <a:rPr lang="en-US" b="0" dirty="0"/>
              <a:t>0</a:t>
            </a:r>
          </a:p>
        </p:txBody>
      </p:sp>
      <p:sp>
        <p:nvSpPr>
          <p:cNvPr id="22" name="Tijdelijke aanduiding voor tekst 21">
            <a:extLst>
              <a:ext uri="{FF2B5EF4-FFF2-40B4-BE49-F238E27FC236}">
                <a16:creationId xmlns:a16="http://schemas.microsoft.com/office/drawing/2014/main" id="{F2A786C1-12AB-2815-EA60-7CF5A856C37C}"/>
              </a:ext>
            </a:extLst>
          </p:cNvPr>
          <p:cNvSpPr>
            <a:spLocks noGrp="1"/>
          </p:cNvSpPr>
          <p:nvPr>
            <p:ph type="body" sz="quarter" idx="16"/>
          </p:nvPr>
        </p:nvSpPr>
        <p:spPr/>
        <p:txBody>
          <a:bodyPr>
            <a:noAutofit/>
          </a:bodyPr>
          <a:lstStyle/>
          <a:p>
            <a:r>
              <a:rPr lang="en-US" b="0" dirty="0"/>
              <a:t>0</a:t>
            </a:r>
          </a:p>
        </p:txBody>
      </p:sp>
      <p:sp>
        <p:nvSpPr>
          <p:cNvPr id="23" name="Tijdelijke aanduiding voor tekst 22">
            <a:extLst>
              <a:ext uri="{FF2B5EF4-FFF2-40B4-BE49-F238E27FC236}">
                <a16:creationId xmlns:a16="http://schemas.microsoft.com/office/drawing/2014/main" id="{1815B1ED-FC37-06DC-642E-E962FAF8C953}"/>
              </a:ext>
            </a:extLst>
          </p:cNvPr>
          <p:cNvSpPr>
            <a:spLocks noGrp="1"/>
          </p:cNvSpPr>
          <p:nvPr>
            <p:ph type="body" sz="quarter" idx="17"/>
          </p:nvPr>
        </p:nvSpPr>
        <p:spPr/>
        <p:txBody>
          <a:bodyPr>
            <a:noAutofit/>
          </a:bodyPr>
          <a:lstStyle/>
          <a:p>
            <a:r>
              <a:rPr lang="en-US" b="0" dirty="0"/>
              <a:t>0</a:t>
            </a:r>
          </a:p>
        </p:txBody>
      </p:sp>
      <p:sp>
        <p:nvSpPr>
          <p:cNvPr id="24" name="Tijdelijke aanduiding voor tekst 23">
            <a:extLst>
              <a:ext uri="{FF2B5EF4-FFF2-40B4-BE49-F238E27FC236}">
                <a16:creationId xmlns:a16="http://schemas.microsoft.com/office/drawing/2014/main" id="{F9105C04-203F-52A9-B023-8BCB23ABA32A}"/>
              </a:ext>
            </a:extLst>
          </p:cNvPr>
          <p:cNvSpPr>
            <a:spLocks noGrp="1"/>
          </p:cNvSpPr>
          <p:nvPr>
            <p:ph type="body" sz="quarter" idx="18"/>
          </p:nvPr>
        </p:nvSpPr>
        <p:spPr/>
        <p:txBody>
          <a:bodyPr>
            <a:noAutofit/>
          </a:bodyPr>
          <a:lstStyle/>
          <a:p>
            <a:r>
              <a:rPr lang="en-US" b="0" dirty="0"/>
              <a:t>0</a:t>
            </a:r>
          </a:p>
        </p:txBody>
      </p:sp>
      <p:sp>
        <p:nvSpPr>
          <p:cNvPr id="25" name="Tijdelijke aanduiding voor tekst 24">
            <a:extLst>
              <a:ext uri="{FF2B5EF4-FFF2-40B4-BE49-F238E27FC236}">
                <a16:creationId xmlns:a16="http://schemas.microsoft.com/office/drawing/2014/main" id="{CCA1B4DB-A80E-D27A-4D97-18B15B411B01}"/>
              </a:ext>
            </a:extLst>
          </p:cNvPr>
          <p:cNvSpPr>
            <a:spLocks noGrp="1"/>
          </p:cNvSpPr>
          <p:nvPr>
            <p:ph type="body" sz="quarter" idx="19"/>
          </p:nvPr>
        </p:nvSpPr>
        <p:spPr/>
        <p:txBody>
          <a:bodyPr>
            <a:noAutofit/>
          </a:bodyPr>
          <a:lstStyle/>
          <a:p>
            <a:r>
              <a:rPr lang="en-US" b="0" dirty="0"/>
              <a:t>96</a:t>
            </a:r>
          </a:p>
        </p:txBody>
      </p:sp>
      <p:sp>
        <p:nvSpPr>
          <p:cNvPr id="18" name="Titel 17">
            <a:extLst>
              <a:ext uri="{FF2B5EF4-FFF2-40B4-BE49-F238E27FC236}">
                <a16:creationId xmlns:a16="http://schemas.microsoft.com/office/drawing/2014/main" id="{8F49E5F7-1212-C10F-AF03-7BCD250B5F9D}"/>
              </a:ext>
            </a:extLst>
          </p:cNvPr>
          <p:cNvSpPr>
            <a:spLocks noGrp="1"/>
          </p:cNvSpPr>
          <p:nvPr>
            <p:ph type="title"/>
          </p:nvPr>
        </p:nvSpPr>
        <p:spPr/>
        <p:txBody>
          <a:bodyPr/>
          <a:lstStyle/>
          <a:p>
            <a:r>
              <a:rPr lang="en-US" dirty="0"/>
              <a:t>Overall Open Source Health Library Risks Overview</a:t>
            </a:r>
          </a:p>
        </p:txBody>
      </p:sp>
      <p:sp>
        <p:nvSpPr>
          <p:cNvPr id="11" name="Tijdelijke aanduiding voor dianummer 10">
            <a:extLst>
              <a:ext uri="{FF2B5EF4-FFF2-40B4-BE49-F238E27FC236}">
                <a16:creationId xmlns:a16="http://schemas.microsoft.com/office/drawing/2014/main" id="{8CFF3985-4FCE-83E0-0FFC-607EBC973402}"/>
              </a:ext>
            </a:extLst>
          </p:cNvPr>
          <p:cNvSpPr>
            <a:spLocks noGrp="1"/>
          </p:cNvSpPr>
          <p:nvPr>
            <p:ph type="sldNum" sz="quarter" idx="21"/>
          </p:nvPr>
        </p:nvSpPr>
        <p:spPr>
          <a:xfrm>
            <a:off x="11407367" y="6469694"/>
            <a:ext cx="627434" cy="231923"/>
          </a:xfrm>
        </p:spPr>
        <p:txBody>
          <a:bodyPr/>
          <a:lstStyle/>
          <a:p>
            <a:fld id="{E242BD21-9B61-2246-BCB1-4BE5E1BEBE1C}" type="slidenum">
              <a:rPr lang="nl-NL" smtClean="0"/>
              <a:pPr/>
              <a:t>16</a:t>
            </a:fld>
            <a:endParaRPr lang="nl-NL"/>
          </a:p>
        </p:txBody>
      </p:sp>
      <p:sp>
        <p:nvSpPr>
          <p:cNvPr id="19" name="Tijdelijke aanduiding voor tekst 18">
            <a:extLst>
              <a:ext uri="{FF2B5EF4-FFF2-40B4-BE49-F238E27FC236}">
                <a16:creationId xmlns:a16="http://schemas.microsoft.com/office/drawing/2014/main" id="{EA846D4E-DBA5-CFC4-BD38-6CC5C41F55F6}"/>
              </a:ext>
            </a:extLst>
          </p:cNvPr>
          <p:cNvSpPr>
            <a:spLocks noGrp="1"/>
          </p:cNvSpPr>
          <p:nvPr>
            <p:ph type="body" sz="quarter" idx="12"/>
          </p:nvPr>
        </p:nvSpPr>
        <p:spPr>
          <a:xfrm>
            <a:off x="381600" y="129568"/>
            <a:ext cx="3265171" cy="228209"/>
          </a:xfrm>
        </p:spPr>
        <p:txBody>
          <a:bodyPr/>
          <a:lstStyle/>
          <a:p>
            <a:r>
              <a:rPr lang="en-GB" dirty="0"/>
              <a:t>Portfolio trends – Open-Source Health</a:t>
            </a:r>
          </a:p>
        </p:txBody>
      </p:sp>
      <p:graphicFrame>
        <p:nvGraphicFramePr>
          <p:cNvPr id="2" name="OSH_PORTFOLIO_OTHER_RISKS_GRAPH">
            <a:extLst>
              <a:ext uri="{FF2B5EF4-FFF2-40B4-BE49-F238E27FC236}">
                <a16:creationId xmlns:a16="http://schemas.microsoft.com/office/drawing/2014/main" id="{4C5859CA-0A2B-2CD5-4201-90743823171C}"/>
              </a:ext>
            </a:extLst>
          </p:cNvPr>
          <p:cNvGraphicFramePr>
            <a:graphicFrameLocks/>
          </p:cNvGraphicFramePr>
          <p:nvPr>
            <p:extLst>
              <p:ext uri="{D42A27DB-BD31-4B8C-83A1-F6EECF244321}">
                <p14:modId xmlns:p14="http://schemas.microsoft.com/office/powerpoint/2010/main" val="2608722614"/>
              </p:ext>
            </p:extLst>
          </p:nvPr>
        </p:nvGraphicFramePr>
        <p:xfrm>
          <a:off x="2855399" y="3688194"/>
          <a:ext cx="3240000" cy="252072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OSH_PORTFOLIO_VULN_LEGAL_GRAPH">
            <a:extLst>
              <a:ext uri="{FF2B5EF4-FFF2-40B4-BE49-F238E27FC236}">
                <a16:creationId xmlns:a16="http://schemas.microsoft.com/office/drawing/2014/main" id="{A2E74F15-1B72-6504-9282-2CD2017740C3}"/>
              </a:ext>
            </a:extLst>
          </p:cNvPr>
          <p:cNvGraphicFramePr>
            <a:graphicFrameLocks/>
          </p:cNvGraphicFramePr>
          <p:nvPr>
            <p:extLst>
              <p:ext uri="{D42A27DB-BD31-4B8C-83A1-F6EECF244321}">
                <p14:modId xmlns:p14="http://schemas.microsoft.com/office/powerpoint/2010/main" val="3028423153"/>
              </p:ext>
            </p:extLst>
          </p:nvPr>
        </p:nvGraphicFramePr>
        <p:xfrm>
          <a:off x="2855399" y="2891471"/>
          <a:ext cx="3240000" cy="1298448"/>
        </p:xfrm>
        <a:graphic>
          <a:graphicData uri="http://schemas.openxmlformats.org/drawingml/2006/chart">
            <c:chart xmlns:c="http://schemas.openxmlformats.org/drawingml/2006/chart" xmlns:r="http://schemas.openxmlformats.org/officeDocument/2006/relationships" r:id="rId3"/>
          </a:graphicData>
        </a:graphic>
      </p:graphicFrame>
      <p:sp>
        <p:nvSpPr>
          <p:cNvPr id="5" name="Footer Placeholder 5">
            <a:extLst>
              <a:ext uri="{FF2B5EF4-FFF2-40B4-BE49-F238E27FC236}">
                <a16:creationId xmlns:a16="http://schemas.microsoft.com/office/drawing/2014/main" id="{45FEEADB-79FE-B13B-140F-962C130AA548}"/>
              </a:ext>
            </a:extLst>
          </p:cNvPr>
          <p:cNvSpPr>
            <a:spLocks noGrp="1"/>
          </p:cNvSpPr>
          <p:nvPr>
            <p:ph type="ftr" sz="quarter" idx="3"/>
          </p:nvPr>
        </p:nvSpPr>
        <p:spPr>
          <a:xfrm>
            <a:off x="194555" y="6383072"/>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 Reportgeneratordemo</a:t>
            </a:r>
          </a:p>
        </p:txBody>
      </p:sp>
    </p:spTree>
    <p:extLst>
      <p:ext uri="{BB962C8B-B14F-4D97-AF65-F5344CB8AC3E}">
        <p14:creationId xmlns:p14="http://schemas.microsoft.com/office/powerpoint/2010/main" val="32811049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287597F-0CE6-6979-6D59-2CC306D18F3A}"/>
              </a:ext>
            </a:extLst>
          </p:cNvPr>
          <p:cNvSpPr>
            <a:spLocks noGrp="1"/>
          </p:cNvSpPr>
          <p:nvPr>
            <p:ph type="body" sz="quarter" idx="12"/>
          </p:nvPr>
        </p:nvSpPr>
        <p:spPr>
          <a:xfrm>
            <a:off x="381600" y="129568"/>
            <a:ext cx="2421992" cy="228209"/>
          </a:xfrm>
        </p:spPr>
        <p:txBody>
          <a:bodyPr/>
          <a:lstStyle/>
          <a:p>
            <a:r>
              <a:rPr lang="en-GB"/>
              <a:t>Portfolio trends – Security</a:t>
            </a:r>
            <a:endParaRPr lang="en-GB" dirty="0"/>
          </a:p>
        </p:txBody>
      </p:sp>
      <p:sp>
        <p:nvSpPr>
          <p:cNvPr id="5" name="Slide Number Placeholder 4">
            <a:extLst>
              <a:ext uri="{FF2B5EF4-FFF2-40B4-BE49-F238E27FC236}">
                <a16:creationId xmlns:a16="http://schemas.microsoft.com/office/drawing/2014/main" id="{9370E726-D390-617B-2837-17EF73C1835C}"/>
              </a:ext>
            </a:extLst>
          </p:cNvPr>
          <p:cNvSpPr>
            <a:spLocks noGrp="1"/>
          </p:cNvSpPr>
          <p:nvPr>
            <p:ph type="sldNum" sz="quarter" idx="15"/>
          </p:nvPr>
        </p:nvSpPr>
        <p:spPr/>
        <p:txBody>
          <a:bodyPr/>
          <a:lstStyle/>
          <a:p>
            <a:fld id="{E242BD21-9B61-2246-BCB1-4BE5E1BEBE1C}" type="slidenum">
              <a:rPr lang="en-GB" smtClean="0"/>
              <a:pPr/>
              <a:t>17</a:t>
            </a:fld>
            <a:endParaRPr lang="en-GB" dirty="0"/>
          </a:p>
        </p:txBody>
      </p:sp>
      <p:sp>
        <p:nvSpPr>
          <p:cNvPr id="6" name="Title 5">
            <a:extLst>
              <a:ext uri="{FF2B5EF4-FFF2-40B4-BE49-F238E27FC236}">
                <a16:creationId xmlns:a16="http://schemas.microsoft.com/office/drawing/2014/main" id="{BD1F92A6-63AF-66FE-4BB0-422116859425}"/>
              </a:ext>
            </a:extLst>
          </p:cNvPr>
          <p:cNvSpPr>
            <a:spLocks noGrp="1"/>
          </p:cNvSpPr>
          <p:nvPr>
            <p:ph type="title"/>
          </p:nvPr>
        </p:nvSpPr>
        <p:spPr>
          <a:xfrm>
            <a:off x="154800" y="594000"/>
            <a:ext cx="11880000" cy="402291"/>
          </a:xfrm>
        </p:spPr>
        <p:txBody>
          <a:bodyPr/>
          <a:lstStyle/>
          <a:p>
            <a:r>
              <a:rPr lang="en-GB"/>
              <a:t>Security ratings of the portfolio on 8 March 2026</a:t>
            </a:r>
            <a:endParaRPr lang="en-GB" dirty="0"/>
          </a:p>
        </p:txBody>
      </p:sp>
      <p:pic>
        <p:nvPicPr>
          <p:cNvPr id="3" name="Graphic 2">
            <a:extLst>
              <a:ext uri="{FF2B5EF4-FFF2-40B4-BE49-F238E27FC236}">
                <a16:creationId xmlns:a16="http://schemas.microsoft.com/office/drawing/2014/main" id="{DBD9D636-CC1F-D5EE-82E8-F5B67A683EC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7565" y="5907042"/>
            <a:ext cx="371130" cy="206558"/>
          </a:xfrm>
          <a:prstGeom prst="rect">
            <a:avLst/>
          </a:prstGeom>
        </p:spPr>
      </p:pic>
      <p:sp>
        <p:nvSpPr>
          <p:cNvPr id="27" name="TextBox 26">
            <a:extLst>
              <a:ext uri="{FF2B5EF4-FFF2-40B4-BE49-F238E27FC236}">
                <a16:creationId xmlns:a16="http://schemas.microsoft.com/office/drawing/2014/main" id="{4592C00B-839E-1F7C-C976-764E7FA89D08}"/>
              </a:ext>
            </a:extLst>
          </p:cNvPr>
          <p:cNvSpPr txBox="1"/>
          <p:nvPr/>
        </p:nvSpPr>
        <p:spPr>
          <a:xfrm>
            <a:off x="2817202" y="5844428"/>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28" name="Group 27">
            <a:extLst>
              <a:ext uri="{FF2B5EF4-FFF2-40B4-BE49-F238E27FC236}">
                <a16:creationId xmlns:a16="http://schemas.microsoft.com/office/drawing/2014/main" id="{38D13A58-DDFB-6E93-06B8-8F73093435CB}"/>
              </a:ext>
            </a:extLst>
          </p:cNvPr>
          <p:cNvGrpSpPr/>
          <p:nvPr/>
        </p:nvGrpSpPr>
        <p:grpSpPr>
          <a:xfrm>
            <a:off x="690538" y="5907042"/>
            <a:ext cx="300732" cy="98617"/>
            <a:chOff x="586253" y="6116391"/>
            <a:chExt cx="300732" cy="98617"/>
          </a:xfrm>
        </p:grpSpPr>
        <p:sp>
          <p:nvSpPr>
            <p:cNvPr id="29" name="TextBox 28">
              <a:extLst>
                <a:ext uri="{FF2B5EF4-FFF2-40B4-BE49-F238E27FC236}">
                  <a16:creationId xmlns:a16="http://schemas.microsoft.com/office/drawing/2014/main" id="{5B09D3E1-5818-A7F6-D907-77EE9F47DC83}"/>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star</a:t>
              </a:r>
            </a:p>
          </p:txBody>
        </p:sp>
        <p:sp>
          <p:nvSpPr>
            <p:cNvPr id="30" name="Rounded Rectangle 29">
              <a:extLst>
                <a:ext uri="{FF2B5EF4-FFF2-40B4-BE49-F238E27FC236}">
                  <a16:creationId xmlns:a16="http://schemas.microsoft.com/office/drawing/2014/main" id="{35E576A0-5957-C060-F7D5-462BF27703EA}"/>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1" name="Group 30">
            <a:extLst>
              <a:ext uri="{FF2B5EF4-FFF2-40B4-BE49-F238E27FC236}">
                <a16:creationId xmlns:a16="http://schemas.microsoft.com/office/drawing/2014/main" id="{293ADAAD-3940-3E4F-EE06-CD1CDD98C4D0}"/>
              </a:ext>
            </a:extLst>
          </p:cNvPr>
          <p:cNvGrpSpPr/>
          <p:nvPr/>
        </p:nvGrpSpPr>
        <p:grpSpPr>
          <a:xfrm>
            <a:off x="1107915" y="5907042"/>
            <a:ext cx="331190" cy="98617"/>
            <a:chOff x="961765" y="6117353"/>
            <a:chExt cx="331190" cy="98617"/>
          </a:xfrm>
        </p:grpSpPr>
        <p:sp>
          <p:nvSpPr>
            <p:cNvPr id="32" name="TextBox 31">
              <a:extLst>
                <a:ext uri="{FF2B5EF4-FFF2-40B4-BE49-F238E27FC236}">
                  <a16:creationId xmlns:a16="http://schemas.microsoft.com/office/drawing/2014/main" id="{C0782A8A-DA3D-0449-1C4B-FDA35D728C06}"/>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2 stars</a:t>
              </a:r>
            </a:p>
          </p:txBody>
        </p:sp>
        <p:sp>
          <p:nvSpPr>
            <p:cNvPr id="33" name="Rounded Rectangle 32">
              <a:extLst>
                <a:ext uri="{FF2B5EF4-FFF2-40B4-BE49-F238E27FC236}">
                  <a16:creationId xmlns:a16="http://schemas.microsoft.com/office/drawing/2014/main" id="{476C0325-7FCB-4C5A-F1B9-2AA83897F928}"/>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4" name="Group 33">
            <a:extLst>
              <a:ext uri="{FF2B5EF4-FFF2-40B4-BE49-F238E27FC236}">
                <a16:creationId xmlns:a16="http://schemas.microsoft.com/office/drawing/2014/main" id="{D5E9104F-A474-DEBF-B0B1-04438939F3F6}"/>
              </a:ext>
            </a:extLst>
          </p:cNvPr>
          <p:cNvGrpSpPr/>
          <p:nvPr/>
        </p:nvGrpSpPr>
        <p:grpSpPr>
          <a:xfrm>
            <a:off x="1555751" y="5907042"/>
            <a:ext cx="331190" cy="98617"/>
            <a:chOff x="1114165" y="6269753"/>
            <a:chExt cx="331190" cy="98617"/>
          </a:xfrm>
        </p:grpSpPr>
        <p:sp>
          <p:nvSpPr>
            <p:cNvPr id="35" name="TextBox 34">
              <a:extLst>
                <a:ext uri="{FF2B5EF4-FFF2-40B4-BE49-F238E27FC236}">
                  <a16:creationId xmlns:a16="http://schemas.microsoft.com/office/drawing/2014/main" id="{29EE0DD2-01FA-7CE1-6138-8B452A78A603}"/>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3 stars</a:t>
              </a:r>
            </a:p>
          </p:txBody>
        </p:sp>
        <p:sp>
          <p:nvSpPr>
            <p:cNvPr id="36" name="Rounded Rectangle 35">
              <a:extLst>
                <a:ext uri="{FF2B5EF4-FFF2-40B4-BE49-F238E27FC236}">
                  <a16:creationId xmlns:a16="http://schemas.microsoft.com/office/drawing/2014/main" id="{50B3354E-3FA0-1D94-0ED5-6B55810CBCBB}"/>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7" name="Group 36">
            <a:extLst>
              <a:ext uri="{FF2B5EF4-FFF2-40B4-BE49-F238E27FC236}">
                <a16:creationId xmlns:a16="http://schemas.microsoft.com/office/drawing/2014/main" id="{B08FDA72-1D6A-069B-BA6F-C9555EA6EE09}"/>
              </a:ext>
            </a:extLst>
          </p:cNvPr>
          <p:cNvGrpSpPr/>
          <p:nvPr/>
        </p:nvGrpSpPr>
        <p:grpSpPr>
          <a:xfrm>
            <a:off x="2003587" y="5907042"/>
            <a:ext cx="331190" cy="98617"/>
            <a:chOff x="1114165" y="6269753"/>
            <a:chExt cx="331190" cy="98617"/>
          </a:xfrm>
        </p:grpSpPr>
        <p:sp>
          <p:nvSpPr>
            <p:cNvPr id="38" name="TextBox 37">
              <a:extLst>
                <a:ext uri="{FF2B5EF4-FFF2-40B4-BE49-F238E27FC236}">
                  <a16:creationId xmlns:a16="http://schemas.microsoft.com/office/drawing/2014/main" id="{9491AD94-EFFF-2C79-D5D8-7DF2D2786144}"/>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4 stars</a:t>
              </a:r>
            </a:p>
          </p:txBody>
        </p:sp>
        <p:sp>
          <p:nvSpPr>
            <p:cNvPr id="39" name="Rounded Rectangle 38">
              <a:extLst>
                <a:ext uri="{FF2B5EF4-FFF2-40B4-BE49-F238E27FC236}">
                  <a16:creationId xmlns:a16="http://schemas.microsoft.com/office/drawing/2014/main" id="{97B8822E-BA13-A142-1266-C5077801284E}"/>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40" name="Group 39">
            <a:extLst>
              <a:ext uri="{FF2B5EF4-FFF2-40B4-BE49-F238E27FC236}">
                <a16:creationId xmlns:a16="http://schemas.microsoft.com/office/drawing/2014/main" id="{BB93157F-D848-9E05-25CB-0110AC5E4F8E}"/>
              </a:ext>
            </a:extLst>
          </p:cNvPr>
          <p:cNvGrpSpPr/>
          <p:nvPr/>
        </p:nvGrpSpPr>
        <p:grpSpPr>
          <a:xfrm>
            <a:off x="2451422" y="5907042"/>
            <a:ext cx="331190" cy="98617"/>
            <a:chOff x="1114165" y="6269753"/>
            <a:chExt cx="331190" cy="98617"/>
          </a:xfrm>
        </p:grpSpPr>
        <p:sp>
          <p:nvSpPr>
            <p:cNvPr id="41" name="TextBox 40">
              <a:extLst>
                <a:ext uri="{FF2B5EF4-FFF2-40B4-BE49-F238E27FC236}">
                  <a16:creationId xmlns:a16="http://schemas.microsoft.com/office/drawing/2014/main" id="{5AF3218E-BE5D-1E5F-2E2F-80BD224CB1D1}"/>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 stars</a:t>
              </a:r>
            </a:p>
          </p:txBody>
        </p:sp>
        <p:sp>
          <p:nvSpPr>
            <p:cNvPr id="42" name="Rounded Rectangle 41">
              <a:extLst>
                <a:ext uri="{FF2B5EF4-FFF2-40B4-BE49-F238E27FC236}">
                  <a16:creationId xmlns:a16="http://schemas.microsoft.com/office/drawing/2014/main" id="{BF1EC965-F313-A395-6AF8-C9756978DDDA}"/>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sp>
        <p:nvSpPr>
          <p:cNvPr id="43" name="Content Placeholder 2">
            <a:extLst>
              <a:ext uri="{FF2B5EF4-FFF2-40B4-BE49-F238E27FC236}">
                <a16:creationId xmlns:a16="http://schemas.microsoft.com/office/drawing/2014/main" id="{F38D86B0-827F-9466-0A66-C9807390BBCB}"/>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dirty="0"/>
              <a:t>The average Security rating for the portfolio is 3.7</a:t>
            </a:r>
            <a:r>
              <a:rPr lang="en-US" sz="100" dirty="0"/>
              <a:t> </a:t>
            </a:r>
            <a:r>
              <a:rPr lang="en-US" dirty="0"/>
              <a:t>★.</a:t>
            </a:r>
          </a:p>
          <a:p>
            <a:pPr indent="-283845"/>
            <a:r>
              <a:rPr lang="en-GB" dirty="0"/>
              <a:t>33% of systems score above market average for Security (≥3.5★).</a:t>
            </a:r>
          </a:p>
          <a:p>
            <a:pPr indent="-283845"/>
            <a:r>
              <a:rPr lang="en-US" dirty="0"/>
              <a:t>33% of systems score market average for Security (3★).</a:t>
            </a:r>
          </a:p>
          <a:p>
            <a:pPr indent="-283845"/>
            <a:r>
              <a:rPr lang="en-US" dirty="0"/>
              <a:t>33% of systems score below market average for Security(≤2.5★).</a:t>
            </a:r>
          </a:p>
        </p:txBody>
      </p:sp>
      <p:sp>
        <p:nvSpPr>
          <p:cNvPr id="10" name="Footer Placeholder 5">
            <a:extLst>
              <a:ext uri="{FF2B5EF4-FFF2-40B4-BE49-F238E27FC236}">
                <a16:creationId xmlns:a16="http://schemas.microsoft.com/office/drawing/2014/main" id="{2FB0E97C-F974-577B-FB38-C4432CA701BB}"/>
              </a:ext>
            </a:extLst>
          </p:cNvPr>
          <p:cNvSpPr>
            <a:spLocks noGrp="1"/>
          </p:cNvSpPr>
          <p:nvPr>
            <p:ph type="ftr" sz="quarter" idx="3"/>
          </p:nvPr>
        </p:nvSpPr>
        <p:spPr>
          <a:xfrm>
            <a:off x="194555" y="6383072"/>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 Reportgeneratordemo</a:t>
            </a:r>
          </a:p>
        </p:txBody>
      </p:sp>
      <p:pic>
        <p:nvPicPr>
          <p:cNvPr id="45" name="Picture 44" descr="image.png"/>
          <p:cNvPicPr>
            <a:picLocks noChangeAspect="1"/>
          </p:cNvPicPr>
          <p:nvPr/>
        </p:nvPicPr>
        <p:blipFill>
          <a:blip r:embed="rId3"/>
          <a:stretch>
            <a:fillRect/>
          </a:stretch>
        </p:blipFill>
        <p:spPr>
          <a:xfrm>
            <a:off x="661616" y="2961823"/>
            <a:ext cx="10867079" cy="2905513"/>
          </a:xfrm>
          <a:prstGeom prst="rect">
            <a:avLst/>
          </a:prstGeom>
        </p:spPr>
      </p:pic>
    </p:spTree>
    <p:extLst>
      <p:ext uri="{BB962C8B-B14F-4D97-AF65-F5344CB8AC3E}">
        <p14:creationId xmlns:p14="http://schemas.microsoft.com/office/powerpoint/2010/main" val="4092530764"/>
      </p:ext>
    </p:extLst>
  </p:cSld>
  <p:clrMapOvr>
    <a:masterClrMapping/>
  </p:clrMapOvr>
</p:sld>
</file>

<file path=ppt/theme/theme1.xml><?xml version="1.0" encoding="utf-8"?>
<a:theme xmlns:a="http://schemas.openxmlformats.org/drawingml/2006/main" name="Light theme (default)">
  <a:themeElements>
    <a:clrScheme name="2025 SIG Powerpoint">
      <a:dk1>
        <a:srgbClr val="020202"/>
      </a:dk1>
      <a:lt1>
        <a:srgbClr val="FFFFFF"/>
      </a:lt1>
      <a:dk2>
        <a:srgbClr val="151632"/>
      </a:dk2>
      <a:lt2>
        <a:srgbClr val="EBEBEB"/>
      </a:lt2>
      <a:accent1>
        <a:srgbClr val="152F73"/>
      </a:accent1>
      <a:accent2>
        <a:srgbClr val="1763FF"/>
      </a:accent2>
      <a:accent3>
        <a:srgbClr val="88ADF5"/>
      </a:accent3>
      <a:accent4>
        <a:srgbClr val="F8C818"/>
      </a:accent4>
      <a:accent5>
        <a:srgbClr val="E88C35"/>
      </a:accent5>
      <a:accent6>
        <a:srgbClr val="DE6737"/>
      </a:accent6>
      <a:hlink>
        <a:srgbClr val="1864FF"/>
      </a:hlink>
      <a:folHlink>
        <a:srgbClr val="0857A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764FF"/>
        </a:solidFill>
        <a:ln>
          <a:noFill/>
        </a:ln>
      </a:spPr>
      <a:bodyPr lIns="108000" tIns="72000" rIns="108000" bIns="72000" rtlCol="0" anchor="ctr"/>
      <a:lstStyle>
        <a:defPPr algn="ctr">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65000"/>
            </a:schemeClr>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rtlCol="0" anchor="t">
        <a:spAutoFit/>
      </a:bodyPr>
      <a:lstStyle>
        <a:defPPr algn="l">
          <a:lnSpc>
            <a:spcPct val="113000"/>
          </a:lnSpc>
          <a:defRPr sz="1600" dirty="0" err="1" smtClean="0">
            <a:solidFill>
              <a:schemeClr val="tx1"/>
            </a:solidFill>
          </a:defRPr>
        </a:defPPr>
      </a:lstStyle>
    </a:txDef>
  </a:objectDefaults>
  <a:extraClrSchemeLst/>
  <a:extLst>
    <a:ext uri="{05A4C25C-085E-4340-85A3-A5531E510DB2}">
      <thm15:themeFamily xmlns:thm15="http://schemas.microsoft.com/office/thememl/2012/main" name="Presentation8" id="{578C6016-95C3-5840-826C-B4226735762A}" vid="{EC50665E-BB8F-7A40-BCAA-233202124359}"/>
    </a:ext>
  </a:extLst>
</a:theme>
</file>

<file path=ppt/theme/theme2.xml><?xml version="1.0" encoding="utf-8"?>
<a:theme xmlns:a="http://schemas.openxmlformats.org/drawingml/2006/main" name="Dark theme">
  <a:themeElements>
    <a:clrScheme name="2025 SIG Powerpoint">
      <a:dk1>
        <a:srgbClr val="020202"/>
      </a:dk1>
      <a:lt1>
        <a:srgbClr val="FFFFFF"/>
      </a:lt1>
      <a:dk2>
        <a:srgbClr val="151632"/>
      </a:dk2>
      <a:lt2>
        <a:srgbClr val="EBEBEB"/>
      </a:lt2>
      <a:accent1>
        <a:srgbClr val="152F73"/>
      </a:accent1>
      <a:accent2>
        <a:srgbClr val="1763FF"/>
      </a:accent2>
      <a:accent3>
        <a:srgbClr val="88ADF5"/>
      </a:accent3>
      <a:accent4>
        <a:srgbClr val="F8C818"/>
      </a:accent4>
      <a:accent5>
        <a:srgbClr val="E88C35"/>
      </a:accent5>
      <a:accent6>
        <a:srgbClr val="DE6737"/>
      </a:accent6>
      <a:hlink>
        <a:srgbClr val="1864FF"/>
      </a:hlink>
      <a:folHlink>
        <a:srgbClr val="0857A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ctr"/>
      <a:lstStyle>
        <a:defPPr algn="ctr">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65000"/>
            </a:schemeClr>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rtlCol="0" anchor="t">
        <a:spAutoFit/>
      </a:bodyPr>
      <a:lstStyle>
        <a:defPPr algn="l">
          <a:lnSpc>
            <a:spcPct val="113000"/>
          </a:lnSpc>
          <a:defRPr sz="1600" dirty="0" err="1" smtClean="0">
            <a:solidFill>
              <a:schemeClr val="tx1"/>
            </a:solidFill>
          </a:defRPr>
        </a:defPPr>
      </a:lstStyle>
    </a:txDef>
  </a:objectDefaults>
  <a:extraClrSchemeLst/>
  <a:extLst>
    <a:ext uri="{05A4C25C-085E-4340-85A3-A5531E510DB2}">
      <thm15:themeFamily xmlns:thm15="http://schemas.microsoft.com/office/thememl/2012/main" name="Presentation11" id="{F42F1492-7701-3649-9008-F8CF56C99C53}" vid="{069A4F46-BACC-A642-BE78-CD3F3EA7293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DEF897B6A9E5243A3BAB7B7BDA55B95" ma:contentTypeVersion="3" ma:contentTypeDescription="Een nieuw document maken." ma:contentTypeScope="" ma:versionID="0a97628efbdf127f23042160181f1d9a">
  <xsd:schema xmlns:xsd="http://www.w3.org/2001/XMLSchema" xmlns:xs="http://www.w3.org/2001/XMLSchema" xmlns:p="http://schemas.microsoft.com/office/2006/metadata/properties" xmlns:ns2="444ebd02-7183-4d1c-abe9-f175efe83725" targetNamespace="http://schemas.microsoft.com/office/2006/metadata/properties" ma:root="true" ma:fieldsID="44a7a3b93c857102c842f6fb1da07824" ns2:_="">
    <xsd:import namespace="444ebd02-7183-4d1c-abe9-f175efe8372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4ebd02-7183-4d1c-abe9-f175efe8372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AFAF3E6-8A11-4BDC-9823-6F0ACEBB33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4ebd02-7183-4d1c-abe9-f175efe837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575A4A2-8818-4F4B-AD30-88D568004514}">
  <ds:schemaRefs>
    <ds:schemaRef ds:uri="http://schemas.microsoft.com/office/2006/metadata/properties"/>
    <ds:schemaRef ds:uri="http://purl.org/dc/elements/1.1/"/>
    <ds:schemaRef ds:uri="http://schemas.microsoft.com/office/2006/documentManagement/types"/>
    <ds:schemaRef ds:uri="http://purl.org/dc/terms/"/>
    <ds:schemaRef ds:uri="http://schemas.microsoft.com/office/infopath/2007/PartnerControls"/>
    <ds:schemaRef ds:uri="444ebd02-7183-4d1c-abe9-f175efe83725"/>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88AD9160-B56A-4FCD-857D-8AE63521E7F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Light theme (default)</Template>
  <TotalTime>18476</TotalTime>
  <Words>1328</Words>
  <Application>Microsoft Macintosh PowerPoint</Application>
  <PresentationFormat>Widescreen</PresentationFormat>
  <Paragraphs>211</Paragraphs>
  <Slides>17</Slides>
  <Notes>6</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17</vt:i4>
      </vt:variant>
    </vt:vector>
  </HeadingPairs>
  <TitlesOfParts>
    <vt:vector size="30" baseType="lpstr">
      <vt:lpstr>☞NOIR PRO MEDIUM</vt:lpstr>
      <vt:lpstr>Arial</vt:lpstr>
      <vt:lpstr>Azeret Mono</vt:lpstr>
      <vt:lpstr>Azeret Mono Medium</vt:lpstr>
      <vt:lpstr>Calibri</vt:lpstr>
      <vt:lpstr>Calibri Bold</vt:lpstr>
      <vt:lpstr>Helvetica Neue Bold</vt:lpstr>
      <vt:lpstr>Noir Pro</vt:lpstr>
      <vt:lpstr>Noir Pro Medium</vt:lpstr>
      <vt:lpstr>Noir Pro Semi Bold</vt:lpstr>
      <vt:lpstr>TheSansMono M5</vt:lpstr>
      <vt:lpstr>Light theme (default)</vt:lpstr>
      <vt:lpstr>Dark theme</vt:lpstr>
      <vt:lpstr>PowerPoint Presentation</vt:lpstr>
      <vt:lpstr>Outline of topics</vt:lpstr>
      <vt:lpstr>Introduction to the baseline report</vt:lpstr>
      <vt:lpstr>Outline of topics</vt:lpstr>
      <vt:lpstr>Metadata completeness per field</vt:lpstr>
      <vt:lpstr>Number of systems covered by objectives</vt:lpstr>
      <vt:lpstr>Outline of topics</vt:lpstr>
      <vt:lpstr>Overall objectives status on PORTFOLIO_PERIOD_END_DATE</vt:lpstr>
      <vt:lpstr>Status of objectives per capability on PORTFOLIO_PERIOD_END_DATE</vt:lpstr>
      <vt:lpstr>Index</vt:lpstr>
      <vt:lpstr>PORTFOLIO_PERIOD_MAINT_SHORT_SUMMARY</vt:lpstr>
      <vt:lpstr>PORTFOLIO_PERIOD_MAINT_SHORT_SUMMARY</vt:lpstr>
      <vt:lpstr>Test-to-production code ratios of the portfolio on PORTFOLIO_PERIOD_END_DATE</vt:lpstr>
      <vt:lpstr>Architecture ratings of the portfolio on PORTFOLIO_PERIOD_END_DATE</vt:lpstr>
      <vt:lpstr>Open-source health ratings of the portfolio on PORTFOLIO_PERIOD_END_DATE</vt:lpstr>
      <vt:lpstr>Overall Open Source Health Library Risks Overview</vt:lpstr>
      <vt:lpstr>Security ratings of the portfolio on PORTFOLIO_PERIOD_END_DATE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Kovac</dc:creator>
  <cp:lastModifiedBy>Maxim Janssen</cp:lastModifiedBy>
  <cp:revision>189</cp:revision>
  <cp:lastPrinted>2020-04-20T09:37:43Z</cp:lastPrinted>
  <dcterms:created xsi:type="dcterms:W3CDTF">2025-10-22T11:22:13Z</dcterms:created>
  <dcterms:modified xsi:type="dcterms:W3CDTF">2026-05-19T13:07:53Z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0x0101004DEF897B6A9E5243A3BAB7B7BDA55B95</vt:lpwstr>
  </property>
</Properties>
</file>