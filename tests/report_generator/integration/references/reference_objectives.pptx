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561" r:id="rId5"/>
    <p:sldId id="598" r:id="rId6"/>
    <p:sldId id="605" r:id="rId7"/>
    <p:sldId id="606" r:id="rId8"/>
    <p:sldId id="604" r:id="rId9"/>
    <p:sldId id="599" r:id="rId10"/>
    <p:sldId id="600" r:id="rId11"/>
    <p:sldId id="603" r:id="rId12"/>
    <p:sldId id="602" r:id="rId13"/>
    <p:sldId id="601" r:id="rId14"/>
    <p:sldId id="59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41"/>
    <a:srgbClr val="BFC4CF"/>
    <a:srgbClr val="67E77F"/>
    <a:srgbClr val="0066FF"/>
    <a:srgbClr val="F0F4F8"/>
    <a:srgbClr val="4FB0C4"/>
    <a:srgbClr val="E78E17"/>
    <a:srgbClr val="910813"/>
    <a:srgbClr val="CF4731"/>
    <a:srgbClr val="EBC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31"/>
    <p:restoredTop sz="96364"/>
  </p:normalViewPr>
  <p:slideViewPr>
    <p:cSldViewPr snapToGrid="0" snapToObjects="1" showGuides="1">
      <p:cViewPr>
        <p:scale>
          <a:sx n="98" d="100"/>
          <a:sy n="98" d="100"/>
        </p:scale>
        <p:origin x="1560" y="17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Sigrid objectives report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08,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January 2026 and March 2026</a:t>
            </a:r>
            <a:endParaRPr lang="en-US"/>
          </a:p>
        </p:txBody>
      </p:sp>
      <p:graphicFrame>
        <p:nvGraphicFramePr>
          <p:cNvPr id="6" name="OBJECTIVE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4705810"/>
              </p:ext>
            </p:extLst>
          </p:nvPr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towards objectives per team between January 2026 and March 2026</a:t>
            </a:r>
          </a:p>
        </p:txBody>
      </p:sp>
      <p:graphicFrame>
        <p:nvGraphicFramePr>
          <p:cNvPr id="6" name="OBJECTIVES_TEAM_CHART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2175620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January 2026 and March 2026</a:t>
            </a:r>
            <a:endParaRPr lang="en-US"/>
          </a:p>
        </p:txBody>
      </p:sp>
      <p:graphicFrame>
        <p:nvGraphicFramePr>
          <p:cNvPr id="6" name="OBJECTIVE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5904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OBJECTIVES_OVERALL_CHART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OBJECTIVES_SECURITY_CHART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7432841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OBJECTIVES_OSH_CHART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858642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OBJECTIVES_MAINTAINABILITY_CHART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184054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OBJECTIVES_ARCHITECTURE_CHART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7656309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22858</TotalTime>
  <Words>236</Words>
  <Application>Microsoft Macintosh PowerPoint</Application>
  <PresentationFormat>Widescreen</PresentationFormat>
  <Paragraphs>56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204</cp:revision>
  <cp:lastPrinted>2020-07-02T15:41:27Z</cp:lastPrinted>
  <dcterms:created xsi:type="dcterms:W3CDTF">2024-01-03T15:04:34Z</dcterms:created>
  <dcterms:modified xsi:type="dcterms:W3CDTF">2026-03-12T15:48:47Z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