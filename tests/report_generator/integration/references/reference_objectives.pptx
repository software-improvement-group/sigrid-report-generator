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561" r:id="rId5"/>
    <p:sldId id="598" r:id="rId6"/>
    <p:sldId id="605" r:id="rId7"/>
    <p:sldId id="606" r:id="rId8"/>
    <p:sldId id="604" r:id="rId9"/>
    <p:sldId id="599" r:id="rId10"/>
    <p:sldId id="600" r:id="rId11"/>
    <p:sldId id="603" r:id="rId12"/>
    <p:sldId id="602" r:id="rId13"/>
    <p:sldId id="601" r:id="rId14"/>
    <p:sldId id="59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41"/>
    <a:srgbClr val="BFC4CF"/>
    <a:srgbClr val="67E77F"/>
    <a:srgbClr val="0066FF"/>
    <a:srgbClr val="F0F4F8"/>
    <a:srgbClr val="4FB0C4"/>
    <a:srgbClr val="E78E17"/>
    <a:srgbClr val="910813"/>
    <a:srgbClr val="CF4731"/>
    <a:srgbClr val="EBC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40"/>
    <p:restoredTop sz="96305"/>
  </p:normalViewPr>
  <p:slideViewPr>
    <p:cSldViewPr snapToGrid="0" snapToObjects="1" showGuides="1">
      <p:cViewPr>
        <p:scale>
          <a:sx n="107" d="100"/>
          <a:sy n="107" d="100"/>
        </p:scale>
        <p:origin x="5568" y="2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66.666666666666671</c:v>
                </c:pt>
                <c:pt idx="1">
                  <c:v>46.153846153846153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46.153846153846153</c:v>
                </c:pt>
                <c:pt idx="2">
                  <c:v>66.666666666666671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7.6923076923076925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8.3333333333333339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5.4054054054054053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94.594594594594597</c:v>
                </c:pt>
                <c:pt idx="8">
                  <c:v>94.594594594594597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8.3333333333333339</c:v>
                </c:pt>
                <c:pt idx="8">
                  <c:v>8.3333333333333339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66.666666666666671</c:v>
                </c:pt>
                <c:pt idx="1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91.666666666666671</c:v>
                </c:pt>
                <c:pt idx="8">
                  <c:v>91.666666666666671</c:v>
                </c:pt>
                <c:pt idx="9">
                  <c:v>66.666666666666671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46.153846153846153</c:v>
                </c:pt>
                <c:pt idx="10">
                  <c:v>46.153846153846153</c:v>
                </c:pt>
                <c:pt idx="11">
                  <c:v>46.153846153846153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46.153846153846153</c:v>
                </c:pt>
                <c:pt idx="10">
                  <c:v>53.846153846153847</c:v>
                </c:pt>
                <c:pt idx="11">
                  <c:v>53.846153846153847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7.6923076923076925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92.307692307692307</c:v>
                </c:pt>
                <c:pt idx="8">
                  <c:v>92.307692307692307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66.666666666666671</c:v>
                </c:pt>
                <c:pt idx="10">
                  <c:v>66.666666666666671</c:v>
                </c:pt>
                <c:pt idx="11">
                  <c:v>66.666666666666671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25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8.3333333333333339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8.3333333333333339</c:v>
                </c:pt>
                <c:pt idx="10">
                  <c:v>8.3333333333333339</c:v>
                </c:pt>
                <c:pt idx="11">
                  <c:v>8.3333333333333339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Sigrid objectives report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20,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January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9187844"/>
              </p:ext>
            </p:extLst>
          </p:nvPr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January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2175620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January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5904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22857</TotalTime>
  <Words>219</Words>
  <Application>Microsoft Macintosh PowerPoint</Application>
  <PresentationFormat>Widescreen</PresentationFormat>
  <Paragraphs>56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Progress towards objectives between January 2026 and March 2026</vt:lpstr>
      <vt:lpstr>Progress towards objectives per team between January 2026 and March 2026</vt:lpstr>
      <vt:lpstr>Progress towards objectives per capability between January 2026 and March 2026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201</cp:revision>
  <cp:lastPrinted>2020-07-02T15:41:27Z</cp:lastPrinted>
  <dcterms:created xsi:type="dcterms:W3CDTF">2024-01-03T15:04:34Z</dcterms:created>
  <dcterms:modified xsi:type="dcterms:W3CDTF">2026-03-20T13:57:53Z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