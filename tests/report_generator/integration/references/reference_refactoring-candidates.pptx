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customXml/itemProps1.xml" ContentType="application/vnd.openxmlformats-officedocument.customXmlProperties+xml"/>
  <Override PartName="/customXml/itemProps2.xml" ContentType="application/vnd.openxmlformats-officedocument.customXmlProperties+xml"/>
  <Override PartName="/customXml/itemProps3.xml" ContentType="application/vnd.openxmlformats-officedocument.customXmlProperties+xml"/>
  <Override PartName="/docProps/app.xml" ContentType="application/vnd.openxmlformats-officedocument.extended-properti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handoutMasters/handoutMaster1.xml" ContentType="application/vnd.openxmlformats-officedocument.presentationml.handoutMaster+xml"/>
  <Override PartName="/ppt/media/image10.svg" ContentType="image/svg+xml"/>
  <Override PartName="/ppt/media/image5.svg" ContentType="image/svg+xml"/>
  <Override PartName="/ppt/media/image6.svg" ContentType="image/svg+xml"/>
  <Override PartName="/ppt/media/image7.svg" ContentType="image/svg+xml"/>
  <Override PartName="/ppt/media/image8.svg" ContentType="image/svg+xml"/>
  <Override PartName="/ppt/media/image9.svg" ContentType="image/svg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revisionInfo.xml" ContentType="application/vnd.ms-powerpoint.revisioninfo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7.xml" ContentType="application/vnd.openxmlformats-officedocument.presentationml.slideLayout+xml"/>
  <Override PartName="/ppt/slideLayouts/slideLayout18.xml" ContentType="application/vnd.openxmlformats-officedocument.presentationml.slideLayout+xml"/>
  <Override PartName="/ppt/slideLayouts/slideLayout19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theme/theme3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Relationship Id="rId5" Type="http://schemas.openxmlformats.org/officeDocument/2006/relationships/custom-properties" Target="docProps/custom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howSpecialPlsOnTitleSld="0" saveSubsetFonts="1" autoCompressPictures="0">
  <p:sldMasterIdLst>
    <p:sldMasterId id="2147483648" r:id="rId4"/>
  </p:sldMasterIdLst>
  <p:notesMasterIdLst>
    <p:notesMasterId r:id="rId36"/>
  </p:notesMasterIdLst>
  <p:handoutMasterIdLst>
    <p:handoutMasterId r:id="rId37"/>
  </p:handoutMasterIdLst>
  <p:sldIdLst>
    <p:sldId id="516" r:id="rId5"/>
    <p:sldId id="524" r:id="rId6"/>
    <p:sldId id="525" r:id="rId7"/>
    <p:sldId id="526" r:id="rId8"/>
    <p:sldId id="527" r:id="rId9"/>
    <p:sldId id="517" r:id="rId10"/>
    <p:sldId id="528" r:id="rId11"/>
    <p:sldId id="529" r:id="rId12"/>
    <p:sldId id="530" r:id="rId13"/>
    <p:sldId id="531" r:id="rId14"/>
    <p:sldId id="519" r:id="rId15"/>
    <p:sldId id="532" r:id="rId16"/>
    <p:sldId id="533" r:id="rId17"/>
    <p:sldId id="534" r:id="rId18"/>
    <p:sldId id="535" r:id="rId19"/>
    <p:sldId id="518" r:id="rId20"/>
    <p:sldId id="536" r:id="rId21"/>
    <p:sldId id="537" r:id="rId22"/>
    <p:sldId id="538" r:id="rId23"/>
    <p:sldId id="539" r:id="rId24"/>
    <p:sldId id="520" r:id="rId25"/>
    <p:sldId id="540" r:id="rId26"/>
    <p:sldId id="541" r:id="rId27"/>
    <p:sldId id="542" r:id="rId28"/>
    <p:sldId id="543" r:id="rId29"/>
    <p:sldId id="521" r:id="rId30"/>
    <p:sldId id="523" r:id="rId31"/>
    <p:sldId id="544" r:id="rId32"/>
    <p:sldId id="545" r:id="rId33"/>
    <p:sldId id="546" r:id="rId34"/>
    <p:sldId id="547" r:id="rId35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 userDrawn="1">
          <p15:clr>
            <a:srgbClr val="A4A3A4"/>
          </p15:clr>
        </p15:guide>
        <p15:guide id="2" pos="3840" userDrawn="1">
          <p15:clr>
            <a:srgbClr val="A4A3A4"/>
          </p15:clr>
        </p15:guide>
      </p15:sldGuideLst>
    </p:ext>
    <p:ext uri="{2D200454-40CA-4A62-9FC3-DE9A4176ACB9}">
      <p15:notes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1F354B"/>
    <a:srgbClr val="FFFFFF"/>
    <a:srgbClr val="FEF5BA"/>
    <a:srgbClr val="DFC100"/>
    <a:srgbClr val="E78E17"/>
    <a:srgbClr val="910813"/>
    <a:srgbClr val="CF4731"/>
    <a:srgbClr val="EBC937"/>
    <a:srgbClr val="DB4A3D"/>
    <a:srgbClr val="F0089F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0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A32094BA-3324-E44C-AFE3-01F0E8F31A48}" v="69" dt="2024-01-12T19:24:27.556"/>
  </p1510:revLst>
</p1510:revInfo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5202B0CA-FC54-4496-8BCA-5EF66A818D29}" styleName="Dark Style 2">
    <a:wholeTbl>
      <a:tcTxStyle>
        <a:fontRef idx="minor">
          <a:scrgbClr r="0" g="0" b="0"/>
        </a:fontRef>
        <a:schemeClr val="dk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>
              <a:noFill/>
            </a:ln>
          </a:top>
          <a:bottom>
            <a:ln>
              <a:noFill/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solidFill>
            <a:schemeClr val="dk1">
              <a:tint val="20000"/>
            </a:schemeClr>
          </a:solidFill>
        </a:fill>
      </a:tcStyle>
    </a:wholeTbl>
    <a:band1H>
      <a:tcStyle>
        <a:tcBdr/>
        <a:fill>
          <a:solidFill>
            <a:schemeClr val="dk1">
              <a:tint val="40000"/>
            </a:schemeClr>
          </a:solidFill>
        </a:fill>
      </a:tcStyle>
    </a:band1H>
    <a:band1V>
      <a:tcStyle>
        <a:tcBdr/>
        <a:fill>
          <a:solidFill>
            <a:schemeClr val="dk1">
              <a:tint val="4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dk1"/>
              </a:solidFill>
            </a:ln>
          </a:top>
        </a:tcBdr>
        <a:fill>
          <a:solidFill>
            <a:schemeClr val="dk1">
              <a:tint val="20000"/>
            </a:schemeClr>
          </a:solidFill>
        </a:fill>
      </a:tcStyle>
    </a:lastRow>
    <a:firstRow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dk1"/>
          </a:solidFill>
        </a:fill>
      </a:tcStyle>
    </a:firstRow>
  </a:tblStyle>
  <a:tblStyle styleId="{3B4B98B0-60AC-42C2-AFA5-B58CD77FA1E5}" styleName="Light Style 1 - Accent 1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 w="12700" cmpd="sng">
              <a:solidFill>
                <a:schemeClr val="accent1"/>
              </a:solidFill>
            </a:ln>
          </a:top>
          <a:bottom>
            <a:ln w="12700" cmpd="sng">
              <a:solidFill>
                <a:schemeClr val="accent1"/>
              </a:solidFill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accent1">
              <a:alpha val="2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12700" cmpd="sng">
              <a:solidFill>
                <a:schemeClr val="accent1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12700" cmpd="sng">
              <a:solidFill>
                <a:schemeClr val="accent1"/>
              </a:solidFill>
            </a:ln>
          </a:bottom>
        </a:tcBdr>
        <a:fill>
          <a:noFill/>
        </a:fill>
      </a:tcStyle>
    </a:firstRow>
  </a:tblStyle>
  <a:tblStyle styleId="{69012ECD-51FC-41F1-AA8D-1B2483CD663E}" styleName="Light Style 2 - Accent 1">
    <a:wholeTbl>
      <a:tcTxStyle>
        <a:fontRef idx="minor">
          <a:scrgbClr r="0" g="0" b="0"/>
        </a:fontRef>
        <a:schemeClr val="tx1"/>
      </a:tcTxStyle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</a:tcBdr>
      </a:tcStyle>
    </a:band1H>
    <a:band1V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</a:tcBdr>
      </a:tcStyle>
    </a:band1V>
    <a:band2V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</a:tcBdr>
      </a:tcStyle>
    </a:band2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1"/>
              </a:solidFill>
            </a:ln>
          </a:top>
        </a:tcBdr>
      </a:tcStyle>
    </a:lastRow>
    <a:firstRow>
      <a:tcTxStyle b="on">
        <a:fontRef idx="minor">
          <a:scrgbClr r="0" g="0" b="0"/>
        </a:fontRef>
        <a:schemeClr val="bg1"/>
      </a:tcTxStyle>
      <a:tcStyle>
        <a:tcBdr/>
        <a:fillRef idx="1">
          <a:schemeClr val="accent1"/>
        </a:fillRef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8119"/>
    <p:restoredTop sz="96327"/>
  </p:normalViewPr>
  <p:slideViewPr>
    <p:cSldViewPr snapToGrid="0" snapToObjects="1" showGuides="1">
      <p:cViewPr varScale="1">
        <p:scale>
          <a:sx n="223" d="100"/>
          <a:sy n="223" d="100"/>
        </p:scale>
        <p:origin x="536" y="184"/>
      </p:cViewPr>
      <p:guideLst>
        <p:guide orient="horz" pos="2160"/>
        <p:guide pos="3840"/>
      </p:guideLst>
    </p:cSldViewPr>
  </p:slideViewPr>
  <p:notesTextViewPr>
    <p:cViewPr>
      <p:scale>
        <a:sx n="1" d="1"/>
        <a:sy n="1" d="1"/>
      </p:scale>
      <p:origin x="0" y="0"/>
    </p:cViewPr>
  </p:notesTextViewPr>
  <p:sorterViewPr>
    <p:cViewPr>
      <p:scale>
        <a:sx n="38" d="100"/>
        <a:sy n="38" d="100"/>
      </p:scale>
      <p:origin x="0" y="0"/>
    </p:cViewPr>
  </p:sorterViewPr>
  <p:notesViewPr>
    <p:cSldViewPr snapToGrid="0" snapToObjects="1">
      <p:cViewPr varScale="1">
        <p:scale>
          <a:sx n="163" d="100"/>
          <a:sy n="163" d="100"/>
        </p:scale>
        <p:origin x="6728" y="184"/>
      </p:cViewPr>
      <p:guideLst/>
    </p:cSldViewPr>
  </p:notes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customXml" Target="../customXml/item1.xml"/><Relationship Id="rId2" Type="http://schemas.openxmlformats.org/officeDocument/2006/relationships/customXml" Target="../customXml/item2.xml"/><Relationship Id="rId3" Type="http://schemas.openxmlformats.org/officeDocument/2006/relationships/customXml" Target="../customXml/item3.xml"/><Relationship Id="rId4" Type="http://schemas.openxmlformats.org/officeDocument/2006/relationships/slideMaster" Target="slideMasters/slideMaster1.xml"/><Relationship Id="rId5" Type="http://schemas.openxmlformats.org/officeDocument/2006/relationships/slide" Target="slides/slide1.xml"/><Relationship Id="rId6" Type="http://schemas.openxmlformats.org/officeDocument/2006/relationships/slide" Target="slides/slide2.xml"/><Relationship Id="rId7" Type="http://schemas.openxmlformats.org/officeDocument/2006/relationships/slide" Target="slides/slide3.xml"/><Relationship Id="rId8" Type="http://schemas.openxmlformats.org/officeDocument/2006/relationships/slide" Target="slides/slide4.xml"/><Relationship Id="rId9" Type="http://schemas.openxmlformats.org/officeDocument/2006/relationships/slide" Target="slides/slide5.xml"/><Relationship Id="rId10" Type="http://schemas.openxmlformats.org/officeDocument/2006/relationships/slide" Target="slides/slide6.xml"/><Relationship Id="rId11" Type="http://schemas.openxmlformats.org/officeDocument/2006/relationships/slide" Target="slides/slide7.xml"/><Relationship Id="rId12" Type="http://schemas.openxmlformats.org/officeDocument/2006/relationships/slide" Target="slides/slide8.xml"/><Relationship Id="rId13" Type="http://schemas.openxmlformats.org/officeDocument/2006/relationships/slide" Target="slides/slide9.xml"/><Relationship Id="rId14" Type="http://schemas.openxmlformats.org/officeDocument/2006/relationships/slide" Target="slides/slide10.xml"/><Relationship Id="rId15" Type="http://schemas.openxmlformats.org/officeDocument/2006/relationships/slide" Target="slides/slide11.xml"/><Relationship Id="rId16" Type="http://schemas.openxmlformats.org/officeDocument/2006/relationships/slide" Target="slides/slide12.xml"/><Relationship Id="rId17" Type="http://schemas.openxmlformats.org/officeDocument/2006/relationships/slide" Target="slides/slide13.xml"/><Relationship Id="rId18" Type="http://schemas.openxmlformats.org/officeDocument/2006/relationships/slide" Target="slides/slide14.xml"/><Relationship Id="rId19" Type="http://schemas.openxmlformats.org/officeDocument/2006/relationships/slide" Target="slides/slide15.xml"/><Relationship Id="rId20" Type="http://schemas.openxmlformats.org/officeDocument/2006/relationships/slide" Target="slides/slide16.xml"/><Relationship Id="rId21" Type="http://schemas.openxmlformats.org/officeDocument/2006/relationships/slide" Target="slides/slide17.xml"/><Relationship Id="rId22" Type="http://schemas.openxmlformats.org/officeDocument/2006/relationships/slide" Target="slides/slide18.xml"/><Relationship Id="rId23" Type="http://schemas.openxmlformats.org/officeDocument/2006/relationships/slide" Target="slides/slide19.xml"/><Relationship Id="rId24" Type="http://schemas.openxmlformats.org/officeDocument/2006/relationships/slide" Target="slides/slide20.xml"/><Relationship Id="rId25" Type="http://schemas.openxmlformats.org/officeDocument/2006/relationships/slide" Target="slides/slide21.xml"/><Relationship Id="rId26" Type="http://schemas.openxmlformats.org/officeDocument/2006/relationships/slide" Target="slides/slide22.xml"/><Relationship Id="rId27" Type="http://schemas.openxmlformats.org/officeDocument/2006/relationships/slide" Target="slides/slide23.xml"/><Relationship Id="rId28" Type="http://schemas.openxmlformats.org/officeDocument/2006/relationships/slide" Target="slides/slide24.xml"/><Relationship Id="rId29" Type="http://schemas.openxmlformats.org/officeDocument/2006/relationships/slide" Target="slides/slide25.xml"/><Relationship Id="rId30" Type="http://schemas.openxmlformats.org/officeDocument/2006/relationships/slide" Target="slides/slide26.xml"/><Relationship Id="rId31" Type="http://schemas.openxmlformats.org/officeDocument/2006/relationships/slide" Target="slides/slide27.xml"/><Relationship Id="rId32" Type="http://schemas.openxmlformats.org/officeDocument/2006/relationships/slide" Target="slides/slide28.xml"/><Relationship Id="rId33" Type="http://schemas.openxmlformats.org/officeDocument/2006/relationships/slide" Target="slides/slide29.xml"/><Relationship Id="rId34" Type="http://schemas.openxmlformats.org/officeDocument/2006/relationships/slide" Target="slides/slide30.xml"/><Relationship Id="rId35" Type="http://schemas.openxmlformats.org/officeDocument/2006/relationships/slide" Target="slides/slide31.xml"/><Relationship Id="rId36" Type="http://schemas.openxmlformats.org/officeDocument/2006/relationships/notesMaster" Target="notesMasters/notesMaster1.xml"/><Relationship Id="rId37" Type="http://schemas.openxmlformats.org/officeDocument/2006/relationships/handoutMaster" Target="handoutMasters/handoutMaster1.xml"/><Relationship Id="rId38" Type="http://schemas.openxmlformats.org/officeDocument/2006/relationships/presProps" Target="presProps.xml"/><Relationship Id="rId39" Type="http://schemas.openxmlformats.org/officeDocument/2006/relationships/viewProps" Target="viewProps.xml"/><Relationship Id="rId40" Type="http://schemas.openxmlformats.org/officeDocument/2006/relationships/theme" Target="theme/theme1.xml"/><Relationship Id="rId41" Type="http://schemas.openxmlformats.org/officeDocument/2006/relationships/tableStyles" Target="tableStyles.xml"/><Relationship Id="rId42" Type="http://schemas.microsoft.com/office/2015/10/relationships/revisionInfo" Target="revisionInfo.xml"/></Relationships>
</file>

<file path=ppt/handoutMasters/_rels/handout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3.xml"/></Relationships>
</file>

<file path=ppt/handoutMasters/handoutMaster1.xml><?xml version="1.0" encoding="utf-8"?>
<p:handout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>
            <a:extLst>
              <a:ext uri="{FF2B5EF4-FFF2-40B4-BE49-F238E27FC236}">
                <a16:creationId xmlns:a16="http://schemas.microsoft.com/office/drawing/2014/main" id="{EAF400D1-FA8E-6548-A590-873477C843F9}"/>
              </a:ext>
            </a:extLst>
          </p:cNvPr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6B4962C3-51DB-5B49-AE33-9436051173E7}"/>
              </a:ext>
            </a:extLst>
          </p:cNvPr>
          <p:cNvSpPr>
            <a:spLocks noGrp="1"/>
          </p:cNvSpPr>
          <p:nvPr>
            <p:ph type="dt" sz="quarter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C1255C68-584F-174D-BB81-51BF91708794}" type="datetimeFigureOut">
              <a:rPr lang="en-US" smtClean="0"/>
              <a:t>4/22/26</a:t>
            </a:fld>
            <a:endParaRPr lang="en-US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64633DF3-39D0-BC4B-8900-A41729E59CD4}"/>
              </a:ext>
            </a:extLst>
          </p:cNvPr>
          <p:cNvSpPr>
            <a:spLocks noGrp="1"/>
          </p:cNvSpPr>
          <p:nvPr>
            <p:ph type="ftr" sz="quarter" idx="2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B4D735CF-6CE3-3041-89CE-FA86F745DE44}"/>
              </a:ext>
            </a:extLst>
          </p:cNvPr>
          <p:cNvSpPr>
            <a:spLocks noGrp="1"/>
          </p:cNvSpPr>
          <p:nvPr>
            <p:ph type="sldNum" sz="quarter" idx="3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3A955B2-A2D5-2846-95B1-99C033D9F488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768901664"/>
      </p:ext>
    </p:extLst>
  </p:cSld>
  <p:clrMap bg1="lt1" tx1="dk1" bg2="lt2" tx2="dk2" accent1="accent1" accent2="accent2" accent3="accent3" accent4="accent4" accent5="accent5" accent6="accent6" hlink="hlink" folHlink="folHlink"/>
</p:handoutMaster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A1EDAAC4-819D-C544-9EA1-C73624CFD70B}" type="datetimeFigureOut">
              <a:rPr lang="en-US" smtClean="0"/>
              <a:t>4/22/26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4408DED6-61EF-5240-95D8-926F20A98C89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30799816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jpeg"/><Relationship Id="rId3" Type="http://schemas.openxmlformats.org/officeDocument/2006/relationships/image" Target="../media/image2.png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3.jpeg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3.jpeg"/><Relationship Id="rId3" Type="http://schemas.openxmlformats.org/officeDocument/2006/relationships/image" Target="../media/image2.png"/></Relationships>
</file>

<file path=ppt/slideLayouts/_rels/slideLayout1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4.jpeg"/><Relationship Id="rId3" Type="http://schemas.openxmlformats.org/officeDocument/2006/relationships/image" Target="../media/image2.png"/></Relationships>
</file>

<file path=ppt/slideLayouts/_rels/slideLayout1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5.svg"/><Relationship Id="rId3" Type="http://schemas.openxmlformats.org/officeDocument/2006/relationships/image" Target="../media/image6.svg"/><Relationship Id="rId4" Type="http://schemas.openxmlformats.org/officeDocument/2006/relationships/image" Target="../media/image7.svg"/><Relationship Id="rId5" Type="http://schemas.openxmlformats.org/officeDocument/2006/relationships/image" Target="../media/image8.svg"/><Relationship Id="rId6" Type="http://schemas.openxmlformats.org/officeDocument/2006/relationships/image" Target="../media/image9.svg"/><Relationship Id="rId7" Type="http://schemas.openxmlformats.org/officeDocument/2006/relationships/image" Target="../media/image10.svg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Front cover Telecom"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5" name="Picture 14">
            <a:extLst>
              <a:ext uri="{FF2B5EF4-FFF2-40B4-BE49-F238E27FC236}">
                <a16:creationId xmlns:a16="http://schemas.microsoft.com/office/drawing/2014/main" id="{6D4EE728-E82E-704D-ADEB-24FAC51A5077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0" y="-9833"/>
            <a:ext cx="12192000" cy="6875783"/>
          </a:xfrm>
          <a:prstGeom prst="rect">
            <a:avLst/>
          </a:prstGeom>
        </p:spPr>
      </p:pic>
      <p:pic>
        <p:nvPicPr>
          <p:cNvPr id="19" name="Picture 18">
            <a:extLst>
              <a:ext uri="{FF2B5EF4-FFF2-40B4-BE49-F238E27FC236}">
                <a16:creationId xmlns:a16="http://schemas.microsoft.com/office/drawing/2014/main" id="{E1BFBDC1-0F88-404F-8878-DA6B9775F7E9}"/>
              </a:ext>
            </a:extLst>
          </p:cNvPr>
          <p:cNvPicPr>
            <a:picLocks noChangeAspect="1"/>
          </p:cNvPicPr>
          <p:nvPr userDrawn="1"/>
        </p:nvPicPr>
        <p:blipFill>
          <a:blip r:embed="rId3">
            <a:alphaModFix amt="93000"/>
          </a:blip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11" name="Text Placeholder 5">
            <a:extLst>
              <a:ext uri="{FF2B5EF4-FFF2-40B4-BE49-F238E27FC236}">
                <a16:creationId xmlns:a16="http://schemas.microsoft.com/office/drawing/2014/main" id="{7AF298E3-4E90-9E47-86B5-57AC25744388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3235414" y="2937600"/>
            <a:ext cx="8486893" cy="366712"/>
          </a:xfrm>
          <a:prstGeom prst="rect">
            <a:avLst/>
          </a:prstGeom>
        </p:spPr>
        <p:txBody>
          <a:bodyPr wrap="none" tIns="0" bIns="0" anchor="t">
            <a:noAutofit/>
          </a:bodyPr>
          <a:lstStyle>
            <a:lvl1pPr marL="0" indent="0">
              <a:lnSpc>
                <a:spcPct val="100000"/>
              </a:lnSpc>
              <a:buNone/>
              <a:defRPr sz="2800" b="0" i="0">
                <a:solidFill>
                  <a:schemeClr val="bg1"/>
                </a:solidFill>
                <a:latin typeface="Calibri Light" panose="020F0302020204030204" pitchFamily="34" charset="0"/>
                <a:cs typeface="Calibri Light" panose="020F0302020204030204" pitchFamily="34" charset="0"/>
              </a:defRPr>
            </a:lvl1pPr>
            <a:lvl2pPr marL="457200" indent="0">
              <a:buNone/>
              <a:defRPr>
                <a:solidFill>
                  <a:srgbClr val="DFC123"/>
                </a:solidFill>
              </a:defRPr>
            </a:lvl2pPr>
            <a:lvl3pPr marL="914400" indent="0">
              <a:buNone/>
              <a:defRPr>
                <a:solidFill>
                  <a:srgbClr val="DFC123"/>
                </a:solidFill>
              </a:defRPr>
            </a:lvl3pPr>
            <a:lvl4pPr marL="1371600" indent="0">
              <a:buNone/>
              <a:defRPr>
                <a:solidFill>
                  <a:srgbClr val="DFC123"/>
                </a:solidFill>
              </a:defRPr>
            </a:lvl4pPr>
            <a:lvl5pPr marL="1828800" indent="0">
              <a:buNone/>
              <a:defRPr>
                <a:solidFill>
                  <a:srgbClr val="DFC123"/>
                </a:solidFill>
              </a:defRPr>
            </a:lvl5pPr>
          </a:lstStyle>
          <a:p>
            <a:pPr lvl="0"/>
            <a:r>
              <a:rPr lang="en-US" dirty="0"/>
              <a:t>Client name - System name</a:t>
            </a:r>
          </a:p>
        </p:txBody>
      </p:sp>
      <p:sp>
        <p:nvSpPr>
          <p:cNvPr id="12" name="Text Placeholder 7">
            <a:extLst>
              <a:ext uri="{FF2B5EF4-FFF2-40B4-BE49-F238E27FC236}">
                <a16:creationId xmlns:a16="http://schemas.microsoft.com/office/drawing/2014/main" id="{67C6FE27-98CB-9247-98B6-B1989EF943B5}"/>
              </a:ext>
            </a:extLst>
          </p:cNvPr>
          <p:cNvSpPr>
            <a:spLocks noGrp="1"/>
          </p:cNvSpPr>
          <p:nvPr>
            <p:ph type="body" sz="quarter" idx="14" hasCustomPrompt="1"/>
          </p:nvPr>
        </p:nvSpPr>
        <p:spPr>
          <a:xfrm>
            <a:off x="3235415" y="3319200"/>
            <a:ext cx="8486892" cy="344488"/>
          </a:xfrm>
          <a:prstGeom prst="rect">
            <a:avLst/>
          </a:prstGeom>
        </p:spPr>
        <p:txBody>
          <a:bodyPr tIns="0" bIns="0" anchor="t">
            <a:noAutofit/>
          </a:bodyPr>
          <a:lstStyle>
            <a:lvl1pPr marL="0" indent="0">
              <a:lnSpc>
                <a:spcPct val="100000"/>
              </a:lnSpc>
              <a:buNone/>
              <a:defRPr sz="2800" b="1" i="0">
                <a:solidFill>
                  <a:schemeClr val="bg1"/>
                </a:solidFill>
                <a:latin typeface="Calibri" panose="020F0502020204030204" pitchFamily="34" charset="0"/>
                <a:cs typeface="Calibri" panose="020F0502020204030204" pitchFamily="34" charset="0"/>
              </a:defRPr>
            </a:lvl1pPr>
            <a:lvl2pPr marL="457200" indent="0">
              <a:buNone/>
              <a:defRPr>
                <a:solidFill>
                  <a:schemeClr val="bg1"/>
                </a:solidFill>
              </a:defRPr>
            </a:lvl2pPr>
            <a:lvl3pPr marL="914400" indent="0">
              <a:buNone/>
              <a:defRPr>
                <a:solidFill>
                  <a:schemeClr val="bg1"/>
                </a:solidFill>
              </a:defRPr>
            </a:lvl3pPr>
            <a:lvl4pPr marL="1371600" indent="0">
              <a:buNone/>
              <a:defRPr>
                <a:solidFill>
                  <a:schemeClr val="bg1"/>
                </a:solidFill>
              </a:defRPr>
            </a:lvl4pPr>
            <a:lvl5pPr marL="1828800" indent="0">
              <a:buNone/>
              <a:defRPr>
                <a:solidFill>
                  <a:schemeClr val="bg1"/>
                </a:solidFill>
              </a:defRPr>
            </a:lvl5pPr>
          </a:lstStyle>
          <a:p>
            <a:pPr lvl="0"/>
            <a:r>
              <a:rPr lang="en-US" dirty="0"/>
              <a:t>Insert presentation subject</a:t>
            </a:r>
          </a:p>
        </p:txBody>
      </p:sp>
      <p:sp>
        <p:nvSpPr>
          <p:cNvPr id="18" name="Text Placeholder 11">
            <a:extLst>
              <a:ext uri="{FF2B5EF4-FFF2-40B4-BE49-F238E27FC236}">
                <a16:creationId xmlns:a16="http://schemas.microsoft.com/office/drawing/2014/main" id="{F0D60B5C-8D30-9A43-A2F0-A420A723845D}"/>
              </a:ext>
            </a:extLst>
          </p:cNvPr>
          <p:cNvSpPr>
            <a:spLocks noGrp="1"/>
          </p:cNvSpPr>
          <p:nvPr>
            <p:ph type="body" sz="quarter" idx="16" hasCustomPrompt="1"/>
          </p:nvPr>
        </p:nvSpPr>
        <p:spPr>
          <a:xfrm>
            <a:off x="10576161" y="6525935"/>
            <a:ext cx="1146147" cy="257763"/>
          </a:xfrm>
          <a:prstGeom prst="rect">
            <a:avLst/>
          </a:prstGeom>
        </p:spPr>
        <p:txBody>
          <a:bodyPr wrap="none" rIns="0">
            <a:spAutoFit/>
          </a:bodyPr>
          <a:lstStyle>
            <a:lvl1pPr marL="0" indent="0" algn="r">
              <a:buNone/>
              <a:defRPr sz="1000" b="1" cap="all" baseline="0">
                <a:solidFill>
                  <a:schemeClr val="bg1"/>
                </a:solidFill>
                <a:effectLst>
                  <a:outerShdw blurRad="571500" dist="38100" dir="2700000" sx="105000" sy="105000" algn="tl" rotWithShape="0">
                    <a:schemeClr val="tx2"/>
                  </a:outerShdw>
                </a:effectLst>
              </a:defRPr>
            </a:lvl1pPr>
            <a:lvl2pPr>
              <a:defRPr sz="1400" b="1">
                <a:solidFill>
                  <a:schemeClr val="bg1"/>
                </a:solidFill>
              </a:defRPr>
            </a:lvl2pPr>
            <a:lvl3pPr>
              <a:defRPr sz="1400" b="1">
                <a:solidFill>
                  <a:schemeClr val="bg1"/>
                </a:solidFill>
              </a:defRPr>
            </a:lvl3pPr>
            <a:lvl4pPr>
              <a:defRPr sz="1400" b="1">
                <a:solidFill>
                  <a:schemeClr val="bg1"/>
                </a:solidFill>
              </a:defRPr>
            </a:lvl4pPr>
            <a:lvl5pPr>
              <a:defRPr sz="1400" b="1">
                <a:solidFill>
                  <a:schemeClr val="bg1"/>
                </a:solidFill>
              </a:defRPr>
            </a:lvl5pPr>
          </a:lstStyle>
          <a:p>
            <a:pPr lvl="0"/>
            <a:r>
              <a:rPr lang="en-US" dirty="0"/>
              <a:t>INSERT REPORT DATE</a:t>
            </a:r>
          </a:p>
        </p:txBody>
      </p:sp>
    </p:spTree>
    <p:extLst>
      <p:ext uri="{BB962C8B-B14F-4D97-AF65-F5344CB8AC3E}">
        <p14:creationId xmlns:p14="http://schemas.microsoft.com/office/powerpoint/2010/main" val="418236337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able of content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Text Placeholder 2">
            <a:extLst>
              <a:ext uri="{FF2B5EF4-FFF2-40B4-BE49-F238E27FC236}">
                <a16:creationId xmlns:a16="http://schemas.microsoft.com/office/drawing/2014/main" id="{122E66F4-7F53-DD4A-8713-C073FB230CEA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1080000" y="1366268"/>
            <a:ext cx="10665667" cy="4952085"/>
          </a:xfrm>
          <a:prstGeom prst="rect">
            <a:avLst/>
          </a:prstGeom>
        </p:spPr>
        <p:txBody>
          <a:bodyPr vert="horz" lIns="90000" tIns="45720" rIns="91440" bIns="45720" rtlCol="0">
            <a:noAutofit/>
          </a:bodyPr>
          <a:lstStyle>
            <a:lvl1pPr marL="342900" indent="-342900">
              <a:lnSpc>
                <a:spcPct val="114000"/>
              </a:lnSpc>
              <a:spcBef>
                <a:spcPts val="0"/>
              </a:spcBef>
              <a:spcAft>
                <a:spcPts val="600"/>
              </a:spcAft>
              <a:buClr>
                <a:srgbClr val="B2BECD"/>
              </a:buClr>
              <a:buFont typeface="+mj-lt"/>
              <a:buAutoNum type="arabicPeriod"/>
              <a:defRPr lang="en-US" sz="1600" b="0" dirty="0">
                <a:solidFill>
                  <a:schemeClr val="tx2"/>
                </a:solidFill>
              </a:defRPr>
            </a:lvl1pPr>
            <a:lvl2pPr>
              <a:defRPr sz="1600">
                <a:solidFill>
                  <a:schemeClr val="tx2"/>
                </a:solidFill>
              </a:defRPr>
            </a:lvl2pPr>
            <a:lvl3pPr>
              <a:defRPr sz="1600">
                <a:solidFill>
                  <a:schemeClr val="tx2"/>
                </a:solidFill>
              </a:defRPr>
            </a:lvl3pPr>
            <a:lvl4pPr>
              <a:defRPr sz="1600">
                <a:solidFill>
                  <a:schemeClr val="tx2"/>
                </a:solidFill>
              </a:defRPr>
            </a:lvl4pPr>
            <a:lvl5pPr>
              <a:defRPr sz="1600">
                <a:solidFill>
                  <a:schemeClr val="tx2"/>
                </a:solidFill>
              </a:defRPr>
            </a:lvl5pPr>
            <a:lvl6pPr>
              <a:defRPr sz="1600">
                <a:solidFill>
                  <a:schemeClr val="tx2"/>
                </a:solidFill>
              </a:defRPr>
            </a:lvl6pPr>
            <a:lvl7pPr>
              <a:defRPr sz="1600">
                <a:solidFill>
                  <a:schemeClr val="tx2"/>
                </a:solidFill>
              </a:defRPr>
            </a:lvl7pPr>
            <a:lvl8pPr>
              <a:defRPr sz="1600">
                <a:solidFill>
                  <a:schemeClr val="tx2"/>
                </a:solidFill>
              </a:defRPr>
            </a:lvl8pPr>
          </a:lstStyle>
          <a:p>
            <a:pPr marL="342900" indent="-342900">
              <a:lnSpc>
                <a:spcPct val="114000"/>
              </a:lnSpc>
              <a:buClr>
                <a:srgbClr val="9FABB6"/>
              </a:buClr>
              <a:buFont typeface="+mj-lt"/>
              <a:buAutoNum type="arabicPeriod"/>
            </a:pPr>
            <a:r>
              <a:rPr lang="en-US" dirty="0"/>
              <a:t>Insert sections (make bold to highlight sections)</a:t>
            </a:r>
          </a:p>
        </p:txBody>
      </p:sp>
      <p:sp>
        <p:nvSpPr>
          <p:cNvPr id="12" name="Slide Number Placeholder 5">
            <a:extLst>
              <a:ext uri="{FF2B5EF4-FFF2-40B4-BE49-F238E27FC236}">
                <a16:creationId xmlns:a16="http://schemas.microsoft.com/office/drawing/2014/main" id="{B3FAE89E-5649-9B44-9D8C-7D3C163D27F1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495599" y="6550219"/>
            <a:ext cx="250068" cy="236406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0" tIns="36000" rtlCol="0" anchor="ctr"/>
          <a:lstStyle>
            <a:lvl1pPr algn="r">
              <a:defRPr lang="en-US" sz="1000" b="1" spc="10" smtClean="0">
                <a:solidFill>
                  <a:srgbClr val="B3BECD"/>
                </a:solidFill>
              </a:defRPr>
            </a:lvl1pPr>
          </a:lstStyle>
          <a:p>
            <a:fld id="{E242BD21-9B61-2246-BCB1-4BE5E1BEBE1C}" type="slidenum">
              <a:rPr lang="en-US" smtClean="0"/>
              <a:pPr/>
              <a:t>‹#›</a:t>
            </a:fld>
            <a:endParaRPr lang="en-US"/>
          </a:p>
        </p:txBody>
      </p:sp>
      <p:sp>
        <p:nvSpPr>
          <p:cNvPr id="6" name="Title 1">
            <a:extLst>
              <a:ext uri="{FF2B5EF4-FFF2-40B4-BE49-F238E27FC236}">
                <a16:creationId xmlns:a16="http://schemas.microsoft.com/office/drawing/2014/main" id="{010DD217-089D-C949-BCCE-0C2D8196FA38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1935667" y="277522"/>
            <a:ext cx="9810000" cy="282819"/>
          </a:xfrm>
          <a:prstGeom prst="rect">
            <a:avLst/>
          </a:prstGeom>
        </p:spPr>
        <p:txBody>
          <a:bodyPr wrap="square" lIns="0" tIns="0" rIns="0" bIns="0" anchor="t">
            <a:noAutofit/>
          </a:bodyPr>
          <a:lstStyle>
            <a:lvl1pPr>
              <a:defRPr lang="en-US" sz="2000" b="1" spc="-10" dirty="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1pPr>
          </a:lstStyle>
          <a:p>
            <a:pPr marL="228600" lvl="0" indent="-228600">
              <a:spcBef>
                <a:spcPts val="1000"/>
              </a:spcBef>
              <a:buFont typeface="Arial"/>
            </a:pPr>
            <a:r>
              <a:rPr lang="en-US" dirty="0"/>
              <a:t>Insert slide title</a:t>
            </a:r>
          </a:p>
        </p:txBody>
      </p:sp>
      <p:sp>
        <p:nvSpPr>
          <p:cNvPr id="8" name="Footer Placeholder 5">
            <a:extLst>
              <a:ext uri="{FF2B5EF4-FFF2-40B4-BE49-F238E27FC236}">
                <a16:creationId xmlns:a16="http://schemas.microsoft.com/office/drawing/2014/main" id="{B4138DB0-ED82-C84A-8589-E27E32B9B58D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2669790" y="6549140"/>
            <a:ext cx="804066" cy="236406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0" tIns="36000" rtlCol="0" anchor="ctr"/>
          <a:lstStyle>
            <a:lvl1pPr>
              <a:defRPr lang="en-US" sz="1000" b="1" spc="10" dirty="0">
                <a:solidFill>
                  <a:srgbClr val="B3BECD"/>
                </a:solidFill>
              </a:defRPr>
            </a:lvl1pPr>
          </a:lstStyle>
          <a:p>
            <a:r>
              <a:rPr lang="en-US"/>
              <a:t>Confidential</a:t>
            </a:r>
          </a:p>
        </p:txBody>
      </p:sp>
    </p:spTree>
    <p:extLst>
      <p:ext uri="{BB962C8B-B14F-4D97-AF65-F5344CB8AC3E}">
        <p14:creationId xmlns:p14="http://schemas.microsoft.com/office/powerpoint/2010/main" val="2526575217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able of contents dar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Rectangle 5">
            <a:extLst>
              <a:ext uri="{FF2B5EF4-FFF2-40B4-BE49-F238E27FC236}">
                <a16:creationId xmlns:a16="http://schemas.microsoft.com/office/drawing/2014/main" id="{D0F7AAF3-E03F-F445-84B7-DEC6FD5CC0B8}"/>
              </a:ext>
            </a:extLst>
          </p:cNvPr>
          <p:cNvSpPr/>
          <p:nvPr userDrawn="1"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chemeClr val="tx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B48F36FC-ED84-CE49-90C1-FB88EDBAE7F2}"/>
              </a:ext>
            </a:extLst>
          </p:cNvPr>
          <p:cNvSpPr/>
          <p:nvPr userDrawn="1"/>
        </p:nvSpPr>
        <p:spPr>
          <a:xfrm>
            <a:off x="1526401" y="0"/>
            <a:ext cx="10665600" cy="853200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2" name="Slide Number Placeholder 5">
            <a:extLst>
              <a:ext uri="{FF2B5EF4-FFF2-40B4-BE49-F238E27FC236}">
                <a16:creationId xmlns:a16="http://schemas.microsoft.com/office/drawing/2014/main" id="{B3FAE89E-5649-9B44-9D8C-7D3C163D27F1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495599" y="6550219"/>
            <a:ext cx="250068" cy="236406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0" tIns="36000" rtlCol="0" anchor="ctr"/>
          <a:lstStyle>
            <a:lvl1pPr algn="r">
              <a:defRPr lang="en-US" sz="1000" b="1" spc="10" smtClean="0">
                <a:solidFill>
                  <a:srgbClr val="B2BECD"/>
                </a:solidFill>
              </a:defRPr>
            </a:lvl1pPr>
          </a:lstStyle>
          <a:p>
            <a:fld id="{E242BD21-9B61-2246-BCB1-4BE5E1BEBE1C}" type="slidenum">
              <a:rPr smtClean="0"/>
              <a:pPr/>
              <a:t>‹#›</a:t>
            </a:fld>
            <a:endParaRPr dirty="0"/>
          </a:p>
        </p:txBody>
      </p:sp>
      <p:sp>
        <p:nvSpPr>
          <p:cNvPr id="20" name="Title 1">
            <a:extLst>
              <a:ext uri="{FF2B5EF4-FFF2-40B4-BE49-F238E27FC236}">
                <a16:creationId xmlns:a16="http://schemas.microsoft.com/office/drawing/2014/main" id="{3A2DC225-29A5-1C4E-85B1-B1B58619FC8B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1935667" y="277522"/>
            <a:ext cx="9810000" cy="282819"/>
          </a:xfrm>
          <a:prstGeom prst="rect">
            <a:avLst/>
          </a:prstGeom>
        </p:spPr>
        <p:txBody>
          <a:bodyPr wrap="square" lIns="0" tIns="0" rIns="0" bIns="0" anchor="t">
            <a:noAutofit/>
          </a:bodyPr>
          <a:lstStyle>
            <a:lvl1pPr>
              <a:defRPr lang="en-US" sz="2000" b="1" spc="-10" dirty="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1pPr>
          </a:lstStyle>
          <a:p>
            <a:pPr marL="228600" lvl="0" indent="-228600">
              <a:spcBef>
                <a:spcPts val="1000"/>
              </a:spcBef>
              <a:buFont typeface="Arial"/>
            </a:pPr>
            <a:r>
              <a:rPr lang="en-US" dirty="0"/>
              <a:t>Insert slide title</a:t>
            </a:r>
          </a:p>
        </p:txBody>
      </p:sp>
      <p:sp>
        <p:nvSpPr>
          <p:cNvPr id="13" name="Text Placeholder 2">
            <a:extLst>
              <a:ext uri="{FF2B5EF4-FFF2-40B4-BE49-F238E27FC236}">
                <a16:creationId xmlns:a16="http://schemas.microsoft.com/office/drawing/2014/main" id="{D37A1B97-F536-DA40-9B5F-C768D92CAC7A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1080000" y="1366268"/>
            <a:ext cx="10665667" cy="4952085"/>
          </a:xfrm>
          <a:prstGeom prst="rect">
            <a:avLst/>
          </a:prstGeom>
        </p:spPr>
        <p:txBody>
          <a:bodyPr vert="horz" lIns="90000" tIns="45720" rIns="91440" bIns="45720" rtlCol="0">
            <a:noAutofit/>
          </a:bodyPr>
          <a:lstStyle>
            <a:lvl1pPr marL="342900" indent="-342900">
              <a:lnSpc>
                <a:spcPct val="114000"/>
              </a:lnSpc>
              <a:spcBef>
                <a:spcPts val="0"/>
              </a:spcBef>
              <a:spcAft>
                <a:spcPts val="600"/>
              </a:spcAft>
              <a:buClr>
                <a:srgbClr val="B2BECD"/>
              </a:buClr>
              <a:buFont typeface="+mj-lt"/>
              <a:buAutoNum type="arabicPeriod"/>
              <a:defRPr lang="en-US" sz="1600" b="0" dirty="0">
                <a:solidFill>
                  <a:schemeClr val="bg1"/>
                </a:solidFill>
              </a:defRPr>
            </a:lvl1pPr>
            <a:lvl2pPr>
              <a:defRPr sz="1600">
                <a:solidFill>
                  <a:schemeClr val="bg1"/>
                </a:solidFill>
              </a:defRPr>
            </a:lvl2pPr>
            <a:lvl3pPr>
              <a:defRPr sz="1600">
                <a:solidFill>
                  <a:schemeClr val="bg1"/>
                </a:solidFill>
              </a:defRPr>
            </a:lvl3pPr>
            <a:lvl4pPr>
              <a:defRPr sz="1600">
                <a:solidFill>
                  <a:schemeClr val="bg1"/>
                </a:solidFill>
              </a:defRPr>
            </a:lvl4pPr>
            <a:lvl5pPr>
              <a:defRPr sz="1600">
                <a:solidFill>
                  <a:schemeClr val="bg1"/>
                </a:solidFill>
              </a:defRPr>
            </a:lvl5pPr>
            <a:lvl6pPr>
              <a:defRPr sz="1600">
                <a:solidFill>
                  <a:schemeClr val="bg1"/>
                </a:solidFill>
              </a:defRPr>
            </a:lvl6pPr>
            <a:lvl7pPr>
              <a:defRPr sz="1600">
                <a:solidFill>
                  <a:schemeClr val="bg1"/>
                </a:solidFill>
              </a:defRPr>
            </a:lvl7pPr>
            <a:lvl8pPr>
              <a:defRPr sz="1600">
                <a:solidFill>
                  <a:schemeClr val="bg1"/>
                </a:solidFill>
              </a:defRPr>
            </a:lvl8pPr>
          </a:lstStyle>
          <a:p>
            <a:pPr marL="342900" indent="-342900">
              <a:lnSpc>
                <a:spcPct val="114000"/>
              </a:lnSpc>
              <a:buClr>
                <a:srgbClr val="9FABB6"/>
              </a:buClr>
              <a:buFont typeface="+mj-lt"/>
              <a:buAutoNum type="arabicPeriod"/>
            </a:pPr>
            <a:r>
              <a:rPr lang="en-US" dirty="0"/>
              <a:t>Insert sections (make bold to highlight sections)</a:t>
            </a:r>
          </a:p>
        </p:txBody>
      </p:sp>
    </p:spTree>
    <p:extLst>
      <p:ext uri="{BB962C8B-B14F-4D97-AF65-F5344CB8AC3E}">
        <p14:creationId xmlns:p14="http://schemas.microsoft.com/office/powerpoint/2010/main" val="3569207869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Genera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" name="Slide Number Placeholder 5">
            <a:extLst>
              <a:ext uri="{FF2B5EF4-FFF2-40B4-BE49-F238E27FC236}">
                <a16:creationId xmlns:a16="http://schemas.microsoft.com/office/drawing/2014/main" id="{598AB3A5-9E9A-0F4F-B44F-E7B1D1AFFB8E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495599" y="6550219"/>
            <a:ext cx="250068" cy="236406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0" tIns="36000" rtlCol="0" anchor="ctr"/>
          <a:lstStyle>
            <a:lvl1pPr algn="r">
              <a:defRPr lang="en-US" sz="1000" b="1" spc="10" smtClean="0">
                <a:solidFill>
                  <a:srgbClr val="B2BECD"/>
                </a:solidFill>
              </a:defRPr>
            </a:lvl1pPr>
          </a:lstStyle>
          <a:p>
            <a:fld id="{E242BD21-9B61-2246-BCB1-4BE5E1BEBE1C}" type="slidenum">
              <a:rPr lang="en-US" smtClean="0"/>
              <a:pPr/>
              <a:t>‹#›</a:t>
            </a:fld>
            <a:endParaRPr lang="en-US"/>
          </a:p>
        </p:txBody>
      </p:sp>
      <p:sp>
        <p:nvSpPr>
          <p:cNvPr id="25" name="TextBox 24">
            <a:extLst>
              <a:ext uri="{FF2B5EF4-FFF2-40B4-BE49-F238E27FC236}">
                <a16:creationId xmlns:a16="http://schemas.microsoft.com/office/drawing/2014/main" id="{DDD864A3-F6DC-434B-B5BE-5F14C8CEA463}"/>
              </a:ext>
            </a:extLst>
          </p:cNvPr>
          <p:cNvSpPr txBox="1"/>
          <p:nvPr userDrawn="1"/>
        </p:nvSpPr>
        <p:spPr>
          <a:xfrm>
            <a:off x="1848464" y="146728"/>
            <a:ext cx="334297" cy="276999"/>
          </a:xfrm>
          <a:prstGeom prst="rect">
            <a:avLst/>
          </a:prstGeom>
        </p:spPr>
        <p:txBody>
          <a:bodyPr wrap="square" anchor="ctr">
            <a:spAutoFit/>
          </a:bodyPr>
          <a:lstStyle>
            <a:defPPr>
              <a:defRPr lang="en-US"/>
            </a:defPPr>
            <a:lvl1pPr>
              <a:defRPr sz="1200" b="1" spc="-10">
                <a:solidFill>
                  <a:srgbClr val="183142">
                    <a:alpha val="25000"/>
                  </a:srgbClr>
                </a:solidFill>
                <a:latin typeface="TheSans B6 SemiBold" charset="0"/>
                <a:ea typeface="TheSans B6 SemiBold" charset="0"/>
                <a:cs typeface="TheSans B6 SemiBold" charset="0"/>
              </a:defRPr>
            </a:lvl1pPr>
            <a:lvl2pPr indent="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b="0" i="0" spc="-50" baseline="0">
                <a:solidFill>
                  <a:srgbClr val="607692"/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defRPr>
            </a:lvl2pPr>
            <a:lvl3pPr indent="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b="0" i="0" spc="-50" baseline="0">
                <a:solidFill>
                  <a:srgbClr val="607692"/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defRPr>
            </a:lvl3pPr>
            <a:lvl4pPr indent="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b="0" i="0" spc="-50" baseline="0">
                <a:solidFill>
                  <a:srgbClr val="607692"/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defRPr>
            </a:lvl4pPr>
            <a:lvl5pPr indent="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b="0" i="0" spc="-50" baseline="0">
                <a:solidFill>
                  <a:srgbClr val="607692"/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defRPr>
            </a:lvl5pPr>
            <a:lvl6pPr marL="2514600" indent="-22860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</a:lvl6pPr>
            <a:lvl7pPr marL="2971800" indent="-22860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</a:lvl7pPr>
            <a:lvl8pPr marL="3429000" indent="-22860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</a:lvl8pPr>
            <a:lvl9pPr marL="3886200" indent="-22860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</a:lvl9pPr>
          </a:lstStyle>
          <a:p>
            <a:pPr lvl="0"/>
            <a:r>
              <a:rPr lang="en-US" dirty="0">
                <a:solidFill>
                  <a:srgbClr val="B2BECD"/>
                </a:solidFill>
                <a:latin typeface="+mn-lt"/>
              </a:rPr>
              <a:t>//</a:t>
            </a:r>
          </a:p>
        </p:txBody>
      </p:sp>
      <p:sp>
        <p:nvSpPr>
          <p:cNvPr id="26" name="Text Placeholder 4">
            <a:extLst>
              <a:ext uri="{FF2B5EF4-FFF2-40B4-BE49-F238E27FC236}">
                <a16:creationId xmlns:a16="http://schemas.microsoft.com/office/drawing/2014/main" id="{CC299468-581B-CC41-8897-C7E1583185E0}"/>
              </a:ext>
            </a:extLst>
          </p:cNvPr>
          <p:cNvSpPr>
            <a:spLocks noGrp="1"/>
          </p:cNvSpPr>
          <p:nvPr>
            <p:ph type="body" sz="quarter" idx="12" hasCustomPrompt="1"/>
          </p:nvPr>
        </p:nvSpPr>
        <p:spPr>
          <a:xfrm>
            <a:off x="2105790" y="169213"/>
            <a:ext cx="9639877" cy="216756"/>
          </a:xfrm>
          <a:prstGeom prst="rect">
            <a:avLst/>
          </a:prstGeom>
        </p:spPr>
        <p:txBody>
          <a:bodyPr wrap="square" lIns="0" tIns="18000" rIns="90000" bIns="0" anchor="t">
            <a:spAutoFit/>
          </a:bodyPr>
          <a:lstStyle>
            <a:lvl1pPr marL="0" indent="0">
              <a:buNone/>
              <a:defRPr lang="en-US" sz="1200" b="1" cap="all" spc="-10" baseline="0" dirty="0">
                <a:solidFill>
                  <a:srgbClr val="B2BECD"/>
                </a:solidFill>
                <a:latin typeface="+mn-lt"/>
                <a:ea typeface="TheSans B6 SemiBold" charset="0"/>
                <a:cs typeface="TheSans B6 SemiBold" charset="0"/>
              </a:defRPr>
            </a:lvl1pPr>
          </a:lstStyle>
          <a:p>
            <a:pPr marL="0" lvl="0"/>
            <a:r>
              <a:rPr lang="en-US" dirty="0"/>
              <a:t>INSERT PRESENTATION SECTION</a:t>
            </a:r>
          </a:p>
        </p:txBody>
      </p:sp>
      <p:sp>
        <p:nvSpPr>
          <p:cNvPr id="27" name="Title 1">
            <a:extLst>
              <a:ext uri="{FF2B5EF4-FFF2-40B4-BE49-F238E27FC236}">
                <a16:creationId xmlns:a16="http://schemas.microsoft.com/office/drawing/2014/main" id="{8A8B0682-F79C-014E-BF74-DADFA39ECD08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1935667" y="391823"/>
            <a:ext cx="9810000" cy="282819"/>
          </a:xfrm>
          <a:prstGeom prst="rect">
            <a:avLst/>
          </a:prstGeom>
        </p:spPr>
        <p:txBody>
          <a:bodyPr wrap="square" lIns="0" tIns="0" rIns="0" bIns="0" anchor="t">
            <a:noAutofit/>
          </a:bodyPr>
          <a:lstStyle>
            <a:lvl1pPr>
              <a:defRPr lang="en-US" sz="2000" b="1" spc="-10" dirty="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1pPr>
          </a:lstStyle>
          <a:p>
            <a:pPr marL="228600" lvl="0" indent="-228600">
              <a:spcBef>
                <a:spcPts val="1000"/>
              </a:spcBef>
              <a:buFont typeface="Arial"/>
            </a:pPr>
            <a:r>
              <a:rPr lang="en-US" dirty="0"/>
              <a:t>Insert key slide message</a:t>
            </a:r>
          </a:p>
        </p:txBody>
      </p:sp>
      <p:sp>
        <p:nvSpPr>
          <p:cNvPr id="13" name="Content Placeholder 2">
            <a:extLst>
              <a:ext uri="{FF2B5EF4-FFF2-40B4-BE49-F238E27FC236}">
                <a16:creationId xmlns:a16="http://schemas.microsoft.com/office/drawing/2014/main" id="{F750EC08-DA20-234C-8634-75139A014432}"/>
              </a:ext>
            </a:extLst>
          </p:cNvPr>
          <p:cNvSpPr>
            <a:spLocks noGrp="1"/>
          </p:cNvSpPr>
          <p:nvPr>
            <p:ph sz="quarter" idx="13" hasCustomPrompt="1"/>
          </p:nvPr>
        </p:nvSpPr>
        <p:spPr>
          <a:xfrm>
            <a:off x="514800" y="1368000"/>
            <a:ext cx="11232000" cy="4950000"/>
          </a:xfrm>
        </p:spPr>
        <p:txBody>
          <a:bodyPr>
            <a:noAutofit/>
          </a:bodyPr>
          <a:lstStyle>
            <a:lvl1pPr marL="285750" indent="-285750">
              <a:buFont typeface="Wingdings" pitchFamily="2" charset="2"/>
              <a:buChar char="§"/>
              <a:tabLst/>
              <a:defRPr/>
            </a:lvl1pPr>
          </a:lstStyle>
          <a:p>
            <a:pPr lvl="0"/>
            <a:r>
              <a:rPr lang="en-US" dirty="0"/>
              <a:t>Insert content text (headers in bold)</a:t>
            </a:r>
          </a:p>
        </p:txBody>
      </p:sp>
    </p:spTree>
    <p:extLst>
      <p:ext uri="{BB962C8B-B14F-4D97-AF65-F5344CB8AC3E}">
        <p14:creationId xmlns:p14="http://schemas.microsoft.com/office/powerpoint/2010/main" val="1546037321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General - 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Slide Number Placeholder 5">
            <a:extLst>
              <a:ext uri="{FF2B5EF4-FFF2-40B4-BE49-F238E27FC236}">
                <a16:creationId xmlns:a16="http://schemas.microsoft.com/office/drawing/2014/main" id="{B3FAE89E-5649-9B44-9D8C-7D3C163D27F1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495599" y="6550219"/>
            <a:ext cx="250068" cy="236406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0" tIns="36000" rtlCol="0" anchor="ctr"/>
          <a:lstStyle>
            <a:lvl1pPr algn="r">
              <a:defRPr lang="en-US" sz="1000" b="1" spc="10" smtClean="0">
                <a:solidFill>
                  <a:srgbClr val="B3BECD"/>
                </a:solidFill>
              </a:defRPr>
            </a:lvl1pPr>
          </a:lstStyle>
          <a:p>
            <a:fld id="{E242BD21-9B61-2246-BCB1-4BE5E1BEBE1C}" type="slidenum">
              <a:rPr lang="en-US" smtClean="0"/>
              <a:pPr/>
              <a:t>‹#›</a:t>
            </a:fld>
            <a:endParaRPr lang="en-US"/>
          </a:p>
        </p:txBody>
      </p:sp>
      <p:sp>
        <p:nvSpPr>
          <p:cNvPr id="6" name="Title 1">
            <a:extLst>
              <a:ext uri="{FF2B5EF4-FFF2-40B4-BE49-F238E27FC236}">
                <a16:creationId xmlns:a16="http://schemas.microsoft.com/office/drawing/2014/main" id="{010DD217-089D-C949-BCCE-0C2D8196FA38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1935667" y="277522"/>
            <a:ext cx="9810000" cy="282819"/>
          </a:xfrm>
          <a:prstGeom prst="rect">
            <a:avLst/>
          </a:prstGeom>
        </p:spPr>
        <p:txBody>
          <a:bodyPr wrap="square" lIns="0" tIns="0" rIns="0" bIns="0" anchor="t">
            <a:noAutofit/>
          </a:bodyPr>
          <a:lstStyle>
            <a:lvl1pPr>
              <a:defRPr lang="en-US" sz="2000" b="1" spc="-10" dirty="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1pPr>
          </a:lstStyle>
          <a:p>
            <a:pPr marL="228600" lvl="0" indent="-228600">
              <a:spcBef>
                <a:spcPts val="1000"/>
              </a:spcBef>
              <a:buFont typeface="Arial"/>
            </a:pPr>
            <a:r>
              <a:rPr lang="en-US" dirty="0"/>
              <a:t>Insert slide title</a:t>
            </a:r>
          </a:p>
        </p:txBody>
      </p:sp>
      <p:sp>
        <p:nvSpPr>
          <p:cNvPr id="7" name="Content Placeholder 2">
            <a:extLst>
              <a:ext uri="{FF2B5EF4-FFF2-40B4-BE49-F238E27FC236}">
                <a16:creationId xmlns:a16="http://schemas.microsoft.com/office/drawing/2014/main" id="{5606E028-6F75-5A40-AE18-EB44D4BC81AB}"/>
              </a:ext>
            </a:extLst>
          </p:cNvPr>
          <p:cNvSpPr>
            <a:spLocks noGrp="1"/>
          </p:cNvSpPr>
          <p:nvPr>
            <p:ph sz="quarter" idx="13" hasCustomPrompt="1"/>
          </p:nvPr>
        </p:nvSpPr>
        <p:spPr>
          <a:xfrm>
            <a:off x="514800" y="1368000"/>
            <a:ext cx="11232000" cy="4950000"/>
          </a:xfrm>
        </p:spPr>
        <p:txBody>
          <a:bodyPr>
            <a:noAutofit/>
          </a:bodyPr>
          <a:lstStyle>
            <a:lvl1pPr marL="285750" indent="-285750">
              <a:buFont typeface="Wingdings" pitchFamily="2" charset="2"/>
              <a:buChar char="§"/>
              <a:tabLst/>
              <a:defRPr/>
            </a:lvl1pPr>
          </a:lstStyle>
          <a:p>
            <a:pPr lvl="0"/>
            <a:r>
              <a:rPr lang="en-US" dirty="0"/>
              <a:t>Insert content text (headers in bold)</a:t>
            </a:r>
          </a:p>
        </p:txBody>
      </p:sp>
    </p:spTree>
    <p:extLst>
      <p:ext uri="{BB962C8B-B14F-4D97-AF65-F5344CB8AC3E}">
        <p14:creationId xmlns:p14="http://schemas.microsoft.com/office/powerpoint/2010/main" val="2499030345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General dar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Rectangle 7">
            <a:extLst>
              <a:ext uri="{FF2B5EF4-FFF2-40B4-BE49-F238E27FC236}">
                <a16:creationId xmlns:a16="http://schemas.microsoft.com/office/drawing/2014/main" id="{B299649B-5451-C04E-B29F-B9106BA428C6}"/>
              </a:ext>
            </a:extLst>
          </p:cNvPr>
          <p:cNvSpPr/>
          <p:nvPr userDrawn="1"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chemeClr val="tx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98EB6C95-789F-6849-B896-687225A3A848}"/>
              </a:ext>
            </a:extLst>
          </p:cNvPr>
          <p:cNvSpPr/>
          <p:nvPr userDrawn="1"/>
        </p:nvSpPr>
        <p:spPr>
          <a:xfrm>
            <a:off x="1526399" y="1"/>
            <a:ext cx="10665601" cy="853200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5" name="Slide Number Placeholder 5">
            <a:extLst>
              <a:ext uri="{FF2B5EF4-FFF2-40B4-BE49-F238E27FC236}">
                <a16:creationId xmlns:a16="http://schemas.microsoft.com/office/drawing/2014/main" id="{598AB3A5-9E9A-0F4F-B44F-E7B1D1AFFB8E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495599" y="6550219"/>
            <a:ext cx="250068" cy="236406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0" tIns="36000" rtlCol="0" anchor="ctr"/>
          <a:lstStyle>
            <a:lvl1pPr algn="r">
              <a:defRPr lang="en-US" sz="1000" b="1" spc="10" smtClean="0">
                <a:solidFill>
                  <a:srgbClr val="B2BECD"/>
                </a:solidFill>
              </a:defRPr>
            </a:lvl1pPr>
          </a:lstStyle>
          <a:p>
            <a:fld id="{E242BD21-9B61-2246-BCB1-4BE5E1BEBE1C}" type="slidenum">
              <a:rPr lang="en-US" smtClean="0"/>
              <a:pPr/>
              <a:t>‹#›</a:t>
            </a:fld>
            <a:endParaRPr lang="en-US"/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9AD62445-A202-3741-926B-06A74F654895}"/>
              </a:ext>
            </a:extLst>
          </p:cNvPr>
          <p:cNvSpPr txBox="1"/>
          <p:nvPr userDrawn="1"/>
        </p:nvSpPr>
        <p:spPr>
          <a:xfrm>
            <a:off x="1848464" y="146728"/>
            <a:ext cx="334297" cy="276999"/>
          </a:xfrm>
          <a:prstGeom prst="rect">
            <a:avLst/>
          </a:prstGeom>
        </p:spPr>
        <p:txBody>
          <a:bodyPr wrap="square" anchor="ctr">
            <a:spAutoFit/>
          </a:bodyPr>
          <a:lstStyle>
            <a:defPPr>
              <a:defRPr lang="en-US"/>
            </a:defPPr>
            <a:lvl1pPr>
              <a:defRPr sz="1200" b="1" spc="-10">
                <a:solidFill>
                  <a:srgbClr val="183142">
                    <a:alpha val="25000"/>
                  </a:srgbClr>
                </a:solidFill>
                <a:latin typeface="TheSans B6 SemiBold" charset="0"/>
                <a:ea typeface="TheSans B6 SemiBold" charset="0"/>
                <a:cs typeface="TheSans B6 SemiBold" charset="0"/>
              </a:defRPr>
            </a:lvl1pPr>
            <a:lvl2pPr indent="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b="0" i="0" spc="-50" baseline="0">
                <a:solidFill>
                  <a:srgbClr val="607692"/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defRPr>
            </a:lvl2pPr>
            <a:lvl3pPr indent="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b="0" i="0" spc="-50" baseline="0">
                <a:solidFill>
                  <a:srgbClr val="607692"/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defRPr>
            </a:lvl3pPr>
            <a:lvl4pPr indent="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b="0" i="0" spc="-50" baseline="0">
                <a:solidFill>
                  <a:srgbClr val="607692"/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defRPr>
            </a:lvl4pPr>
            <a:lvl5pPr indent="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b="0" i="0" spc="-50" baseline="0">
                <a:solidFill>
                  <a:srgbClr val="607692"/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defRPr>
            </a:lvl5pPr>
            <a:lvl6pPr marL="2514600" indent="-22860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</a:lvl6pPr>
            <a:lvl7pPr marL="2971800" indent="-22860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</a:lvl7pPr>
            <a:lvl8pPr marL="3429000" indent="-22860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</a:lvl8pPr>
            <a:lvl9pPr marL="3886200" indent="-22860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</a:lvl9pPr>
          </a:lstStyle>
          <a:p>
            <a:pPr lvl="0"/>
            <a:r>
              <a:rPr lang="en-US" dirty="0">
                <a:solidFill>
                  <a:srgbClr val="B2BECD"/>
                </a:solidFill>
                <a:latin typeface="+mn-lt"/>
              </a:rPr>
              <a:t>//</a:t>
            </a:r>
          </a:p>
        </p:txBody>
      </p:sp>
      <p:sp>
        <p:nvSpPr>
          <p:cNvPr id="18" name="Text Placeholder 4">
            <a:extLst>
              <a:ext uri="{FF2B5EF4-FFF2-40B4-BE49-F238E27FC236}">
                <a16:creationId xmlns:a16="http://schemas.microsoft.com/office/drawing/2014/main" id="{A7985789-259F-8A45-8AFC-1116A7FBC4C0}"/>
              </a:ext>
            </a:extLst>
          </p:cNvPr>
          <p:cNvSpPr>
            <a:spLocks noGrp="1"/>
          </p:cNvSpPr>
          <p:nvPr>
            <p:ph type="body" sz="quarter" idx="12" hasCustomPrompt="1"/>
          </p:nvPr>
        </p:nvSpPr>
        <p:spPr>
          <a:xfrm>
            <a:off x="2105790" y="169213"/>
            <a:ext cx="9639877" cy="216756"/>
          </a:xfrm>
          <a:prstGeom prst="rect">
            <a:avLst/>
          </a:prstGeom>
        </p:spPr>
        <p:txBody>
          <a:bodyPr wrap="square" lIns="0" tIns="18000" rIns="90000" bIns="0" anchor="t">
            <a:spAutoFit/>
          </a:bodyPr>
          <a:lstStyle>
            <a:lvl1pPr marL="0" indent="0">
              <a:buNone/>
              <a:defRPr lang="en-US" sz="1200" b="1" cap="all" spc="-10" baseline="0" dirty="0">
                <a:solidFill>
                  <a:srgbClr val="B2BECD"/>
                </a:solidFill>
                <a:latin typeface="+mn-lt"/>
                <a:ea typeface="TheSans B6 SemiBold" charset="0"/>
                <a:cs typeface="TheSans B6 SemiBold" charset="0"/>
              </a:defRPr>
            </a:lvl1pPr>
          </a:lstStyle>
          <a:p>
            <a:pPr marL="0" lvl="0"/>
            <a:r>
              <a:rPr lang="en-US" dirty="0"/>
              <a:t>INSERT PRESENTATION SECTION</a:t>
            </a:r>
          </a:p>
        </p:txBody>
      </p:sp>
      <p:sp>
        <p:nvSpPr>
          <p:cNvPr id="20" name="Title 1">
            <a:extLst>
              <a:ext uri="{FF2B5EF4-FFF2-40B4-BE49-F238E27FC236}">
                <a16:creationId xmlns:a16="http://schemas.microsoft.com/office/drawing/2014/main" id="{0585523F-AA2C-D94A-8558-94C468B99C36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1935667" y="391823"/>
            <a:ext cx="9810000" cy="282819"/>
          </a:xfrm>
          <a:prstGeom prst="rect">
            <a:avLst/>
          </a:prstGeom>
        </p:spPr>
        <p:txBody>
          <a:bodyPr wrap="square" lIns="0" tIns="0" rIns="0" bIns="0" anchor="t">
            <a:noAutofit/>
          </a:bodyPr>
          <a:lstStyle>
            <a:lvl1pPr>
              <a:defRPr lang="en-US" sz="2000" b="1" spc="-10" dirty="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1pPr>
          </a:lstStyle>
          <a:p>
            <a:pPr marL="228600" lvl="0" indent="-228600">
              <a:spcBef>
                <a:spcPts val="1000"/>
              </a:spcBef>
              <a:buFont typeface="Arial"/>
            </a:pPr>
            <a:r>
              <a:rPr lang="en-US" dirty="0"/>
              <a:t>Insert key slide message</a:t>
            </a:r>
          </a:p>
        </p:txBody>
      </p:sp>
      <p:sp>
        <p:nvSpPr>
          <p:cNvPr id="13" name="Content Placeholder 2">
            <a:extLst>
              <a:ext uri="{FF2B5EF4-FFF2-40B4-BE49-F238E27FC236}">
                <a16:creationId xmlns:a16="http://schemas.microsoft.com/office/drawing/2014/main" id="{5B723CB0-4ECE-354C-B92C-5CCAC7B1422C}"/>
              </a:ext>
            </a:extLst>
          </p:cNvPr>
          <p:cNvSpPr>
            <a:spLocks noGrp="1"/>
          </p:cNvSpPr>
          <p:nvPr>
            <p:ph sz="quarter" idx="13" hasCustomPrompt="1"/>
          </p:nvPr>
        </p:nvSpPr>
        <p:spPr>
          <a:xfrm>
            <a:off x="514800" y="1368000"/>
            <a:ext cx="11232000" cy="4950000"/>
          </a:xfrm>
        </p:spPr>
        <p:txBody>
          <a:bodyPr>
            <a:noAutofit/>
          </a:bodyPr>
          <a:lstStyle>
            <a:lvl1pPr marL="285750" indent="-285750">
              <a:buFont typeface="Wingdings" pitchFamily="2" charset="2"/>
              <a:buChar char="§"/>
              <a:tabLst/>
              <a:defRPr>
                <a:solidFill>
                  <a:schemeClr val="bg1"/>
                </a:solidFill>
              </a:defRPr>
            </a:lvl1pPr>
            <a:lvl2pPr>
              <a:defRPr>
                <a:solidFill>
                  <a:schemeClr val="bg1"/>
                </a:solidFill>
              </a:defRPr>
            </a:lvl2pPr>
            <a:lvl3pPr>
              <a:defRPr>
                <a:solidFill>
                  <a:schemeClr val="bg1"/>
                </a:solidFill>
              </a:defRPr>
            </a:lvl3pPr>
            <a:lvl4pPr>
              <a:defRPr>
                <a:solidFill>
                  <a:schemeClr val="bg1"/>
                </a:solidFill>
              </a:defRPr>
            </a:lvl4pPr>
            <a:lvl5pPr>
              <a:defRPr>
                <a:solidFill>
                  <a:schemeClr val="bg1"/>
                </a:solidFill>
              </a:defRPr>
            </a:lvl5pPr>
          </a:lstStyle>
          <a:p>
            <a:pPr lvl="0"/>
            <a:r>
              <a:rPr lang="en-US" dirty="0"/>
              <a:t>Insert content text (headers in bold)</a:t>
            </a:r>
          </a:p>
        </p:txBody>
      </p:sp>
    </p:spTree>
    <p:extLst>
      <p:ext uri="{BB962C8B-B14F-4D97-AF65-F5344CB8AC3E}">
        <p14:creationId xmlns:p14="http://schemas.microsoft.com/office/powerpoint/2010/main" val="1573487575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ontrast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Rectangle 7">
            <a:extLst>
              <a:ext uri="{FF2B5EF4-FFF2-40B4-BE49-F238E27FC236}">
                <a16:creationId xmlns:a16="http://schemas.microsoft.com/office/drawing/2014/main" id="{B299649B-5451-C04E-B29F-B9106BA428C6}"/>
              </a:ext>
            </a:extLst>
          </p:cNvPr>
          <p:cNvSpPr/>
          <p:nvPr userDrawn="1"/>
        </p:nvSpPr>
        <p:spPr>
          <a:xfrm>
            <a:off x="0" y="0"/>
            <a:ext cx="12192000" cy="6858000"/>
          </a:xfrm>
          <a:prstGeom prst="rect">
            <a:avLst/>
          </a:prstGeom>
          <a:gradFill>
            <a:gsLst>
              <a:gs pos="100000">
                <a:srgbClr val="AA98C4"/>
              </a:gs>
              <a:gs pos="0">
                <a:srgbClr val="576BAA"/>
              </a:gs>
            </a:gsLst>
            <a:lin ang="27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Oval 1">
            <a:extLst>
              <a:ext uri="{FF2B5EF4-FFF2-40B4-BE49-F238E27FC236}">
                <a16:creationId xmlns:a16="http://schemas.microsoft.com/office/drawing/2014/main" id="{4062C32F-BF79-8E4D-80C7-A236088BE3DC}"/>
              </a:ext>
            </a:extLst>
          </p:cNvPr>
          <p:cNvSpPr/>
          <p:nvPr userDrawn="1"/>
        </p:nvSpPr>
        <p:spPr>
          <a:xfrm>
            <a:off x="-230588" y="385969"/>
            <a:ext cx="12730038" cy="7310231"/>
          </a:xfrm>
          <a:prstGeom prst="ellipse">
            <a:avLst/>
          </a:prstGeom>
          <a:gradFill flip="none" rotWithShape="1">
            <a:gsLst>
              <a:gs pos="100000">
                <a:schemeClr val="bg1">
                  <a:alpha val="0"/>
                </a:schemeClr>
              </a:gs>
              <a:gs pos="45000">
                <a:srgbClr val="FFFFFF">
                  <a:alpha val="15000"/>
                </a:srgbClr>
              </a:gs>
              <a:gs pos="0">
                <a:schemeClr val="bg1">
                  <a:alpha val="57000"/>
                </a:schemeClr>
              </a:gs>
            </a:gsLst>
            <a:path path="circle">
              <a:fillToRect l="50000" t="50000" r="50000" b="50000"/>
            </a:path>
            <a:tileRect/>
          </a:gradFill>
          <a:ln>
            <a:noFill/>
          </a:ln>
          <a:effectLst>
            <a:softEdge rad="1270000"/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08000" tIns="72000" rIns="108000" bIns="72000" rtlCol="0" anchor="ctr"/>
          <a:lstStyle/>
          <a:p>
            <a:pPr algn="ctr"/>
            <a:endParaRPr lang="en-US" sz="1600" dirty="0" err="1">
              <a:solidFill>
                <a:schemeClr val="bg1"/>
              </a:solidFill>
            </a:endParaRPr>
          </a:p>
        </p:txBody>
      </p:sp>
      <p:sp>
        <p:nvSpPr>
          <p:cNvPr id="19" name="Rectangle 18">
            <a:extLst>
              <a:ext uri="{FF2B5EF4-FFF2-40B4-BE49-F238E27FC236}">
                <a16:creationId xmlns:a16="http://schemas.microsoft.com/office/drawing/2014/main" id="{85B5964A-85C4-E845-8FF0-BCE54011F8F7}"/>
              </a:ext>
            </a:extLst>
          </p:cNvPr>
          <p:cNvSpPr/>
          <p:nvPr userDrawn="1"/>
        </p:nvSpPr>
        <p:spPr>
          <a:xfrm>
            <a:off x="0" y="-4586"/>
            <a:ext cx="12192000" cy="6858000"/>
          </a:xfrm>
          <a:prstGeom prst="rect">
            <a:avLst/>
          </a:prstGeom>
          <a:gradFill>
            <a:gsLst>
              <a:gs pos="100000">
                <a:srgbClr val="576BAA">
                  <a:alpha val="45000"/>
                </a:srgbClr>
              </a:gs>
              <a:gs pos="50000">
                <a:srgbClr val="AA98C4">
                  <a:alpha val="0"/>
                </a:srgbClr>
              </a:gs>
              <a:gs pos="0">
                <a:srgbClr val="576BAA">
                  <a:alpha val="65000"/>
                </a:srgbClr>
              </a:gs>
            </a:gsLst>
            <a:lin ang="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98EB6C95-789F-6849-B896-687225A3A848}"/>
              </a:ext>
            </a:extLst>
          </p:cNvPr>
          <p:cNvSpPr/>
          <p:nvPr userDrawn="1"/>
        </p:nvSpPr>
        <p:spPr>
          <a:xfrm>
            <a:off x="1526399" y="1"/>
            <a:ext cx="10665601" cy="853200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9AD62445-A202-3741-926B-06A74F654895}"/>
              </a:ext>
            </a:extLst>
          </p:cNvPr>
          <p:cNvSpPr txBox="1"/>
          <p:nvPr userDrawn="1"/>
        </p:nvSpPr>
        <p:spPr>
          <a:xfrm>
            <a:off x="1848464" y="146728"/>
            <a:ext cx="334297" cy="276999"/>
          </a:xfrm>
          <a:prstGeom prst="rect">
            <a:avLst/>
          </a:prstGeom>
        </p:spPr>
        <p:txBody>
          <a:bodyPr wrap="square" anchor="ctr">
            <a:spAutoFit/>
          </a:bodyPr>
          <a:lstStyle>
            <a:defPPr>
              <a:defRPr lang="en-US"/>
            </a:defPPr>
            <a:lvl1pPr>
              <a:defRPr sz="1200" b="1" spc="-10">
                <a:solidFill>
                  <a:srgbClr val="183142">
                    <a:alpha val="25000"/>
                  </a:srgbClr>
                </a:solidFill>
                <a:latin typeface="TheSans B6 SemiBold" charset="0"/>
                <a:ea typeface="TheSans B6 SemiBold" charset="0"/>
                <a:cs typeface="TheSans B6 SemiBold" charset="0"/>
              </a:defRPr>
            </a:lvl1pPr>
            <a:lvl2pPr indent="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b="0" i="0" spc="-50" baseline="0">
                <a:solidFill>
                  <a:srgbClr val="607692"/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defRPr>
            </a:lvl2pPr>
            <a:lvl3pPr indent="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b="0" i="0" spc="-50" baseline="0">
                <a:solidFill>
                  <a:srgbClr val="607692"/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defRPr>
            </a:lvl3pPr>
            <a:lvl4pPr indent="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b="0" i="0" spc="-50" baseline="0">
                <a:solidFill>
                  <a:srgbClr val="607692"/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defRPr>
            </a:lvl4pPr>
            <a:lvl5pPr indent="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b="0" i="0" spc="-50" baseline="0">
                <a:solidFill>
                  <a:srgbClr val="607692"/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defRPr>
            </a:lvl5pPr>
            <a:lvl6pPr marL="2514600" indent="-22860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</a:lvl6pPr>
            <a:lvl7pPr marL="2971800" indent="-22860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</a:lvl7pPr>
            <a:lvl8pPr marL="3429000" indent="-22860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</a:lvl8pPr>
            <a:lvl9pPr marL="3886200" indent="-22860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</a:lvl9pPr>
          </a:lstStyle>
          <a:p>
            <a:pPr lvl="0"/>
            <a:r>
              <a:rPr lang="en-US" dirty="0">
                <a:solidFill>
                  <a:srgbClr val="B2BECD"/>
                </a:solidFill>
                <a:latin typeface="+mn-lt"/>
              </a:rPr>
              <a:t>//</a:t>
            </a:r>
          </a:p>
        </p:txBody>
      </p:sp>
      <p:sp>
        <p:nvSpPr>
          <p:cNvPr id="18" name="Text Placeholder 4">
            <a:extLst>
              <a:ext uri="{FF2B5EF4-FFF2-40B4-BE49-F238E27FC236}">
                <a16:creationId xmlns:a16="http://schemas.microsoft.com/office/drawing/2014/main" id="{A7985789-259F-8A45-8AFC-1116A7FBC4C0}"/>
              </a:ext>
            </a:extLst>
          </p:cNvPr>
          <p:cNvSpPr>
            <a:spLocks noGrp="1"/>
          </p:cNvSpPr>
          <p:nvPr>
            <p:ph type="body" sz="quarter" idx="12" hasCustomPrompt="1"/>
          </p:nvPr>
        </p:nvSpPr>
        <p:spPr>
          <a:xfrm>
            <a:off x="2105790" y="169213"/>
            <a:ext cx="9639877" cy="216756"/>
          </a:xfrm>
          <a:prstGeom prst="rect">
            <a:avLst/>
          </a:prstGeom>
        </p:spPr>
        <p:txBody>
          <a:bodyPr wrap="square" lIns="0" tIns="18000" rIns="90000" bIns="0" anchor="t">
            <a:spAutoFit/>
          </a:bodyPr>
          <a:lstStyle>
            <a:lvl1pPr marL="0" indent="0">
              <a:buNone/>
              <a:defRPr lang="en-US" sz="1200" b="1" cap="all" spc="-10" baseline="0" dirty="0">
                <a:solidFill>
                  <a:srgbClr val="B2BECD"/>
                </a:solidFill>
                <a:latin typeface="+mn-lt"/>
                <a:ea typeface="TheSans B6 SemiBold" charset="0"/>
                <a:cs typeface="TheSans B6 SemiBold" charset="0"/>
              </a:defRPr>
            </a:lvl1pPr>
          </a:lstStyle>
          <a:p>
            <a:pPr marL="0" lvl="0"/>
            <a:r>
              <a:rPr lang="en-US" dirty="0"/>
              <a:t>INSERT PRESENTATION SECTION</a:t>
            </a:r>
          </a:p>
        </p:txBody>
      </p:sp>
      <p:sp>
        <p:nvSpPr>
          <p:cNvPr id="20" name="Title 1">
            <a:extLst>
              <a:ext uri="{FF2B5EF4-FFF2-40B4-BE49-F238E27FC236}">
                <a16:creationId xmlns:a16="http://schemas.microsoft.com/office/drawing/2014/main" id="{0585523F-AA2C-D94A-8558-94C468B99C36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1935667" y="391823"/>
            <a:ext cx="9810000" cy="282819"/>
          </a:xfrm>
          <a:prstGeom prst="rect">
            <a:avLst/>
          </a:prstGeom>
        </p:spPr>
        <p:txBody>
          <a:bodyPr wrap="square" lIns="0" tIns="0" rIns="0" bIns="0" anchor="t">
            <a:noAutofit/>
          </a:bodyPr>
          <a:lstStyle>
            <a:lvl1pPr>
              <a:defRPr lang="en-US" sz="2000" b="1" spc="-10" dirty="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1pPr>
          </a:lstStyle>
          <a:p>
            <a:pPr marL="228600" lvl="0" indent="-228600">
              <a:spcBef>
                <a:spcPts val="1000"/>
              </a:spcBef>
              <a:buFont typeface="Arial"/>
            </a:pPr>
            <a:r>
              <a:rPr lang="en-US" dirty="0"/>
              <a:t>Insert key slide message</a:t>
            </a:r>
          </a:p>
        </p:txBody>
      </p:sp>
      <p:sp>
        <p:nvSpPr>
          <p:cNvPr id="15" name="Slide Number Placeholder 5">
            <a:extLst>
              <a:ext uri="{FF2B5EF4-FFF2-40B4-BE49-F238E27FC236}">
                <a16:creationId xmlns:a16="http://schemas.microsoft.com/office/drawing/2014/main" id="{598AB3A5-9E9A-0F4F-B44F-E7B1D1AFFB8E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495599" y="6550219"/>
            <a:ext cx="250068" cy="236406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0" tIns="36000" rtlCol="0" anchor="ctr"/>
          <a:lstStyle>
            <a:lvl1pPr algn="r">
              <a:defRPr lang="en-US" sz="1000" b="1" spc="10" smtClean="0">
                <a:solidFill>
                  <a:schemeClr val="bg1"/>
                </a:solidFill>
              </a:defRPr>
            </a:lvl1pPr>
          </a:lstStyle>
          <a:p>
            <a:fld id="{E242BD21-9B61-2246-BCB1-4BE5E1BEBE1C}" type="slidenum">
              <a:rPr lang="en-US" smtClean="0"/>
              <a:pPr/>
              <a:t>‹#›</a:t>
            </a:fld>
            <a:endParaRPr lang="en-US"/>
          </a:p>
        </p:txBody>
      </p:sp>
      <p:sp>
        <p:nvSpPr>
          <p:cNvPr id="13" name="Content Placeholder 2">
            <a:extLst>
              <a:ext uri="{FF2B5EF4-FFF2-40B4-BE49-F238E27FC236}">
                <a16:creationId xmlns:a16="http://schemas.microsoft.com/office/drawing/2014/main" id="{5B723CB0-4ECE-354C-B92C-5CCAC7B1422C}"/>
              </a:ext>
            </a:extLst>
          </p:cNvPr>
          <p:cNvSpPr>
            <a:spLocks noGrp="1"/>
          </p:cNvSpPr>
          <p:nvPr>
            <p:ph sz="quarter" idx="13" hasCustomPrompt="1"/>
          </p:nvPr>
        </p:nvSpPr>
        <p:spPr>
          <a:xfrm>
            <a:off x="514800" y="1368000"/>
            <a:ext cx="11232000" cy="4950000"/>
          </a:xfrm>
        </p:spPr>
        <p:txBody>
          <a:bodyPr>
            <a:noAutofit/>
          </a:bodyPr>
          <a:lstStyle>
            <a:lvl1pPr marL="285750" indent="-285750">
              <a:buFont typeface="Wingdings" pitchFamily="2" charset="2"/>
              <a:buChar char="§"/>
              <a:tabLst/>
              <a:defRPr>
                <a:solidFill>
                  <a:schemeClr val="bg1"/>
                </a:solidFill>
              </a:defRPr>
            </a:lvl1pPr>
            <a:lvl2pPr>
              <a:defRPr>
                <a:solidFill>
                  <a:schemeClr val="bg1"/>
                </a:solidFill>
              </a:defRPr>
            </a:lvl2pPr>
            <a:lvl3pPr>
              <a:defRPr>
                <a:solidFill>
                  <a:schemeClr val="bg1"/>
                </a:solidFill>
              </a:defRPr>
            </a:lvl3pPr>
            <a:lvl4pPr>
              <a:defRPr>
                <a:solidFill>
                  <a:schemeClr val="bg1"/>
                </a:solidFill>
              </a:defRPr>
            </a:lvl4pPr>
            <a:lvl5pPr>
              <a:defRPr>
                <a:solidFill>
                  <a:schemeClr val="bg1"/>
                </a:solidFill>
              </a:defRPr>
            </a:lvl5pPr>
          </a:lstStyle>
          <a:p>
            <a:pPr lvl="0"/>
            <a:r>
              <a:rPr lang="en-US" dirty="0"/>
              <a:t>Insert content text (headers in bold)</a:t>
            </a:r>
          </a:p>
        </p:txBody>
      </p:sp>
    </p:spTree>
    <p:extLst>
      <p:ext uri="{BB962C8B-B14F-4D97-AF65-F5344CB8AC3E}">
        <p14:creationId xmlns:p14="http://schemas.microsoft.com/office/powerpoint/2010/main" val="1504821404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1_Dark with graphic background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0" name="Picture 29">
            <a:extLst>
              <a:ext uri="{FF2B5EF4-FFF2-40B4-BE49-F238E27FC236}">
                <a16:creationId xmlns:a16="http://schemas.microsoft.com/office/drawing/2014/main" id="{7F570A5C-1465-F949-AFD7-E381D9043BB3}"/>
              </a:ext>
            </a:extLst>
          </p:cNvPr>
          <p:cNvPicPr>
            <a:picLocks noChangeAspect="1"/>
          </p:cNvPicPr>
          <p:nvPr userDrawn="1"/>
        </p:nvPicPr>
        <p:blipFill rotWithShape="1">
          <a:blip r:embed="rId2" cstate="hqprint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/>
        </p:blipFill>
        <p:spPr>
          <a:xfrm>
            <a:off x="0" y="-2749"/>
            <a:ext cx="12192000" cy="6868700"/>
          </a:xfrm>
          <a:prstGeom prst="rect">
            <a:avLst/>
          </a:prstGeom>
        </p:spPr>
      </p:pic>
      <p:sp>
        <p:nvSpPr>
          <p:cNvPr id="8" name="Rectangle 7">
            <a:extLst>
              <a:ext uri="{FF2B5EF4-FFF2-40B4-BE49-F238E27FC236}">
                <a16:creationId xmlns:a16="http://schemas.microsoft.com/office/drawing/2014/main" id="{B299649B-5451-C04E-B29F-B9106BA428C6}"/>
              </a:ext>
            </a:extLst>
          </p:cNvPr>
          <p:cNvSpPr/>
          <p:nvPr userDrawn="1"/>
        </p:nvSpPr>
        <p:spPr>
          <a:xfrm>
            <a:off x="0" y="0"/>
            <a:ext cx="12192000" cy="6858000"/>
          </a:xfrm>
          <a:prstGeom prst="rect">
            <a:avLst/>
          </a:prstGeom>
          <a:gradFill>
            <a:gsLst>
              <a:gs pos="24000">
                <a:schemeClr val="tx2">
                  <a:alpha val="80000"/>
                </a:schemeClr>
              </a:gs>
              <a:gs pos="0">
                <a:schemeClr val="tx2">
                  <a:alpha val="74000"/>
                </a:schemeClr>
              </a:gs>
              <a:gs pos="93000">
                <a:schemeClr val="tx2">
                  <a:alpha val="25000"/>
                </a:schemeClr>
              </a:gs>
            </a:gsLst>
            <a:lin ang="24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2744">
              <a:solidFill>
                <a:schemeClr val="accent2"/>
              </a:solidFill>
            </a:endParaRPr>
          </a:p>
        </p:txBody>
      </p:sp>
      <p:sp>
        <p:nvSpPr>
          <p:cNvPr id="2" name="Rectangle 1">
            <a:extLst>
              <a:ext uri="{FF2B5EF4-FFF2-40B4-BE49-F238E27FC236}">
                <a16:creationId xmlns:a16="http://schemas.microsoft.com/office/drawing/2014/main" id="{A9FB5ABF-597D-DA40-9F8B-5743780B79A1}"/>
              </a:ext>
            </a:extLst>
          </p:cNvPr>
          <p:cNvSpPr/>
          <p:nvPr userDrawn="1"/>
        </p:nvSpPr>
        <p:spPr>
          <a:xfrm>
            <a:off x="0" y="1720892"/>
            <a:ext cx="12192000" cy="5145061"/>
          </a:xfrm>
          <a:prstGeom prst="rect">
            <a:avLst/>
          </a:prstGeom>
          <a:gradFill>
            <a:gsLst>
              <a:gs pos="46000">
                <a:schemeClr val="accent2">
                  <a:alpha val="0"/>
                </a:schemeClr>
              </a:gs>
              <a:gs pos="100000">
                <a:srgbClr val="DFC101">
                  <a:alpha val="32000"/>
                </a:srgbClr>
              </a:gs>
              <a:gs pos="82000">
                <a:schemeClr val="accent2">
                  <a:alpha val="15000"/>
                </a:schemeClr>
              </a:gs>
            </a:gsLst>
            <a:lin ang="42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85912" tIns="57275" rIns="85912" bIns="57275" rtlCol="0" anchor="t"/>
          <a:lstStyle/>
          <a:p>
            <a:pPr algn="l"/>
            <a:endParaRPr lang="en-US" sz="1273" dirty="0" err="1">
              <a:solidFill>
                <a:schemeClr val="bg1"/>
              </a:solidFill>
            </a:endParaRPr>
          </a:p>
        </p:txBody>
      </p:sp>
      <p:sp>
        <p:nvSpPr>
          <p:cNvPr id="18" name="Rectangle 17">
            <a:extLst>
              <a:ext uri="{FF2B5EF4-FFF2-40B4-BE49-F238E27FC236}">
                <a16:creationId xmlns:a16="http://schemas.microsoft.com/office/drawing/2014/main" id="{F0B229FA-CC1D-8949-846A-2C092B3B8178}"/>
              </a:ext>
            </a:extLst>
          </p:cNvPr>
          <p:cNvSpPr/>
          <p:nvPr userDrawn="1"/>
        </p:nvSpPr>
        <p:spPr>
          <a:xfrm>
            <a:off x="1526399" y="1"/>
            <a:ext cx="10665601" cy="853200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1" name="Slide Number Placeholder 5">
            <a:extLst>
              <a:ext uri="{FF2B5EF4-FFF2-40B4-BE49-F238E27FC236}">
                <a16:creationId xmlns:a16="http://schemas.microsoft.com/office/drawing/2014/main" id="{F1029506-2B22-D540-9093-4B18C0BD137E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495599" y="6550219"/>
            <a:ext cx="250068" cy="236406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0" tIns="36000" rtlCol="0" anchor="ctr"/>
          <a:lstStyle>
            <a:lvl1pPr algn="r">
              <a:defRPr lang="en-US" sz="1000" b="1" spc="10" smtClean="0">
                <a:solidFill>
                  <a:srgbClr val="B2BECD"/>
                </a:solidFill>
              </a:defRPr>
            </a:lvl1pPr>
          </a:lstStyle>
          <a:p>
            <a:fld id="{E242BD21-9B61-2246-BCB1-4BE5E1BEBE1C}" type="slidenum">
              <a:rPr lang="en-US" smtClean="0"/>
              <a:pPr/>
              <a:t>‹#›</a:t>
            </a:fld>
            <a:endParaRPr lang="en-US"/>
          </a:p>
        </p:txBody>
      </p:sp>
      <p:sp>
        <p:nvSpPr>
          <p:cNvPr id="24" name="TextBox 23">
            <a:extLst>
              <a:ext uri="{FF2B5EF4-FFF2-40B4-BE49-F238E27FC236}">
                <a16:creationId xmlns:a16="http://schemas.microsoft.com/office/drawing/2014/main" id="{54543FC0-FA8A-4842-8FC2-F203AF9029D4}"/>
              </a:ext>
            </a:extLst>
          </p:cNvPr>
          <p:cNvSpPr txBox="1"/>
          <p:nvPr userDrawn="1"/>
        </p:nvSpPr>
        <p:spPr>
          <a:xfrm>
            <a:off x="1848464" y="146728"/>
            <a:ext cx="334297" cy="276999"/>
          </a:xfrm>
          <a:prstGeom prst="rect">
            <a:avLst/>
          </a:prstGeom>
        </p:spPr>
        <p:txBody>
          <a:bodyPr wrap="square" anchor="ctr">
            <a:spAutoFit/>
          </a:bodyPr>
          <a:lstStyle>
            <a:defPPr>
              <a:defRPr lang="en-US"/>
            </a:defPPr>
            <a:lvl1pPr>
              <a:defRPr sz="1200" b="1" spc="-10">
                <a:solidFill>
                  <a:srgbClr val="183142">
                    <a:alpha val="25000"/>
                  </a:srgbClr>
                </a:solidFill>
                <a:latin typeface="TheSans B6 SemiBold" charset="0"/>
                <a:ea typeface="TheSans B6 SemiBold" charset="0"/>
                <a:cs typeface="TheSans B6 SemiBold" charset="0"/>
              </a:defRPr>
            </a:lvl1pPr>
            <a:lvl2pPr indent="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b="0" i="0" spc="-50" baseline="0">
                <a:solidFill>
                  <a:srgbClr val="607692"/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defRPr>
            </a:lvl2pPr>
            <a:lvl3pPr indent="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b="0" i="0" spc="-50" baseline="0">
                <a:solidFill>
                  <a:srgbClr val="607692"/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defRPr>
            </a:lvl3pPr>
            <a:lvl4pPr indent="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b="0" i="0" spc="-50" baseline="0">
                <a:solidFill>
                  <a:srgbClr val="607692"/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defRPr>
            </a:lvl4pPr>
            <a:lvl5pPr indent="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b="0" i="0" spc="-50" baseline="0">
                <a:solidFill>
                  <a:srgbClr val="607692"/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defRPr>
            </a:lvl5pPr>
            <a:lvl6pPr marL="2514600" indent="-22860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</a:lvl6pPr>
            <a:lvl7pPr marL="2971800" indent="-22860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</a:lvl7pPr>
            <a:lvl8pPr marL="3429000" indent="-22860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</a:lvl8pPr>
            <a:lvl9pPr marL="3886200" indent="-22860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</a:lvl9pPr>
          </a:lstStyle>
          <a:p>
            <a:pPr lvl="0"/>
            <a:r>
              <a:rPr lang="en-US" dirty="0">
                <a:solidFill>
                  <a:srgbClr val="B2BECD"/>
                </a:solidFill>
                <a:latin typeface="+mn-lt"/>
              </a:rPr>
              <a:t>//</a:t>
            </a:r>
          </a:p>
        </p:txBody>
      </p:sp>
      <p:sp>
        <p:nvSpPr>
          <p:cNvPr id="25" name="Text Placeholder 4">
            <a:extLst>
              <a:ext uri="{FF2B5EF4-FFF2-40B4-BE49-F238E27FC236}">
                <a16:creationId xmlns:a16="http://schemas.microsoft.com/office/drawing/2014/main" id="{B0B6AD95-6CA1-134E-A06C-BEECADF70E04}"/>
              </a:ext>
            </a:extLst>
          </p:cNvPr>
          <p:cNvSpPr>
            <a:spLocks noGrp="1"/>
          </p:cNvSpPr>
          <p:nvPr>
            <p:ph type="body" sz="quarter" idx="12" hasCustomPrompt="1"/>
          </p:nvPr>
        </p:nvSpPr>
        <p:spPr>
          <a:xfrm>
            <a:off x="2105790" y="169213"/>
            <a:ext cx="9639877" cy="216756"/>
          </a:xfrm>
          <a:prstGeom prst="rect">
            <a:avLst/>
          </a:prstGeom>
        </p:spPr>
        <p:txBody>
          <a:bodyPr wrap="square" lIns="0" tIns="18000" rIns="90000" bIns="0" anchor="t">
            <a:spAutoFit/>
          </a:bodyPr>
          <a:lstStyle>
            <a:lvl1pPr marL="0" indent="0">
              <a:buNone/>
              <a:defRPr lang="en-US" sz="1200" b="1" cap="all" spc="-10" baseline="0" dirty="0">
                <a:solidFill>
                  <a:srgbClr val="B2BECD"/>
                </a:solidFill>
                <a:latin typeface="+mn-lt"/>
                <a:ea typeface="TheSans B6 SemiBold" charset="0"/>
                <a:cs typeface="TheSans B6 SemiBold" charset="0"/>
              </a:defRPr>
            </a:lvl1pPr>
          </a:lstStyle>
          <a:p>
            <a:pPr marL="0" lvl="0"/>
            <a:r>
              <a:rPr lang="en-US" dirty="0"/>
              <a:t>INSERT PRESENTATION SECTION</a:t>
            </a:r>
          </a:p>
        </p:txBody>
      </p:sp>
      <p:sp>
        <p:nvSpPr>
          <p:cNvPr id="26" name="Title 1">
            <a:extLst>
              <a:ext uri="{FF2B5EF4-FFF2-40B4-BE49-F238E27FC236}">
                <a16:creationId xmlns:a16="http://schemas.microsoft.com/office/drawing/2014/main" id="{EC2317AA-E47D-1A45-A701-485ECFFE29F9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1935667" y="391823"/>
            <a:ext cx="9810000" cy="282819"/>
          </a:xfrm>
          <a:prstGeom prst="rect">
            <a:avLst/>
          </a:prstGeom>
        </p:spPr>
        <p:txBody>
          <a:bodyPr wrap="square" lIns="0" tIns="0" rIns="0" bIns="0" anchor="t">
            <a:noAutofit/>
          </a:bodyPr>
          <a:lstStyle>
            <a:lvl1pPr>
              <a:defRPr lang="en-US" sz="2000" b="1" spc="-10" dirty="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1pPr>
          </a:lstStyle>
          <a:p>
            <a:pPr marL="228600" lvl="0" indent="-228600">
              <a:spcBef>
                <a:spcPts val="1000"/>
              </a:spcBef>
              <a:buFont typeface="Arial"/>
            </a:pPr>
            <a:r>
              <a:rPr lang="en-US" dirty="0"/>
              <a:t>Insert key slide message</a:t>
            </a:r>
          </a:p>
        </p:txBody>
      </p:sp>
      <p:sp>
        <p:nvSpPr>
          <p:cNvPr id="33" name="Content Placeholder 2">
            <a:extLst>
              <a:ext uri="{FF2B5EF4-FFF2-40B4-BE49-F238E27FC236}">
                <a16:creationId xmlns:a16="http://schemas.microsoft.com/office/drawing/2014/main" id="{B399D4FA-CC06-BB46-A0F0-A490F2F22187}"/>
              </a:ext>
            </a:extLst>
          </p:cNvPr>
          <p:cNvSpPr>
            <a:spLocks noGrp="1"/>
          </p:cNvSpPr>
          <p:nvPr>
            <p:ph sz="quarter" idx="13" hasCustomPrompt="1"/>
          </p:nvPr>
        </p:nvSpPr>
        <p:spPr>
          <a:xfrm>
            <a:off x="514800" y="1368000"/>
            <a:ext cx="11232000" cy="4950000"/>
          </a:xfrm>
        </p:spPr>
        <p:txBody>
          <a:bodyPr>
            <a:noAutofit/>
          </a:bodyPr>
          <a:lstStyle>
            <a:lvl1pPr marL="285750" indent="-285750">
              <a:buFont typeface="Wingdings" pitchFamily="2" charset="2"/>
              <a:buChar char="§"/>
              <a:tabLst/>
              <a:defRPr>
                <a:solidFill>
                  <a:schemeClr val="bg1"/>
                </a:solidFill>
              </a:defRPr>
            </a:lvl1pPr>
            <a:lvl2pPr>
              <a:defRPr>
                <a:solidFill>
                  <a:schemeClr val="bg1"/>
                </a:solidFill>
              </a:defRPr>
            </a:lvl2pPr>
            <a:lvl3pPr>
              <a:defRPr>
                <a:solidFill>
                  <a:schemeClr val="bg1"/>
                </a:solidFill>
              </a:defRPr>
            </a:lvl3pPr>
            <a:lvl4pPr>
              <a:defRPr>
                <a:solidFill>
                  <a:schemeClr val="bg1"/>
                </a:solidFill>
              </a:defRPr>
            </a:lvl4pPr>
            <a:lvl5pPr>
              <a:defRPr>
                <a:solidFill>
                  <a:schemeClr val="bg1"/>
                </a:solidFill>
              </a:defRPr>
            </a:lvl5pPr>
          </a:lstStyle>
          <a:p>
            <a:pPr lvl="0"/>
            <a:r>
              <a:rPr lang="en-US" dirty="0"/>
              <a:t>Insert content text (headers in bold)</a:t>
            </a:r>
          </a:p>
        </p:txBody>
      </p:sp>
    </p:spTree>
    <p:extLst>
      <p:ext uri="{BB962C8B-B14F-4D97-AF65-F5344CB8AC3E}">
        <p14:creationId xmlns:p14="http://schemas.microsoft.com/office/powerpoint/2010/main" val="847504658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General reversed color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Rectangle 7">
            <a:extLst>
              <a:ext uri="{FF2B5EF4-FFF2-40B4-BE49-F238E27FC236}">
                <a16:creationId xmlns:a16="http://schemas.microsoft.com/office/drawing/2014/main" id="{B299649B-5451-C04E-B29F-B9106BA428C6}"/>
              </a:ext>
            </a:extLst>
          </p:cNvPr>
          <p:cNvSpPr/>
          <p:nvPr userDrawn="1"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98EB6C95-789F-6849-B896-687225A3A848}"/>
              </a:ext>
            </a:extLst>
          </p:cNvPr>
          <p:cNvSpPr/>
          <p:nvPr userDrawn="1"/>
        </p:nvSpPr>
        <p:spPr>
          <a:xfrm>
            <a:off x="1526401" y="0"/>
            <a:ext cx="10665600" cy="856800"/>
          </a:xfrm>
          <a:prstGeom prst="rect">
            <a:avLst/>
          </a:prstGeom>
          <a:solidFill>
            <a:schemeClr val="bg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5" name="Slide Number Placeholder 5">
            <a:extLst>
              <a:ext uri="{FF2B5EF4-FFF2-40B4-BE49-F238E27FC236}">
                <a16:creationId xmlns:a16="http://schemas.microsoft.com/office/drawing/2014/main" id="{598AB3A5-9E9A-0F4F-B44F-E7B1D1AFFB8E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495599" y="6550219"/>
            <a:ext cx="250068" cy="236406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0" tIns="36000" rtlCol="0" anchor="ctr"/>
          <a:lstStyle>
            <a:lvl1pPr algn="r">
              <a:defRPr lang="en-US" sz="1000" b="1" spc="10" smtClean="0">
                <a:solidFill>
                  <a:srgbClr val="B2BECD"/>
                </a:solidFill>
              </a:defRPr>
            </a:lvl1pPr>
          </a:lstStyle>
          <a:p>
            <a:fld id="{E242BD21-9B61-2246-BCB1-4BE5E1BEBE1C}" type="slidenum">
              <a:rPr lang="en-US" smtClean="0"/>
              <a:pPr/>
              <a:t>‹#›</a:t>
            </a:fld>
            <a:endParaRPr lang="en-US"/>
          </a:p>
        </p:txBody>
      </p:sp>
      <p:sp>
        <p:nvSpPr>
          <p:cNvPr id="25" name="TextBox 24">
            <a:extLst>
              <a:ext uri="{FF2B5EF4-FFF2-40B4-BE49-F238E27FC236}">
                <a16:creationId xmlns:a16="http://schemas.microsoft.com/office/drawing/2014/main" id="{DDD864A3-F6DC-434B-B5BE-5F14C8CEA463}"/>
              </a:ext>
            </a:extLst>
          </p:cNvPr>
          <p:cNvSpPr txBox="1"/>
          <p:nvPr userDrawn="1"/>
        </p:nvSpPr>
        <p:spPr>
          <a:xfrm>
            <a:off x="1848464" y="146728"/>
            <a:ext cx="334297" cy="276999"/>
          </a:xfrm>
          <a:prstGeom prst="rect">
            <a:avLst/>
          </a:prstGeom>
        </p:spPr>
        <p:txBody>
          <a:bodyPr wrap="square" anchor="ctr">
            <a:spAutoFit/>
          </a:bodyPr>
          <a:lstStyle>
            <a:defPPr>
              <a:defRPr lang="en-US"/>
            </a:defPPr>
            <a:lvl1pPr>
              <a:defRPr sz="1200" b="1" spc="-10">
                <a:solidFill>
                  <a:srgbClr val="183142">
                    <a:alpha val="25000"/>
                  </a:srgbClr>
                </a:solidFill>
                <a:latin typeface="TheSans B6 SemiBold" charset="0"/>
                <a:ea typeface="TheSans B6 SemiBold" charset="0"/>
                <a:cs typeface="TheSans B6 SemiBold" charset="0"/>
              </a:defRPr>
            </a:lvl1pPr>
            <a:lvl2pPr indent="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b="0" i="0" spc="-50" baseline="0">
                <a:solidFill>
                  <a:srgbClr val="607692"/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defRPr>
            </a:lvl2pPr>
            <a:lvl3pPr indent="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b="0" i="0" spc="-50" baseline="0">
                <a:solidFill>
                  <a:srgbClr val="607692"/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defRPr>
            </a:lvl3pPr>
            <a:lvl4pPr indent="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b="0" i="0" spc="-50" baseline="0">
                <a:solidFill>
                  <a:srgbClr val="607692"/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defRPr>
            </a:lvl4pPr>
            <a:lvl5pPr indent="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b="0" i="0" spc="-50" baseline="0">
                <a:solidFill>
                  <a:srgbClr val="607692"/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defRPr>
            </a:lvl5pPr>
            <a:lvl6pPr marL="2514600" indent="-22860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</a:lvl6pPr>
            <a:lvl7pPr marL="2971800" indent="-22860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</a:lvl7pPr>
            <a:lvl8pPr marL="3429000" indent="-22860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</a:lvl8pPr>
            <a:lvl9pPr marL="3886200" indent="-22860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</a:lvl9pPr>
          </a:lstStyle>
          <a:p>
            <a:pPr lvl="0"/>
            <a:r>
              <a:rPr lang="en-US" dirty="0">
                <a:solidFill>
                  <a:srgbClr val="B2BECD"/>
                </a:solidFill>
                <a:latin typeface="+mn-lt"/>
              </a:rPr>
              <a:t>//</a:t>
            </a:r>
          </a:p>
        </p:txBody>
      </p:sp>
      <p:sp>
        <p:nvSpPr>
          <p:cNvPr id="26" name="Text Placeholder 4">
            <a:extLst>
              <a:ext uri="{FF2B5EF4-FFF2-40B4-BE49-F238E27FC236}">
                <a16:creationId xmlns:a16="http://schemas.microsoft.com/office/drawing/2014/main" id="{CC299468-581B-CC41-8897-C7E1583185E0}"/>
              </a:ext>
            </a:extLst>
          </p:cNvPr>
          <p:cNvSpPr>
            <a:spLocks noGrp="1"/>
          </p:cNvSpPr>
          <p:nvPr>
            <p:ph type="body" sz="quarter" idx="12" hasCustomPrompt="1"/>
          </p:nvPr>
        </p:nvSpPr>
        <p:spPr>
          <a:xfrm>
            <a:off x="2105790" y="169213"/>
            <a:ext cx="9639877" cy="216756"/>
          </a:xfrm>
          <a:prstGeom prst="rect">
            <a:avLst/>
          </a:prstGeom>
        </p:spPr>
        <p:txBody>
          <a:bodyPr wrap="square" lIns="0" tIns="18000" rIns="90000" bIns="0" anchor="t">
            <a:spAutoFit/>
          </a:bodyPr>
          <a:lstStyle>
            <a:lvl1pPr marL="0" indent="0">
              <a:buNone/>
              <a:defRPr lang="en-US" sz="1200" b="1" cap="all" spc="-10" baseline="0" dirty="0">
                <a:solidFill>
                  <a:srgbClr val="B2BECD"/>
                </a:solidFill>
                <a:latin typeface="+mn-lt"/>
                <a:ea typeface="TheSans B6 SemiBold" charset="0"/>
                <a:cs typeface="TheSans B6 SemiBold" charset="0"/>
              </a:defRPr>
            </a:lvl1pPr>
          </a:lstStyle>
          <a:p>
            <a:pPr marL="0" lvl="0"/>
            <a:r>
              <a:rPr lang="en-US" dirty="0"/>
              <a:t>INSERT PRESENTATION SECTION</a:t>
            </a:r>
          </a:p>
        </p:txBody>
      </p:sp>
      <p:sp>
        <p:nvSpPr>
          <p:cNvPr id="27" name="Title 1">
            <a:extLst>
              <a:ext uri="{FF2B5EF4-FFF2-40B4-BE49-F238E27FC236}">
                <a16:creationId xmlns:a16="http://schemas.microsoft.com/office/drawing/2014/main" id="{8A8B0682-F79C-014E-BF74-DADFA39ECD08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1935667" y="391823"/>
            <a:ext cx="9810000" cy="282819"/>
          </a:xfrm>
          <a:prstGeom prst="rect">
            <a:avLst/>
          </a:prstGeom>
        </p:spPr>
        <p:txBody>
          <a:bodyPr wrap="square" lIns="0" tIns="0" rIns="0" bIns="0" anchor="t">
            <a:noAutofit/>
          </a:bodyPr>
          <a:lstStyle>
            <a:lvl1pPr>
              <a:defRPr lang="en-US" sz="2000" b="1" spc="-10" dirty="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1pPr>
          </a:lstStyle>
          <a:p>
            <a:pPr marL="228600" lvl="0" indent="-228600">
              <a:spcBef>
                <a:spcPts val="1000"/>
              </a:spcBef>
              <a:buFont typeface="Arial"/>
            </a:pPr>
            <a:r>
              <a:rPr lang="en-US" dirty="0"/>
              <a:t>Insert key slide message</a:t>
            </a:r>
          </a:p>
        </p:txBody>
      </p:sp>
      <p:sp>
        <p:nvSpPr>
          <p:cNvPr id="13" name="Content Placeholder 2">
            <a:extLst>
              <a:ext uri="{FF2B5EF4-FFF2-40B4-BE49-F238E27FC236}">
                <a16:creationId xmlns:a16="http://schemas.microsoft.com/office/drawing/2014/main" id="{F750EC08-DA20-234C-8634-75139A014432}"/>
              </a:ext>
            </a:extLst>
          </p:cNvPr>
          <p:cNvSpPr>
            <a:spLocks noGrp="1"/>
          </p:cNvSpPr>
          <p:nvPr>
            <p:ph sz="quarter" idx="13" hasCustomPrompt="1"/>
          </p:nvPr>
        </p:nvSpPr>
        <p:spPr>
          <a:xfrm>
            <a:off x="514800" y="1368000"/>
            <a:ext cx="11232000" cy="4950000"/>
          </a:xfrm>
        </p:spPr>
        <p:txBody>
          <a:bodyPr>
            <a:noAutofit/>
          </a:bodyPr>
          <a:lstStyle>
            <a:lvl1pPr marL="285750" indent="-285750">
              <a:buFont typeface="Wingdings" pitchFamily="2" charset="2"/>
              <a:buChar char="§"/>
              <a:tabLst/>
              <a:defRPr/>
            </a:lvl1pPr>
          </a:lstStyle>
          <a:p>
            <a:pPr lvl="0"/>
            <a:r>
              <a:rPr lang="en-US" dirty="0"/>
              <a:t>Insert content text (headers in bold)</a:t>
            </a:r>
          </a:p>
        </p:txBody>
      </p:sp>
    </p:spTree>
    <p:extLst>
      <p:ext uri="{BB962C8B-B14F-4D97-AF65-F5344CB8AC3E}">
        <p14:creationId xmlns:p14="http://schemas.microsoft.com/office/powerpoint/2010/main" val="188014100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wo column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Slide Number Placeholder 5">
            <a:extLst>
              <a:ext uri="{FF2B5EF4-FFF2-40B4-BE49-F238E27FC236}">
                <a16:creationId xmlns:a16="http://schemas.microsoft.com/office/drawing/2014/main" id="{C0CA7ACA-36F1-CC4B-B88F-E30BC3BB7F85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495599" y="6550219"/>
            <a:ext cx="250068" cy="236406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0" tIns="36000" rtlCol="0" anchor="ctr"/>
          <a:lstStyle>
            <a:lvl1pPr algn="r">
              <a:defRPr lang="en-US" sz="1000" b="1" spc="10" smtClean="0">
                <a:solidFill>
                  <a:srgbClr val="B2BECD"/>
                </a:solidFill>
              </a:defRPr>
            </a:lvl1pPr>
          </a:lstStyle>
          <a:p>
            <a:fld id="{E242BD21-9B61-2246-BCB1-4BE5E1BEBE1C}" type="slidenum">
              <a:rPr lang="en-US" smtClean="0"/>
              <a:pPr/>
              <a:t>‹#›</a:t>
            </a:fld>
            <a:endParaRPr lang="en-US"/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2E70E661-2568-014D-9679-50866771DD38}"/>
              </a:ext>
            </a:extLst>
          </p:cNvPr>
          <p:cNvSpPr txBox="1"/>
          <p:nvPr userDrawn="1"/>
        </p:nvSpPr>
        <p:spPr>
          <a:xfrm>
            <a:off x="1848464" y="146728"/>
            <a:ext cx="334297" cy="276999"/>
          </a:xfrm>
          <a:prstGeom prst="rect">
            <a:avLst/>
          </a:prstGeom>
        </p:spPr>
        <p:txBody>
          <a:bodyPr wrap="square" anchor="ctr">
            <a:spAutoFit/>
          </a:bodyPr>
          <a:lstStyle>
            <a:defPPr>
              <a:defRPr lang="en-US"/>
            </a:defPPr>
            <a:lvl1pPr>
              <a:defRPr sz="1200" b="1" spc="-10">
                <a:solidFill>
                  <a:srgbClr val="183142">
                    <a:alpha val="25000"/>
                  </a:srgbClr>
                </a:solidFill>
                <a:latin typeface="TheSans B6 SemiBold" charset="0"/>
                <a:ea typeface="TheSans B6 SemiBold" charset="0"/>
                <a:cs typeface="TheSans B6 SemiBold" charset="0"/>
              </a:defRPr>
            </a:lvl1pPr>
            <a:lvl2pPr indent="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b="0" i="0" spc="-50" baseline="0">
                <a:solidFill>
                  <a:srgbClr val="607692"/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defRPr>
            </a:lvl2pPr>
            <a:lvl3pPr indent="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b="0" i="0" spc="-50" baseline="0">
                <a:solidFill>
                  <a:srgbClr val="607692"/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defRPr>
            </a:lvl3pPr>
            <a:lvl4pPr indent="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b="0" i="0" spc="-50" baseline="0">
                <a:solidFill>
                  <a:srgbClr val="607692"/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defRPr>
            </a:lvl4pPr>
            <a:lvl5pPr indent="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b="0" i="0" spc="-50" baseline="0">
                <a:solidFill>
                  <a:srgbClr val="607692"/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defRPr>
            </a:lvl5pPr>
            <a:lvl6pPr marL="2514600" indent="-22860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</a:lvl6pPr>
            <a:lvl7pPr marL="2971800" indent="-22860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</a:lvl7pPr>
            <a:lvl8pPr marL="3429000" indent="-22860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</a:lvl8pPr>
            <a:lvl9pPr marL="3886200" indent="-22860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</a:lvl9pPr>
          </a:lstStyle>
          <a:p>
            <a:pPr lvl="0"/>
            <a:r>
              <a:rPr lang="en-US" dirty="0">
                <a:solidFill>
                  <a:srgbClr val="B2BECD"/>
                </a:solidFill>
                <a:latin typeface="+mn-lt"/>
              </a:rPr>
              <a:t>//</a:t>
            </a:r>
          </a:p>
        </p:txBody>
      </p:sp>
      <p:sp>
        <p:nvSpPr>
          <p:cNvPr id="19" name="Text Placeholder 4">
            <a:extLst>
              <a:ext uri="{FF2B5EF4-FFF2-40B4-BE49-F238E27FC236}">
                <a16:creationId xmlns:a16="http://schemas.microsoft.com/office/drawing/2014/main" id="{5E177DEE-B705-3E43-89AC-7B3420354C3F}"/>
              </a:ext>
            </a:extLst>
          </p:cNvPr>
          <p:cNvSpPr>
            <a:spLocks noGrp="1"/>
          </p:cNvSpPr>
          <p:nvPr>
            <p:ph type="body" sz="quarter" idx="12" hasCustomPrompt="1"/>
          </p:nvPr>
        </p:nvSpPr>
        <p:spPr>
          <a:xfrm>
            <a:off x="2105790" y="169213"/>
            <a:ext cx="9639877" cy="216756"/>
          </a:xfrm>
          <a:prstGeom prst="rect">
            <a:avLst/>
          </a:prstGeom>
        </p:spPr>
        <p:txBody>
          <a:bodyPr wrap="square" lIns="0" tIns="18000" rIns="90000" bIns="0" anchor="t">
            <a:spAutoFit/>
          </a:bodyPr>
          <a:lstStyle>
            <a:lvl1pPr marL="0" indent="0">
              <a:buNone/>
              <a:defRPr lang="en-US" sz="1200" b="1" cap="all" spc="-10" baseline="0" dirty="0">
                <a:solidFill>
                  <a:srgbClr val="B2BECD"/>
                </a:solidFill>
                <a:latin typeface="+mn-lt"/>
                <a:ea typeface="TheSans B6 SemiBold" charset="0"/>
                <a:cs typeface="TheSans B6 SemiBold" charset="0"/>
              </a:defRPr>
            </a:lvl1pPr>
          </a:lstStyle>
          <a:p>
            <a:pPr marL="0" lvl="0"/>
            <a:r>
              <a:rPr lang="en-US" dirty="0"/>
              <a:t>INSERT PRESENTATION SECTION</a:t>
            </a:r>
          </a:p>
        </p:txBody>
      </p:sp>
      <p:sp>
        <p:nvSpPr>
          <p:cNvPr id="20" name="Title 1">
            <a:extLst>
              <a:ext uri="{FF2B5EF4-FFF2-40B4-BE49-F238E27FC236}">
                <a16:creationId xmlns:a16="http://schemas.microsoft.com/office/drawing/2014/main" id="{17FC6343-20BF-144E-82D5-AAFFD46B9468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1935667" y="391823"/>
            <a:ext cx="9810000" cy="282819"/>
          </a:xfrm>
          <a:prstGeom prst="rect">
            <a:avLst/>
          </a:prstGeom>
        </p:spPr>
        <p:txBody>
          <a:bodyPr wrap="square" lIns="0" tIns="0" rIns="0" bIns="0" anchor="t">
            <a:noAutofit/>
          </a:bodyPr>
          <a:lstStyle>
            <a:lvl1pPr>
              <a:defRPr lang="en-US" sz="2000" b="1" spc="-10" dirty="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1pPr>
          </a:lstStyle>
          <a:p>
            <a:pPr marL="228600" lvl="0" indent="-228600">
              <a:spcBef>
                <a:spcPts val="1000"/>
              </a:spcBef>
              <a:buFont typeface="Arial"/>
            </a:pPr>
            <a:r>
              <a:rPr lang="en-US" dirty="0"/>
              <a:t>Insert key slide message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5E21934A-DE0A-C841-9479-688B6BBD6022}"/>
              </a:ext>
            </a:extLst>
          </p:cNvPr>
          <p:cNvSpPr>
            <a:spLocks noGrp="1"/>
          </p:cNvSpPr>
          <p:nvPr>
            <p:ph sz="quarter" idx="19" hasCustomPrompt="1"/>
          </p:nvPr>
        </p:nvSpPr>
        <p:spPr>
          <a:xfrm>
            <a:off x="425450" y="1366838"/>
            <a:ext cx="5421313" cy="4950149"/>
          </a:xfrm>
        </p:spPr>
        <p:txBody>
          <a:bodyPr lIns="90000" rIns="90000">
            <a:noAutofit/>
          </a:bodyPr>
          <a:lstStyle>
            <a:lvl1pPr marL="268288" indent="-268288">
              <a:tabLst/>
              <a:defRPr/>
            </a:lvl1pPr>
          </a:lstStyle>
          <a:p>
            <a:pPr lvl="0"/>
            <a:r>
              <a:rPr lang="en-US" dirty="0"/>
              <a:t>Insert content text (headers in bold)</a:t>
            </a:r>
          </a:p>
        </p:txBody>
      </p:sp>
      <p:sp>
        <p:nvSpPr>
          <p:cNvPr id="12" name="Content Placeholder 2">
            <a:extLst>
              <a:ext uri="{FF2B5EF4-FFF2-40B4-BE49-F238E27FC236}">
                <a16:creationId xmlns:a16="http://schemas.microsoft.com/office/drawing/2014/main" id="{0DA720B1-8ADB-B746-A933-6029EBDCC50B}"/>
              </a:ext>
            </a:extLst>
          </p:cNvPr>
          <p:cNvSpPr>
            <a:spLocks noGrp="1"/>
          </p:cNvSpPr>
          <p:nvPr>
            <p:ph sz="quarter" idx="20" hasCustomPrompt="1"/>
          </p:nvPr>
        </p:nvSpPr>
        <p:spPr>
          <a:xfrm>
            <a:off x="6345667" y="1366837"/>
            <a:ext cx="5421313" cy="4950150"/>
          </a:xfrm>
        </p:spPr>
        <p:txBody>
          <a:bodyPr lIns="90000" rIns="90000">
            <a:noAutofit/>
          </a:bodyPr>
          <a:lstStyle>
            <a:lvl1pPr marL="268288" indent="-268288">
              <a:tabLst/>
              <a:defRPr/>
            </a:lvl1pPr>
          </a:lstStyle>
          <a:p>
            <a:pPr lvl="0"/>
            <a:r>
              <a:rPr lang="en-US" dirty="0"/>
              <a:t>Insert content text (headers in bold)</a:t>
            </a:r>
          </a:p>
        </p:txBody>
      </p:sp>
    </p:spTree>
    <p:extLst>
      <p:ext uri="{BB962C8B-B14F-4D97-AF65-F5344CB8AC3E}">
        <p14:creationId xmlns:p14="http://schemas.microsoft.com/office/powerpoint/2010/main" val="1990561521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wo columns contras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>
            <a:extLst>
              <a:ext uri="{FF2B5EF4-FFF2-40B4-BE49-F238E27FC236}">
                <a16:creationId xmlns:a16="http://schemas.microsoft.com/office/drawing/2014/main" id="{0602F3CE-3A89-6048-9903-A3ECEDE9519E}"/>
              </a:ext>
            </a:extLst>
          </p:cNvPr>
          <p:cNvSpPr/>
          <p:nvPr userDrawn="1"/>
        </p:nvSpPr>
        <p:spPr>
          <a:xfrm>
            <a:off x="6092456" y="857977"/>
            <a:ext cx="6099544" cy="6009548"/>
          </a:xfrm>
          <a:prstGeom prst="rect">
            <a:avLst/>
          </a:prstGeom>
          <a:solidFill>
            <a:schemeClr val="tx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2" name="TextBox 21">
            <a:extLst>
              <a:ext uri="{FF2B5EF4-FFF2-40B4-BE49-F238E27FC236}">
                <a16:creationId xmlns:a16="http://schemas.microsoft.com/office/drawing/2014/main" id="{FA4A2A52-2842-B847-AEC4-CBD2BA3484C4}"/>
              </a:ext>
            </a:extLst>
          </p:cNvPr>
          <p:cNvSpPr txBox="1"/>
          <p:nvPr userDrawn="1"/>
        </p:nvSpPr>
        <p:spPr>
          <a:xfrm>
            <a:off x="1848464" y="146728"/>
            <a:ext cx="334297" cy="276999"/>
          </a:xfrm>
          <a:prstGeom prst="rect">
            <a:avLst/>
          </a:prstGeom>
        </p:spPr>
        <p:txBody>
          <a:bodyPr wrap="square" anchor="ctr">
            <a:spAutoFit/>
          </a:bodyPr>
          <a:lstStyle>
            <a:defPPr>
              <a:defRPr lang="en-US"/>
            </a:defPPr>
            <a:lvl1pPr>
              <a:defRPr sz="1200" b="1" spc="-10">
                <a:solidFill>
                  <a:srgbClr val="183142">
                    <a:alpha val="25000"/>
                  </a:srgbClr>
                </a:solidFill>
                <a:latin typeface="TheSans B6 SemiBold" charset="0"/>
                <a:ea typeface="TheSans B6 SemiBold" charset="0"/>
                <a:cs typeface="TheSans B6 SemiBold" charset="0"/>
              </a:defRPr>
            </a:lvl1pPr>
            <a:lvl2pPr indent="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b="0" i="0" spc="-50" baseline="0">
                <a:solidFill>
                  <a:srgbClr val="607692"/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defRPr>
            </a:lvl2pPr>
            <a:lvl3pPr indent="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b="0" i="0" spc="-50" baseline="0">
                <a:solidFill>
                  <a:srgbClr val="607692"/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defRPr>
            </a:lvl3pPr>
            <a:lvl4pPr indent="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b="0" i="0" spc="-50" baseline="0">
                <a:solidFill>
                  <a:srgbClr val="607692"/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defRPr>
            </a:lvl4pPr>
            <a:lvl5pPr indent="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b="0" i="0" spc="-50" baseline="0">
                <a:solidFill>
                  <a:srgbClr val="607692"/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defRPr>
            </a:lvl5pPr>
            <a:lvl6pPr marL="2514600" indent="-22860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</a:lvl6pPr>
            <a:lvl7pPr marL="2971800" indent="-22860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</a:lvl7pPr>
            <a:lvl8pPr marL="3429000" indent="-22860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</a:lvl8pPr>
            <a:lvl9pPr marL="3886200" indent="-22860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</a:lvl9pPr>
          </a:lstStyle>
          <a:p>
            <a:pPr lvl="0"/>
            <a:r>
              <a:rPr lang="en-US" dirty="0">
                <a:solidFill>
                  <a:srgbClr val="B2BECD"/>
                </a:solidFill>
                <a:latin typeface="+mn-lt"/>
              </a:rPr>
              <a:t>//</a:t>
            </a:r>
          </a:p>
        </p:txBody>
      </p:sp>
      <p:sp>
        <p:nvSpPr>
          <p:cNvPr id="23" name="Text Placeholder 4">
            <a:extLst>
              <a:ext uri="{FF2B5EF4-FFF2-40B4-BE49-F238E27FC236}">
                <a16:creationId xmlns:a16="http://schemas.microsoft.com/office/drawing/2014/main" id="{49C73C1F-AEDD-7D45-8181-915FDFA10140}"/>
              </a:ext>
            </a:extLst>
          </p:cNvPr>
          <p:cNvSpPr>
            <a:spLocks noGrp="1"/>
          </p:cNvSpPr>
          <p:nvPr>
            <p:ph type="body" sz="quarter" idx="12" hasCustomPrompt="1"/>
          </p:nvPr>
        </p:nvSpPr>
        <p:spPr>
          <a:xfrm>
            <a:off x="2105790" y="169213"/>
            <a:ext cx="9639877" cy="216756"/>
          </a:xfrm>
          <a:prstGeom prst="rect">
            <a:avLst/>
          </a:prstGeom>
        </p:spPr>
        <p:txBody>
          <a:bodyPr wrap="square" lIns="0" tIns="18000" rIns="90000" bIns="0" anchor="t">
            <a:spAutoFit/>
          </a:bodyPr>
          <a:lstStyle>
            <a:lvl1pPr marL="0" indent="0">
              <a:buNone/>
              <a:defRPr lang="en-US" sz="1200" b="1" cap="all" spc="-10" baseline="0" dirty="0">
                <a:solidFill>
                  <a:srgbClr val="B2BECD"/>
                </a:solidFill>
                <a:latin typeface="+mn-lt"/>
                <a:ea typeface="TheSans B6 SemiBold" charset="0"/>
                <a:cs typeface="TheSans B6 SemiBold" charset="0"/>
              </a:defRPr>
            </a:lvl1pPr>
          </a:lstStyle>
          <a:p>
            <a:pPr marL="0" lvl="0"/>
            <a:r>
              <a:rPr lang="en-US" dirty="0"/>
              <a:t>INSERT PRESENTATION SECTION</a:t>
            </a:r>
          </a:p>
        </p:txBody>
      </p:sp>
      <p:sp>
        <p:nvSpPr>
          <p:cNvPr id="24" name="Title 1">
            <a:extLst>
              <a:ext uri="{FF2B5EF4-FFF2-40B4-BE49-F238E27FC236}">
                <a16:creationId xmlns:a16="http://schemas.microsoft.com/office/drawing/2014/main" id="{E9CA1143-6585-1C41-BCC0-F6D864548774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1935667" y="391823"/>
            <a:ext cx="9810000" cy="282819"/>
          </a:xfrm>
          <a:prstGeom prst="rect">
            <a:avLst/>
          </a:prstGeom>
        </p:spPr>
        <p:txBody>
          <a:bodyPr wrap="square" lIns="0" tIns="0" rIns="0" bIns="0" anchor="t">
            <a:noAutofit/>
          </a:bodyPr>
          <a:lstStyle>
            <a:lvl1pPr>
              <a:defRPr lang="en-US" sz="2000" b="1" spc="-10" dirty="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1pPr>
          </a:lstStyle>
          <a:p>
            <a:pPr marL="228600" lvl="0" indent="-228600">
              <a:spcBef>
                <a:spcPts val="1000"/>
              </a:spcBef>
              <a:buFont typeface="Arial"/>
            </a:pPr>
            <a:r>
              <a:rPr lang="en-US" dirty="0"/>
              <a:t>Insert key slide message</a:t>
            </a:r>
          </a:p>
        </p:txBody>
      </p:sp>
      <p:sp>
        <p:nvSpPr>
          <p:cNvPr id="13" name="Content Placeholder 2">
            <a:extLst>
              <a:ext uri="{FF2B5EF4-FFF2-40B4-BE49-F238E27FC236}">
                <a16:creationId xmlns:a16="http://schemas.microsoft.com/office/drawing/2014/main" id="{F3655483-73D5-1842-B980-1CB68BC0E61E}"/>
              </a:ext>
            </a:extLst>
          </p:cNvPr>
          <p:cNvSpPr>
            <a:spLocks noGrp="1"/>
          </p:cNvSpPr>
          <p:nvPr>
            <p:ph sz="quarter" idx="19" hasCustomPrompt="1"/>
          </p:nvPr>
        </p:nvSpPr>
        <p:spPr>
          <a:xfrm>
            <a:off x="425450" y="1366838"/>
            <a:ext cx="5421313" cy="4950149"/>
          </a:xfrm>
        </p:spPr>
        <p:txBody>
          <a:bodyPr lIns="90000" rIns="90000">
            <a:noAutofit/>
          </a:bodyPr>
          <a:lstStyle>
            <a:lvl1pPr marL="268288" indent="-268288">
              <a:tabLst/>
              <a:defRPr/>
            </a:lvl1pPr>
          </a:lstStyle>
          <a:p>
            <a:pPr lvl="0"/>
            <a:r>
              <a:rPr lang="en-US" dirty="0"/>
              <a:t>Insert content text (headers in bold)</a:t>
            </a:r>
          </a:p>
        </p:txBody>
      </p:sp>
      <p:sp>
        <p:nvSpPr>
          <p:cNvPr id="14" name="Content Placeholder 2">
            <a:extLst>
              <a:ext uri="{FF2B5EF4-FFF2-40B4-BE49-F238E27FC236}">
                <a16:creationId xmlns:a16="http://schemas.microsoft.com/office/drawing/2014/main" id="{DC502811-F846-1F49-AD36-092A6CA4C35B}"/>
              </a:ext>
            </a:extLst>
          </p:cNvPr>
          <p:cNvSpPr>
            <a:spLocks noGrp="1"/>
          </p:cNvSpPr>
          <p:nvPr>
            <p:ph sz="quarter" idx="20" hasCustomPrompt="1"/>
          </p:nvPr>
        </p:nvSpPr>
        <p:spPr>
          <a:xfrm>
            <a:off x="6345667" y="1366837"/>
            <a:ext cx="5421313" cy="4950150"/>
          </a:xfrm>
        </p:spPr>
        <p:txBody>
          <a:bodyPr lIns="90000" rIns="90000">
            <a:noAutofit/>
          </a:bodyPr>
          <a:lstStyle>
            <a:lvl1pPr marL="268288" indent="-268288">
              <a:tabLst/>
              <a:defRPr>
                <a:solidFill>
                  <a:schemeClr val="bg1"/>
                </a:solidFill>
              </a:defRPr>
            </a:lvl1pPr>
            <a:lvl2pPr>
              <a:defRPr>
                <a:solidFill>
                  <a:schemeClr val="bg1"/>
                </a:solidFill>
              </a:defRPr>
            </a:lvl2pPr>
            <a:lvl3pPr>
              <a:defRPr>
                <a:solidFill>
                  <a:schemeClr val="bg1"/>
                </a:solidFill>
              </a:defRPr>
            </a:lvl3pPr>
            <a:lvl4pPr>
              <a:defRPr>
                <a:solidFill>
                  <a:schemeClr val="bg1"/>
                </a:solidFill>
              </a:defRPr>
            </a:lvl4pPr>
            <a:lvl5pPr>
              <a:defRPr>
                <a:solidFill>
                  <a:schemeClr val="bg1"/>
                </a:solidFill>
              </a:defRPr>
            </a:lvl5pPr>
          </a:lstStyle>
          <a:p>
            <a:pPr lvl="0"/>
            <a:r>
              <a:rPr lang="en-US" dirty="0"/>
              <a:t>Insert content text (headers in bold)</a:t>
            </a:r>
          </a:p>
        </p:txBody>
      </p:sp>
      <p:sp>
        <p:nvSpPr>
          <p:cNvPr id="12" name="Slide Number Placeholder 5">
            <a:extLst>
              <a:ext uri="{FF2B5EF4-FFF2-40B4-BE49-F238E27FC236}">
                <a16:creationId xmlns:a16="http://schemas.microsoft.com/office/drawing/2014/main" id="{33317707-F6BD-BC43-AFE4-EF3A58BA0D64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495599" y="6550219"/>
            <a:ext cx="250068" cy="236406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0" tIns="36000" rtlCol="0" anchor="ctr"/>
          <a:lstStyle>
            <a:lvl1pPr algn="r">
              <a:defRPr lang="en-US" sz="1000" b="1" spc="10" smtClean="0">
                <a:solidFill>
                  <a:srgbClr val="B2BECD"/>
                </a:solidFill>
              </a:defRPr>
            </a:lvl1pPr>
          </a:lstStyle>
          <a:p>
            <a:fld id="{E242BD21-9B61-2246-BCB1-4BE5E1BEBE1C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26594438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hree column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" name="TextBox 19">
            <a:extLst>
              <a:ext uri="{FF2B5EF4-FFF2-40B4-BE49-F238E27FC236}">
                <a16:creationId xmlns:a16="http://schemas.microsoft.com/office/drawing/2014/main" id="{EAB487C9-ECA1-B54D-8C96-3D8551EC5901}"/>
              </a:ext>
            </a:extLst>
          </p:cNvPr>
          <p:cNvSpPr txBox="1"/>
          <p:nvPr userDrawn="1"/>
        </p:nvSpPr>
        <p:spPr>
          <a:xfrm>
            <a:off x="1848464" y="146728"/>
            <a:ext cx="334297" cy="276999"/>
          </a:xfrm>
          <a:prstGeom prst="rect">
            <a:avLst/>
          </a:prstGeom>
        </p:spPr>
        <p:txBody>
          <a:bodyPr wrap="square" anchor="ctr">
            <a:spAutoFit/>
          </a:bodyPr>
          <a:lstStyle>
            <a:defPPr>
              <a:defRPr lang="en-US"/>
            </a:defPPr>
            <a:lvl1pPr>
              <a:defRPr sz="1200" b="1" spc="-10">
                <a:solidFill>
                  <a:srgbClr val="183142">
                    <a:alpha val="25000"/>
                  </a:srgbClr>
                </a:solidFill>
                <a:latin typeface="TheSans B6 SemiBold" charset="0"/>
                <a:ea typeface="TheSans B6 SemiBold" charset="0"/>
                <a:cs typeface="TheSans B6 SemiBold" charset="0"/>
              </a:defRPr>
            </a:lvl1pPr>
            <a:lvl2pPr indent="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b="0" i="0" spc="-50" baseline="0">
                <a:solidFill>
                  <a:srgbClr val="607692"/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defRPr>
            </a:lvl2pPr>
            <a:lvl3pPr indent="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b="0" i="0" spc="-50" baseline="0">
                <a:solidFill>
                  <a:srgbClr val="607692"/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defRPr>
            </a:lvl3pPr>
            <a:lvl4pPr indent="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b="0" i="0" spc="-50" baseline="0">
                <a:solidFill>
                  <a:srgbClr val="607692"/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defRPr>
            </a:lvl4pPr>
            <a:lvl5pPr indent="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b="0" i="0" spc="-50" baseline="0">
                <a:solidFill>
                  <a:srgbClr val="607692"/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defRPr>
            </a:lvl5pPr>
            <a:lvl6pPr marL="2514600" indent="-22860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</a:lvl6pPr>
            <a:lvl7pPr marL="2971800" indent="-22860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</a:lvl7pPr>
            <a:lvl8pPr marL="3429000" indent="-22860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</a:lvl8pPr>
            <a:lvl9pPr marL="3886200" indent="-22860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</a:lvl9pPr>
          </a:lstStyle>
          <a:p>
            <a:pPr lvl="0"/>
            <a:r>
              <a:rPr lang="en-US" dirty="0">
                <a:solidFill>
                  <a:srgbClr val="B2BECD"/>
                </a:solidFill>
                <a:latin typeface="+mn-lt"/>
              </a:rPr>
              <a:t>//</a:t>
            </a:r>
          </a:p>
        </p:txBody>
      </p:sp>
      <p:sp>
        <p:nvSpPr>
          <p:cNvPr id="21" name="Text Placeholder 4">
            <a:extLst>
              <a:ext uri="{FF2B5EF4-FFF2-40B4-BE49-F238E27FC236}">
                <a16:creationId xmlns:a16="http://schemas.microsoft.com/office/drawing/2014/main" id="{AFA66B3B-E195-4A46-97EC-4F5B8E0BC809}"/>
              </a:ext>
            </a:extLst>
          </p:cNvPr>
          <p:cNvSpPr>
            <a:spLocks noGrp="1"/>
          </p:cNvSpPr>
          <p:nvPr>
            <p:ph type="body" sz="quarter" idx="12" hasCustomPrompt="1"/>
          </p:nvPr>
        </p:nvSpPr>
        <p:spPr>
          <a:xfrm>
            <a:off x="2105790" y="169213"/>
            <a:ext cx="9639877" cy="216756"/>
          </a:xfrm>
          <a:prstGeom prst="rect">
            <a:avLst/>
          </a:prstGeom>
        </p:spPr>
        <p:txBody>
          <a:bodyPr wrap="square" lIns="0" tIns="18000" rIns="90000" bIns="0" anchor="t">
            <a:spAutoFit/>
          </a:bodyPr>
          <a:lstStyle>
            <a:lvl1pPr marL="0" indent="0">
              <a:buNone/>
              <a:defRPr lang="en-US" sz="1200" b="1" cap="all" spc="-10" baseline="0" dirty="0">
                <a:solidFill>
                  <a:srgbClr val="B2BECD"/>
                </a:solidFill>
                <a:latin typeface="+mn-lt"/>
                <a:ea typeface="TheSans B6 SemiBold" charset="0"/>
                <a:cs typeface="TheSans B6 SemiBold" charset="0"/>
              </a:defRPr>
            </a:lvl1pPr>
          </a:lstStyle>
          <a:p>
            <a:pPr marL="0" lvl="0"/>
            <a:r>
              <a:rPr lang="en-US" dirty="0"/>
              <a:t>INSERT PRESENTATION SECTION</a:t>
            </a:r>
          </a:p>
        </p:txBody>
      </p:sp>
      <p:sp>
        <p:nvSpPr>
          <p:cNvPr id="22" name="Title 1">
            <a:extLst>
              <a:ext uri="{FF2B5EF4-FFF2-40B4-BE49-F238E27FC236}">
                <a16:creationId xmlns:a16="http://schemas.microsoft.com/office/drawing/2014/main" id="{3163FBFA-31D9-6B47-A169-FE02B11448F2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1935667" y="391823"/>
            <a:ext cx="9810000" cy="282819"/>
          </a:xfrm>
          <a:prstGeom prst="rect">
            <a:avLst/>
          </a:prstGeom>
        </p:spPr>
        <p:txBody>
          <a:bodyPr wrap="square" lIns="0" tIns="0" rIns="0" bIns="0" anchor="t">
            <a:noAutofit/>
          </a:bodyPr>
          <a:lstStyle>
            <a:lvl1pPr>
              <a:defRPr lang="en-US" sz="2000" b="1" spc="-10" dirty="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1pPr>
          </a:lstStyle>
          <a:p>
            <a:pPr marL="228600" lvl="0" indent="-228600">
              <a:spcBef>
                <a:spcPts val="1000"/>
              </a:spcBef>
              <a:buFont typeface="Arial"/>
            </a:pPr>
            <a:r>
              <a:rPr lang="en-US" dirty="0"/>
              <a:t>Insert key slide message</a:t>
            </a:r>
          </a:p>
        </p:txBody>
      </p:sp>
      <p:sp>
        <p:nvSpPr>
          <p:cNvPr id="5" name="Content Placeholder 4">
            <a:extLst>
              <a:ext uri="{FF2B5EF4-FFF2-40B4-BE49-F238E27FC236}">
                <a16:creationId xmlns:a16="http://schemas.microsoft.com/office/drawing/2014/main" id="{77C84D26-9EDC-F949-AC1A-A72B1BBE389A}"/>
              </a:ext>
            </a:extLst>
          </p:cNvPr>
          <p:cNvSpPr>
            <a:spLocks noGrp="1"/>
          </p:cNvSpPr>
          <p:nvPr>
            <p:ph sz="quarter" idx="22" hasCustomPrompt="1"/>
          </p:nvPr>
        </p:nvSpPr>
        <p:spPr>
          <a:xfrm>
            <a:off x="425304" y="1366988"/>
            <a:ext cx="3548218" cy="4950000"/>
          </a:xfrm>
        </p:spPr>
        <p:txBody>
          <a:bodyPr lIns="90000" tIns="46800" rIns="90000">
            <a:noAutofit/>
          </a:bodyPr>
          <a:lstStyle>
            <a:lvl1pPr marL="268288" indent="-268288">
              <a:tabLst/>
              <a:defRPr/>
            </a:lvl1pPr>
          </a:lstStyle>
          <a:p>
            <a:pPr lvl="0"/>
            <a:r>
              <a:rPr lang="en-US" dirty="0"/>
              <a:t>Insert content text (headers in bold)</a:t>
            </a:r>
          </a:p>
        </p:txBody>
      </p:sp>
      <p:sp>
        <p:nvSpPr>
          <p:cNvPr id="18" name="Content Placeholder 4">
            <a:extLst>
              <a:ext uri="{FF2B5EF4-FFF2-40B4-BE49-F238E27FC236}">
                <a16:creationId xmlns:a16="http://schemas.microsoft.com/office/drawing/2014/main" id="{3817169C-C0BF-0A40-9984-FECFBA08563F}"/>
              </a:ext>
            </a:extLst>
          </p:cNvPr>
          <p:cNvSpPr>
            <a:spLocks noGrp="1"/>
          </p:cNvSpPr>
          <p:nvPr>
            <p:ph sz="quarter" idx="23" hasCustomPrompt="1"/>
          </p:nvPr>
        </p:nvSpPr>
        <p:spPr>
          <a:xfrm>
            <a:off x="4332642" y="1366988"/>
            <a:ext cx="3548218" cy="4950000"/>
          </a:xfrm>
        </p:spPr>
        <p:txBody>
          <a:bodyPr lIns="90000" tIns="46800" rIns="90000">
            <a:noAutofit/>
          </a:bodyPr>
          <a:lstStyle>
            <a:lvl1pPr marL="268288" indent="-268288">
              <a:tabLst/>
              <a:defRPr/>
            </a:lvl1pPr>
          </a:lstStyle>
          <a:p>
            <a:pPr lvl="0"/>
            <a:r>
              <a:rPr lang="en-US" dirty="0"/>
              <a:t>Insert content text (headers in bold)</a:t>
            </a:r>
          </a:p>
        </p:txBody>
      </p:sp>
      <p:sp>
        <p:nvSpPr>
          <p:cNvPr id="19" name="Content Placeholder 4">
            <a:extLst>
              <a:ext uri="{FF2B5EF4-FFF2-40B4-BE49-F238E27FC236}">
                <a16:creationId xmlns:a16="http://schemas.microsoft.com/office/drawing/2014/main" id="{6FEB4DC9-D693-9443-81DF-3152226B1930}"/>
              </a:ext>
            </a:extLst>
          </p:cNvPr>
          <p:cNvSpPr>
            <a:spLocks noGrp="1"/>
          </p:cNvSpPr>
          <p:nvPr>
            <p:ph sz="quarter" idx="24" hasCustomPrompt="1"/>
          </p:nvPr>
        </p:nvSpPr>
        <p:spPr>
          <a:xfrm>
            <a:off x="8197449" y="1366988"/>
            <a:ext cx="3548218" cy="4950000"/>
          </a:xfrm>
        </p:spPr>
        <p:txBody>
          <a:bodyPr lIns="90000" tIns="46800" rIns="90000">
            <a:noAutofit/>
          </a:bodyPr>
          <a:lstStyle>
            <a:lvl1pPr marL="268288" indent="-268288">
              <a:tabLst/>
              <a:defRPr/>
            </a:lvl1pPr>
          </a:lstStyle>
          <a:p>
            <a:pPr lvl="0"/>
            <a:r>
              <a:rPr lang="en-US" dirty="0"/>
              <a:t>Insert content text (headers in bold)</a:t>
            </a:r>
          </a:p>
        </p:txBody>
      </p:sp>
      <p:sp>
        <p:nvSpPr>
          <p:cNvPr id="12" name="Slide Number Placeholder 5">
            <a:extLst>
              <a:ext uri="{FF2B5EF4-FFF2-40B4-BE49-F238E27FC236}">
                <a16:creationId xmlns:a16="http://schemas.microsoft.com/office/drawing/2014/main" id="{F45A2829-FFCA-D14F-91DA-F2D5FAE26F04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495599" y="6550219"/>
            <a:ext cx="250068" cy="236406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0" tIns="36000" rtlCol="0" anchor="ctr"/>
          <a:lstStyle>
            <a:lvl1pPr algn="r">
              <a:defRPr lang="en-US" sz="1000" b="1" spc="10" smtClean="0">
                <a:solidFill>
                  <a:srgbClr val="B2BECD"/>
                </a:solidFill>
              </a:defRPr>
            </a:lvl1pPr>
          </a:lstStyle>
          <a:p>
            <a:fld id="{E242BD21-9B61-2246-BCB1-4BE5E1BEBE1C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131265395"/>
      </p:ext>
    </p:extLst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wo columns + imag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" name="TextBox 19">
            <a:extLst>
              <a:ext uri="{FF2B5EF4-FFF2-40B4-BE49-F238E27FC236}">
                <a16:creationId xmlns:a16="http://schemas.microsoft.com/office/drawing/2014/main" id="{EAB487C9-ECA1-B54D-8C96-3D8551EC5901}"/>
              </a:ext>
            </a:extLst>
          </p:cNvPr>
          <p:cNvSpPr txBox="1"/>
          <p:nvPr userDrawn="1"/>
        </p:nvSpPr>
        <p:spPr>
          <a:xfrm>
            <a:off x="1848464" y="146728"/>
            <a:ext cx="334297" cy="276999"/>
          </a:xfrm>
          <a:prstGeom prst="rect">
            <a:avLst/>
          </a:prstGeom>
        </p:spPr>
        <p:txBody>
          <a:bodyPr wrap="square" anchor="ctr">
            <a:spAutoFit/>
          </a:bodyPr>
          <a:lstStyle>
            <a:defPPr>
              <a:defRPr lang="en-US"/>
            </a:defPPr>
            <a:lvl1pPr>
              <a:defRPr sz="1200" b="1" spc="-10">
                <a:solidFill>
                  <a:srgbClr val="183142">
                    <a:alpha val="25000"/>
                  </a:srgbClr>
                </a:solidFill>
                <a:latin typeface="TheSans B6 SemiBold" charset="0"/>
                <a:ea typeface="TheSans B6 SemiBold" charset="0"/>
                <a:cs typeface="TheSans B6 SemiBold" charset="0"/>
              </a:defRPr>
            </a:lvl1pPr>
            <a:lvl2pPr indent="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b="0" i="0" spc="-50" baseline="0">
                <a:solidFill>
                  <a:srgbClr val="607692"/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defRPr>
            </a:lvl2pPr>
            <a:lvl3pPr indent="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b="0" i="0" spc="-50" baseline="0">
                <a:solidFill>
                  <a:srgbClr val="607692"/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defRPr>
            </a:lvl3pPr>
            <a:lvl4pPr indent="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b="0" i="0" spc="-50" baseline="0">
                <a:solidFill>
                  <a:srgbClr val="607692"/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defRPr>
            </a:lvl4pPr>
            <a:lvl5pPr indent="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b="0" i="0" spc="-50" baseline="0">
                <a:solidFill>
                  <a:srgbClr val="607692"/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defRPr>
            </a:lvl5pPr>
            <a:lvl6pPr marL="2514600" indent="-22860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</a:lvl6pPr>
            <a:lvl7pPr marL="2971800" indent="-22860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</a:lvl7pPr>
            <a:lvl8pPr marL="3429000" indent="-22860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</a:lvl8pPr>
            <a:lvl9pPr marL="3886200" indent="-22860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</a:lvl9pPr>
          </a:lstStyle>
          <a:p>
            <a:pPr lvl="0"/>
            <a:r>
              <a:rPr lang="en-US" dirty="0">
                <a:solidFill>
                  <a:srgbClr val="B2BECD"/>
                </a:solidFill>
                <a:latin typeface="+mn-lt"/>
              </a:rPr>
              <a:t>//</a:t>
            </a:r>
          </a:p>
        </p:txBody>
      </p:sp>
      <p:sp>
        <p:nvSpPr>
          <p:cNvPr id="21" name="Text Placeholder 4">
            <a:extLst>
              <a:ext uri="{FF2B5EF4-FFF2-40B4-BE49-F238E27FC236}">
                <a16:creationId xmlns:a16="http://schemas.microsoft.com/office/drawing/2014/main" id="{AFA66B3B-E195-4A46-97EC-4F5B8E0BC809}"/>
              </a:ext>
            </a:extLst>
          </p:cNvPr>
          <p:cNvSpPr>
            <a:spLocks noGrp="1"/>
          </p:cNvSpPr>
          <p:nvPr>
            <p:ph type="body" sz="quarter" idx="12" hasCustomPrompt="1"/>
          </p:nvPr>
        </p:nvSpPr>
        <p:spPr>
          <a:xfrm>
            <a:off x="2105790" y="169213"/>
            <a:ext cx="9639877" cy="216756"/>
          </a:xfrm>
          <a:prstGeom prst="rect">
            <a:avLst/>
          </a:prstGeom>
        </p:spPr>
        <p:txBody>
          <a:bodyPr wrap="square" lIns="0" tIns="18000" rIns="90000" bIns="0" anchor="t">
            <a:spAutoFit/>
          </a:bodyPr>
          <a:lstStyle>
            <a:lvl1pPr marL="0" indent="0">
              <a:buNone/>
              <a:defRPr lang="en-US" sz="1200" b="1" cap="all" spc="-10" baseline="0" dirty="0">
                <a:solidFill>
                  <a:srgbClr val="B2BECD"/>
                </a:solidFill>
                <a:latin typeface="+mn-lt"/>
                <a:ea typeface="TheSans B6 SemiBold" charset="0"/>
                <a:cs typeface="TheSans B6 SemiBold" charset="0"/>
              </a:defRPr>
            </a:lvl1pPr>
          </a:lstStyle>
          <a:p>
            <a:pPr marL="0" lvl="0"/>
            <a:r>
              <a:rPr lang="en-US" dirty="0"/>
              <a:t>INSERT PRESENTATION SECTION</a:t>
            </a:r>
          </a:p>
        </p:txBody>
      </p:sp>
      <p:sp>
        <p:nvSpPr>
          <p:cNvPr id="22" name="Title 1">
            <a:extLst>
              <a:ext uri="{FF2B5EF4-FFF2-40B4-BE49-F238E27FC236}">
                <a16:creationId xmlns:a16="http://schemas.microsoft.com/office/drawing/2014/main" id="{3163FBFA-31D9-6B47-A169-FE02B11448F2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1935667" y="391823"/>
            <a:ext cx="9810000" cy="282819"/>
          </a:xfrm>
          <a:prstGeom prst="rect">
            <a:avLst/>
          </a:prstGeom>
        </p:spPr>
        <p:txBody>
          <a:bodyPr wrap="square" lIns="0" tIns="0" rIns="0" bIns="0" anchor="t">
            <a:noAutofit/>
          </a:bodyPr>
          <a:lstStyle>
            <a:lvl1pPr>
              <a:defRPr lang="en-US" sz="2000" b="1" spc="-10" dirty="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1pPr>
          </a:lstStyle>
          <a:p>
            <a:pPr marL="228600" lvl="0" indent="-228600">
              <a:spcBef>
                <a:spcPts val="1000"/>
              </a:spcBef>
              <a:buFont typeface="Arial"/>
            </a:pPr>
            <a:r>
              <a:rPr lang="en-US" dirty="0"/>
              <a:t>Insert key slide message</a:t>
            </a:r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13A7E353-A588-4F4A-90F0-66ACD5821690}"/>
              </a:ext>
            </a:extLst>
          </p:cNvPr>
          <p:cNvSpPr>
            <a:spLocks noGrp="1"/>
          </p:cNvSpPr>
          <p:nvPr>
            <p:ph type="pic" sz="quarter" idx="19" hasCustomPrompt="1"/>
          </p:nvPr>
        </p:nvSpPr>
        <p:spPr>
          <a:xfrm>
            <a:off x="8218715" y="1366988"/>
            <a:ext cx="3526952" cy="4950000"/>
          </a:xfrm>
          <a:prstGeom prst="rect">
            <a:avLst/>
          </a:prstGeom>
        </p:spPr>
        <p:txBody>
          <a:bodyPr wrap="square" lIns="0" rIns="0" bIns="46800" anchor="ctr"/>
          <a:lstStyle>
            <a:lvl1pPr marL="0" indent="0" algn="ctr">
              <a:buNone/>
              <a:defRPr lang="en-US" sz="1400" b="0">
                <a:solidFill>
                  <a:schemeClr val="tx2"/>
                </a:solidFill>
              </a:defRPr>
            </a:lvl1pPr>
          </a:lstStyle>
          <a:p>
            <a:pPr marL="228600" lvl="0" indent="-228600">
              <a:lnSpc>
                <a:spcPct val="114000"/>
              </a:lnSpc>
            </a:pPr>
            <a:r>
              <a:rPr lang="en-US" dirty="0"/>
              <a:t>Insert a picture here. </a:t>
            </a:r>
            <a:br>
              <a:rPr lang="en-US" dirty="0"/>
            </a:br>
            <a:r>
              <a:rPr lang="en-US" dirty="0"/>
              <a:t>The picture will be cropped to placeholder.</a:t>
            </a:r>
            <a:br>
              <a:rPr lang="en-US" dirty="0"/>
            </a:br>
            <a:r>
              <a:rPr lang="en-US" dirty="0"/>
              <a:t>The position can be set via picture settings.</a:t>
            </a:r>
            <a:br>
              <a:rPr lang="en-US" dirty="0"/>
            </a:br>
            <a:br>
              <a:rPr lang="en-US" dirty="0"/>
            </a:br>
            <a:br>
              <a:rPr lang="en-US" dirty="0"/>
            </a:br>
            <a:br>
              <a:rPr lang="en-US" dirty="0"/>
            </a:br>
            <a:br>
              <a:rPr lang="en-US" dirty="0"/>
            </a:br>
            <a:endParaRPr lang="en-US" dirty="0"/>
          </a:p>
        </p:txBody>
      </p:sp>
      <p:sp>
        <p:nvSpPr>
          <p:cNvPr id="12" name="Content Placeholder 4">
            <a:extLst>
              <a:ext uri="{FF2B5EF4-FFF2-40B4-BE49-F238E27FC236}">
                <a16:creationId xmlns:a16="http://schemas.microsoft.com/office/drawing/2014/main" id="{0930E766-BD21-724F-ADBE-C3AA43F4CD87}"/>
              </a:ext>
            </a:extLst>
          </p:cNvPr>
          <p:cNvSpPr>
            <a:spLocks noGrp="1"/>
          </p:cNvSpPr>
          <p:nvPr>
            <p:ph sz="quarter" idx="22" hasCustomPrompt="1"/>
          </p:nvPr>
        </p:nvSpPr>
        <p:spPr>
          <a:xfrm>
            <a:off x="425304" y="1366988"/>
            <a:ext cx="3548218" cy="4950000"/>
          </a:xfrm>
        </p:spPr>
        <p:txBody>
          <a:bodyPr lIns="90000" rIns="90000">
            <a:noAutofit/>
          </a:bodyPr>
          <a:lstStyle>
            <a:lvl1pPr marL="268288" indent="-268288">
              <a:tabLst/>
              <a:defRPr/>
            </a:lvl1pPr>
          </a:lstStyle>
          <a:p>
            <a:pPr lvl="0"/>
            <a:r>
              <a:rPr lang="en-US" dirty="0"/>
              <a:t>Insert content text (headers in bold)</a:t>
            </a:r>
          </a:p>
        </p:txBody>
      </p:sp>
      <p:sp>
        <p:nvSpPr>
          <p:cNvPr id="13" name="Content Placeholder 4">
            <a:extLst>
              <a:ext uri="{FF2B5EF4-FFF2-40B4-BE49-F238E27FC236}">
                <a16:creationId xmlns:a16="http://schemas.microsoft.com/office/drawing/2014/main" id="{F11B0C39-D009-B544-B7E4-F06D9BA4A5A7}"/>
              </a:ext>
            </a:extLst>
          </p:cNvPr>
          <p:cNvSpPr>
            <a:spLocks noGrp="1"/>
          </p:cNvSpPr>
          <p:nvPr>
            <p:ph sz="quarter" idx="23" hasCustomPrompt="1"/>
          </p:nvPr>
        </p:nvSpPr>
        <p:spPr>
          <a:xfrm>
            <a:off x="4332642" y="1366988"/>
            <a:ext cx="3548218" cy="4950000"/>
          </a:xfrm>
        </p:spPr>
        <p:txBody>
          <a:bodyPr lIns="90000" rIns="90000">
            <a:noAutofit/>
          </a:bodyPr>
          <a:lstStyle>
            <a:lvl1pPr marL="268288" indent="-268288">
              <a:tabLst/>
              <a:defRPr/>
            </a:lvl1pPr>
          </a:lstStyle>
          <a:p>
            <a:pPr lvl="0"/>
            <a:r>
              <a:rPr lang="en-US" dirty="0"/>
              <a:t>Insert content text (headers in bold)</a:t>
            </a:r>
          </a:p>
        </p:txBody>
      </p:sp>
      <p:sp>
        <p:nvSpPr>
          <p:cNvPr id="14" name="Slide Number Placeholder 5">
            <a:extLst>
              <a:ext uri="{FF2B5EF4-FFF2-40B4-BE49-F238E27FC236}">
                <a16:creationId xmlns:a16="http://schemas.microsoft.com/office/drawing/2014/main" id="{9D44F31D-ED30-0B48-8DF3-597B351FA8EC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495599" y="6550219"/>
            <a:ext cx="250068" cy="236406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0" tIns="36000" rtlCol="0" anchor="ctr"/>
          <a:lstStyle>
            <a:lvl1pPr algn="r">
              <a:defRPr lang="en-US" sz="1000" b="1" spc="10" smtClean="0">
                <a:solidFill>
                  <a:srgbClr val="B2BECD"/>
                </a:solidFill>
              </a:defRPr>
            </a:lvl1pPr>
          </a:lstStyle>
          <a:p>
            <a:fld id="{E242BD21-9B61-2246-BCB1-4BE5E1BEBE1C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855311929"/>
      </p:ext>
    </p:extLst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Side imag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Picture Placeholder 3">
            <a:extLst>
              <a:ext uri="{FF2B5EF4-FFF2-40B4-BE49-F238E27FC236}">
                <a16:creationId xmlns:a16="http://schemas.microsoft.com/office/drawing/2014/main" id="{5A208878-2260-3E4C-BBF0-1ABC5DE85308}"/>
              </a:ext>
            </a:extLst>
          </p:cNvPr>
          <p:cNvSpPr>
            <a:spLocks noGrp="1"/>
          </p:cNvSpPr>
          <p:nvPr>
            <p:ph type="pic" sz="quarter" idx="17" hasCustomPrompt="1"/>
          </p:nvPr>
        </p:nvSpPr>
        <p:spPr>
          <a:xfrm>
            <a:off x="8218713" y="1366988"/>
            <a:ext cx="3526953" cy="4951412"/>
          </a:xfrm>
          <a:prstGeom prst="rect">
            <a:avLst/>
          </a:prstGeom>
        </p:spPr>
        <p:txBody>
          <a:bodyPr anchor="ctr"/>
          <a:lstStyle>
            <a:lvl1pPr marL="0" indent="0" algn="ctr">
              <a:lnSpc>
                <a:spcPct val="100000"/>
              </a:lnSpc>
              <a:buNone/>
              <a:defRPr sz="1400" b="0" i="0">
                <a:solidFill>
                  <a:schemeClr val="tx2"/>
                </a:solidFill>
              </a:defRPr>
            </a:lvl1pPr>
          </a:lstStyle>
          <a:p>
            <a:r>
              <a:rPr lang="en-US" dirty="0"/>
              <a:t>Insert a picture here. </a:t>
            </a:r>
            <a:br>
              <a:rPr lang="en-US" dirty="0"/>
            </a:br>
            <a:r>
              <a:rPr lang="en-US" dirty="0"/>
              <a:t>The picture will be cropped to placeholder size.</a:t>
            </a:r>
            <a:br>
              <a:rPr lang="en-US" dirty="0"/>
            </a:br>
            <a:r>
              <a:rPr lang="en-US" dirty="0"/>
              <a:t>The position can be set via picture settings.</a:t>
            </a:r>
            <a:br>
              <a:rPr lang="en-US" dirty="0"/>
            </a:br>
            <a:br>
              <a:rPr lang="en-US" dirty="0"/>
            </a:br>
            <a:br>
              <a:rPr lang="en-US" dirty="0"/>
            </a:br>
            <a:br>
              <a:rPr lang="en-US" dirty="0"/>
            </a:br>
            <a:br>
              <a:rPr lang="en-US" dirty="0"/>
            </a:br>
            <a:endParaRPr lang="en-US" dirty="0"/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CE2F1FF5-0CB8-5244-87C9-8C167EB6734D}"/>
              </a:ext>
            </a:extLst>
          </p:cNvPr>
          <p:cNvSpPr txBox="1"/>
          <p:nvPr userDrawn="1"/>
        </p:nvSpPr>
        <p:spPr>
          <a:xfrm>
            <a:off x="1848464" y="146728"/>
            <a:ext cx="334297" cy="276999"/>
          </a:xfrm>
          <a:prstGeom prst="rect">
            <a:avLst/>
          </a:prstGeom>
        </p:spPr>
        <p:txBody>
          <a:bodyPr wrap="square" anchor="ctr">
            <a:spAutoFit/>
          </a:bodyPr>
          <a:lstStyle>
            <a:defPPr>
              <a:defRPr lang="en-US"/>
            </a:defPPr>
            <a:lvl1pPr>
              <a:defRPr sz="1200" b="1" spc="-10">
                <a:solidFill>
                  <a:srgbClr val="183142">
                    <a:alpha val="25000"/>
                  </a:srgbClr>
                </a:solidFill>
                <a:latin typeface="TheSans B6 SemiBold" charset="0"/>
                <a:ea typeface="TheSans B6 SemiBold" charset="0"/>
                <a:cs typeface="TheSans B6 SemiBold" charset="0"/>
              </a:defRPr>
            </a:lvl1pPr>
            <a:lvl2pPr indent="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b="0" i="0" spc="-50" baseline="0">
                <a:solidFill>
                  <a:srgbClr val="607692"/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defRPr>
            </a:lvl2pPr>
            <a:lvl3pPr indent="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b="0" i="0" spc="-50" baseline="0">
                <a:solidFill>
                  <a:srgbClr val="607692"/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defRPr>
            </a:lvl3pPr>
            <a:lvl4pPr indent="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b="0" i="0" spc="-50" baseline="0">
                <a:solidFill>
                  <a:srgbClr val="607692"/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defRPr>
            </a:lvl4pPr>
            <a:lvl5pPr indent="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b="0" i="0" spc="-50" baseline="0">
                <a:solidFill>
                  <a:srgbClr val="607692"/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defRPr>
            </a:lvl5pPr>
            <a:lvl6pPr marL="2514600" indent="-22860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</a:lvl6pPr>
            <a:lvl7pPr marL="2971800" indent="-22860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</a:lvl7pPr>
            <a:lvl8pPr marL="3429000" indent="-22860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</a:lvl8pPr>
            <a:lvl9pPr marL="3886200" indent="-22860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</a:lvl9pPr>
          </a:lstStyle>
          <a:p>
            <a:pPr lvl="0"/>
            <a:r>
              <a:rPr lang="en-US" dirty="0">
                <a:solidFill>
                  <a:srgbClr val="B2BECD"/>
                </a:solidFill>
                <a:latin typeface="+mn-lt"/>
              </a:rPr>
              <a:t>//</a:t>
            </a:r>
          </a:p>
        </p:txBody>
      </p:sp>
      <p:sp>
        <p:nvSpPr>
          <p:cNvPr id="18" name="Text Placeholder 4">
            <a:extLst>
              <a:ext uri="{FF2B5EF4-FFF2-40B4-BE49-F238E27FC236}">
                <a16:creationId xmlns:a16="http://schemas.microsoft.com/office/drawing/2014/main" id="{8289E72B-8537-DA46-B51A-1764BAD11007}"/>
              </a:ext>
            </a:extLst>
          </p:cNvPr>
          <p:cNvSpPr>
            <a:spLocks noGrp="1"/>
          </p:cNvSpPr>
          <p:nvPr>
            <p:ph type="body" sz="quarter" idx="12" hasCustomPrompt="1"/>
          </p:nvPr>
        </p:nvSpPr>
        <p:spPr>
          <a:xfrm>
            <a:off x="2105790" y="169213"/>
            <a:ext cx="9639877" cy="216756"/>
          </a:xfrm>
          <a:prstGeom prst="rect">
            <a:avLst/>
          </a:prstGeom>
        </p:spPr>
        <p:txBody>
          <a:bodyPr wrap="square" lIns="0" tIns="18000" rIns="90000" bIns="0" anchor="t">
            <a:spAutoFit/>
          </a:bodyPr>
          <a:lstStyle>
            <a:lvl1pPr marL="0" indent="0">
              <a:buNone/>
              <a:defRPr lang="en-US" sz="1200" b="1" cap="all" spc="-10" baseline="0" dirty="0">
                <a:solidFill>
                  <a:srgbClr val="B2BECD"/>
                </a:solidFill>
                <a:latin typeface="+mn-lt"/>
                <a:ea typeface="TheSans B6 SemiBold" charset="0"/>
                <a:cs typeface="TheSans B6 SemiBold" charset="0"/>
              </a:defRPr>
            </a:lvl1pPr>
          </a:lstStyle>
          <a:p>
            <a:pPr marL="0" lvl="0"/>
            <a:r>
              <a:rPr lang="en-US" dirty="0"/>
              <a:t>INSERT PRESENTATION SECTION</a:t>
            </a:r>
          </a:p>
        </p:txBody>
      </p:sp>
      <p:sp>
        <p:nvSpPr>
          <p:cNvPr id="19" name="Title 1">
            <a:extLst>
              <a:ext uri="{FF2B5EF4-FFF2-40B4-BE49-F238E27FC236}">
                <a16:creationId xmlns:a16="http://schemas.microsoft.com/office/drawing/2014/main" id="{DCAD90D6-8AB2-DE4E-A1B2-D53B38CD2570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1935667" y="391823"/>
            <a:ext cx="9810000" cy="282819"/>
          </a:xfrm>
          <a:prstGeom prst="rect">
            <a:avLst/>
          </a:prstGeom>
        </p:spPr>
        <p:txBody>
          <a:bodyPr wrap="square" lIns="0" tIns="0" rIns="0" bIns="0" anchor="t">
            <a:noAutofit/>
          </a:bodyPr>
          <a:lstStyle>
            <a:lvl1pPr>
              <a:defRPr lang="en-US" sz="2000" b="1" spc="-10" dirty="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1pPr>
          </a:lstStyle>
          <a:p>
            <a:pPr marL="228600" lvl="0" indent="-228600">
              <a:spcBef>
                <a:spcPts val="1000"/>
              </a:spcBef>
              <a:buFont typeface="Arial"/>
            </a:pPr>
            <a:r>
              <a:rPr lang="en-US" dirty="0"/>
              <a:t>Insert key slide message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C161AE6A-17BD-3C43-B24D-A3D22CFBB4AC}"/>
              </a:ext>
            </a:extLst>
          </p:cNvPr>
          <p:cNvSpPr>
            <a:spLocks noGrp="1"/>
          </p:cNvSpPr>
          <p:nvPr>
            <p:ph sz="quarter" idx="18" hasCustomPrompt="1"/>
          </p:nvPr>
        </p:nvSpPr>
        <p:spPr>
          <a:xfrm>
            <a:off x="514372" y="1366988"/>
            <a:ext cx="7345113" cy="4951412"/>
          </a:xfrm>
        </p:spPr>
        <p:txBody>
          <a:bodyPr>
            <a:noAutofit/>
          </a:bodyPr>
          <a:lstStyle>
            <a:lvl1pPr marL="268288" indent="-268288">
              <a:tabLst/>
              <a:defRPr/>
            </a:lvl1pPr>
          </a:lstStyle>
          <a:p>
            <a:pPr lvl="0"/>
            <a:r>
              <a:rPr lang="en-US" dirty="0"/>
              <a:t>Insert content text (headers in bold)</a:t>
            </a:r>
          </a:p>
        </p:txBody>
      </p:sp>
      <p:sp>
        <p:nvSpPr>
          <p:cNvPr id="10" name="Slide Number Placeholder 5">
            <a:extLst>
              <a:ext uri="{FF2B5EF4-FFF2-40B4-BE49-F238E27FC236}">
                <a16:creationId xmlns:a16="http://schemas.microsoft.com/office/drawing/2014/main" id="{A1EFC51B-F0FA-CF4B-AC2A-30474AC390BE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495599" y="6550219"/>
            <a:ext cx="250068" cy="236406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0" tIns="36000" rtlCol="0" anchor="ctr"/>
          <a:lstStyle>
            <a:lvl1pPr algn="r">
              <a:defRPr lang="en-US" sz="1000" b="1" spc="10" smtClean="0">
                <a:solidFill>
                  <a:srgbClr val="B2BECD"/>
                </a:solidFill>
              </a:defRPr>
            </a:lvl1pPr>
          </a:lstStyle>
          <a:p>
            <a:fld id="{E242BD21-9B61-2246-BCB1-4BE5E1BEBE1C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611783969"/>
      </p:ext>
    </p:extLst>
  </p:cSld>
  <p:clrMapOvr>
    <a:masterClrMapping/>
  </p:clrMapOvr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Metric overview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" name="Rectangle 26">
            <a:extLst>
              <a:ext uri="{FF2B5EF4-FFF2-40B4-BE49-F238E27FC236}">
                <a16:creationId xmlns:a16="http://schemas.microsoft.com/office/drawing/2014/main" id="{EE4B9930-CD1C-CA44-8C43-D95C6097D120}"/>
              </a:ext>
            </a:extLst>
          </p:cNvPr>
          <p:cNvSpPr/>
          <p:nvPr userDrawn="1"/>
        </p:nvSpPr>
        <p:spPr>
          <a:xfrm>
            <a:off x="4989841" y="5698067"/>
            <a:ext cx="7202159" cy="1159933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08000" tIns="72000" rIns="108000" bIns="72000" rtlCol="0" anchor="t"/>
          <a:lstStyle/>
          <a:p>
            <a:pPr algn="l"/>
            <a:endParaRPr lang="en-US" sz="1600" dirty="0" err="1">
              <a:solidFill>
                <a:schemeClr val="bg1"/>
              </a:solidFill>
            </a:endParaRP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E2A564C0-5D9C-5145-B29A-05DCBD35ED69}"/>
              </a:ext>
            </a:extLst>
          </p:cNvPr>
          <p:cNvSpPr txBox="1"/>
          <p:nvPr userDrawn="1"/>
        </p:nvSpPr>
        <p:spPr>
          <a:xfrm>
            <a:off x="1848464" y="146728"/>
            <a:ext cx="334297" cy="276999"/>
          </a:xfrm>
          <a:prstGeom prst="rect">
            <a:avLst/>
          </a:prstGeom>
        </p:spPr>
        <p:txBody>
          <a:bodyPr wrap="square" anchor="ctr">
            <a:spAutoFit/>
          </a:bodyPr>
          <a:lstStyle>
            <a:defPPr>
              <a:defRPr lang="en-US"/>
            </a:defPPr>
            <a:lvl1pPr>
              <a:defRPr sz="1200" b="1" spc="-10">
                <a:solidFill>
                  <a:srgbClr val="183142">
                    <a:alpha val="25000"/>
                  </a:srgbClr>
                </a:solidFill>
                <a:latin typeface="TheSans B6 SemiBold" charset="0"/>
                <a:ea typeface="TheSans B6 SemiBold" charset="0"/>
                <a:cs typeface="TheSans B6 SemiBold" charset="0"/>
              </a:defRPr>
            </a:lvl1pPr>
            <a:lvl2pPr indent="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b="0" i="0" spc="-50" baseline="0">
                <a:solidFill>
                  <a:srgbClr val="607692"/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defRPr>
            </a:lvl2pPr>
            <a:lvl3pPr indent="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b="0" i="0" spc="-50" baseline="0">
                <a:solidFill>
                  <a:srgbClr val="607692"/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defRPr>
            </a:lvl3pPr>
            <a:lvl4pPr indent="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b="0" i="0" spc="-50" baseline="0">
                <a:solidFill>
                  <a:srgbClr val="607692"/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defRPr>
            </a:lvl4pPr>
            <a:lvl5pPr indent="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b="0" i="0" spc="-50" baseline="0">
                <a:solidFill>
                  <a:srgbClr val="607692"/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defRPr>
            </a:lvl5pPr>
            <a:lvl6pPr marL="2514600" indent="-22860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</a:lvl6pPr>
            <a:lvl7pPr marL="2971800" indent="-22860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</a:lvl7pPr>
            <a:lvl8pPr marL="3429000" indent="-22860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</a:lvl8pPr>
            <a:lvl9pPr marL="3886200" indent="-22860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</a:lvl9pPr>
          </a:lstStyle>
          <a:p>
            <a:pPr lvl="0"/>
            <a:r>
              <a:rPr lang="en-US" dirty="0">
                <a:solidFill>
                  <a:srgbClr val="B2BECD"/>
                </a:solidFill>
                <a:latin typeface="+mn-lt"/>
              </a:rPr>
              <a:t>//</a:t>
            </a:r>
          </a:p>
        </p:txBody>
      </p:sp>
      <p:sp>
        <p:nvSpPr>
          <p:cNvPr id="16" name="Text Placeholder 4">
            <a:extLst>
              <a:ext uri="{FF2B5EF4-FFF2-40B4-BE49-F238E27FC236}">
                <a16:creationId xmlns:a16="http://schemas.microsoft.com/office/drawing/2014/main" id="{5F98EE3B-D03A-DD43-A8E2-3C5AB37DAAE8}"/>
              </a:ext>
            </a:extLst>
          </p:cNvPr>
          <p:cNvSpPr>
            <a:spLocks noGrp="1"/>
          </p:cNvSpPr>
          <p:nvPr>
            <p:ph type="body" sz="quarter" idx="12" hasCustomPrompt="1"/>
          </p:nvPr>
        </p:nvSpPr>
        <p:spPr>
          <a:xfrm>
            <a:off x="2105790" y="169213"/>
            <a:ext cx="9639877" cy="216756"/>
          </a:xfrm>
          <a:prstGeom prst="rect">
            <a:avLst/>
          </a:prstGeom>
        </p:spPr>
        <p:txBody>
          <a:bodyPr wrap="square" lIns="0" tIns="18000" rIns="90000" bIns="0" anchor="t">
            <a:spAutoFit/>
          </a:bodyPr>
          <a:lstStyle>
            <a:lvl1pPr marL="0" indent="0">
              <a:buNone/>
              <a:defRPr lang="en-US" sz="1200" b="1" cap="all" spc="-10" baseline="0" dirty="0">
                <a:solidFill>
                  <a:srgbClr val="B2BECD"/>
                </a:solidFill>
                <a:latin typeface="+mn-lt"/>
                <a:ea typeface="TheSans B6 SemiBold" charset="0"/>
                <a:cs typeface="TheSans B6 SemiBold" charset="0"/>
              </a:defRPr>
            </a:lvl1pPr>
          </a:lstStyle>
          <a:p>
            <a:pPr marL="0" lvl="0"/>
            <a:r>
              <a:rPr lang="en-US" dirty="0"/>
              <a:t>INSERT PRESENTATION SECTION</a:t>
            </a:r>
          </a:p>
        </p:txBody>
      </p:sp>
      <p:sp>
        <p:nvSpPr>
          <p:cNvPr id="17" name="Title 1">
            <a:extLst>
              <a:ext uri="{FF2B5EF4-FFF2-40B4-BE49-F238E27FC236}">
                <a16:creationId xmlns:a16="http://schemas.microsoft.com/office/drawing/2014/main" id="{7A393E49-A939-1E42-9494-C19B9F240D94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1935667" y="391823"/>
            <a:ext cx="9810000" cy="282819"/>
          </a:xfrm>
          <a:prstGeom prst="rect">
            <a:avLst/>
          </a:prstGeom>
        </p:spPr>
        <p:txBody>
          <a:bodyPr wrap="square" lIns="0" tIns="0" rIns="0" bIns="0" anchor="t">
            <a:noAutofit/>
          </a:bodyPr>
          <a:lstStyle>
            <a:lvl1pPr>
              <a:defRPr lang="en-US" sz="2000" b="1" spc="-10" dirty="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1pPr>
          </a:lstStyle>
          <a:p>
            <a:pPr marL="228600" lvl="0" indent="-228600">
              <a:spcBef>
                <a:spcPts val="1000"/>
              </a:spcBef>
              <a:buFont typeface="Arial"/>
            </a:pPr>
            <a:r>
              <a:rPr lang="en-US" dirty="0"/>
              <a:t>Insert key slide message</a:t>
            </a:r>
          </a:p>
        </p:txBody>
      </p:sp>
      <p:sp>
        <p:nvSpPr>
          <p:cNvPr id="2" name="Rectangle 1">
            <a:extLst>
              <a:ext uri="{FF2B5EF4-FFF2-40B4-BE49-F238E27FC236}">
                <a16:creationId xmlns:a16="http://schemas.microsoft.com/office/drawing/2014/main" id="{AC01FCD5-EE6E-3543-8FD5-9B4F7C1A74C1}"/>
              </a:ext>
            </a:extLst>
          </p:cNvPr>
          <p:cNvSpPr/>
          <p:nvPr userDrawn="1"/>
        </p:nvSpPr>
        <p:spPr>
          <a:xfrm>
            <a:off x="0" y="5505561"/>
            <a:ext cx="4253241" cy="786713"/>
          </a:xfrm>
          <a:prstGeom prst="rect">
            <a:avLst/>
          </a:prstGeom>
          <a:solidFill>
            <a:schemeClr val="tx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08000" tIns="72000" rIns="108000" bIns="72000" rtlCol="0" anchor="t"/>
          <a:lstStyle/>
          <a:p>
            <a:pPr algn="l"/>
            <a:endParaRPr lang="en-US" sz="1600" dirty="0" err="1">
              <a:solidFill>
                <a:schemeClr val="bg1"/>
              </a:solidFill>
            </a:endParaRPr>
          </a:p>
        </p:txBody>
      </p:sp>
      <p:sp>
        <p:nvSpPr>
          <p:cNvPr id="41" name="Text Placeholder 11">
            <a:extLst>
              <a:ext uri="{FF2B5EF4-FFF2-40B4-BE49-F238E27FC236}">
                <a16:creationId xmlns:a16="http://schemas.microsoft.com/office/drawing/2014/main" id="{ECB82676-C1C3-D348-AF83-1EF35EDE361A}"/>
              </a:ext>
            </a:extLst>
          </p:cNvPr>
          <p:cNvSpPr>
            <a:spLocks noGrp="1"/>
          </p:cNvSpPr>
          <p:nvPr>
            <p:ph type="body" sz="quarter" idx="20" hasCustomPrompt="1"/>
          </p:nvPr>
        </p:nvSpPr>
        <p:spPr>
          <a:xfrm>
            <a:off x="2983832" y="5908297"/>
            <a:ext cx="984550" cy="199737"/>
          </a:xfrm>
          <a:prstGeom prst="rect">
            <a:avLst/>
          </a:prstGeom>
          <a:noFill/>
        </p:spPr>
        <p:txBody>
          <a:bodyPr lIns="0" tIns="0" rIns="0" bIns="0" anchor="ctr"/>
          <a:lstStyle>
            <a:lvl1pPr marL="0" indent="0" algn="ctr">
              <a:lnSpc>
                <a:spcPct val="70000"/>
              </a:lnSpc>
              <a:spcBef>
                <a:spcPts val="0"/>
              </a:spcBef>
              <a:buNone/>
              <a:defRPr sz="1800" b="0" i="0">
                <a:solidFill>
                  <a:schemeClr val="bg1"/>
                </a:solidFill>
                <a:latin typeface="Calibri" panose="020F0502020204030204" pitchFamily="34" charset="0"/>
              </a:defRPr>
            </a:lvl1pPr>
          </a:lstStyle>
          <a:p>
            <a:pPr lvl="0"/>
            <a:r>
              <a:rPr lang="en-US" dirty="0"/>
              <a:t>IIIII</a:t>
            </a:r>
          </a:p>
        </p:txBody>
      </p:sp>
      <p:sp>
        <p:nvSpPr>
          <p:cNvPr id="46" name="Text Placeholder 11">
            <a:extLst>
              <a:ext uri="{FF2B5EF4-FFF2-40B4-BE49-F238E27FC236}">
                <a16:creationId xmlns:a16="http://schemas.microsoft.com/office/drawing/2014/main" id="{835C75AB-59F9-834C-8767-A3EB61616D94}"/>
              </a:ext>
            </a:extLst>
          </p:cNvPr>
          <p:cNvSpPr>
            <a:spLocks noGrp="1"/>
          </p:cNvSpPr>
          <p:nvPr>
            <p:ph type="body" sz="quarter" idx="23" hasCustomPrompt="1"/>
          </p:nvPr>
        </p:nvSpPr>
        <p:spPr>
          <a:xfrm>
            <a:off x="3234754" y="5695488"/>
            <a:ext cx="482705" cy="198320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>
            <a:lvl1pPr marL="0" indent="0" algn="ctr">
              <a:buNone/>
              <a:defRPr sz="1800" b="1">
                <a:solidFill>
                  <a:schemeClr val="bg1"/>
                </a:solidFill>
              </a:defRPr>
            </a:lvl1pPr>
          </a:lstStyle>
          <a:p>
            <a:pPr lvl="0"/>
            <a:r>
              <a:rPr lang="en-US" dirty="0"/>
              <a:t>#.#</a:t>
            </a:r>
          </a:p>
        </p:txBody>
      </p:sp>
      <p:sp>
        <p:nvSpPr>
          <p:cNvPr id="44" name="Text Placeholder 11">
            <a:extLst>
              <a:ext uri="{FF2B5EF4-FFF2-40B4-BE49-F238E27FC236}">
                <a16:creationId xmlns:a16="http://schemas.microsoft.com/office/drawing/2014/main" id="{430E3A36-E8DA-6C49-9EB1-E22666F652A8}"/>
              </a:ext>
            </a:extLst>
          </p:cNvPr>
          <p:cNvSpPr>
            <a:spLocks noGrp="1"/>
          </p:cNvSpPr>
          <p:nvPr>
            <p:ph type="body" sz="quarter" idx="22" hasCustomPrompt="1"/>
          </p:nvPr>
        </p:nvSpPr>
        <p:spPr>
          <a:xfrm>
            <a:off x="514373" y="5798438"/>
            <a:ext cx="2397600" cy="223200"/>
          </a:xfrm>
          <a:prstGeom prst="rect">
            <a:avLst/>
          </a:prstGeom>
          <a:noFill/>
        </p:spPr>
        <p:txBody>
          <a:bodyPr wrap="square" lIns="0" tIns="0" rIns="90000" bIns="0" anchor="ctr">
            <a:spAutoFit/>
          </a:bodyPr>
          <a:lstStyle>
            <a:lvl1pPr marL="0" indent="0" algn="l">
              <a:lnSpc>
                <a:spcPct val="90000"/>
              </a:lnSpc>
              <a:buNone/>
              <a:defRPr sz="1600" b="1">
                <a:solidFill>
                  <a:schemeClr val="bg1"/>
                </a:solidFill>
              </a:defRPr>
            </a:lvl1pPr>
          </a:lstStyle>
          <a:p>
            <a:pPr lvl="0"/>
            <a:r>
              <a:rPr lang="en-US" dirty="0"/>
              <a:t>metric name</a:t>
            </a:r>
          </a:p>
        </p:txBody>
      </p:sp>
      <p:sp>
        <p:nvSpPr>
          <p:cNvPr id="29" name="Rectangle 28">
            <a:extLst>
              <a:ext uri="{FF2B5EF4-FFF2-40B4-BE49-F238E27FC236}">
                <a16:creationId xmlns:a16="http://schemas.microsoft.com/office/drawing/2014/main" id="{45AD301B-75B6-8D48-80C0-A4199B9A02BF}"/>
              </a:ext>
            </a:extLst>
          </p:cNvPr>
          <p:cNvSpPr/>
          <p:nvPr userDrawn="1"/>
        </p:nvSpPr>
        <p:spPr>
          <a:xfrm>
            <a:off x="2517735" y="859129"/>
            <a:ext cx="1721491" cy="4674369"/>
          </a:xfrm>
          <a:prstGeom prst="rect">
            <a:avLst/>
          </a:prstGeom>
          <a:gradFill>
            <a:gsLst>
              <a:gs pos="10000">
                <a:srgbClr val="AFB9C2">
                  <a:alpha val="1000"/>
                </a:srgbClr>
              </a:gs>
              <a:gs pos="90000">
                <a:srgbClr val="AFB9C2">
                  <a:alpha val="0"/>
                </a:srgbClr>
              </a:gs>
              <a:gs pos="50000">
                <a:srgbClr val="AFB9C2">
                  <a:alpha val="25000"/>
                </a:srgbClr>
              </a:gs>
            </a:gsLst>
            <a:lin ang="54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0" name="Rectangle 29">
            <a:extLst>
              <a:ext uri="{FF2B5EF4-FFF2-40B4-BE49-F238E27FC236}">
                <a16:creationId xmlns:a16="http://schemas.microsoft.com/office/drawing/2014/main" id="{23E1BDCF-5BFE-FE49-A911-63130C874BA0}"/>
              </a:ext>
            </a:extLst>
          </p:cNvPr>
          <p:cNvSpPr/>
          <p:nvPr userDrawn="1"/>
        </p:nvSpPr>
        <p:spPr>
          <a:xfrm>
            <a:off x="2515428" y="860920"/>
            <a:ext cx="1715709" cy="4644640"/>
          </a:xfrm>
          <a:prstGeom prst="rect">
            <a:avLst/>
          </a:prstGeom>
          <a:gradFill>
            <a:gsLst>
              <a:gs pos="0">
                <a:schemeClr val="bg2"/>
              </a:gs>
              <a:gs pos="100000">
                <a:schemeClr val="bg2">
                  <a:alpha val="0"/>
                </a:schemeClr>
              </a:gs>
            </a:gsLst>
            <a:lin ang="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32" name="Straight Connector 31">
            <a:extLst>
              <a:ext uri="{FF2B5EF4-FFF2-40B4-BE49-F238E27FC236}">
                <a16:creationId xmlns:a16="http://schemas.microsoft.com/office/drawing/2014/main" id="{A7677BE5-1E8F-1041-94D8-7FE480E767C2}"/>
              </a:ext>
            </a:extLst>
          </p:cNvPr>
          <p:cNvCxnSpPr>
            <a:cxnSpLocks/>
          </p:cNvCxnSpPr>
          <p:nvPr userDrawn="1"/>
        </p:nvCxnSpPr>
        <p:spPr>
          <a:xfrm>
            <a:off x="4246367" y="1366988"/>
            <a:ext cx="0" cy="4025055"/>
          </a:xfrm>
          <a:prstGeom prst="line">
            <a:avLst/>
          </a:prstGeom>
          <a:ln w="19050">
            <a:solidFill>
              <a:srgbClr val="AFB9C2"/>
            </a:solidFill>
            <a:prstDash val="sysDot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1" name="Text Placeholder 11">
            <a:extLst>
              <a:ext uri="{FF2B5EF4-FFF2-40B4-BE49-F238E27FC236}">
                <a16:creationId xmlns:a16="http://schemas.microsoft.com/office/drawing/2014/main" id="{FAF313A3-FEEC-CE41-9CC2-83C432778B2B}"/>
              </a:ext>
            </a:extLst>
          </p:cNvPr>
          <p:cNvSpPr>
            <a:spLocks noGrp="1"/>
          </p:cNvSpPr>
          <p:nvPr>
            <p:ph type="body" sz="quarter" idx="24" hasCustomPrompt="1"/>
          </p:nvPr>
        </p:nvSpPr>
        <p:spPr>
          <a:xfrm>
            <a:off x="3727221" y="5734485"/>
            <a:ext cx="466644" cy="159324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>
            <a:lvl1pPr marL="0" indent="0" algn="l">
              <a:buNone/>
              <a:defRPr sz="1200" b="0">
                <a:solidFill>
                  <a:srgbClr val="B2BECD"/>
                </a:solidFill>
              </a:defRPr>
            </a:lvl1pPr>
          </a:lstStyle>
          <a:p>
            <a:pPr lvl="0"/>
            <a:r>
              <a:rPr lang="en-US" dirty="0"/>
              <a:t>+-#.##</a:t>
            </a:r>
          </a:p>
        </p:txBody>
      </p:sp>
      <p:sp>
        <p:nvSpPr>
          <p:cNvPr id="22" name="Rectangle 21">
            <a:extLst>
              <a:ext uri="{FF2B5EF4-FFF2-40B4-BE49-F238E27FC236}">
                <a16:creationId xmlns:a16="http://schemas.microsoft.com/office/drawing/2014/main" id="{BFD34E09-B672-CF47-8451-5270CB616A87}"/>
              </a:ext>
            </a:extLst>
          </p:cNvPr>
          <p:cNvSpPr/>
          <p:nvPr userDrawn="1"/>
        </p:nvSpPr>
        <p:spPr>
          <a:xfrm>
            <a:off x="4255741" y="5505560"/>
            <a:ext cx="7936259" cy="503364"/>
          </a:xfrm>
          <a:prstGeom prst="rect">
            <a:avLst/>
          </a:prstGeom>
          <a:gradFill>
            <a:gsLst>
              <a:gs pos="100000">
                <a:schemeClr val="bg1">
                  <a:alpha val="0"/>
                </a:schemeClr>
              </a:gs>
              <a:gs pos="0">
                <a:schemeClr val="bg1"/>
              </a:gs>
            </a:gsLst>
            <a:lin ang="54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08000" tIns="72000" rIns="108000" bIns="72000" rtlCol="0" anchor="t"/>
          <a:lstStyle/>
          <a:p>
            <a:pPr algn="l"/>
            <a:endParaRPr lang="en-US" sz="1600" dirty="0" err="1">
              <a:solidFill>
                <a:schemeClr val="bg1"/>
              </a:solidFill>
            </a:endParaRPr>
          </a:p>
        </p:txBody>
      </p:sp>
      <p:sp>
        <p:nvSpPr>
          <p:cNvPr id="23" name="Rectangle 22">
            <a:extLst>
              <a:ext uri="{FF2B5EF4-FFF2-40B4-BE49-F238E27FC236}">
                <a16:creationId xmlns:a16="http://schemas.microsoft.com/office/drawing/2014/main" id="{089B80F2-D674-0E4C-842B-7A30702B1C06}"/>
              </a:ext>
            </a:extLst>
          </p:cNvPr>
          <p:cNvSpPr/>
          <p:nvPr userDrawn="1"/>
        </p:nvSpPr>
        <p:spPr>
          <a:xfrm>
            <a:off x="9343381" y="5238893"/>
            <a:ext cx="2848620" cy="1306286"/>
          </a:xfrm>
          <a:prstGeom prst="rect">
            <a:avLst/>
          </a:prstGeom>
          <a:gradFill>
            <a:gsLst>
              <a:gs pos="100000">
                <a:schemeClr val="bg2"/>
              </a:gs>
              <a:gs pos="0">
                <a:schemeClr val="bg2">
                  <a:alpha val="0"/>
                </a:schemeClr>
              </a:gs>
            </a:gsLst>
            <a:lin ang="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08000" tIns="72000" rIns="108000" bIns="72000" rtlCol="0" anchor="t"/>
          <a:lstStyle/>
          <a:p>
            <a:pPr algn="l"/>
            <a:endParaRPr lang="en-US" sz="1600" dirty="0" err="1">
              <a:solidFill>
                <a:schemeClr val="bg1"/>
              </a:solidFill>
            </a:endParaRPr>
          </a:p>
        </p:txBody>
      </p:sp>
      <p:sp>
        <p:nvSpPr>
          <p:cNvPr id="28" name="Content Placeholder 2">
            <a:extLst>
              <a:ext uri="{FF2B5EF4-FFF2-40B4-BE49-F238E27FC236}">
                <a16:creationId xmlns:a16="http://schemas.microsoft.com/office/drawing/2014/main" id="{D3F50C4B-7039-1045-AB59-6FDD08E2573A}"/>
              </a:ext>
            </a:extLst>
          </p:cNvPr>
          <p:cNvSpPr>
            <a:spLocks noGrp="1"/>
          </p:cNvSpPr>
          <p:nvPr>
            <p:ph sz="quarter" idx="18" hasCustomPrompt="1"/>
          </p:nvPr>
        </p:nvSpPr>
        <p:spPr>
          <a:xfrm>
            <a:off x="514372" y="1366988"/>
            <a:ext cx="3354895" cy="3954086"/>
          </a:xfrm>
        </p:spPr>
        <p:txBody>
          <a:bodyPr>
            <a:noAutofit/>
          </a:bodyPr>
          <a:lstStyle>
            <a:lvl1pPr marL="268288" indent="-268288">
              <a:tabLst/>
              <a:defRPr/>
            </a:lvl1pPr>
          </a:lstStyle>
          <a:p>
            <a:pPr lvl="0"/>
            <a:r>
              <a:rPr lang="en-US" dirty="0"/>
              <a:t>Insert content text (headers in bold)</a:t>
            </a:r>
          </a:p>
        </p:txBody>
      </p:sp>
      <p:sp>
        <p:nvSpPr>
          <p:cNvPr id="25" name="Slide Number Placeholder 5">
            <a:extLst>
              <a:ext uri="{FF2B5EF4-FFF2-40B4-BE49-F238E27FC236}">
                <a16:creationId xmlns:a16="http://schemas.microsoft.com/office/drawing/2014/main" id="{C4B0E93E-75EE-6A4B-8272-3D8D30E3A847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495599" y="6550219"/>
            <a:ext cx="250068" cy="236406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0" tIns="36000" rtlCol="0" anchor="ctr"/>
          <a:lstStyle>
            <a:lvl1pPr algn="r">
              <a:defRPr lang="en-US" sz="1000" b="1" spc="10" smtClean="0">
                <a:solidFill>
                  <a:srgbClr val="B2BECD"/>
                </a:solidFill>
              </a:defRPr>
            </a:lvl1pPr>
          </a:lstStyle>
          <a:p>
            <a:fld id="{E242BD21-9B61-2246-BCB1-4BE5E1BEBE1C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63864346"/>
      </p:ext>
    </p:extLst>
  </p:cSld>
  <p:clrMapOvr>
    <a:masterClrMapping/>
  </p:clrMapOvr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Metric overview - Qualitativ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" name="Rectangle 26">
            <a:extLst>
              <a:ext uri="{FF2B5EF4-FFF2-40B4-BE49-F238E27FC236}">
                <a16:creationId xmlns:a16="http://schemas.microsoft.com/office/drawing/2014/main" id="{EE4B9930-CD1C-CA44-8C43-D95C6097D120}"/>
              </a:ext>
            </a:extLst>
          </p:cNvPr>
          <p:cNvSpPr/>
          <p:nvPr userDrawn="1"/>
        </p:nvSpPr>
        <p:spPr>
          <a:xfrm>
            <a:off x="4989841" y="5698067"/>
            <a:ext cx="7202159" cy="1159933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08000" tIns="72000" rIns="108000" bIns="72000" rtlCol="0" anchor="t"/>
          <a:lstStyle/>
          <a:p>
            <a:pPr algn="l"/>
            <a:endParaRPr lang="en-US" sz="1600" dirty="0" err="1">
              <a:solidFill>
                <a:schemeClr val="bg1"/>
              </a:solidFill>
            </a:endParaRP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E2A564C0-5D9C-5145-B29A-05DCBD35ED69}"/>
              </a:ext>
            </a:extLst>
          </p:cNvPr>
          <p:cNvSpPr txBox="1"/>
          <p:nvPr userDrawn="1"/>
        </p:nvSpPr>
        <p:spPr>
          <a:xfrm>
            <a:off x="1848464" y="146728"/>
            <a:ext cx="334297" cy="276999"/>
          </a:xfrm>
          <a:prstGeom prst="rect">
            <a:avLst/>
          </a:prstGeom>
        </p:spPr>
        <p:txBody>
          <a:bodyPr wrap="square" anchor="ctr">
            <a:spAutoFit/>
          </a:bodyPr>
          <a:lstStyle>
            <a:defPPr>
              <a:defRPr lang="en-US"/>
            </a:defPPr>
            <a:lvl1pPr>
              <a:defRPr sz="1200" b="1" spc="-10">
                <a:solidFill>
                  <a:srgbClr val="183142">
                    <a:alpha val="25000"/>
                  </a:srgbClr>
                </a:solidFill>
                <a:latin typeface="TheSans B6 SemiBold" charset="0"/>
                <a:ea typeface="TheSans B6 SemiBold" charset="0"/>
                <a:cs typeface="TheSans B6 SemiBold" charset="0"/>
              </a:defRPr>
            </a:lvl1pPr>
            <a:lvl2pPr indent="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b="0" i="0" spc="-50" baseline="0">
                <a:solidFill>
                  <a:srgbClr val="607692"/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defRPr>
            </a:lvl2pPr>
            <a:lvl3pPr indent="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b="0" i="0" spc="-50" baseline="0">
                <a:solidFill>
                  <a:srgbClr val="607692"/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defRPr>
            </a:lvl3pPr>
            <a:lvl4pPr indent="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b="0" i="0" spc="-50" baseline="0">
                <a:solidFill>
                  <a:srgbClr val="607692"/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defRPr>
            </a:lvl4pPr>
            <a:lvl5pPr indent="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b="0" i="0" spc="-50" baseline="0">
                <a:solidFill>
                  <a:srgbClr val="607692"/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defRPr>
            </a:lvl5pPr>
            <a:lvl6pPr marL="2514600" indent="-22860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</a:lvl6pPr>
            <a:lvl7pPr marL="2971800" indent="-22860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</a:lvl7pPr>
            <a:lvl8pPr marL="3429000" indent="-22860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</a:lvl8pPr>
            <a:lvl9pPr marL="3886200" indent="-22860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</a:lvl9pPr>
          </a:lstStyle>
          <a:p>
            <a:pPr lvl="0"/>
            <a:r>
              <a:rPr lang="en-US" dirty="0">
                <a:solidFill>
                  <a:srgbClr val="B2BECD"/>
                </a:solidFill>
                <a:latin typeface="+mn-lt"/>
              </a:rPr>
              <a:t>//</a:t>
            </a:r>
          </a:p>
        </p:txBody>
      </p:sp>
      <p:sp>
        <p:nvSpPr>
          <p:cNvPr id="16" name="Text Placeholder 4">
            <a:extLst>
              <a:ext uri="{FF2B5EF4-FFF2-40B4-BE49-F238E27FC236}">
                <a16:creationId xmlns:a16="http://schemas.microsoft.com/office/drawing/2014/main" id="{5F98EE3B-D03A-DD43-A8E2-3C5AB37DAAE8}"/>
              </a:ext>
            </a:extLst>
          </p:cNvPr>
          <p:cNvSpPr>
            <a:spLocks noGrp="1"/>
          </p:cNvSpPr>
          <p:nvPr>
            <p:ph type="body" sz="quarter" idx="12" hasCustomPrompt="1"/>
          </p:nvPr>
        </p:nvSpPr>
        <p:spPr>
          <a:xfrm>
            <a:off x="2105790" y="169213"/>
            <a:ext cx="9639877" cy="216756"/>
          </a:xfrm>
          <a:prstGeom prst="rect">
            <a:avLst/>
          </a:prstGeom>
        </p:spPr>
        <p:txBody>
          <a:bodyPr wrap="square" lIns="0" tIns="18000" rIns="90000" bIns="0" anchor="t">
            <a:spAutoFit/>
          </a:bodyPr>
          <a:lstStyle>
            <a:lvl1pPr marL="0" indent="0">
              <a:buNone/>
              <a:defRPr lang="en-US" sz="1200" b="1" cap="all" spc="-10" baseline="0" dirty="0">
                <a:solidFill>
                  <a:srgbClr val="B2BECD"/>
                </a:solidFill>
                <a:latin typeface="+mn-lt"/>
                <a:ea typeface="TheSans B6 SemiBold" charset="0"/>
                <a:cs typeface="TheSans B6 SemiBold" charset="0"/>
              </a:defRPr>
            </a:lvl1pPr>
          </a:lstStyle>
          <a:p>
            <a:pPr marL="0" lvl="0"/>
            <a:r>
              <a:rPr lang="en-US" dirty="0"/>
              <a:t>INSERT PRESENTATION SECTION</a:t>
            </a:r>
          </a:p>
        </p:txBody>
      </p:sp>
      <p:sp>
        <p:nvSpPr>
          <p:cNvPr id="17" name="Title 1">
            <a:extLst>
              <a:ext uri="{FF2B5EF4-FFF2-40B4-BE49-F238E27FC236}">
                <a16:creationId xmlns:a16="http://schemas.microsoft.com/office/drawing/2014/main" id="{7A393E49-A939-1E42-9494-C19B9F240D94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1935667" y="391823"/>
            <a:ext cx="9810000" cy="282819"/>
          </a:xfrm>
          <a:prstGeom prst="rect">
            <a:avLst/>
          </a:prstGeom>
        </p:spPr>
        <p:txBody>
          <a:bodyPr wrap="square" lIns="0" tIns="0" rIns="0" bIns="0" anchor="t">
            <a:noAutofit/>
          </a:bodyPr>
          <a:lstStyle>
            <a:lvl1pPr>
              <a:defRPr lang="en-US" sz="2000" b="1" spc="-10" dirty="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1pPr>
          </a:lstStyle>
          <a:p>
            <a:pPr marL="228600" lvl="0" indent="-228600">
              <a:spcBef>
                <a:spcPts val="1000"/>
              </a:spcBef>
              <a:buFont typeface="Arial"/>
            </a:pPr>
            <a:r>
              <a:rPr lang="en-US" dirty="0"/>
              <a:t>Insert key slide message</a:t>
            </a:r>
          </a:p>
        </p:txBody>
      </p:sp>
      <p:sp>
        <p:nvSpPr>
          <p:cNvPr id="2" name="Rectangle 1">
            <a:extLst>
              <a:ext uri="{FF2B5EF4-FFF2-40B4-BE49-F238E27FC236}">
                <a16:creationId xmlns:a16="http://schemas.microsoft.com/office/drawing/2014/main" id="{AC01FCD5-EE6E-3543-8FD5-9B4F7C1A74C1}"/>
              </a:ext>
            </a:extLst>
          </p:cNvPr>
          <p:cNvSpPr/>
          <p:nvPr userDrawn="1"/>
        </p:nvSpPr>
        <p:spPr>
          <a:xfrm>
            <a:off x="0" y="5505561"/>
            <a:ext cx="4253241" cy="786713"/>
          </a:xfrm>
          <a:prstGeom prst="rect">
            <a:avLst/>
          </a:prstGeom>
          <a:solidFill>
            <a:schemeClr val="tx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08000" tIns="72000" rIns="108000" bIns="72000" rtlCol="0" anchor="t"/>
          <a:lstStyle/>
          <a:p>
            <a:pPr algn="l"/>
            <a:endParaRPr lang="en-US" sz="1600" dirty="0" err="1">
              <a:solidFill>
                <a:schemeClr val="bg1"/>
              </a:solidFill>
            </a:endParaRPr>
          </a:p>
        </p:txBody>
      </p:sp>
      <p:sp>
        <p:nvSpPr>
          <p:cNvPr id="41" name="Text Placeholder 11">
            <a:extLst>
              <a:ext uri="{FF2B5EF4-FFF2-40B4-BE49-F238E27FC236}">
                <a16:creationId xmlns:a16="http://schemas.microsoft.com/office/drawing/2014/main" id="{ECB82676-C1C3-D348-AF83-1EF35EDE361A}"/>
              </a:ext>
            </a:extLst>
          </p:cNvPr>
          <p:cNvSpPr>
            <a:spLocks noGrp="1"/>
          </p:cNvSpPr>
          <p:nvPr>
            <p:ph type="body" sz="quarter" idx="20" hasCustomPrompt="1"/>
          </p:nvPr>
        </p:nvSpPr>
        <p:spPr>
          <a:xfrm>
            <a:off x="2983832" y="5908297"/>
            <a:ext cx="984550" cy="199737"/>
          </a:xfrm>
          <a:prstGeom prst="rect">
            <a:avLst/>
          </a:prstGeom>
          <a:noFill/>
        </p:spPr>
        <p:txBody>
          <a:bodyPr lIns="0" tIns="0" rIns="0" bIns="0" anchor="ctr"/>
          <a:lstStyle>
            <a:lvl1pPr marL="0" indent="0" algn="ctr">
              <a:lnSpc>
                <a:spcPct val="70000"/>
              </a:lnSpc>
              <a:spcBef>
                <a:spcPts val="0"/>
              </a:spcBef>
              <a:buNone/>
              <a:defRPr sz="1800" b="0" i="0">
                <a:solidFill>
                  <a:schemeClr val="bg1"/>
                </a:solidFill>
                <a:latin typeface="Calibri" panose="020F0502020204030204" pitchFamily="34" charset="0"/>
              </a:defRPr>
            </a:lvl1pPr>
          </a:lstStyle>
          <a:p>
            <a:pPr lvl="0"/>
            <a:r>
              <a:rPr lang="en-US" dirty="0"/>
              <a:t>IIIII</a:t>
            </a:r>
          </a:p>
        </p:txBody>
      </p:sp>
      <p:sp>
        <p:nvSpPr>
          <p:cNvPr id="46" name="Text Placeholder 11">
            <a:extLst>
              <a:ext uri="{FF2B5EF4-FFF2-40B4-BE49-F238E27FC236}">
                <a16:creationId xmlns:a16="http://schemas.microsoft.com/office/drawing/2014/main" id="{835C75AB-59F9-834C-8767-A3EB61616D94}"/>
              </a:ext>
            </a:extLst>
          </p:cNvPr>
          <p:cNvSpPr>
            <a:spLocks noGrp="1"/>
          </p:cNvSpPr>
          <p:nvPr>
            <p:ph type="body" sz="quarter" idx="23" hasCustomPrompt="1"/>
          </p:nvPr>
        </p:nvSpPr>
        <p:spPr>
          <a:xfrm>
            <a:off x="3234754" y="5695488"/>
            <a:ext cx="482705" cy="198320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>
            <a:lvl1pPr marL="0" indent="0" algn="ctr">
              <a:buNone/>
              <a:defRPr sz="1800" b="1">
                <a:solidFill>
                  <a:schemeClr val="bg1"/>
                </a:solidFill>
              </a:defRPr>
            </a:lvl1pPr>
          </a:lstStyle>
          <a:p>
            <a:pPr lvl="0"/>
            <a:r>
              <a:rPr lang="en-US" dirty="0"/>
              <a:t>#.#</a:t>
            </a:r>
          </a:p>
        </p:txBody>
      </p:sp>
      <p:sp>
        <p:nvSpPr>
          <p:cNvPr id="44" name="Text Placeholder 11">
            <a:extLst>
              <a:ext uri="{FF2B5EF4-FFF2-40B4-BE49-F238E27FC236}">
                <a16:creationId xmlns:a16="http://schemas.microsoft.com/office/drawing/2014/main" id="{430E3A36-E8DA-6C49-9EB1-E22666F652A8}"/>
              </a:ext>
            </a:extLst>
          </p:cNvPr>
          <p:cNvSpPr>
            <a:spLocks noGrp="1"/>
          </p:cNvSpPr>
          <p:nvPr>
            <p:ph type="body" sz="quarter" idx="22" hasCustomPrompt="1"/>
          </p:nvPr>
        </p:nvSpPr>
        <p:spPr>
          <a:xfrm>
            <a:off x="514373" y="5799858"/>
            <a:ext cx="2397600" cy="223200"/>
          </a:xfrm>
          <a:prstGeom prst="rect">
            <a:avLst/>
          </a:prstGeom>
          <a:noFill/>
        </p:spPr>
        <p:txBody>
          <a:bodyPr vert="horz" wrap="square" lIns="0" tIns="0" rIns="90000" bIns="0" rtlCol="0" anchor="ctr">
            <a:spAutoFit/>
          </a:bodyPr>
          <a:lstStyle>
            <a:lvl1pPr marL="0" indent="0">
              <a:lnSpc>
                <a:spcPct val="90000"/>
              </a:lnSpc>
              <a:buNone/>
              <a:defRPr lang="en-US" b="1" dirty="0">
                <a:solidFill>
                  <a:schemeClr val="bg1"/>
                </a:solidFill>
              </a:defRPr>
            </a:lvl1pPr>
          </a:lstStyle>
          <a:p>
            <a:pPr marL="285750" lvl="0" indent="-285750"/>
            <a:r>
              <a:rPr lang="en-US" dirty="0"/>
              <a:t>metric name</a:t>
            </a:r>
          </a:p>
        </p:txBody>
      </p:sp>
      <p:cxnSp>
        <p:nvCxnSpPr>
          <p:cNvPr id="32" name="Straight Connector 31">
            <a:extLst>
              <a:ext uri="{FF2B5EF4-FFF2-40B4-BE49-F238E27FC236}">
                <a16:creationId xmlns:a16="http://schemas.microsoft.com/office/drawing/2014/main" id="{A7677BE5-1E8F-1041-94D8-7FE480E767C2}"/>
              </a:ext>
            </a:extLst>
          </p:cNvPr>
          <p:cNvCxnSpPr>
            <a:cxnSpLocks/>
          </p:cNvCxnSpPr>
          <p:nvPr userDrawn="1"/>
        </p:nvCxnSpPr>
        <p:spPr>
          <a:xfrm>
            <a:off x="522333" y="1488831"/>
            <a:ext cx="0" cy="3903212"/>
          </a:xfrm>
          <a:prstGeom prst="line">
            <a:avLst/>
          </a:prstGeom>
          <a:ln w="19050">
            <a:solidFill>
              <a:srgbClr val="AFB9C2"/>
            </a:solidFill>
            <a:prstDash val="sysDot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1" name="Text Placeholder 11">
            <a:extLst>
              <a:ext uri="{FF2B5EF4-FFF2-40B4-BE49-F238E27FC236}">
                <a16:creationId xmlns:a16="http://schemas.microsoft.com/office/drawing/2014/main" id="{FAF313A3-FEEC-CE41-9CC2-83C432778B2B}"/>
              </a:ext>
            </a:extLst>
          </p:cNvPr>
          <p:cNvSpPr>
            <a:spLocks noGrp="1"/>
          </p:cNvSpPr>
          <p:nvPr>
            <p:ph type="body" sz="quarter" idx="24" hasCustomPrompt="1"/>
          </p:nvPr>
        </p:nvSpPr>
        <p:spPr>
          <a:xfrm>
            <a:off x="3727221" y="5734485"/>
            <a:ext cx="466644" cy="159324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>
            <a:lvl1pPr marL="0" indent="0" algn="l">
              <a:buNone/>
              <a:defRPr sz="1200" b="0">
                <a:solidFill>
                  <a:srgbClr val="B2BECD"/>
                </a:solidFill>
              </a:defRPr>
            </a:lvl1pPr>
          </a:lstStyle>
          <a:p>
            <a:pPr lvl="0"/>
            <a:r>
              <a:rPr lang="en-US" dirty="0"/>
              <a:t>+-#.##</a:t>
            </a:r>
          </a:p>
        </p:txBody>
      </p:sp>
      <p:sp>
        <p:nvSpPr>
          <p:cNvPr id="22" name="Rectangle 21">
            <a:extLst>
              <a:ext uri="{FF2B5EF4-FFF2-40B4-BE49-F238E27FC236}">
                <a16:creationId xmlns:a16="http://schemas.microsoft.com/office/drawing/2014/main" id="{BFD34E09-B672-CF47-8451-5270CB616A87}"/>
              </a:ext>
            </a:extLst>
          </p:cNvPr>
          <p:cNvSpPr/>
          <p:nvPr userDrawn="1"/>
        </p:nvSpPr>
        <p:spPr>
          <a:xfrm>
            <a:off x="4255741" y="5505560"/>
            <a:ext cx="7936259" cy="503364"/>
          </a:xfrm>
          <a:prstGeom prst="rect">
            <a:avLst/>
          </a:prstGeom>
          <a:gradFill>
            <a:gsLst>
              <a:gs pos="100000">
                <a:schemeClr val="bg1">
                  <a:alpha val="0"/>
                </a:schemeClr>
              </a:gs>
              <a:gs pos="0">
                <a:schemeClr val="bg1"/>
              </a:gs>
            </a:gsLst>
            <a:lin ang="54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08000" tIns="72000" rIns="108000" bIns="72000" rtlCol="0" anchor="t"/>
          <a:lstStyle/>
          <a:p>
            <a:pPr algn="l"/>
            <a:endParaRPr lang="en-US" sz="1600" dirty="0" err="1">
              <a:solidFill>
                <a:schemeClr val="bg1"/>
              </a:solidFill>
            </a:endParaRPr>
          </a:p>
        </p:txBody>
      </p:sp>
      <p:sp>
        <p:nvSpPr>
          <p:cNvPr id="23" name="Rectangle 22">
            <a:extLst>
              <a:ext uri="{FF2B5EF4-FFF2-40B4-BE49-F238E27FC236}">
                <a16:creationId xmlns:a16="http://schemas.microsoft.com/office/drawing/2014/main" id="{089B80F2-D674-0E4C-842B-7A30702B1C06}"/>
              </a:ext>
            </a:extLst>
          </p:cNvPr>
          <p:cNvSpPr/>
          <p:nvPr userDrawn="1"/>
        </p:nvSpPr>
        <p:spPr>
          <a:xfrm>
            <a:off x="9343381" y="5238893"/>
            <a:ext cx="2848620" cy="1306286"/>
          </a:xfrm>
          <a:prstGeom prst="rect">
            <a:avLst/>
          </a:prstGeom>
          <a:gradFill>
            <a:gsLst>
              <a:gs pos="100000">
                <a:schemeClr val="bg2"/>
              </a:gs>
              <a:gs pos="0">
                <a:schemeClr val="bg2">
                  <a:alpha val="0"/>
                </a:schemeClr>
              </a:gs>
            </a:gsLst>
            <a:lin ang="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08000" tIns="72000" rIns="108000" bIns="72000" rtlCol="0" anchor="t"/>
          <a:lstStyle/>
          <a:p>
            <a:pPr algn="l"/>
            <a:endParaRPr lang="en-US" sz="1600" dirty="0" err="1">
              <a:solidFill>
                <a:schemeClr val="bg1"/>
              </a:solidFill>
            </a:endParaRPr>
          </a:p>
        </p:txBody>
      </p:sp>
      <p:sp>
        <p:nvSpPr>
          <p:cNvPr id="28" name="Content Placeholder 2">
            <a:extLst>
              <a:ext uri="{FF2B5EF4-FFF2-40B4-BE49-F238E27FC236}">
                <a16:creationId xmlns:a16="http://schemas.microsoft.com/office/drawing/2014/main" id="{D3F50C4B-7039-1045-AB59-6FDD08E2573A}"/>
              </a:ext>
            </a:extLst>
          </p:cNvPr>
          <p:cNvSpPr>
            <a:spLocks noGrp="1"/>
          </p:cNvSpPr>
          <p:nvPr>
            <p:ph sz="quarter" idx="18" hasCustomPrompt="1"/>
          </p:nvPr>
        </p:nvSpPr>
        <p:spPr>
          <a:xfrm>
            <a:off x="514372" y="1366988"/>
            <a:ext cx="11231295" cy="3954086"/>
          </a:xfrm>
        </p:spPr>
        <p:txBody>
          <a:bodyPr lIns="180000">
            <a:noAutofit/>
          </a:bodyPr>
          <a:lstStyle>
            <a:lvl1pPr marL="268288" indent="-268288">
              <a:tabLst/>
              <a:defRPr/>
            </a:lvl1pPr>
          </a:lstStyle>
          <a:p>
            <a:pPr lvl="0"/>
            <a:r>
              <a:rPr lang="en-US" dirty="0"/>
              <a:t>Insert content text (headers in bold)</a:t>
            </a:r>
          </a:p>
        </p:txBody>
      </p:sp>
      <p:sp>
        <p:nvSpPr>
          <p:cNvPr id="25" name="Slide Number Placeholder 5">
            <a:extLst>
              <a:ext uri="{FF2B5EF4-FFF2-40B4-BE49-F238E27FC236}">
                <a16:creationId xmlns:a16="http://schemas.microsoft.com/office/drawing/2014/main" id="{7F9FF7DA-17F8-2241-8F5E-D615FB44FF62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495599" y="6550219"/>
            <a:ext cx="250068" cy="236406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0" tIns="36000" rtlCol="0" anchor="ctr"/>
          <a:lstStyle>
            <a:lvl1pPr algn="r">
              <a:defRPr lang="en-US" sz="1000" b="1" spc="10" smtClean="0">
                <a:solidFill>
                  <a:srgbClr val="B2BECD"/>
                </a:solidFill>
              </a:defRPr>
            </a:lvl1pPr>
          </a:lstStyle>
          <a:p>
            <a:fld id="{E242BD21-9B61-2246-BCB1-4BE5E1BEBE1C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137528634"/>
      </p:ext>
    </p:extLst>
  </p:cSld>
  <p:clrMapOvr>
    <a:masterClrMapping/>
  </p:clrMapOvr>
</p:sldLayout>
</file>

<file path=ppt/slideLayouts/slideLayout1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ontact page general"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0" name="Picture 29">
            <a:extLst>
              <a:ext uri="{FF2B5EF4-FFF2-40B4-BE49-F238E27FC236}">
                <a16:creationId xmlns:a16="http://schemas.microsoft.com/office/drawing/2014/main" id="{7F570A5C-1465-F949-AFD7-E381D9043BB3}"/>
              </a:ext>
            </a:extLst>
          </p:cNvPr>
          <p:cNvPicPr>
            <a:picLocks noChangeAspect="1"/>
          </p:cNvPicPr>
          <p:nvPr userDrawn="1"/>
        </p:nvPicPr>
        <p:blipFill rotWithShape="1">
          <a:blip r:embed="rId2" cstate="hqprint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/>
        </p:blipFill>
        <p:spPr>
          <a:xfrm>
            <a:off x="0" y="-2749"/>
            <a:ext cx="12192000" cy="6868700"/>
          </a:xfrm>
          <a:prstGeom prst="rect">
            <a:avLst/>
          </a:prstGeom>
        </p:spPr>
      </p:pic>
      <p:pic>
        <p:nvPicPr>
          <p:cNvPr id="4" name="Picture 3">
            <a:extLst>
              <a:ext uri="{FF2B5EF4-FFF2-40B4-BE49-F238E27FC236}">
                <a16:creationId xmlns:a16="http://schemas.microsoft.com/office/drawing/2014/main" id="{90565017-894C-E344-A8B5-B1F451E1E1C8}"/>
              </a:ext>
            </a:extLst>
          </p:cNvPr>
          <p:cNvPicPr>
            <a:picLocks noChangeAspect="1"/>
          </p:cNvPicPr>
          <p:nvPr userDrawn="1"/>
        </p:nvPicPr>
        <p:blipFill>
          <a:blip r:embed="rId3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10" name="Rectangle 9">
            <a:extLst>
              <a:ext uri="{FF2B5EF4-FFF2-40B4-BE49-F238E27FC236}">
                <a16:creationId xmlns:a16="http://schemas.microsoft.com/office/drawing/2014/main" id="{98EB6C95-789F-6849-B896-687225A3A848}"/>
              </a:ext>
            </a:extLst>
          </p:cNvPr>
          <p:cNvSpPr/>
          <p:nvPr userDrawn="1"/>
        </p:nvSpPr>
        <p:spPr>
          <a:xfrm>
            <a:off x="1526399" y="1"/>
            <a:ext cx="10665601" cy="853200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0" name="Title 1">
            <a:extLst>
              <a:ext uri="{FF2B5EF4-FFF2-40B4-BE49-F238E27FC236}">
                <a16:creationId xmlns:a16="http://schemas.microsoft.com/office/drawing/2014/main" id="{0585523F-AA2C-D94A-8558-94C468B99C36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1935667" y="277200"/>
            <a:ext cx="9810000" cy="282819"/>
          </a:xfrm>
          <a:prstGeom prst="rect">
            <a:avLst/>
          </a:prstGeom>
        </p:spPr>
        <p:txBody>
          <a:bodyPr wrap="square" lIns="0" tIns="0" rIns="0" bIns="0" anchor="t">
            <a:noAutofit/>
          </a:bodyPr>
          <a:lstStyle>
            <a:lvl1pPr>
              <a:defRPr lang="en-US" sz="2000" b="1" spc="-10" dirty="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1pPr>
          </a:lstStyle>
          <a:p>
            <a:pPr marL="228600" lvl="0" indent="-228600">
              <a:spcBef>
                <a:spcPts val="1000"/>
              </a:spcBef>
              <a:buFont typeface="Arial"/>
            </a:pPr>
            <a:r>
              <a:rPr lang="en-US" dirty="0"/>
              <a:t>Insert slide title</a:t>
            </a:r>
          </a:p>
        </p:txBody>
      </p:sp>
      <p:sp>
        <p:nvSpPr>
          <p:cNvPr id="35" name="Text Placeholder 2">
            <a:extLst>
              <a:ext uri="{FF2B5EF4-FFF2-40B4-BE49-F238E27FC236}">
                <a16:creationId xmlns:a16="http://schemas.microsoft.com/office/drawing/2014/main" id="{EA732E99-E093-BA43-9D65-ED4C138D063D}"/>
              </a:ext>
            </a:extLst>
          </p:cNvPr>
          <p:cNvSpPr txBox="1">
            <a:spLocks/>
          </p:cNvSpPr>
          <p:nvPr userDrawn="1"/>
        </p:nvSpPr>
        <p:spPr>
          <a:xfrm>
            <a:off x="1869429" y="1504098"/>
            <a:ext cx="2881289" cy="216792"/>
          </a:xfrm>
          <a:prstGeom prst="rect">
            <a:avLst/>
          </a:prstGeom>
        </p:spPr>
        <p:txBody>
          <a:bodyPr wrap="square" tIns="0" bIns="0" anchor="t">
            <a:noAutofit/>
          </a:bodyPr>
          <a:lstStyle>
            <a:defPPr>
              <a:defRPr lang="en-US"/>
            </a:defPPr>
            <a:lvl1pPr marL="228600" lvl="0" indent="-228600">
              <a:lnSpc>
                <a:spcPct val="80000"/>
              </a:lnSpc>
              <a:spcBef>
                <a:spcPts val="1000"/>
              </a:spcBef>
              <a:buFont typeface="Arial"/>
              <a:buNone/>
              <a:defRPr sz="2000" b="0">
                <a:solidFill>
                  <a:srgbClr val="AFB9C2"/>
                </a:solidFill>
                <a:ea typeface="TheSans B6 SemiBold" charset="0"/>
                <a:cs typeface="TheSans B6 SemiBold" charset="0"/>
              </a:defRPr>
            </a:lvl1pPr>
            <a:lvl2pPr marL="685800" indent="-2286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2400"/>
            </a:lvl2pPr>
            <a:lvl3pPr marL="1143000" indent="-2286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2000"/>
            </a:lvl3pPr>
            <a:lvl4pPr marL="1600200" indent="-228600">
              <a:lnSpc>
                <a:spcPct val="90000"/>
              </a:lnSpc>
              <a:spcBef>
                <a:spcPts val="500"/>
              </a:spcBef>
              <a:buFont typeface="Arial"/>
              <a:buChar char="•"/>
            </a:lvl4pPr>
            <a:lvl5pPr marL="2057400" indent="-228600">
              <a:lnSpc>
                <a:spcPct val="90000"/>
              </a:lnSpc>
              <a:spcBef>
                <a:spcPts val="500"/>
              </a:spcBef>
              <a:buFont typeface="Arial"/>
              <a:buChar char="•"/>
            </a:lvl5pPr>
            <a:lvl6pPr marL="2514600" indent="-228600">
              <a:lnSpc>
                <a:spcPct val="90000"/>
              </a:lnSpc>
              <a:spcBef>
                <a:spcPts val="500"/>
              </a:spcBef>
              <a:buFont typeface="Arial"/>
              <a:buChar char="•"/>
            </a:lvl6pPr>
            <a:lvl7pPr marL="2971800" indent="-228600">
              <a:lnSpc>
                <a:spcPct val="90000"/>
              </a:lnSpc>
              <a:spcBef>
                <a:spcPts val="500"/>
              </a:spcBef>
              <a:buFont typeface="Arial"/>
              <a:buChar char="•"/>
            </a:lvl7pPr>
            <a:lvl8pPr marL="3429000" indent="-228600">
              <a:lnSpc>
                <a:spcPct val="90000"/>
              </a:lnSpc>
              <a:spcBef>
                <a:spcPts val="500"/>
              </a:spcBef>
              <a:buFont typeface="Arial"/>
              <a:buChar char="•"/>
            </a:lvl8pPr>
            <a:lvl9pPr marL="3886200" indent="-228600">
              <a:lnSpc>
                <a:spcPct val="90000"/>
              </a:lnSpc>
              <a:spcBef>
                <a:spcPts val="500"/>
              </a:spcBef>
              <a:buFont typeface="Arial"/>
              <a:buChar char="•"/>
            </a:lvl9pPr>
          </a:lstStyle>
          <a:p>
            <a:pPr lvl="0" algn="l"/>
            <a:r>
              <a:rPr lang="en-US" sz="2400" b="1" i="0" dirty="0">
                <a:solidFill>
                  <a:schemeClr val="bg1"/>
                </a:solidFill>
                <a:latin typeface="Calibri" panose="020F0502020204030204" pitchFamily="34" charset="0"/>
                <a:cs typeface="Calibri" panose="020F0502020204030204" pitchFamily="34" charset="0"/>
              </a:rPr>
              <a:t>Presented </a:t>
            </a:r>
            <a:r>
              <a:rPr lang="en-US" sz="2400" b="0" i="0" dirty="0">
                <a:solidFill>
                  <a:schemeClr val="bg1"/>
                </a:solidFill>
                <a:latin typeface="Calibri Light" panose="020F0302020204030204" pitchFamily="34" charset="0"/>
                <a:cs typeface="Calibri Light" panose="020F0302020204030204" pitchFamily="34" charset="0"/>
              </a:rPr>
              <a:t>by</a:t>
            </a:r>
            <a:endParaRPr lang="en-US" sz="2400" b="1" i="0" dirty="0">
              <a:solidFill>
                <a:schemeClr val="bg1"/>
              </a:solidFill>
              <a:latin typeface="Calibri" panose="020F0502020204030204" pitchFamily="34" charset="0"/>
              <a:cs typeface="Calibri" panose="020F0502020204030204" pitchFamily="34" charset="0"/>
            </a:endParaRPr>
          </a:p>
        </p:txBody>
      </p:sp>
      <p:sp>
        <p:nvSpPr>
          <p:cNvPr id="28" name="Rectangle 27">
            <a:extLst>
              <a:ext uri="{FF2B5EF4-FFF2-40B4-BE49-F238E27FC236}">
                <a16:creationId xmlns:a16="http://schemas.microsoft.com/office/drawing/2014/main" id="{7A240597-FB20-6A42-8EA6-4B770828805B}"/>
              </a:ext>
            </a:extLst>
          </p:cNvPr>
          <p:cNvSpPr/>
          <p:nvPr userDrawn="1"/>
        </p:nvSpPr>
        <p:spPr>
          <a:xfrm>
            <a:off x="6096000" y="853201"/>
            <a:ext cx="6095999" cy="6012750"/>
          </a:xfrm>
          <a:prstGeom prst="rect">
            <a:avLst/>
          </a:prstGeom>
          <a:gradFill>
            <a:gsLst>
              <a:gs pos="0">
                <a:srgbClr val="DFC101"/>
              </a:gs>
              <a:gs pos="30000">
                <a:schemeClr val="accent2">
                  <a:alpha val="85000"/>
                </a:schemeClr>
              </a:gs>
              <a:gs pos="100000">
                <a:schemeClr val="accent2">
                  <a:alpha val="0"/>
                </a:schemeClr>
              </a:gs>
            </a:gsLst>
            <a:lin ang="72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08000" tIns="72000" rIns="108000" bIns="72000" rtlCol="0" anchor="ctr"/>
          <a:lstStyle/>
          <a:p>
            <a:pPr algn="ctr"/>
            <a:endParaRPr lang="en-US" sz="1600" dirty="0" err="1">
              <a:solidFill>
                <a:schemeClr val="bg1"/>
              </a:solidFill>
            </a:endParaRPr>
          </a:p>
        </p:txBody>
      </p:sp>
      <p:cxnSp>
        <p:nvCxnSpPr>
          <p:cNvPr id="5" name="Straight Connector 4">
            <a:extLst>
              <a:ext uri="{FF2B5EF4-FFF2-40B4-BE49-F238E27FC236}">
                <a16:creationId xmlns:a16="http://schemas.microsoft.com/office/drawing/2014/main" id="{0F12D71D-5C15-3F47-9ACB-1C4A8CF8A4B8}"/>
              </a:ext>
            </a:extLst>
          </p:cNvPr>
          <p:cNvCxnSpPr/>
          <p:nvPr userDrawn="1"/>
        </p:nvCxnSpPr>
        <p:spPr>
          <a:xfrm>
            <a:off x="6096000" y="853201"/>
            <a:ext cx="0" cy="4067142"/>
          </a:xfrm>
          <a:prstGeom prst="line">
            <a:avLst/>
          </a:prstGeom>
          <a:ln w="15875">
            <a:gradFill>
              <a:gsLst>
                <a:gs pos="19000">
                  <a:schemeClr val="accent2"/>
                </a:gs>
                <a:gs pos="100000">
                  <a:schemeClr val="accent2">
                    <a:alpha val="0"/>
                  </a:schemeClr>
                </a:gs>
              </a:gsLst>
              <a:lin ang="5400000" scaled="1"/>
            </a:gra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8" name="Text Placeholder 7">
            <a:extLst>
              <a:ext uri="{FF2B5EF4-FFF2-40B4-BE49-F238E27FC236}">
                <a16:creationId xmlns:a16="http://schemas.microsoft.com/office/drawing/2014/main" id="{2780D622-8466-B04C-8DFD-B730E797EA3F}"/>
              </a:ext>
            </a:extLst>
          </p:cNvPr>
          <p:cNvSpPr>
            <a:spLocks noGrp="1"/>
          </p:cNvSpPr>
          <p:nvPr>
            <p:ph type="body" sz="quarter" idx="32" hasCustomPrompt="1"/>
          </p:nvPr>
        </p:nvSpPr>
        <p:spPr>
          <a:xfrm>
            <a:off x="1935666" y="2195270"/>
            <a:ext cx="3691927" cy="261936"/>
          </a:xfrm>
        </p:spPr>
        <p:txBody>
          <a:bodyPr wrap="none" tIns="0" bIns="0">
            <a:noAutofit/>
          </a:bodyPr>
          <a:lstStyle>
            <a:lvl1pPr marL="0" indent="0">
              <a:buFont typeface="Arial" panose="020B0604020202020204" pitchFamily="34" charset="0"/>
              <a:buNone/>
              <a:defRPr sz="1800" b="1">
                <a:solidFill>
                  <a:schemeClr val="accent2"/>
                </a:solidFill>
              </a:defRPr>
            </a:lvl1pPr>
            <a:lvl2pPr marL="270000" indent="0">
              <a:buFont typeface="Arial" panose="020B0604020202020204" pitchFamily="34" charset="0"/>
              <a:buNone/>
              <a:defRPr/>
            </a:lvl2pPr>
            <a:lvl3pPr marL="522000" indent="0">
              <a:buFont typeface="Arial" panose="020B0604020202020204" pitchFamily="34" charset="0"/>
              <a:buNone/>
              <a:defRPr/>
            </a:lvl3pPr>
            <a:lvl4pPr marL="774000" indent="0">
              <a:buFont typeface="Arial" panose="020B0604020202020204" pitchFamily="34" charset="0"/>
              <a:buNone/>
              <a:defRPr/>
            </a:lvl4pPr>
            <a:lvl5pPr marL="1026000" indent="0">
              <a:buFont typeface="Arial" panose="020B0604020202020204" pitchFamily="34" charset="0"/>
              <a:buNone/>
              <a:defRPr/>
            </a:lvl5pPr>
          </a:lstStyle>
          <a:p>
            <a:pPr lvl="0"/>
            <a:r>
              <a:rPr lang="en-US" dirty="0"/>
              <a:t>Speaker</a:t>
            </a:r>
          </a:p>
        </p:txBody>
      </p:sp>
      <p:sp>
        <p:nvSpPr>
          <p:cNvPr id="45" name="Text Placeholder 7">
            <a:extLst>
              <a:ext uri="{FF2B5EF4-FFF2-40B4-BE49-F238E27FC236}">
                <a16:creationId xmlns:a16="http://schemas.microsoft.com/office/drawing/2014/main" id="{56FEDB43-2B74-1B40-B33C-A25AAD8DD999}"/>
              </a:ext>
            </a:extLst>
          </p:cNvPr>
          <p:cNvSpPr>
            <a:spLocks noGrp="1"/>
          </p:cNvSpPr>
          <p:nvPr>
            <p:ph type="body" sz="quarter" idx="34" hasCustomPrompt="1"/>
          </p:nvPr>
        </p:nvSpPr>
        <p:spPr>
          <a:xfrm>
            <a:off x="1935666" y="3808800"/>
            <a:ext cx="3691927" cy="261936"/>
          </a:xfrm>
        </p:spPr>
        <p:txBody>
          <a:bodyPr wrap="none" tIns="0" bIns="0">
            <a:noAutofit/>
          </a:bodyPr>
          <a:lstStyle>
            <a:lvl1pPr marL="0" indent="0">
              <a:buFont typeface="Arial" panose="020B0604020202020204" pitchFamily="34" charset="0"/>
              <a:buNone/>
              <a:defRPr sz="1800" b="1">
                <a:solidFill>
                  <a:schemeClr val="accent2"/>
                </a:solidFill>
              </a:defRPr>
            </a:lvl1pPr>
            <a:lvl2pPr marL="270000" indent="0">
              <a:buFont typeface="Arial" panose="020B0604020202020204" pitchFamily="34" charset="0"/>
              <a:buNone/>
              <a:defRPr/>
            </a:lvl2pPr>
            <a:lvl3pPr marL="522000" indent="0">
              <a:buFont typeface="Arial" panose="020B0604020202020204" pitchFamily="34" charset="0"/>
              <a:buNone/>
              <a:defRPr/>
            </a:lvl3pPr>
            <a:lvl4pPr marL="774000" indent="0">
              <a:buFont typeface="Arial" panose="020B0604020202020204" pitchFamily="34" charset="0"/>
              <a:buNone/>
              <a:defRPr/>
            </a:lvl4pPr>
            <a:lvl5pPr marL="1026000" indent="0">
              <a:buFont typeface="Arial" panose="020B0604020202020204" pitchFamily="34" charset="0"/>
              <a:buNone/>
              <a:defRPr/>
            </a:lvl5pPr>
          </a:lstStyle>
          <a:p>
            <a:pPr lvl="0"/>
            <a:r>
              <a:rPr lang="en-US" dirty="0"/>
              <a:t>Speaker</a:t>
            </a:r>
          </a:p>
        </p:txBody>
      </p:sp>
      <p:sp>
        <p:nvSpPr>
          <p:cNvPr id="47" name="Text Placeholder 10">
            <a:extLst>
              <a:ext uri="{FF2B5EF4-FFF2-40B4-BE49-F238E27FC236}">
                <a16:creationId xmlns:a16="http://schemas.microsoft.com/office/drawing/2014/main" id="{18E3A589-B95B-D14B-8B35-827248735BAF}"/>
              </a:ext>
            </a:extLst>
          </p:cNvPr>
          <p:cNvSpPr>
            <a:spLocks noGrp="1"/>
          </p:cNvSpPr>
          <p:nvPr>
            <p:ph type="body" sz="quarter" idx="35" hasCustomPrompt="1"/>
          </p:nvPr>
        </p:nvSpPr>
        <p:spPr>
          <a:xfrm>
            <a:off x="1935666" y="4078800"/>
            <a:ext cx="3691927" cy="201426"/>
          </a:xfrm>
        </p:spPr>
        <p:txBody>
          <a:bodyPr wrap="none" tIns="0" bIns="0">
            <a:noAutofit/>
          </a:bodyPr>
          <a:lstStyle>
            <a:lvl1pPr marL="0" indent="0">
              <a:buFont typeface="Arial" panose="020B0604020202020204" pitchFamily="34" charset="0"/>
              <a:buNone/>
              <a:defRPr sz="1400">
                <a:solidFill>
                  <a:srgbClr val="B3BECD"/>
                </a:solidFill>
              </a:defRPr>
            </a:lvl1pPr>
            <a:lvl2pPr marL="270000" indent="0">
              <a:buFont typeface="Arial" panose="020B0604020202020204" pitchFamily="34" charset="0"/>
              <a:buNone/>
              <a:defRPr sz="1400">
                <a:solidFill>
                  <a:srgbClr val="B3BECD"/>
                </a:solidFill>
              </a:defRPr>
            </a:lvl2pPr>
            <a:lvl3pPr marL="522000" indent="0">
              <a:buFont typeface="Arial" panose="020B0604020202020204" pitchFamily="34" charset="0"/>
              <a:buNone/>
              <a:defRPr sz="1400">
                <a:solidFill>
                  <a:srgbClr val="B3BECD"/>
                </a:solidFill>
              </a:defRPr>
            </a:lvl3pPr>
            <a:lvl4pPr marL="774000" indent="0">
              <a:buFont typeface="Arial" panose="020B0604020202020204" pitchFamily="34" charset="0"/>
              <a:buNone/>
              <a:defRPr sz="1400">
                <a:solidFill>
                  <a:srgbClr val="B3BECD"/>
                </a:solidFill>
              </a:defRPr>
            </a:lvl4pPr>
            <a:lvl5pPr marL="1026000" indent="0">
              <a:buFont typeface="Arial" panose="020B0604020202020204" pitchFamily="34" charset="0"/>
              <a:buNone/>
              <a:defRPr sz="1400">
                <a:solidFill>
                  <a:srgbClr val="B3BECD"/>
                </a:solidFill>
              </a:defRPr>
            </a:lvl5pPr>
          </a:lstStyle>
          <a:p>
            <a:pPr lvl="0"/>
            <a:r>
              <a:rPr lang="en-US" dirty="0"/>
              <a:t>Title</a:t>
            </a:r>
          </a:p>
        </p:txBody>
      </p:sp>
      <p:sp>
        <p:nvSpPr>
          <p:cNvPr id="48" name="Text Placeholder 10">
            <a:extLst>
              <a:ext uri="{FF2B5EF4-FFF2-40B4-BE49-F238E27FC236}">
                <a16:creationId xmlns:a16="http://schemas.microsoft.com/office/drawing/2014/main" id="{8FBC5404-48F5-3F4D-9830-C71054E22120}"/>
              </a:ext>
            </a:extLst>
          </p:cNvPr>
          <p:cNvSpPr>
            <a:spLocks noGrp="1"/>
          </p:cNvSpPr>
          <p:nvPr>
            <p:ph type="body" sz="quarter" idx="36" hasCustomPrompt="1"/>
          </p:nvPr>
        </p:nvSpPr>
        <p:spPr>
          <a:xfrm>
            <a:off x="1935666" y="2663507"/>
            <a:ext cx="3691927" cy="201426"/>
          </a:xfrm>
        </p:spPr>
        <p:txBody>
          <a:bodyPr wrap="none" tIns="0" bIns="0">
            <a:noAutofit/>
          </a:bodyPr>
          <a:lstStyle>
            <a:lvl1pPr marL="0" indent="0">
              <a:buFont typeface="Arial" panose="020B0604020202020204" pitchFamily="34" charset="0"/>
              <a:buNone/>
              <a:defRPr sz="1400">
                <a:solidFill>
                  <a:srgbClr val="B3BECD"/>
                </a:solidFill>
              </a:defRPr>
            </a:lvl1pPr>
            <a:lvl2pPr marL="270000" indent="0">
              <a:buFont typeface="Arial" panose="020B0604020202020204" pitchFamily="34" charset="0"/>
              <a:buNone/>
              <a:defRPr sz="1400">
                <a:solidFill>
                  <a:srgbClr val="B3BECD"/>
                </a:solidFill>
              </a:defRPr>
            </a:lvl2pPr>
            <a:lvl3pPr marL="522000" indent="0">
              <a:buFont typeface="Arial" panose="020B0604020202020204" pitchFamily="34" charset="0"/>
              <a:buNone/>
              <a:defRPr sz="1400">
                <a:solidFill>
                  <a:srgbClr val="B3BECD"/>
                </a:solidFill>
              </a:defRPr>
            </a:lvl3pPr>
            <a:lvl4pPr marL="774000" indent="0">
              <a:buFont typeface="Arial" panose="020B0604020202020204" pitchFamily="34" charset="0"/>
              <a:buNone/>
              <a:defRPr sz="1400">
                <a:solidFill>
                  <a:srgbClr val="B3BECD"/>
                </a:solidFill>
              </a:defRPr>
            </a:lvl4pPr>
            <a:lvl5pPr marL="1026000" indent="0">
              <a:buFont typeface="Arial" panose="020B0604020202020204" pitchFamily="34" charset="0"/>
              <a:buNone/>
              <a:defRPr sz="1400">
                <a:solidFill>
                  <a:srgbClr val="B3BECD"/>
                </a:solidFill>
              </a:defRPr>
            </a:lvl5pPr>
          </a:lstStyle>
          <a:p>
            <a:pPr lvl="0"/>
            <a:r>
              <a:rPr lang="en-US" dirty="0"/>
              <a:t>Email address</a:t>
            </a:r>
          </a:p>
        </p:txBody>
      </p:sp>
      <p:sp>
        <p:nvSpPr>
          <p:cNvPr id="49" name="Text Placeholder 7">
            <a:extLst>
              <a:ext uri="{FF2B5EF4-FFF2-40B4-BE49-F238E27FC236}">
                <a16:creationId xmlns:a16="http://schemas.microsoft.com/office/drawing/2014/main" id="{2B2F3057-76A4-6B43-818A-38CCFBF40B34}"/>
              </a:ext>
            </a:extLst>
          </p:cNvPr>
          <p:cNvSpPr>
            <a:spLocks noGrp="1"/>
          </p:cNvSpPr>
          <p:nvPr>
            <p:ph type="body" sz="quarter" idx="37" hasCustomPrompt="1"/>
          </p:nvPr>
        </p:nvSpPr>
        <p:spPr>
          <a:xfrm>
            <a:off x="1935666" y="3000701"/>
            <a:ext cx="3691927" cy="261936"/>
          </a:xfrm>
        </p:spPr>
        <p:txBody>
          <a:bodyPr wrap="none" tIns="0" bIns="0">
            <a:noAutofit/>
          </a:bodyPr>
          <a:lstStyle>
            <a:lvl1pPr marL="0" indent="0">
              <a:buFont typeface="Arial" panose="020B0604020202020204" pitchFamily="34" charset="0"/>
              <a:buNone/>
              <a:defRPr sz="1800" b="1">
                <a:solidFill>
                  <a:schemeClr val="accent2"/>
                </a:solidFill>
              </a:defRPr>
            </a:lvl1pPr>
            <a:lvl2pPr marL="270000" indent="0">
              <a:buFont typeface="Arial" panose="020B0604020202020204" pitchFamily="34" charset="0"/>
              <a:buNone/>
              <a:defRPr/>
            </a:lvl2pPr>
            <a:lvl3pPr marL="522000" indent="0">
              <a:buFont typeface="Arial" panose="020B0604020202020204" pitchFamily="34" charset="0"/>
              <a:buNone/>
              <a:defRPr/>
            </a:lvl3pPr>
            <a:lvl4pPr marL="774000" indent="0">
              <a:buFont typeface="Arial" panose="020B0604020202020204" pitchFamily="34" charset="0"/>
              <a:buNone/>
              <a:defRPr/>
            </a:lvl4pPr>
            <a:lvl5pPr marL="1026000" indent="0">
              <a:buFont typeface="Arial" panose="020B0604020202020204" pitchFamily="34" charset="0"/>
              <a:buNone/>
              <a:defRPr/>
            </a:lvl5pPr>
          </a:lstStyle>
          <a:p>
            <a:pPr lvl="0"/>
            <a:r>
              <a:rPr lang="en-US" dirty="0"/>
              <a:t>Speaker</a:t>
            </a:r>
          </a:p>
        </p:txBody>
      </p:sp>
      <p:sp>
        <p:nvSpPr>
          <p:cNvPr id="50" name="Text Placeholder 10">
            <a:extLst>
              <a:ext uri="{FF2B5EF4-FFF2-40B4-BE49-F238E27FC236}">
                <a16:creationId xmlns:a16="http://schemas.microsoft.com/office/drawing/2014/main" id="{6F444726-1D68-A94E-B387-A55930D429BD}"/>
              </a:ext>
            </a:extLst>
          </p:cNvPr>
          <p:cNvSpPr>
            <a:spLocks noGrp="1"/>
          </p:cNvSpPr>
          <p:nvPr>
            <p:ph type="body" sz="quarter" idx="38" hasCustomPrompt="1"/>
          </p:nvPr>
        </p:nvSpPr>
        <p:spPr>
          <a:xfrm>
            <a:off x="1935666" y="3468938"/>
            <a:ext cx="3691927" cy="201426"/>
          </a:xfrm>
        </p:spPr>
        <p:txBody>
          <a:bodyPr wrap="none" tIns="0" bIns="0">
            <a:noAutofit/>
          </a:bodyPr>
          <a:lstStyle>
            <a:lvl1pPr marL="0" indent="0">
              <a:buFont typeface="Arial" panose="020B0604020202020204" pitchFamily="34" charset="0"/>
              <a:buNone/>
              <a:defRPr sz="1400">
                <a:solidFill>
                  <a:srgbClr val="B3BECD"/>
                </a:solidFill>
              </a:defRPr>
            </a:lvl1pPr>
            <a:lvl2pPr marL="270000" indent="0">
              <a:buFont typeface="Arial" panose="020B0604020202020204" pitchFamily="34" charset="0"/>
              <a:buNone/>
              <a:defRPr sz="1400">
                <a:solidFill>
                  <a:srgbClr val="B3BECD"/>
                </a:solidFill>
              </a:defRPr>
            </a:lvl2pPr>
            <a:lvl3pPr marL="522000" indent="0">
              <a:buFont typeface="Arial" panose="020B0604020202020204" pitchFamily="34" charset="0"/>
              <a:buNone/>
              <a:defRPr sz="1400">
                <a:solidFill>
                  <a:srgbClr val="B3BECD"/>
                </a:solidFill>
              </a:defRPr>
            </a:lvl3pPr>
            <a:lvl4pPr marL="774000" indent="0">
              <a:buFont typeface="Arial" panose="020B0604020202020204" pitchFamily="34" charset="0"/>
              <a:buNone/>
              <a:defRPr sz="1400">
                <a:solidFill>
                  <a:srgbClr val="B3BECD"/>
                </a:solidFill>
              </a:defRPr>
            </a:lvl4pPr>
            <a:lvl5pPr marL="1026000" indent="0">
              <a:buFont typeface="Arial" panose="020B0604020202020204" pitchFamily="34" charset="0"/>
              <a:buNone/>
              <a:defRPr sz="1400">
                <a:solidFill>
                  <a:srgbClr val="B3BECD"/>
                </a:solidFill>
              </a:defRPr>
            </a:lvl5pPr>
          </a:lstStyle>
          <a:p>
            <a:pPr lvl="0"/>
            <a:r>
              <a:rPr lang="en-US" dirty="0"/>
              <a:t>Email address</a:t>
            </a:r>
          </a:p>
        </p:txBody>
      </p:sp>
      <p:sp>
        <p:nvSpPr>
          <p:cNvPr id="53" name="Text Placeholder 7">
            <a:extLst>
              <a:ext uri="{FF2B5EF4-FFF2-40B4-BE49-F238E27FC236}">
                <a16:creationId xmlns:a16="http://schemas.microsoft.com/office/drawing/2014/main" id="{013CFE9D-2F23-0946-B34E-FF8D67DEBB02}"/>
              </a:ext>
            </a:extLst>
          </p:cNvPr>
          <p:cNvSpPr>
            <a:spLocks noGrp="1"/>
          </p:cNvSpPr>
          <p:nvPr>
            <p:ph type="body" sz="quarter" idx="39" hasCustomPrompt="1"/>
          </p:nvPr>
        </p:nvSpPr>
        <p:spPr>
          <a:xfrm>
            <a:off x="1935666" y="4615200"/>
            <a:ext cx="3691927" cy="261936"/>
          </a:xfrm>
        </p:spPr>
        <p:txBody>
          <a:bodyPr wrap="none" tIns="0" bIns="0">
            <a:noAutofit/>
          </a:bodyPr>
          <a:lstStyle>
            <a:lvl1pPr marL="0" indent="0">
              <a:buFont typeface="Arial" panose="020B0604020202020204" pitchFamily="34" charset="0"/>
              <a:buNone/>
              <a:defRPr sz="1800" b="1">
                <a:solidFill>
                  <a:schemeClr val="accent2"/>
                </a:solidFill>
              </a:defRPr>
            </a:lvl1pPr>
            <a:lvl2pPr marL="270000" indent="0">
              <a:buFont typeface="Arial" panose="020B0604020202020204" pitchFamily="34" charset="0"/>
              <a:buNone/>
              <a:defRPr/>
            </a:lvl2pPr>
            <a:lvl3pPr marL="522000" indent="0">
              <a:buFont typeface="Arial" panose="020B0604020202020204" pitchFamily="34" charset="0"/>
              <a:buNone/>
              <a:defRPr/>
            </a:lvl3pPr>
            <a:lvl4pPr marL="774000" indent="0">
              <a:buFont typeface="Arial" panose="020B0604020202020204" pitchFamily="34" charset="0"/>
              <a:buNone/>
              <a:defRPr/>
            </a:lvl4pPr>
            <a:lvl5pPr marL="1026000" indent="0">
              <a:buFont typeface="Arial" panose="020B0604020202020204" pitchFamily="34" charset="0"/>
              <a:buNone/>
              <a:defRPr/>
            </a:lvl5pPr>
          </a:lstStyle>
          <a:p>
            <a:pPr lvl="0"/>
            <a:r>
              <a:rPr lang="en-US" dirty="0"/>
              <a:t>Speaker</a:t>
            </a:r>
          </a:p>
        </p:txBody>
      </p:sp>
      <p:sp>
        <p:nvSpPr>
          <p:cNvPr id="56" name="Text Placeholder 10">
            <a:extLst>
              <a:ext uri="{FF2B5EF4-FFF2-40B4-BE49-F238E27FC236}">
                <a16:creationId xmlns:a16="http://schemas.microsoft.com/office/drawing/2014/main" id="{CAEE56BA-F636-814A-A890-4BBAAE750F46}"/>
              </a:ext>
            </a:extLst>
          </p:cNvPr>
          <p:cNvSpPr>
            <a:spLocks noGrp="1"/>
          </p:cNvSpPr>
          <p:nvPr>
            <p:ph type="body" sz="quarter" idx="40" hasCustomPrompt="1"/>
          </p:nvPr>
        </p:nvSpPr>
        <p:spPr>
          <a:xfrm>
            <a:off x="1935666" y="4885200"/>
            <a:ext cx="3691927" cy="201426"/>
          </a:xfrm>
        </p:spPr>
        <p:txBody>
          <a:bodyPr wrap="none" tIns="0" bIns="0">
            <a:noAutofit/>
          </a:bodyPr>
          <a:lstStyle>
            <a:lvl1pPr marL="0" indent="0">
              <a:buFont typeface="Arial" panose="020B0604020202020204" pitchFamily="34" charset="0"/>
              <a:buNone/>
              <a:defRPr sz="1400">
                <a:solidFill>
                  <a:srgbClr val="B3BECD"/>
                </a:solidFill>
              </a:defRPr>
            </a:lvl1pPr>
            <a:lvl2pPr marL="270000" indent="0">
              <a:buFont typeface="Arial" panose="020B0604020202020204" pitchFamily="34" charset="0"/>
              <a:buNone/>
              <a:defRPr sz="1400">
                <a:solidFill>
                  <a:srgbClr val="B3BECD"/>
                </a:solidFill>
              </a:defRPr>
            </a:lvl2pPr>
            <a:lvl3pPr marL="522000" indent="0">
              <a:buFont typeface="Arial" panose="020B0604020202020204" pitchFamily="34" charset="0"/>
              <a:buNone/>
              <a:defRPr sz="1400">
                <a:solidFill>
                  <a:srgbClr val="B3BECD"/>
                </a:solidFill>
              </a:defRPr>
            </a:lvl3pPr>
            <a:lvl4pPr marL="774000" indent="0">
              <a:buFont typeface="Arial" panose="020B0604020202020204" pitchFamily="34" charset="0"/>
              <a:buNone/>
              <a:defRPr sz="1400">
                <a:solidFill>
                  <a:srgbClr val="B3BECD"/>
                </a:solidFill>
              </a:defRPr>
            </a:lvl4pPr>
            <a:lvl5pPr marL="1026000" indent="0">
              <a:buFont typeface="Arial" panose="020B0604020202020204" pitchFamily="34" charset="0"/>
              <a:buNone/>
              <a:defRPr sz="1400">
                <a:solidFill>
                  <a:srgbClr val="B3BECD"/>
                </a:solidFill>
              </a:defRPr>
            </a:lvl5pPr>
          </a:lstStyle>
          <a:p>
            <a:pPr lvl="0"/>
            <a:r>
              <a:rPr lang="en-US" dirty="0"/>
              <a:t>Title</a:t>
            </a:r>
          </a:p>
        </p:txBody>
      </p:sp>
      <p:sp>
        <p:nvSpPr>
          <p:cNvPr id="57" name="Text Placeholder 7">
            <a:extLst>
              <a:ext uri="{FF2B5EF4-FFF2-40B4-BE49-F238E27FC236}">
                <a16:creationId xmlns:a16="http://schemas.microsoft.com/office/drawing/2014/main" id="{9813E48C-419C-714D-8526-2AA43F81E71B}"/>
              </a:ext>
            </a:extLst>
          </p:cNvPr>
          <p:cNvSpPr>
            <a:spLocks noGrp="1"/>
          </p:cNvSpPr>
          <p:nvPr>
            <p:ph type="body" sz="quarter" idx="41" hasCustomPrompt="1"/>
          </p:nvPr>
        </p:nvSpPr>
        <p:spPr>
          <a:xfrm>
            <a:off x="1935666" y="5421600"/>
            <a:ext cx="3691927" cy="261936"/>
          </a:xfrm>
        </p:spPr>
        <p:txBody>
          <a:bodyPr wrap="none" tIns="0" bIns="0">
            <a:noAutofit/>
          </a:bodyPr>
          <a:lstStyle>
            <a:lvl1pPr marL="0" indent="0">
              <a:buFont typeface="Arial" panose="020B0604020202020204" pitchFamily="34" charset="0"/>
              <a:buNone/>
              <a:defRPr sz="1800" b="1">
                <a:solidFill>
                  <a:schemeClr val="accent2"/>
                </a:solidFill>
              </a:defRPr>
            </a:lvl1pPr>
            <a:lvl2pPr marL="270000" indent="0">
              <a:buFont typeface="Arial" panose="020B0604020202020204" pitchFamily="34" charset="0"/>
              <a:buNone/>
              <a:defRPr/>
            </a:lvl2pPr>
            <a:lvl3pPr marL="522000" indent="0">
              <a:buFont typeface="Arial" panose="020B0604020202020204" pitchFamily="34" charset="0"/>
              <a:buNone/>
              <a:defRPr/>
            </a:lvl3pPr>
            <a:lvl4pPr marL="774000" indent="0">
              <a:buFont typeface="Arial" panose="020B0604020202020204" pitchFamily="34" charset="0"/>
              <a:buNone/>
              <a:defRPr/>
            </a:lvl4pPr>
            <a:lvl5pPr marL="1026000" indent="0">
              <a:buFont typeface="Arial" panose="020B0604020202020204" pitchFamily="34" charset="0"/>
              <a:buNone/>
              <a:defRPr/>
            </a:lvl5pPr>
          </a:lstStyle>
          <a:p>
            <a:pPr lvl="0"/>
            <a:r>
              <a:rPr lang="en-US" dirty="0"/>
              <a:t>Speaker</a:t>
            </a:r>
          </a:p>
        </p:txBody>
      </p:sp>
      <p:sp>
        <p:nvSpPr>
          <p:cNvPr id="58" name="Text Placeholder 10">
            <a:extLst>
              <a:ext uri="{FF2B5EF4-FFF2-40B4-BE49-F238E27FC236}">
                <a16:creationId xmlns:a16="http://schemas.microsoft.com/office/drawing/2014/main" id="{4D4FD237-047E-9B4E-8E24-7614DA39C6D7}"/>
              </a:ext>
            </a:extLst>
          </p:cNvPr>
          <p:cNvSpPr>
            <a:spLocks noGrp="1"/>
          </p:cNvSpPr>
          <p:nvPr>
            <p:ph type="body" sz="quarter" idx="42" hasCustomPrompt="1"/>
          </p:nvPr>
        </p:nvSpPr>
        <p:spPr>
          <a:xfrm>
            <a:off x="1935666" y="5691600"/>
            <a:ext cx="3691927" cy="201426"/>
          </a:xfrm>
        </p:spPr>
        <p:txBody>
          <a:bodyPr wrap="none" tIns="0" bIns="0">
            <a:noAutofit/>
          </a:bodyPr>
          <a:lstStyle>
            <a:lvl1pPr marL="0" indent="0">
              <a:buFont typeface="Arial" panose="020B0604020202020204" pitchFamily="34" charset="0"/>
              <a:buNone/>
              <a:defRPr sz="1400">
                <a:solidFill>
                  <a:srgbClr val="B3BECD"/>
                </a:solidFill>
              </a:defRPr>
            </a:lvl1pPr>
            <a:lvl2pPr marL="270000" indent="0">
              <a:buFont typeface="Arial" panose="020B0604020202020204" pitchFamily="34" charset="0"/>
              <a:buNone/>
              <a:defRPr sz="1400">
                <a:solidFill>
                  <a:srgbClr val="B3BECD"/>
                </a:solidFill>
              </a:defRPr>
            </a:lvl2pPr>
            <a:lvl3pPr marL="522000" indent="0">
              <a:buFont typeface="Arial" panose="020B0604020202020204" pitchFamily="34" charset="0"/>
              <a:buNone/>
              <a:defRPr sz="1400">
                <a:solidFill>
                  <a:srgbClr val="B3BECD"/>
                </a:solidFill>
              </a:defRPr>
            </a:lvl3pPr>
            <a:lvl4pPr marL="774000" indent="0">
              <a:buFont typeface="Arial" panose="020B0604020202020204" pitchFamily="34" charset="0"/>
              <a:buNone/>
              <a:defRPr sz="1400">
                <a:solidFill>
                  <a:srgbClr val="B3BECD"/>
                </a:solidFill>
              </a:defRPr>
            </a:lvl4pPr>
            <a:lvl5pPr marL="1026000" indent="0">
              <a:buFont typeface="Arial" panose="020B0604020202020204" pitchFamily="34" charset="0"/>
              <a:buNone/>
              <a:defRPr sz="1400">
                <a:solidFill>
                  <a:srgbClr val="B3BECD"/>
                </a:solidFill>
              </a:defRPr>
            </a:lvl5pPr>
          </a:lstStyle>
          <a:p>
            <a:pPr lvl="0"/>
            <a:r>
              <a:rPr lang="en-US" dirty="0"/>
              <a:t>Title</a:t>
            </a:r>
          </a:p>
        </p:txBody>
      </p:sp>
      <p:sp>
        <p:nvSpPr>
          <p:cNvPr id="6" name="Text Placeholder 5">
            <a:extLst>
              <a:ext uri="{FF2B5EF4-FFF2-40B4-BE49-F238E27FC236}">
                <a16:creationId xmlns:a16="http://schemas.microsoft.com/office/drawing/2014/main" id="{95D1CEA7-9339-3848-B2B0-9A6116B9924B}"/>
              </a:ext>
            </a:extLst>
          </p:cNvPr>
          <p:cNvSpPr>
            <a:spLocks noGrp="1"/>
          </p:cNvSpPr>
          <p:nvPr>
            <p:ph type="body" sz="quarter" idx="43" hasCustomPrompt="1"/>
          </p:nvPr>
        </p:nvSpPr>
        <p:spPr>
          <a:xfrm>
            <a:off x="1935665" y="2464345"/>
            <a:ext cx="3691928" cy="201426"/>
          </a:xfrm>
        </p:spPr>
        <p:txBody>
          <a:bodyPr vert="horz" wrap="none" lIns="0" tIns="0" rIns="0" bIns="0" rtlCol="0">
            <a:noAutofit/>
          </a:bodyPr>
          <a:lstStyle>
            <a:lvl1pPr marL="0" indent="0">
              <a:buNone/>
              <a:defRPr lang="en-US" sz="1400" dirty="0">
                <a:solidFill>
                  <a:srgbClr val="B3BECD"/>
                </a:solidFill>
              </a:defRPr>
            </a:lvl1pPr>
          </a:lstStyle>
          <a:p>
            <a:pPr marL="285750" lvl="0" indent="-285750"/>
            <a:r>
              <a:rPr lang="en-US" dirty="0"/>
              <a:t>Title</a:t>
            </a:r>
          </a:p>
        </p:txBody>
      </p:sp>
      <p:sp>
        <p:nvSpPr>
          <p:cNvPr id="39" name="Text Placeholder 5">
            <a:extLst>
              <a:ext uri="{FF2B5EF4-FFF2-40B4-BE49-F238E27FC236}">
                <a16:creationId xmlns:a16="http://schemas.microsoft.com/office/drawing/2014/main" id="{6C3551FB-2F8C-B345-A30C-01137E5F3115}"/>
              </a:ext>
            </a:extLst>
          </p:cNvPr>
          <p:cNvSpPr>
            <a:spLocks noGrp="1"/>
          </p:cNvSpPr>
          <p:nvPr>
            <p:ph type="body" sz="quarter" idx="44" hasCustomPrompt="1"/>
          </p:nvPr>
        </p:nvSpPr>
        <p:spPr>
          <a:xfrm>
            <a:off x="1935665" y="3265605"/>
            <a:ext cx="3691928" cy="201426"/>
          </a:xfrm>
        </p:spPr>
        <p:txBody>
          <a:bodyPr vert="horz" wrap="none" lIns="0" tIns="0" rIns="0" bIns="0" rtlCol="0">
            <a:noAutofit/>
          </a:bodyPr>
          <a:lstStyle>
            <a:lvl1pPr marL="0" indent="0">
              <a:buNone/>
              <a:defRPr lang="en-US" sz="1400" dirty="0">
                <a:solidFill>
                  <a:srgbClr val="B3BECD"/>
                </a:solidFill>
              </a:defRPr>
            </a:lvl1pPr>
          </a:lstStyle>
          <a:p>
            <a:pPr marL="285750" lvl="0" indent="-285750"/>
            <a:r>
              <a:rPr lang="en-US" dirty="0"/>
              <a:t>Title</a:t>
            </a:r>
          </a:p>
        </p:txBody>
      </p:sp>
      <p:sp>
        <p:nvSpPr>
          <p:cNvPr id="40" name="Text Placeholder 10">
            <a:extLst>
              <a:ext uri="{FF2B5EF4-FFF2-40B4-BE49-F238E27FC236}">
                <a16:creationId xmlns:a16="http://schemas.microsoft.com/office/drawing/2014/main" id="{AAEDB36D-8075-864A-96B7-0874A127938B}"/>
              </a:ext>
            </a:extLst>
          </p:cNvPr>
          <p:cNvSpPr>
            <a:spLocks noGrp="1"/>
          </p:cNvSpPr>
          <p:nvPr>
            <p:ph type="body" sz="quarter" idx="45" hasCustomPrompt="1"/>
          </p:nvPr>
        </p:nvSpPr>
        <p:spPr>
          <a:xfrm>
            <a:off x="1935666" y="4276800"/>
            <a:ext cx="3691927" cy="201426"/>
          </a:xfrm>
        </p:spPr>
        <p:txBody>
          <a:bodyPr wrap="none" tIns="0" bIns="0">
            <a:noAutofit/>
          </a:bodyPr>
          <a:lstStyle>
            <a:lvl1pPr marL="0" indent="0">
              <a:buFont typeface="Arial" panose="020B0604020202020204" pitchFamily="34" charset="0"/>
              <a:buNone/>
              <a:defRPr sz="1400">
                <a:solidFill>
                  <a:srgbClr val="B3BECD"/>
                </a:solidFill>
              </a:defRPr>
            </a:lvl1pPr>
            <a:lvl2pPr marL="270000" indent="0">
              <a:buFont typeface="Arial" panose="020B0604020202020204" pitchFamily="34" charset="0"/>
              <a:buNone/>
              <a:defRPr sz="1400">
                <a:solidFill>
                  <a:srgbClr val="B3BECD"/>
                </a:solidFill>
              </a:defRPr>
            </a:lvl2pPr>
            <a:lvl3pPr marL="522000" indent="0">
              <a:buFont typeface="Arial" panose="020B0604020202020204" pitchFamily="34" charset="0"/>
              <a:buNone/>
              <a:defRPr sz="1400">
                <a:solidFill>
                  <a:srgbClr val="B3BECD"/>
                </a:solidFill>
              </a:defRPr>
            </a:lvl3pPr>
            <a:lvl4pPr marL="774000" indent="0">
              <a:buFont typeface="Arial" panose="020B0604020202020204" pitchFamily="34" charset="0"/>
              <a:buNone/>
              <a:defRPr sz="1400">
                <a:solidFill>
                  <a:srgbClr val="B3BECD"/>
                </a:solidFill>
              </a:defRPr>
            </a:lvl4pPr>
            <a:lvl5pPr marL="1026000" indent="0">
              <a:buFont typeface="Arial" panose="020B0604020202020204" pitchFamily="34" charset="0"/>
              <a:buNone/>
              <a:defRPr sz="1400">
                <a:solidFill>
                  <a:srgbClr val="B3BECD"/>
                </a:solidFill>
              </a:defRPr>
            </a:lvl5pPr>
          </a:lstStyle>
          <a:p>
            <a:pPr lvl="0"/>
            <a:r>
              <a:rPr lang="en-US" dirty="0"/>
              <a:t>Email address</a:t>
            </a:r>
          </a:p>
        </p:txBody>
      </p:sp>
      <p:sp>
        <p:nvSpPr>
          <p:cNvPr id="41" name="Text Placeholder 10">
            <a:extLst>
              <a:ext uri="{FF2B5EF4-FFF2-40B4-BE49-F238E27FC236}">
                <a16:creationId xmlns:a16="http://schemas.microsoft.com/office/drawing/2014/main" id="{EB7E0FE4-1626-7944-B91A-5691F585869E}"/>
              </a:ext>
            </a:extLst>
          </p:cNvPr>
          <p:cNvSpPr>
            <a:spLocks noGrp="1"/>
          </p:cNvSpPr>
          <p:nvPr>
            <p:ph type="body" sz="quarter" idx="46" hasCustomPrompt="1"/>
          </p:nvPr>
        </p:nvSpPr>
        <p:spPr>
          <a:xfrm>
            <a:off x="1935666" y="5083200"/>
            <a:ext cx="3691927" cy="201426"/>
          </a:xfrm>
        </p:spPr>
        <p:txBody>
          <a:bodyPr wrap="none" tIns="0" bIns="0">
            <a:noAutofit/>
          </a:bodyPr>
          <a:lstStyle>
            <a:lvl1pPr marL="0" indent="0">
              <a:buFont typeface="Arial" panose="020B0604020202020204" pitchFamily="34" charset="0"/>
              <a:buNone/>
              <a:defRPr sz="1400">
                <a:solidFill>
                  <a:srgbClr val="B3BECD"/>
                </a:solidFill>
              </a:defRPr>
            </a:lvl1pPr>
            <a:lvl2pPr marL="270000" indent="0">
              <a:buFont typeface="Arial" panose="020B0604020202020204" pitchFamily="34" charset="0"/>
              <a:buNone/>
              <a:defRPr sz="1400">
                <a:solidFill>
                  <a:srgbClr val="B3BECD"/>
                </a:solidFill>
              </a:defRPr>
            </a:lvl2pPr>
            <a:lvl3pPr marL="522000" indent="0">
              <a:buFont typeface="Arial" panose="020B0604020202020204" pitchFamily="34" charset="0"/>
              <a:buNone/>
              <a:defRPr sz="1400">
                <a:solidFill>
                  <a:srgbClr val="B3BECD"/>
                </a:solidFill>
              </a:defRPr>
            </a:lvl3pPr>
            <a:lvl4pPr marL="774000" indent="0">
              <a:buFont typeface="Arial" panose="020B0604020202020204" pitchFamily="34" charset="0"/>
              <a:buNone/>
              <a:defRPr sz="1400">
                <a:solidFill>
                  <a:srgbClr val="B3BECD"/>
                </a:solidFill>
              </a:defRPr>
            </a:lvl4pPr>
            <a:lvl5pPr marL="1026000" indent="0">
              <a:buFont typeface="Arial" panose="020B0604020202020204" pitchFamily="34" charset="0"/>
              <a:buNone/>
              <a:defRPr sz="1400">
                <a:solidFill>
                  <a:srgbClr val="B3BECD"/>
                </a:solidFill>
              </a:defRPr>
            </a:lvl5pPr>
          </a:lstStyle>
          <a:p>
            <a:pPr lvl="0"/>
            <a:r>
              <a:rPr lang="en-US" dirty="0"/>
              <a:t>Email address</a:t>
            </a:r>
          </a:p>
        </p:txBody>
      </p:sp>
      <p:sp>
        <p:nvSpPr>
          <p:cNvPr id="42" name="Text Placeholder 10">
            <a:extLst>
              <a:ext uri="{FF2B5EF4-FFF2-40B4-BE49-F238E27FC236}">
                <a16:creationId xmlns:a16="http://schemas.microsoft.com/office/drawing/2014/main" id="{14A15AB8-FF15-5A48-948F-7B9B55B0F0DE}"/>
              </a:ext>
            </a:extLst>
          </p:cNvPr>
          <p:cNvSpPr>
            <a:spLocks noGrp="1"/>
          </p:cNvSpPr>
          <p:nvPr>
            <p:ph type="body" sz="quarter" idx="47" hasCustomPrompt="1"/>
          </p:nvPr>
        </p:nvSpPr>
        <p:spPr>
          <a:xfrm>
            <a:off x="1935666" y="5889600"/>
            <a:ext cx="3691927" cy="201426"/>
          </a:xfrm>
        </p:spPr>
        <p:txBody>
          <a:bodyPr wrap="none" tIns="0" bIns="0">
            <a:noAutofit/>
          </a:bodyPr>
          <a:lstStyle>
            <a:lvl1pPr marL="0" indent="0">
              <a:buFont typeface="Arial" panose="020B0604020202020204" pitchFamily="34" charset="0"/>
              <a:buNone/>
              <a:defRPr sz="1400">
                <a:solidFill>
                  <a:srgbClr val="B3BECD"/>
                </a:solidFill>
              </a:defRPr>
            </a:lvl1pPr>
            <a:lvl2pPr marL="270000" indent="0">
              <a:buFont typeface="Arial" panose="020B0604020202020204" pitchFamily="34" charset="0"/>
              <a:buNone/>
              <a:defRPr sz="1400">
                <a:solidFill>
                  <a:srgbClr val="B3BECD"/>
                </a:solidFill>
              </a:defRPr>
            </a:lvl2pPr>
            <a:lvl3pPr marL="522000" indent="0">
              <a:buFont typeface="Arial" panose="020B0604020202020204" pitchFamily="34" charset="0"/>
              <a:buNone/>
              <a:defRPr sz="1400">
                <a:solidFill>
                  <a:srgbClr val="B3BECD"/>
                </a:solidFill>
              </a:defRPr>
            </a:lvl3pPr>
            <a:lvl4pPr marL="774000" indent="0">
              <a:buFont typeface="Arial" panose="020B0604020202020204" pitchFamily="34" charset="0"/>
              <a:buNone/>
              <a:defRPr sz="1400">
                <a:solidFill>
                  <a:srgbClr val="B3BECD"/>
                </a:solidFill>
              </a:defRPr>
            </a:lvl4pPr>
            <a:lvl5pPr marL="1026000" indent="0">
              <a:buFont typeface="Arial" panose="020B0604020202020204" pitchFamily="34" charset="0"/>
              <a:buNone/>
              <a:defRPr sz="1400">
                <a:solidFill>
                  <a:srgbClr val="B3BECD"/>
                </a:solidFill>
              </a:defRPr>
            </a:lvl5pPr>
          </a:lstStyle>
          <a:p>
            <a:pPr lvl="0"/>
            <a:r>
              <a:rPr lang="en-US" dirty="0"/>
              <a:t>Email address</a:t>
            </a:r>
          </a:p>
        </p:txBody>
      </p:sp>
      <p:sp>
        <p:nvSpPr>
          <p:cNvPr id="43" name="Slide Number Placeholder 5">
            <a:extLst>
              <a:ext uri="{FF2B5EF4-FFF2-40B4-BE49-F238E27FC236}">
                <a16:creationId xmlns:a16="http://schemas.microsoft.com/office/drawing/2014/main" id="{B688E3D0-C02A-B94C-A130-548294B8EE4E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495599" y="6550219"/>
            <a:ext cx="250068" cy="236406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0" tIns="36000" rtlCol="0" anchor="ctr"/>
          <a:lstStyle>
            <a:lvl1pPr algn="r">
              <a:defRPr lang="en-US" sz="1000" b="1" spc="10" smtClean="0">
                <a:solidFill>
                  <a:schemeClr val="bg1"/>
                </a:solidFill>
              </a:defRPr>
            </a:lvl1pPr>
          </a:lstStyle>
          <a:p>
            <a:fld id="{E242BD21-9B61-2246-BCB1-4BE5E1BEBE1C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021480665"/>
      </p:ext>
    </p:extLst>
  </p:cSld>
  <p:clrMapOvr>
    <a:masterClrMapping/>
  </p:clrMapOvr>
</p:sldLayout>
</file>

<file path=ppt/slideLayouts/slideLayout1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Back cover Default"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Picture 3">
            <a:extLst>
              <a:ext uri="{FF2B5EF4-FFF2-40B4-BE49-F238E27FC236}">
                <a16:creationId xmlns:a16="http://schemas.microsoft.com/office/drawing/2014/main" id="{A9B226EB-715A-5F46-819A-D97E866136EF}"/>
              </a:ext>
            </a:extLst>
          </p:cNvPr>
          <p:cNvPicPr>
            <a:picLocks noChangeAspect="1"/>
          </p:cNvPicPr>
          <p:nvPr userDrawn="1"/>
        </p:nvPicPr>
        <p:blipFill rotWithShape="1">
          <a:blip r:embed="rId2" cstate="hqprint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/>
        </p:blipFill>
        <p:spPr>
          <a:xfrm>
            <a:off x="-1" y="0"/>
            <a:ext cx="12192001" cy="6868901"/>
          </a:xfrm>
          <a:prstGeom prst="rect">
            <a:avLst/>
          </a:prstGeom>
        </p:spPr>
      </p:pic>
      <p:pic>
        <p:nvPicPr>
          <p:cNvPr id="3" name="Picture 2">
            <a:extLst>
              <a:ext uri="{FF2B5EF4-FFF2-40B4-BE49-F238E27FC236}">
                <a16:creationId xmlns:a16="http://schemas.microsoft.com/office/drawing/2014/main" id="{6F796445-AFA9-D44D-80A5-7B00312D6B1E}"/>
              </a:ext>
            </a:extLst>
          </p:cNvPr>
          <p:cNvPicPr>
            <a:picLocks noChangeAspect="1"/>
          </p:cNvPicPr>
          <p:nvPr userDrawn="1"/>
        </p:nvPicPr>
        <p:blipFill>
          <a:blip r:embed="rId3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26623922"/>
      </p:ext>
    </p:extLst>
  </p:cSld>
  <p:clrMapOvr>
    <a:masterClrMapping/>
  </p:clrMapOvr>
</p:sldLayout>
</file>

<file path=ppt/slideLayouts/slideLayout19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OSH system result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Rectangle 7">
            <a:extLst>
              <a:ext uri="{FF2B5EF4-FFF2-40B4-BE49-F238E27FC236}">
                <a16:creationId xmlns:a16="http://schemas.microsoft.com/office/drawing/2014/main" id="{B299649B-5451-C04E-B29F-B9106BA428C6}"/>
              </a:ext>
            </a:extLst>
          </p:cNvPr>
          <p:cNvSpPr/>
          <p:nvPr userDrawn="1"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chemeClr val="tx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98EB6C95-789F-6849-B896-687225A3A848}"/>
              </a:ext>
            </a:extLst>
          </p:cNvPr>
          <p:cNvSpPr/>
          <p:nvPr userDrawn="1"/>
        </p:nvSpPr>
        <p:spPr>
          <a:xfrm>
            <a:off x="1526399" y="1"/>
            <a:ext cx="10665601" cy="853200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5" name="Slide Number Placeholder 5">
            <a:extLst>
              <a:ext uri="{FF2B5EF4-FFF2-40B4-BE49-F238E27FC236}">
                <a16:creationId xmlns:a16="http://schemas.microsoft.com/office/drawing/2014/main" id="{598AB3A5-9E9A-0F4F-B44F-E7B1D1AFFB8E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495599" y="6550219"/>
            <a:ext cx="250068" cy="236406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0" tIns="36000" rtlCol="0" anchor="ctr"/>
          <a:lstStyle>
            <a:lvl1pPr algn="r">
              <a:defRPr lang="en-US" sz="1000" b="1" spc="10" smtClean="0">
                <a:solidFill>
                  <a:srgbClr val="B2BECD"/>
                </a:solidFill>
              </a:defRPr>
            </a:lvl1pPr>
          </a:lstStyle>
          <a:p>
            <a:fld id="{E242BD21-9B61-2246-BCB1-4BE5E1BEBE1C}" type="slidenum">
              <a:rPr lang="en-US" smtClean="0"/>
              <a:pPr/>
              <a:t>‹#›</a:t>
            </a:fld>
            <a:endParaRPr lang="en-US"/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9AD62445-A202-3741-926B-06A74F654895}"/>
              </a:ext>
            </a:extLst>
          </p:cNvPr>
          <p:cNvSpPr txBox="1"/>
          <p:nvPr userDrawn="1"/>
        </p:nvSpPr>
        <p:spPr>
          <a:xfrm>
            <a:off x="1848464" y="146728"/>
            <a:ext cx="334297" cy="276999"/>
          </a:xfrm>
          <a:prstGeom prst="rect">
            <a:avLst/>
          </a:prstGeom>
        </p:spPr>
        <p:txBody>
          <a:bodyPr wrap="square" anchor="ctr">
            <a:spAutoFit/>
          </a:bodyPr>
          <a:lstStyle>
            <a:defPPr>
              <a:defRPr lang="en-US"/>
            </a:defPPr>
            <a:lvl1pPr>
              <a:defRPr sz="1200" b="1" spc="-10">
                <a:solidFill>
                  <a:srgbClr val="183142">
                    <a:alpha val="25000"/>
                  </a:srgbClr>
                </a:solidFill>
                <a:latin typeface="TheSans B6 SemiBold" charset="0"/>
                <a:ea typeface="TheSans B6 SemiBold" charset="0"/>
                <a:cs typeface="TheSans B6 SemiBold" charset="0"/>
              </a:defRPr>
            </a:lvl1pPr>
            <a:lvl2pPr indent="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b="0" i="0" spc="-50" baseline="0">
                <a:solidFill>
                  <a:srgbClr val="607692"/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defRPr>
            </a:lvl2pPr>
            <a:lvl3pPr indent="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b="0" i="0" spc="-50" baseline="0">
                <a:solidFill>
                  <a:srgbClr val="607692"/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defRPr>
            </a:lvl3pPr>
            <a:lvl4pPr indent="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b="0" i="0" spc="-50" baseline="0">
                <a:solidFill>
                  <a:srgbClr val="607692"/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defRPr>
            </a:lvl4pPr>
            <a:lvl5pPr indent="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b="0" i="0" spc="-50" baseline="0">
                <a:solidFill>
                  <a:srgbClr val="607692"/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defRPr>
            </a:lvl5pPr>
            <a:lvl6pPr marL="2514600" indent="-22860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</a:lvl6pPr>
            <a:lvl7pPr marL="2971800" indent="-22860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</a:lvl7pPr>
            <a:lvl8pPr marL="3429000" indent="-22860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</a:lvl8pPr>
            <a:lvl9pPr marL="3886200" indent="-22860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</a:lvl9pPr>
          </a:lstStyle>
          <a:p>
            <a:pPr lvl="0"/>
            <a:r>
              <a:rPr lang="en-US" dirty="0">
                <a:solidFill>
                  <a:srgbClr val="B2BECD"/>
                </a:solidFill>
                <a:latin typeface="+mn-lt"/>
              </a:rPr>
              <a:t>//</a:t>
            </a:r>
          </a:p>
        </p:txBody>
      </p:sp>
      <p:sp>
        <p:nvSpPr>
          <p:cNvPr id="18" name="Text Placeholder 4">
            <a:extLst>
              <a:ext uri="{FF2B5EF4-FFF2-40B4-BE49-F238E27FC236}">
                <a16:creationId xmlns:a16="http://schemas.microsoft.com/office/drawing/2014/main" id="{A7985789-259F-8A45-8AFC-1116A7FBC4C0}"/>
              </a:ext>
            </a:extLst>
          </p:cNvPr>
          <p:cNvSpPr>
            <a:spLocks noGrp="1"/>
          </p:cNvSpPr>
          <p:nvPr>
            <p:ph type="body" sz="quarter" idx="12" hasCustomPrompt="1"/>
          </p:nvPr>
        </p:nvSpPr>
        <p:spPr>
          <a:xfrm>
            <a:off x="2105790" y="169213"/>
            <a:ext cx="9639877" cy="216756"/>
          </a:xfrm>
          <a:prstGeom prst="rect">
            <a:avLst/>
          </a:prstGeom>
        </p:spPr>
        <p:txBody>
          <a:bodyPr wrap="square" lIns="0" tIns="18000" rIns="90000" bIns="0" anchor="t">
            <a:spAutoFit/>
          </a:bodyPr>
          <a:lstStyle>
            <a:lvl1pPr marL="0" indent="0">
              <a:buNone/>
              <a:defRPr lang="en-US" sz="1200" b="1" cap="all" spc="-10" baseline="0" dirty="0">
                <a:solidFill>
                  <a:srgbClr val="B2BECD"/>
                </a:solidFill>
                <a:latin typeface="+mn-lt"/>
                <a:ea typeface="TheSans B6 SemiBold" charset="0"/>
                <a:cs typeface="TheSans B6 SemiBold" charset="0"/>
              </a:defRPr>
            </a:lvl1pPr>
          </a:lstStyle>
          <a:p>
            <a:pPr marL="0" lvl="0"/>
            <a:r>
              <a:rPr lang="en-US" dirty="0"/>
              <a:t>INSERT PRESENTATION SECTION</a:t>
            </a:r>
          </a:p>
        </p:txBody>
      </p:sp>
      <p:sp>
        <p:nvSpPr>
          <p:cNvPr id="20" name="Title 1">
            <a:extLst>
              <a:ext uri="{FF2B5EF4-FFF2-40B4-BE49-F238E27FC236}">
                <a16:creationId xmlns:a16="http://schemas.microsoft.com/office/drawing/2014/main" id="{0585523F-AA2C-D94A-8558-94C468B99C36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1935667" y="391823"/>
            <a:ext cx="9810000" cy="282819"/>
          </a:xfrm>
          <a:prstGeom prst="rect">
            <a:avLst/>
          </a:prstGeom>
        </p:spPr>
        <p:txBody>
          <a:bodyPr wrap="square" lIns="0" tIns="0" rIns="0" bIns="0" anchor="t">
            <a:noAutofit/>
          </a:bodyPr>
          <a:lstStyle>
            <a:lvl1pPr>
              <a:defRPr lang="en-US" sz="2000" b="1" spc="-10" dirty="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1pPr>
          </a:lstStyle>
          <a:p>
            <a:pPr marL="228600" lvl="0" indent="-228600">
              <a:spcBef>
                <a:spcPts val="1000"/>
              </a:spcBef>
              <a:buFont typeface="Arial"/>
            </a:pPr>
            <a:r>
              <a:rPr lang="en-US" dirty="0"/>
              <a:t>Insert key slide message</a:t>
            </a:r>
          </a:p>
        </p:txBody>
      </p:sp>
      <p:grpSp>
        <p:nvGrpSpPr>
          <p:cNvPr id="27" name="Group 26">
            <a:extLst>
              <a:ext uri="{FF2B5EF4-FFF2-40B4-BE49-F238E27FC236}">
                <a16:creationId xmlns:a16="http://schemas.microsoft.com/office/drawing/2014/main" id="{5E3D95FD-87E1-8242-936D-A016724AAC60}"/>
              </a:ext>
            </a:extLst>
          </p:cNvPr>
          <p:cNvGrpSpPr/>
          <p:nvPr userDrawn="1"/>
        </p:nvGrpSpPr>
        <p:grpSpPr>
          <a:xfrm>
            <a:off x="340066" y="1737023"/>
            <a:ext cx="5561970" cy="1324829"/>
            <a:chOff x="340066" y="1721909"/>
            <a:chExt cx="5561970" cy="1324829"/>
          </a:xfrm>
        </p:grpSpPr>
        <p:sp>
          <p:nvSpPr>
            <p:cNvPr id="28" name="Oval 27">
              <a:extLst>
                <a:ext uri="{FF2B5EF4-FFF2-40B4-BE49-F238E27FC236}">
                  <a16:creationId xmlns:a16="http://schemas.microsoft.com/office/drawing/2014/main" id="{5D59DCD9-95CA-2849-8561-B2216ED23288}"/>
                </a:ext>
              </a:extLst>
            </p:cNvPr>
            <p:cNvSpPr/>
            <p:nvPr/>
          </p:nvSpPr>
          <p:spPr>
            <a:xfrm>
              <a:off x="340066" y="2357792"/>
              <a:ext cx="5405506" cy="688946"/>
            </a:xfrm>
            <a:prstGeom prst="ellipse">
              <a:avLst/>
            </a:prstGeom>
            <a:solidFill>
              <a:srgbClr val="000000">
                <a:alpha val="25000"/>
              </a:srgbClr>
            </a:solidFill>
            <a:ln>
              <a:noFill/>
            </a:ln>
            <a:effectLst>
              <a:softEdge rad="266700"/>
            </a:effectLst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108000" tIns="72000" rIns="108000" bIns="72000" rtlCol="0" anchor="ctr"/>
            <a:lstStyle/>
            <a:p>
              <a:pPr algn="ctr"/>
              <a:endParaRPr lang="en-US" sz="1600" dirty="0" err="1">
                <a:solidFill>
                  <a:schemeClr val="bg1"/>
                </a:solidFill>
              </a:endParaRPr>
            </a:p>
          </p:txBody>
        </p:sp>
        <p:sp>
          <p:nvSpPr>
            <p:cNvPr id="29" name="Rectangle 28">
              <a:extLst>
                <a:ext uri="{FF2B5EF4-FFF2-40B4-BE49-F238E27FC236}">
                  <a16:creationId xmlns:a16="http://schemas.microsoft.com/office/drawing/2014/main" id="{26731D74-9128-1544-855C-A1FEBA1CA2CF}"/>
                </a:ext>
              </a:extLst>
            </p:cNvPr>
            <p:cNvSpPr/>
            <p:nvPr/>
          </p:nvSpPr>
          <p:spPr>
            <a:xfrm>
              <a:off x="429915" y="1721909"/>
              <a:ext cx="5472121" cy="972886"/>
            </a:xfrm>
            <a:prstGeom prst="rect">
              <a:avLst/>
            </a:prstGeom>
            <a:solidFill>
              <a:schemeClr val="tx2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108000" tIns="72000" rIns="108000" bIns="72000" rtlCol="0" anchor="ctr"/>
            <a:lstStyle/>
            <a:p>
              <a:pPr algn="ctr"/>
              <a:endParaRPr lang="en-US" sz="1600" dirty="0" err="1">
                <a:solidFill>
                  <a:schemeClr val="bg1"/>
                </a:solidFill>
              </a:endParaRPr>
            </a:p>
          </p:txBody>
        </p:sp>
      </p:grpSp>
      <p:sp>
        <p:nvSpPr>
          <p:cNvPr id="30" name="TextBox 29">
            <a:extLst>
              <a:ext uri="{FF2B5EF4-FFF2-40B4-BE49-F238E27FC236}">
                <a16:creationId xmlns:a16="http://schemas.microsoft.com/office/drawing/2014/main" id="{F21ED1E9-7DDE-7349-A824-0A8F7F613A5A}"/>
              </a:ext>
            </a:extLst>
          </p:cNvPr>
          <p:cNvSpPr txBox="1"/>
          <p:nvPr userDrawn="1"/>
        </p:nvSpPr>
        <p:spPr>
          <a:xfrm>
            <a:off x="429915" y="1364824"/>
            <a:ext cx="4469780" cy="357085"/>
          </a:xfrm>
          <a:prstGeom prst="rect">
            <a:avLst/>
          </a:prstGeom>
          <a:solidFill>
            <a:schemeClr val="accent1"/>
          </a:solidFill>
        </p:spPr>
        <p:txBody>
          <a:bodyPr wrap="square" lIns="90000" rtlCol="0" anchor="t">
            <a:spAutoFit/>
          </a:bodyPr>
          <a:lstStyle/>
          <a:p>
            <a:pPr>
              <a:lnSpc>
                <a:spcPct val="114000"/>
              </a:lnSpc>
            </a:pPr>
            <a:r>
              <a:rPr lang="en-US" sz="1600" b="1" dirty="0">
                <a:solidFill>
                  <a:schemeClr val="bg1"/>
                </a:solidFill>
              </a:rPr>
              <a:t>Risks in external dependencies</a:t>
            </a:r>
            <a:r>
              <a:rPr lang="en-US" sz="1600" b="0" dirty="0">
                <a:solidFill>
                  <a:schemeClr val="bg1"/>
                </a:solidFill>
              </a:rPr>
              <a:t> – System overview</a:t>
            </a:r>
          </a:p>
        </p:txBody>
      </p:sp>
      <p:sp>
        <p:nvSpPr>
          <p:cNvPr id="31" name="Content Placeholder 2">
            <a:extLst>
              <a:ext uri="{FF2B5EF4-FFF2-40B4-BE49-F238E27FC236}">
                <a16:creationId xmlns:a16="http://schemas.microsoft.com/office/drawing/2014/main" id="{B90D4AFC-98E5-0C4A-9707-F2559B9A97DC}"/>
              </a:ext>
            </a:extLst>
          </p:cNvPr>
          <p:cNvSpPr txBox="1">
            <a:spLocks/>
          </p:cNvSpPr>
          <p:nvPr userDrawn="1"/>
        </p:nvSpPr>
        <p:spPr>
          <a:xfrm>
            <a:off x="1204383" y="1831229"/>
            <a:ext cx="3695312" cy="262104"/>
          </a:xfrm>
          <a:prstGeom prst="rect">
            <a:avLst/>
          </a:prstGeom>
        </p:spPr>
        <p:txBody>
          <a:bodyPr vert="horz" lIns="0" tIns="0" rIns="0" bIns="0" rtlCol="0">
            <a:noAutofit/>
          </a:bodyPr>
          <a:lstStyle>
            <a:lvl1pPr marL="270000" indent="-270000" algn="l" defTabSz="274638" rtl="0" eaLnBrk="1" latinLnBrk="0" hangingPunct="1">
              <a:lnSpc>
                <a:spcPts val="2400"/>
              </a:lnSpc>
              <a:spcBef>
                <a:spcPts val="0"/>
              </a:spcBef>
              <a:spcAft>
                <a:spcPts val="567"/>
              </a:spcAft>
              <a:buClr>
                <a:schemeClr val="accent2"/>
              </a:buClr>
              <a:buFont typeface="TheSans B4 SemiLight"/>
              <a:buChar char="&gt;"/>
              <a:defRPr sz="180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1pPr>
            <a:lvl2pPr marL="540000" indent="-270000" algn="l" defTabSz="457200" rtl="0" eaLnBrk="1" latinLnBrk="0" hangingPunct="1">
              <a:lnSpc>
                <a:spcPts val="2400"/>
              </a:lnSpc>
              <a:spcBef>
                <a:spcPts val="0"/>
              </a:spcBef>
              <a:spcAft>
                <a:spcPts val="567"/>
              </a:spcAft>
              <a:buClr>
                <a:schemeClr val="accent2"/>
              </a:buClr>
              <a:buFont typeface="Arial"/>
              <a:buChar char="•"/>
              <a:defRPr sz="180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2pPr>
            <a:lvl3pPr marL="810000" marR="0" indent="-270000" algn="l" defTabSz="457200" rtl="0" eaLnBrk="1" fontAlgn="auto" latinLnBrk="0" hangingPunct="1">
              <a:lnSpc>
                <a:spcPts val="2400"/>
              </a:lnSpc>
              <a:spcBef>
                <a:spcPts val="0"/>
              </a:spcBef>
              <a:spcAft>
                <a:spcPts val="567"/>
              </a:spcAft>
              <a:buClrTx/>
              <a:buSzTx/>
              <a:buFont typeface="Lucida Grande"/>
              <a:buChar char="-"/>
              <a:tabLst/>
              <a:defRPr sz="180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3pPr>
            <a:lvl4pPr marL="41400" indent="0" algn="l" defTabSz="457200" rtl="0" eaLnBrk="1" latinLnBrk="0" hangingPunct="1">
              <a:lnSpc>
                <a:spcPts val="2400"/>
              </a:lnSpc>
              <a:spcBef>
                <a:spcPts val="0"/>
              </a:spcBef>
              <a:buClr>
                <a:schemeClr val="accent2"/>
              </a:buClr>
              <a:buFont typeface="Lucida Grande"/>
              <a:buNone/>
              <a:defRPr sz="180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4pPr>
            <a:lvl5pPr marL="270000" indent="-228600" algn="l" defTabSz="457200" rtl="0" eaLnBrk="1" latinLnBrk="0" hangingPunct="1">
              <a:lnSpc>
                <a:spcPts val="2400"/>
              </a:lnSpc>
              <a:spcBef>
                <a:spcPts val="0"/>
              </a:spcBef>
              <a:buClr>
                <a:schemeClr val="accent2"/>
              </a:buClr>
              <a:buFont typeface="Lucida Grande"/>
              <a:buChar char="&gt;"/>
              <a:defRPr sz="180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457200" rtl="0" eaLnBrk="1" latinLnBrk="0" hangingPunct="1">
              <a:spcBef>
                <a:spcPct val="20000"/>
              </a:spcBef>
              <a:buFont typeface="Arial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457200" rtl="0" eaLnBrk="1" latinLnBrk="0" hangingPunct="1">
              <a:spcBef>
                <a:spcPct val="20000"/>
              </a:spcBef>
              <a:buFont typeface="Arial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457200" rtl="0" eaLnBrk="1" latinLnBrk="0" hangingPunct="1">
              <a:spcBef>
                <a:spcPct val="20000"/>
              </a:spcBef>
              <a:buFont typeface="Arial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457200" rtl="0" eaLnBrk="1" latinLnBrk="0" hangingPunct="1">
              <a:spcBef>
                <a:spcPct val="20000"/>
              </a:spcBef>
              <a:buFont typeface="Arial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ctr">
              <a:lnSpc>
                <a:spcPct val="100000"/>
              </a:lnSpc>
              <a:buNone/>
            </a:pPr>
            <a:r>
              <a:rPr lang="en-GB" sz="1400" b="1" dirty="0">
                <a:solidFill>
                  <a:schemeClr val="accent1"/>
                </a:solidFill>
                <a:latin typeface="Calibri Regular"/>
              </a:rPr>
              <a:t>Risk categories</a:t>
            </a:r>
          </a:p>
        </p:txBody>
      </p:sp>
      <p:cxnSp>
        <p:nvCxnSpPr>
          <p:cNvPr id="33" name="Straight Connector 32">
            <a:extLst>
              <a:ext uri="{FF2B5EF4-FFF2-40B4-BE49-F238E27FC236}">
                <a16:creationId xmlns:a16="http://schemas.microsoft.com/office/drawing/2014/main" id="{C56613CA-FC98-E948-8B09-66C076B53E70}"/>
              </a:ext>
            </a:extLst>
          </p:cNvPr>
          <p:cNvCxnSpPr>
            <a:cxnSpLocks/>
          </p:cNvCxnSpPr>
          <p:nvPr/>
        </p:nvCxnSpPr>
        <p:spPr>
          <a:xfrm>
            <a:off x="2533868" y="2164896"/>
            <a:ext cx="720000" cy="0"/>
          </a:xfrm>
          <a:prstGeom prst="line">
            <a:avLst/>
          </a:prstGeom>
          <a:ln w="57150" cap="rnd">
            <a:solidFill>
              <a:srgbClr val="DB493D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4" name="AutoShape 5">
            <a:extLst>
              <a:ext uri="{FF2B5EF4-FFF2-40B4-BE49-F238E27FC236}">
                <a16:creationId xmlns:a16="http://schemas.microsoft.com/office/drawing/2014/main" id="{9C79926D-A7E4-AB44-88CA-35B39C0B0F3B}"/>
              </a:ext>
            </a:extLst>
          </p:cNvPr>
          <p:cNvSpPr>
            <a:spLocks noChangeArrowheads="1"/>
          </p:cNvSpPr>
          <p:nvPr/>
        </p:nvSpPr>
        <p:spPr bwMode="auto">
          <a:xfrm>
            <a:off x="2561038" y="2243219"/>
            <a:ext cx="649538" cy="184666"/>
          </a:xfrm>
          <a:prstGeom prst="foldedCorner">
            <a:avLst>
              <a:gd name="adj" fmla="val 0"/>
            </a:avLst>
          </a:prstGeom>
          <a:noFill/>
          <a:ln w="6350" cmpd="sng">
            <a:noFill/>
            <a:round/>
            <a:headEnd/>
            <a:tailEnd/>
          </a:ln>
          <a:effectLst/>
        </p:spPr>
        <p:txBody>
          <a:bodyPr wrap="none" tIns="0" bIns="0">
            <a:spAutoFit/>
          </a:bodyPr>
          <a:lstStyle/>
          <a:p>
            <a:pPr algn="ctr" eaLnBrk="1" hangingPunct="1">
              <a:spcAft>
                <a:spcPts val="0"/>
              </a:spcAft>
              <a:defRPr/>
            </a:pPr>
            <a:r>
              <a:rPr lang="en-US" sz="1200" spc="-50" noProof="1">
                <a:solidFill>
                  <a:srgbClr val="DB493D"/>
                </a:solidFill>
                <a:cs typeface="TheSansMono M5"/>
              </a:rPr>
              <a:t>high risk</a:t>
            </a:r>
          </a:p>
        </p:txBody>
      </p:sp>
      <p:sp>
        <p:nvSpPr>
          <p:cNvPr id="37" name="AutoShape 5">
            <a:extLst>
              <a:ext uri="{FF2B5EF4-FFF2-40B4-BE49-F238E27FC236}">
                <a16:creationId xmlns:a16="http://schemas.microsoft.com/office/drawing/2014/main" id="{A0F466DD-E497-0B47-9C89-D4A346F119C6}"/>
              </a:ext>
            </a:extLst>
          </p:cNvPr>
          <p:cNvSpPr>
            <a:spLocks noChangeArrowheads="1"/>
          </p:cNvSpPr>
          <p:nvPr/>
        </p:nvSpPr>
        <p:spPr bwMode="auto">
          <a:xfrm>
            <a:off x="3290395" y="2241262"/>
            <a:ext cx="888385" cy="184666"/>
          </a:xfrm>
          <a:prstGeom prst="foldedCorner">
            <a:avLst>
              <a:gd name="adj" fmla="val 0"/>
            </a:avLst>
          </a:prstGeom>
          <a:noFill/>
          <a:ln w="6350" cmpd="sng">
            <a:noFill/>
            <a:round/>
            <a:headEnd/>
            <a:tailEnd/>
          </a:ln>
          <a:effectLst/>
        </p:spPr>
        <p:txBody>
          <a:bodyPr wrap="none" tIns="0" bIns="0">
            <a:spAutoFit/>
          </a:bodyPr>
          <a:lstStyle/>
          <a:p>
            <a:pPr algn="ctr" eaLnBrk="1" hangingPunct="1">
              <a:spcAft>
                <a:spcPts val="0"/>
              </a:spcAft>
              <a:defRPr/>
            </a:pPr>
            <a:r>
              <a:rPr lang="en-US" sz="1200" spc="-50" noProof="1">
                <a:solidFill>
                  <a:srgbClr val="EF981A"/>
                </a:solidFill>
                <a:cs typeface="TheSansMono M5"/>
              </a:rPr>
              <a:t>medium risk</a:t>
            </a:r>
          </a:p>
        </p:txBody>
      </p:sp>
      <p:cxnSp>
        <p:nvCxnSpPr>
          <p:cNvPr id="38" name="Straight Connector 37">
            <a:extLst>
              <a:ext uri="{FF2B5EF4-FFF2-40B4-BE49-F238E27FC236}">
                <a16:creationId xmlns:a16="http://schemas.microsoft.com/office/drawing/2014/main" id="{D061AE6C-EBE9-4F46-A618-ED7896ACA29D}"/>
              </a:ext>
            </a:extLst>
          </p:cNvPr>
          <p:cNvCxnSpPr>
            <a:cxnSpLocks/>
          </p:cNvCxnSpPr>
          <p:nvPr/>
        </p:nvCxnSpPr>
        <p:spPr>
          <a:xfrm>
            <a:off x="3373046" y="2164896"/>
            <a:ext cx="720000" cy="0"/>
          </a:xfrm>
          <a:prstGeom prst="line">
            <a:avLst/>
          </a:prstGeom>
          <a:ln w="57150" cap="rnd">
            <a:solidFill>
              <a:srgbClr val="EF981A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1" name="AutoShape 5">
            <a:extLst>
              <a:ext uri="{FF2B5EF4-FFF2-40B4-BE49-F238E27FC236}">
                <a16:creationId xmlns:a16="http://schemas.microsoft.com/office/drawing/2014/main" id="{EA2FDCAB-455C-4E49-AF74-1E4FA9011BDE}"/>
              </a:ext>
            </a:extLst>
          </p:cNvPr>
          <p:cNvSpPr>
            <a:spLocks noChangeArrowheads="1"/>
          </p:cNvSpPr>
          <p:nvPr/>
        </p:nvSpPr>
        <p:spPr bwMode="auto">
          <a:xfrm>
            <a:off x="4250436" y="2236451"/>
            <a:ext cx="615297" cy="184666"/>
          </a:xfrm>
          <a:prstGeom prst="foldedCorner">
            <a:avLst>
              <a:gd name="adj" fmla="val 0"/>
            </a:avLst>
          </a:prstGeom>
          <a:noFill/>
          <a:ln w="6350" cmpd="sng">
            <a:noFill/>
            <a:round/>
            <a:headEnd/>
            <a:tailEnd/>
          </a:ln>
          <a:effectLst/>
        </p:spPr>
        <p:txBody>
          <a:bodyPr wrap="none" tIns="0" bIns="0">
            <a:spAutoFit/>
          </a:bodyPr>
          <a:lstStyle/>
          <a:p>
            <a:pPr algn="ctr" eaLnBrk="1" hangingPunct="1">
              <a:spcAft>
                <a:spcPts val="0"/>
              </a:spcAft>
              <a:defRPr/>
            </a:pPr>
            <a:r>
              <a:rPr lang="en-US" sz="1200" spc="-50" noProof="1">
                <a:solidFill>
                  <a:srgbClr val="F8C740"/>
                </a:solidFill>
                <a:cs typeface="TheSansMono M5"/>
              </a:rPr>
              <a:t>low risk</a:t>
            </a:r>
          </a:p>
        </p:txBody>
      </p:sp>
      <p:cxnSp>
        <p:nvCxnSpPr>
          <p:cNvPr id="42" name="Straight Connector 41">
            <a:extLst>
              <a:ext uri="{FF2B5EF4-FFF2-40B4-BE49-F238E27FC236}">
                <a16:creationId xmlns:a16="http://schemas.microsoft.com/office/drawing/2014/main" id="{8D80D8D2-64AB-5B45-9E98-3024038CA8F5}"/>
              </a:ext>
            </a:extLst>
          </p:cNvPr>
          <p:cNvCxnSpPr>
            <a:cxnSpLocks/>
          </p:cNvCxnSpPr>
          <p:nvPr/>
        </p:nvCxnSpPr>
        <p:spPr>
          <a:xfrm>
            <a:off x="4206995" y="2164896"/>
            <a:ext cx="720000" cy="0"/>
          </a:xfrm>
          <a:prstGeom prst="line">
            <a:avLst/>
          </a:prstGeom>
          <a:ln w="57150" cap="rnd">
            <a:solidFill>
              <a:srgbClr val="F8C74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5" name="AutoShape 5">
            <a:extLst>
              <a:ext uri="{FF2B5EF4-FFF2-40B4-BE49-F238E27FC236}">
                <a16:creationId xmlns:a16="http://schemas.microsoft.com/office/drawing/2014/main" id="{83EAF45F-0735-074F-B8DE-661963E387B1}"/>
              </a:ext>
            </a:extLst>
          </p:cNvPr>
          <p:cNvSpPr>
            <a:spLocks noChangeArrowheads="1"/>
          </p:cNvSpPr>
          <p:nvPr/>
        </p:nvSpPr>
        <p:spPr bwMode="auto">
          <a:xfrm>
            <a:off x="5035071" y="2240877"/>
            <a:ext cx="697627" cy="184666"/>
          </a:xfrm>
          <a:prstGeom prst="foldedCorner">
            <a:avLst>
              <a:gd name="adj" fmla="val 0"/>
            </a:avLst>
          </a:prstGeom>
          <a:noFill/>
          <a:ln w="6350" cmpd="sng">
            <a:noFill/>
            <a:round/>
            <a:headEnd/>
            <a:tailEnd/>
          </a:ln>
          <a:effectLst/>
        </p:spPr>
        <p:txBody>
          <a:bodyPr wrap="none" tIns="0" bIns="0">
            <a:spAutoFit/>
          </a:bodyPr>
          <a:lstStyle/>
          <a:p>
            <a:pPr algn="ctr">
              <a:defRPr/>
            </a:pPr>
            <a:r>
              <a:rPr lang="en-US" sz="1100" b="1" dirty="0">
                <a:solidFill>
                  <a:srgbClr val="57C968"/>
                </a:solidFill>
                <a:latin typeface="Calibri" panose="020F0502020204030204" pitchFamily="34" charset="0"/>
                <a:cs typeface="Calibri" panose="020F0502020204030204" pitchFamily="34" charset="0"/>
              </a:rPr>
              <a:t>✓</a:t>
            </a:r>
            <a:r>
              <a:rPr lang="en-US" sz="1200" dirty="0">
                <a:solidFill>
                  <a:srgbClr val="57C968"/>
                </a:solidFill>
              </a:rPr>
              <a:t> </a:t>
            </a:r>
            <a:r>
              <a:rPr lang="en-US" sz="1200" spc="-50" noProof="1">
                <a:solidFill>
                  <a:srgbClr val="57C968"/>
                </a:solidFill>
                <a:cs typeface="TheSansMono M5"/>
              </a:rPr>
              <a:t>no risk</a:t>
            </a:r>
          </a:p>
        </p:txBody>
      </p:sp>
      <p:cxnSp>
        <p:nvCxnSpPr>
          <p:cNvPr id="46" name="Straight Connector 45">
            <a:extLst>
              <a:ext uri="{FF2B5EF4-FFF2-40B4-BE49-F238E27FC236}">
                <a16:creationId xmlns:a16="http://schemas.microsoft.com/office/drawing/2014/main" id="{99335F77-CBBF-B24B-8F0A-85FCA257B10A}"/>
              </a:ext>
            </a:extLst>
          </p:cNvPr>
          <p:cNvCxnSpPr>
            <a:cxnSpLocks/>
          </p:cNvCxnSpPr>
          <p:nvPr/>
        </p:nvCxnSpPr>
        <p:spPr>
          <a:xfrm>
            <a:off x="5040951" y="2164896"/>
            <a:ext cx="720000" cy="0"/>
          </a:xfrm>
          <a:prstGeom prst="line">
            <a:avLst/>
          </a:prstGeom>
          <a:ln w="57150" cap="rnd">
            <a:solidFill>
              <a:srgbClr val="57C968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8" name="Freeform 47">
            <a:extLst>
              <a:ext uri="{FF2B5EF4-FFF2-40B4-BE49-F238E27FC236}">
                <a16:creationId xmlns:a16="http://schemas.microsoft.com/office/drawing/2014/main" id="{91356441-694B-B541-8959-E690A83565FC}"/>
              </a:ext>
            </a:extLst>
          </p:cNvPr>
          <p:cNvSpPr/>
          <p:nvPr userDrawn="1"/>
        </p:nvSpPr>
        <p:spPr>
          <a:xfrm>
            <a:off x="529948" y="1793444"/>
            <a:ext cx="1078883" cy="721276"/>
          </a:xfrm>
          <a:custGeom>
            <a:avLst/>
            <a:gdLst>
              <a:gd name="connsiteX0" fmla="*/ 28050 w 1078883"/>
              <a:gd name="connsiteY0" fmla="*/ 0 h 721276"/>
              <a:gd name="connsiteX1" fmla="*/ 915239 w 1078883"/>
              <a:gd name="connsiteY1" fmla="*/ 0 h 721276"/>
              <a:gd name="connsiteX2" fmla="*/ 1078883 w 1078883"/>
              <a:gd name="connsiteY2" fmla="*/ 364710 h 721276"/>
              <a:gd name="connsiteX3" fmla="*/ 918893 w 1078883"/>
              <a:gd name="connsiteY3" fmla="*/ 721276 h 721276"/>
              <a:gd name="connsiteX4" fmla="*/ 28050 w 1078883"/>
              <a:gd name="connsiteY4" fmla="*/ 721276 h 721276"/>
              <a:gd name="connsiteX5" fmla="*/ 0 w 1078883"/>
              <a:gd name="connsiteY5" fmla="*/ 693226 h 721276"/>
              <a:gd name="connsiteX6" fmla="*/ 0 w 1078883"/>
              <a:gd name="connsiteY6" fmla="*/ 28050 h 721276"/>
              <a:gd name="connsiteX7" fmla="*/ 28050 w 1078883"/>
              <a:gd name="connsiteY7" fmla="*/ 0 h 721276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</a:cxnLst>
            <a:rect l="l" t="t" r="r" b="b"/>
            <a:pathLst>
              <a:path w="1078883" h="721276">
                <a:moveTo>
                  <a:pt x="28050" y="0"/>
                </a:moveTo>
                <a:lnTo>
                  <a:pt x="915239" y="0"/>
                </a:lnTo>
                <a:lnTo>
                  <a:pt x="1078883" y="364710"/>
                </a:lnTo>
                <a:lnTo>
                  <a:pt x="918893" y="721276"/>
                </a:lnTo>
                <a:lnTo>
                  <a:pt x="28050" y="721276"/>
                </a:lnTo>
                <a:cubicBezTo>
                  <a:pt x="12558" y="721276"/>
                  <a:pt x="0" y="708718"/>
                  <a:pt x="0" y="693226"/>
                </a:cubicBezTo>
                <a:lnTo>
                  <a:pt x="0" y="28050"/>
                </a:lnTo>
                <a:cubicBezTo>
                  <a:pt x="0" y="12558"/>
                  <a:pt x="12558" y="0"/>
                  <a:pt x="28050" y="0"/>
                </a:cubicBezTo>
                <a:close/>
              </a:path>
            </a:pathLst>
          </a:custGeom>
          <a:gradFill>
            <a:gsLst>
              <a:gs pos="0">
                <a:schemeClr val="bg2">
                  <a:alpha val="25000"/>
                </a:schemeClr>
              </a:gs>
              <a:gs pos="100000">
                <a:schemeClr val="bg2">
                  <a:alpha val="0"/>
                </a:schemeClr>
              </a:gs>
            </a:gsLst>
            <a:lin ang="2700000" scaled="0"/>
          </a:gradFill>
          <a:ln w="9525">
            <a:solidFill>
              <a:schemeClr val="bg2">
                <a:alpha val="75000"/>
              </a:schemeClr>
            </a:solidFill>
            <a:prstDash val="solid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08000" tIns="72000" rIns="108000" bIns="72000" rtlCol="0" anchor="ctr"/>
          <a:lstStyle/>
          <a:p>
            <a:pPr algn="ctr"/>
            <a:endParaRPr lang="en-US" sz="1600" dirty="0" err="1">
              <a:solidFill>
                <a:schemeClr val="bg1"/>
              </a:solidFill>
            </a:endParaRPr>
          </a:p>
        </p:txBody>
      </p:sp>
      <p:sp>
        <p:nvSpPr>
          <p:cNvPr id="50" name="AutoShape 5">
            <a:extLst>
              <a:ext uri="{FF2B5EF4-FFF2-40B4-BE49-F238E27FC236}">
                <a16:creationId xmlns:a16="http://schemas.microsoft.com/office/drawing/2014/main" id="{A85B6768-8DD0-3840-98FF-EA35442768A0}"/>
              </a:ext>
            </a:extLst>
          </p:cNvPr>
          <p:cNvSpPr>
            <a:spLocks noChangeArrowheads="1"/>
          </p:cNvSpPr>
          <p:nvPr userDrawn="1"/>
        </p:nvSpPr>
        <p:spPr bwMode="auto">
          <a:xfrm>
            <a:off x="529948" y="2082563"/>
            <a:ext cx="946336" cy="338554"/>
          </a:xfrm>
          <a:prstGeom prst="foldedCorner">
            <a:avLst>
              <a:gd name="adj" fmla="val 0"/>
            </a:avLst>
          </a:prstGeom>
          <a:noFill/>
          <a:ln w="6350" cmpd="sng">
            <a:noFill/>
            <a:round/>
            <a:headEnd/>
            <a:tailEnd/>
          </a:ln>
          <a:effectLst/>
        </p:spPr>
        <p:txBody>
          <a:bodyPr wrap="square" lIns="36000" tIns="0" rIns="36000" bIns="0">
            <a:spAutoFit/>
          </a:bodyPr>
          <a:lstStyle/>
          <a:p>
            <a:pPr algn="ctr">
              <a:defRPr/>
            </a:pPr>
            <a:r>
              <a:rPr lang="en-US" sz="1100" dirty="0">
                <a:solidFill>
                  <a:schemeClr val="bg2"/>
                </a:solidFill>
                <a:latin typeface="Calibri" panose="020F0502020204030204" pitchFamily="34" charset="0"/>
                <a:cs typeface="Calibri" panose="020F0502020204030204" pitchFamily="34" charset="0"/>
              </a:rPr>
              <a:t>external</a:t>
            </a:r>
            <a:br>
              <a:rPr lang="en-US" sz="1100" dirty="0">
                <a:solidFill>
                  <a:schemeClr val="bg2"/>
                </a:solidFill>
                <a:latin typeface="Calibri" panose="020F0502020204030204" pitchFamily="34" charset="0"/>
                <a:cs typeface="Calibri" panose="020F0502020204030204" pitchFamily="34" charset="0"/>
              </a:rPr>
            </a:br>
            <a:r>
              <a:rPr lang="en-US" sz="1100" dirty="0">
                <a:solidFill>
                  <a:schemeClr val="bg2"/>
                </a:solidFill>
                <a:latin typeface="Calibri" panose="020F0502020204030204" pitchFamily="34" charset="0"/>
                <a:cs typeface="Calibri" panose="020F0502020204030204" pitchFamily="34" charset="0"/>
              </a:rPr>
              <a:t>dependencies</a:t>
            </a:r>
            <a:endParaRPr lang="en-US" sz="1200" spc="-50" noProof="1">
              <a:solidFill>
                <a:schemeClr val="bg2"/>
              </a:solidFill>
              <a:cs typeface="TheSansMono M5"/>
            </a:endParaRPr>
          </a:p>
        </p:txBody>
      </p:sp>
      <p:sp>
        <p:nvSpPr>
          <p:cNvPr id="54" name="Rectangle 53">
            <a:extLst>
              <a:ext uri="{FF2B5EF4-FFF2-40B4-BE49-F238E27FC236}">
                <a16:creationId xmlns:a16="http://schemas.microsoft.com/office/drawing/2014/main" id="{97CD0235-CB15-C949-BCBD-9E062FB24F3A}"/>
              </a:ext>
            </a:extLst>
          </p:cNvPr>
          <p:cNvSpPr/>
          <p:nvPr userDrawn="1"/>
        </p:nvSpPr>
        <p:spPr>
          <a:xfrm>
            <a:off x="6116295" y="730293"/>
            <a:ext cx="6075705" cy="6127707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08000" tIns="72000" rIns="108000" bIns="72000" rtlCol="0" anchor="ctr"/>
          <a:lstStyle/>
          <a:p>
            <a:pPr algn="ctr"/>
            <a:endParaRPr lang="en-US" sz="1600" dirty="0" err="1">
              <a:solidFill>
                <a:schemeClr val="accent1"/>
              </a:solidFill>
            </a:endParaRPr>
          </a:p>
        </p:txBody>
      </p:sp>
      <p:sp>
        <p:nvSpPr>
          <p:cNvPr id="55" name="Content Placeholder 2">
            <a:extLst>
              <a:ext uri="{FF2B5EF4-FFF2-40B4-BE49-F238E27FC236}">
                <a16:creationId xmlns:a16="http://schemas.microsoft.com/office/drawing/2014/main" id="{C8989BBF-287E-B847-9CAC-6DA102EFBD4A}"/>
              </a:ext>
            </a:extLst>
          </p:cNvPr>
          <p:cNvSpPr>
            <a:spLocks noGrp="1"/>
          </p:cNvSpPr>
          <p:nvPr userDrawn="1">
            <p:ph sz="quarter" idx="13" hasCustomPrompt="1"/>
          </p:nvPr>
        </p:nvSpPr>
        <p:spPr>
          <a:xfrm>
            <a:off x="6420006" y="1368000"/>
            <a:ext cx="5326793" cy="4950000"/>
          </a:xfrm>
        </p:spPr>
        <p:txBody>
          <a:bodyPr>
            <a:noAutofit/>
          </a:bodyPr>
          <a:lstStyle>
            <a:lvl1pPr marL="285750" indent="-285750">
              <a:buFont typeface="Wingdings" pitchFamily="2" charset="2"/>
              <a:buChar char="§"/>
              <a:tabLst/>
              <a:defRPr>
                <a:solidFill>
                  <a:schemeClr val="tx2"/>
                </a:solidFill>
              </a:defRPr>
            </a:lvl1pPr>
            <a:lvl2pPr>
              <a:defRPr>
                <a:solidFill>
                  <a:schemeClr val="bg1"/>
                </a:solidFill>
              </a:defRPr>
            </a:lvl2pPr>
            <a:lvl3pPr>
              <a:defRPr>
                <a:solidFill>
                  <a:schemeClr val="bg1"/>
                </a:solidFill>
              </a:defRPr>
            </a:lvl3pPr>
            <a:lvl4pPr>
              <a:defRPr>
                <a:solidFill>
                  <a:schemeClr val="bg1"/>
                </a:solidFill>
              </a:defRPr>
            </a:lvl4pPr>
            <a:lvl5pPr>
              <a:defRPr>
                <a:solidFill>
                  <a:schemeClr val="bg1"/>
                </a:solidFill>
              </a:defRPr>
            </a:lvl5pPr>
          </a:lstStyle>
          <a:p>
            <a:pPr lvl="0"/>
            <a:r>
              <a:rPr lang="en-US" dirty="0"/>
              <a:t>Insert content text (headers in bold)</a:t>
            </a:r>
          </a:p>
        </p:txBody>
      </p:sp>
      <p:sp>
        <p:nvSpPr>
          <p:cNvPr id="56" name="Text Placeholder 2">
            <a:extLst>
              <a:ext uri="{FF2B5EF4-FFF2-40B4-BE49-F238E27FC236}">
                <a16:creationId xmlns:a16="http://schemas.microsoft.com/office/drawing/2014/main" id="{8FE26B8D-BD73-4444-8D0F-1248DE1DD5BD}"/>
              </a:ext>
            </a:extLst>
          </p:cNvPr>
          <p:cNvSpPr>
            <a:spLocks noGrp="1"/>
          </p:cNvSpPr>
          <p:nvPr>
            <p:ph type="body" sz="quarter" idx="14" hasCustomPrompt="1"/>
          </p:nvPr>
        </p:nvSpPr>
        <p:spPr>
          <a:xfrm>
            <a:off x="597149" y="1816783"/>
            <a:ext cx="835106" cy="265112"/>
          </a:xfrm>
        </p:spPr>
        <p:txBody>
          <a:bodyPr anchor="ctr">
            <a:noAutofit/>
          </a:bodyPr>
          <a:lstStyle>
            <a:lvl1pPr marL="0" indent="0" algn="ctr">
              <a:buFont typeface="Arial" panose="020B0604020202020204" pitchFamily="34" charset="0"/>
              <a:buNone/>
              <a:defRPr sz="1600" b="1">
                <a:solidFill>
                  <a:schemeClr val="bg2"/>
                </a:solidFill>
              </a:defRPr>
            </a:lvl1pPr>
            <a:lvl2pPr marL="270000" indent="0">
              <a:buFont typeface="Arial" panose="020B0604020202020204" pitchFamily="34" charset="0"/>
              <a:buNone/>
              <a:defRPr b="1">
                <a:solidFill>
                  <a:schemeClr val="bg2"/>
                </a:solidFill>
              </a:defRPr>
            </a:lvl2pPr>
            <a:lvl3pPr marL="522000" indent="0">
              <a:buFont typeface="Arial" panose="020B0604020202020204" pitchFamily="34" charset="0"/>
              <a:buNone/>
              <a:defRPr b="1">
                <a:solidFill>
                  <a:schemeClr val="bg2"/>
                </a:solidFill>
              </a:defRPr>
            </a:lvl3pPr>
            <a:lvl4pPr marL="774000" indent="0">
              <a:buFont typeface="Arial" panose="020B0604020202020204" pitchFamily="34" charset="0"/>
              <a:buNone/>
              <a:defRPr b="1">
                <a:solidFill>
                  <a:schemeClr val="bg2"/>
                </a:solidFill>
              </a:defRPr>
            </a:lvl4pPr>
            <a:lvl5pPr marL="1026000" indent="0">
              <a:buFont typeface="Arial" panose="020B0604020202020204" pitchFamily="34" charset="0"/>
              <a:buNone/>
              <a:defRPr b="1">
                <a:solidFill>
                  <a:schemeClr val="bg2"/>
                </a:solidFill>
              </a:defRPr>
            </a:lvl5pPr>
          </a:lstStyle>
          <a:p>
            <a:pPr lvl="0"/>
            <a:r>
              <a:rPr lang="en-US" dirty="0"/>
              <a:t>&lt;#&gt;</a:t>
            </a:r>
          </a:p>
        </p:txBody>
      </p:sp>
      <p:sp>
        <p:nvSpPr>
          <p:cNvPr id="58" name="Text Placeholder 2">
            <a:extLst>
              <a:ext uri="{FF2B5EF4-FFF2-40B4-BE49-F238E27FC236}">
                <a16:creationId xmlns:a16="http://schemas.microsoft.com/office/drawing/2014/main" id="{EDC22544-D9BC-B244-939B-9E83862D4EF4}"/>
              </a:ext>
            </a:extLst>
          </p:cNvPr>
          <p:cNvSpPr>
            <a:spLocks noGrp="1"/>
          </p:cNvSpPr>
          <p:nvPr>
            <p:ph type="body" sz="quarter" idx="15" hasCustomPrompt="1"/>
          </p:nvPr>
        </p:nvSpPr>
        <p:spPr>
          <a:xfrm>
            <a:off x="2522570" y="1816783"/>
            <a:ext cx="734436" cy="265112"/>
          </a:xfrm>
        </p:spPr>
        <p:txBody>
          <a:bodyPr anchor="ctr">
            <a:noAutofit/>
          </a:bodyPr>
          <a:lstStyle>
            <a:lvl1pPr marL="0" indent="0" algn="ctr">
              <a:buFont typeface="Arial" panose="020B0604020202020204" pitchFamily="34" charset="0"/>
              <a:buNone/>
              <a:defRPr sz="1600" b="1">
                <a:solidFill>
                  <a:schemeClr val="bg2"/>
                </a:solidFill>
              </a:defRPr>
            </a:lvl1pPr>
            <a:lvl2pPr marL="270000" indent="0">
              <a:buFont typeface="Arial" panose="020B0604020202020204" pitchFamily="34" charset="0"/>
              <a:buNone/>
              <a:defRPr b="1">
                <a:solidFill>
                  <a:schemeClr val="bg2"/>
                </a:solidFill>
              </a:defRPr>
            </a:lvl2pPr>
            <a:lvl3pPr marL="522000" indent="0">
              <a:buFont typeface="Arial" panose="020B0604020202020204" pitchFamily="34" charset="0"/>
              <a:buNone/>
              <a:defRPr b="1">
                <a:solidFill>
                  <a:schemeClr val="bg2"/>
                </a:solidFill>
              </a:defRPr>
            </a:lvl3pPr>
            <a:lvl4pPr marL="774000" indent="0">
              <a:buFont typeface="Arial" panose="020B0604020202020204" pitchFamily="34" charset="0"/>
              <a:buNone/>
              <a:defRPr b="1">
                <a:solidFill>
                  <a:schemeClr val="bg2"/>
                </a:solidFill>
              </a:defRPr>
            </a:lvl4pPr>
            <a:lvl5pPr marL="1026000" indent="0">
              <a:buFont typeface="Arial" panose="020B0604020202020204" pitchFamily="34" charset="0"/>
              <a:buNone/>
              <a:defRPr b="1">
                <a:solidFill>
                  <a:schemeClr val="bg2"/>
                </a:solidFill>
              </a:defRPr>
            </a:lvl5pPr>
          </a:lstStyle>
          <a:p>
            <a:pPr lvl="0"/>
            <a:r>
              <a:rPr lang="en-US" dirty="0"/>
              <a:t>&lt;#&gt;</a:t>
            </a:r>
          </a:p>
        </p:txBody>
      </p:sp>
      <p:sp>
        <p:nvSpPr>
          <p:cNvPr id="60" name="Text Placeholder 2">
            <a:extLst>
              <a:ext uri="{FF2B5EF4-FFF2-40B4-BE49-F238E27FC236}">
                <a16:creationId xmlns:a16="http://schemas.microsoft.com/office/drawing/2014/main" id="{BB9C82F9-0A2D-9945-BB70-9C7924044338}"/>
              </a:ext>
            </a:extLst>
          </p:cNvPr>
          <p:cNvSpPr>
            <a:spLocks noGrp="1"/>
          </p:cNvSpPr>
          <p:nvPr>
            <p:ph type="body" sz="quarter" idx="16" hasCustomPrompt="1"/>
          </p:nvPr>
        </p:nvSpPr>
        <p:spPr>
          <a:xfrm>
            <a:off x="3345172" y="1816783"/>
            <a:ext cx="760514" cy="265112"/>
          </a:xfrm>
        </p:spPr>
        <p:txBody>
          <a:bodyPr anchor="ctr">
            <a:noAutofit/>
          </a:bodyPr>
          <a:lstStyle>
            <a:lvl1pPr marL="0" indent="0" algn="ctr">
              <a:buFont typeface="Arial" panose="020B0604020202020204" pitchFamily="34" charset="0"/>
              <a:buNone/>
              <a:defRPr sz="1600" b="1">
                <a:solidFill>
                  <a:schemeClr val="bg2"/>
                </a:solidFill>
              </a:defRPr>
            </a:lvl1pPr>
            <a:lvl2pPr marL="270000" indent="0">
              <a:buFont typeface="Arial" panose="020B0604020202020204" pitchFamily="34" charset="0"/>
              <a:buNone/>
              <a:defRPr b="1">
                <a:solidFill>
                  <a:schemeClr val="bg2"/>
                </a:solidFill>
              </a:defRPr>
            </a:lvl2pPr>
            <a:lvl3pPr marL="522000" indent="0">
              <a:buFont typeface="Arial" panose="020B0604020202020204" pitchFamily="34" charset="0"/>
              <a:buNone/>
              <a:defRPr b="1">
                <a:solidFill>
                  <a:schemeClr val="bg2"/>
                </a:solidFill>
              </a:defRPr>
            </a:lvl3pPr>
            <a:lvl4pPr marL="774000" indent="0">
              <a:buFont typeface="Arial" panose="020B0604020202020204" pitchFamily="34" charset="0"/>
              <a:buNone/>
              <a:defRPr b="1">
                <a:solidFill>
                  <a:schemeClr val="bg2"/>
                </a:solidFill>
              </a:defRPr>
            </a:lvl4pPr>
            <a:lvl5pPr marL="1026000" indent="0">
              <a:buFont typeface="Arial" panose="020B0604020202020204" pitchFamily="34" charset="0"/>
              <a:buNone/>
              <a:defRPr b="1">
                <a:solidFill>
                  <a:schemeClr val="bg2"/>
                </a:solidFill>
              </a:defRPr>
            </a:lvl5pPr>
          </a:lstStyle>
          <a:p>
            <a:pPr lvl="0"/>
            <a:r>
              <a:rPr lang="en-US" dirty="0"/>
              <a:t>&lt;#&gt;</a:t>
            </a:r>
          </a:p>
        </p:txBody>
      </p:sp>
      <p:sp>
        <p:nvSpPr>
          <p:cNvPr id="61" name="Text Placeholder 2">
            <a:extLst>
              <a:ext uri="{FF2B5EF4-FFF2-40B4-BE49-F238E27FC236}">
                <a16:creationId xmlns:a16="http://schemas.microsoft.com/office/drawing/2014/main" id="{4F6EE5E4-7412-804B-AB0B-2612A9AEF197}"/>
              </a:ext>
            </a:extLst>
          </p:cNvPr>
          <p:cNvSpPr>
            <a:spLocks noGrp="1"/>
          </p:cNvSpPr>
          <p:nvPr>
            <p:ph type="body" sz="quarter" idx="17" hasCustomPrompt="1"/>
          </p:nvPr>
        </p:nvSpPr>
        <p:spPr>
          <a:xfrm>
            <a:off x="4180072" y="1816783"/>
            <a:ext cx="760514" cy="265112"/>
          </a:xfrm>
        </p:spPr>
        <p:txBody>
          <a:bodyPr anchor="ctr">
            <a:noAutofit/>
          </a:bodyPr>
          <a:lstStyle>
            <a:lvl1pPr marL="0" indent="0" algn="ctr">
              <a:buFont typeface="Arial" panose="020B0604020202020204" pitchFamily="34" charset="0"/>
              <a:buNone/>
              <a:defRPr sz="1600" b="1">
                <a:solidFill>
                  <a:schemeClr val="bg2"/>
                </a:solidFill>
              </a:defRPr>
            </a:lvl1pPr>
            <a:lvl2pPr marL="270000" indent="0">
              <a:buFont typeface="Arial" panose="020B0604020202020204" pitchFamily="34" charset="0"/>
              <a:buNone/>
              <a:defRPr b="1">
                <a:solidFill>
                  <a:schemeClr val="bg2"/>
                </a:solidFill>
              </a:defRPr>
            </a:lvl2pPr>
            <a:lvl3pPr marL="522000" indent="0">
              <a:buFont typeface="Arial" panose="020B0604020202020204" pitchFamily="34" charset="0"/>
              <a:buNone/>
              <a:defRPr b="1">
                <a:solidFill>
                  <a:schemeClr val="bg2"/>
                </a:solidFill>
              </a:defRPr>
            </a:lvl3pPr>
            <a:lvl4pPr marL="774000" indent="0">
              <a:buFont typeface="Arial" panose="020B0604020202020204" pitchFamily="34" charset="0"/>
              <a:buNone/>
              <a:defRPr b="1">
                <a:solidFill>
                  <a:schemeClr val="bg2"/>
                </a:solidFill>
              </a:defRPr>
            </a:lvl4pPr>
            <a:lvl5pPr marL="1026000" indent="0">
              <a:buFont typeface="Arial" panose="020B0604020202020204" pitchFamily="34" charset="0"/>
              <a:buNone/>
              <a:defRPr b="1">
                <a:solidFill>
                  <a:schemeClr val="bg2"/>
                </a:solidFill>
              </a:defRPr>
            </a:lvl5pPr>
          </a:lstStyle>
          <a:p>
            <a:pPr lvl="0"/>
            <a:r>
              <a:rPr lang="en-US" dirty="0"/>
              <a:t>&lt;#&gt;</a:t>
            </a:r>
          </a:p>
        </p:txBody>
      </p:sp>
      <p:sp>
        <p:nvSpPr>
          <p:cNvPr id="62" name="Text Placeholder 2">
            <a:extLst>
              <a:ext uri="{FF2B5EF4-FFF2-40B4-BE49-F238E27FC236}">
                <a16:creationId xmlns:a16="http://schemas.microsoft.com/office/drawing/2014/main" id="{20222DCE-C402-BC42-9510-1717F16DF891}"/>
              </a:ext>
            </a:extLst>
          </p:cNvPr>
          <p:cNvSpPr>
            <a:spLocks noGrp="1"/>
          </p:cNvSpPr>
          <p:nvPr>
            <p:ph type="body" sz="quarter" idx="18" hasCustomPrompt="1"/>
          </p:nvPr>
        </p:nvSpPr>
        <p:spPr>
          <a:xfrm>
            <a:off x="4998590" y="1816783"/>
            <a:ext cx="776867" cy="265112"/>
          </a:xfrm>
        </p:spPr>
        <p:txBody>
          <a:bodyPr anchor="ctr">
            <a:noAutofit/>
          </a:bodyPr>
          <a:lstStyle>
            <a:lvl1pPr marL="0" indent="0" algn="ctr">
              <a:buFont typeface="Arial" panose="020B0604020202020204" pitchFamily="34" charset="0"/>
              <a:buNone/>
              <a:defRPr sz="1600" b="1">
                <a:solidFill>
                  <a:srgbClr val="57C968"/>
                </a:solidFill>
              </a:defRPr>
            </a:lvl1pPr>
            <a:lvl2pPr marL="270000" indent="0">
              <a:buFont typeface="Arial" panose="020B0604020202020204" pitchFamily="34" charset="0"/>
              <a:buNone/>
              <a:defRPr b="1">
                <a:solidFill>
                  <a:schemeClr val="bg2"/>
                </a:solidFill>
              </a:defRPr>
            </a:lvl2pPr>
            <a:lvl3pPr marL="522000" indent="0">
              <a:buFont typeface="Arial" panose="020B0604020202020204" pitchFamily="34" charset="0"/>
              <a:buNone/>
              <a:defRPr b="1">
                <a:solidFill>
                  <a:schemeClr val="bg2"/>
                </a:solidFill>
              </a:defRPr>
            </a:lvl3pPr>
            <a:lvl4pPr marL="774000" indent="0">
              <a:buFont typeface="Arial" panose="020B0604020202020204" pitchFamily="34" charset="0"/>
              <a:buNone/>
              <a:defRPr b="1">
                <a:solidFill>
                  <a:schemeClr val="bg2"/>
                </a:solidFill>
              </a:defRPr>
            </a:lvl4pPr>
            <a:lvl5pPr marL="1026000" indent="0">
              <a:buFont typeface="Arial" panose="020B0604020202020204" pitchFamily="34" charset="0"/>
              <a:buNone/>
              <a:defRPr b="1">
                <a:solidFill>
                  <a:schemeClr val="bg2"/>
                </a:solidFill>
              </a:defRPr>
            </a:lvl5pPr>
          </a:lstStyle>
          <a:p>
            <a:pPr lvl="0"/>
            <a:r>
              <a:rPr lang="en-US" dirty="0"/>
              <a:t>&lt;#&gt;</a:t>
            </a:r>
          </a:p>
        </p:txBody>
      </p:sp>
      <p:cxnSp>
        <p:nvCxnSpPr>
          <p:cNvPr id="6" name="Straight Connector 5">
            <a:extLst>
              <a:ext uri="{FF2B5EF4-FFF2-40B4-BE49-F238E27FC236}">
                <a16:creationId xmlns:a16="http://schemas.microsoft.com/office/drawing/2014/main" id="{D3B0C8CF-791F-18E5-4333-1B6A84495D38}"/>
              </a:ext>
            </a:extLst>
          </p:cNvPr>
          <p:cNvCxnSpPr>
            <a:cxnSpLocks/>
          </p:cNvCxnSpPr>
          <p:nvPr userDrawn="1"/>
        </p:nvCxnSpPr>
        <p:spPr>
          <a:xfrm>
            <a:off x="1696774" y="2159781"/>
            <a:ext cx="720000" cy="0"/>
          </a:xfrm>
          <a:prstGeom prst="line">
            <a:avLst/>
          </a:prstGeom>
          <a:ln w="57150" cap="rnd">
            <a:solidFill>
              <a:srgbClr val="910714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7" name="AutoShape 5">
            <a:extLst>
              <a:ext uri="{FF2B5EF4-FFF2-40B4-BE49-F238E27FC236}">
                <a16:creationId xmlns:a16="http://schemas.microsoft.com/office/drawing/2014/main" id="{D8BC2DDE-6625-F621-EC94-783A87A7B4F3}"/>
              </a:ext>
            </a:extLst>
          </p:cNvPr>
          <p:cNvSpPr>
            <a:spLocks noChangeArrowheads="1"/>
          </p:cNvSpPr>
          <p:nvPr userDrawn="1"/>
        </p:nvSpPr>
        <p:spPr bwMode="auto">
          <a:xfrm>
            <a:off x="1663674" y="2238104"/>
            <a:ext cx="770084" cy="184666"/>
          </a:xfrm>
          <a:prstGeom prst="foldedCorner">
            <a:avLst>
              <a:gd name="adj" fmla="val 0"/>
            </a:avLst>
          </a:prstGeom>
          <a:noFill/>
          <a:ln w="6350" cmpd="sng">
            <a:noFill/>
            <a:round/>
            <a:headEnd/>
            <a:tailEnd/>
          </a:ln>
          <a:effectLst/>
        </p:spPr>
        <p:txBody>
          <a:bodyPr wrap="none" tIns="0" bIns="0">
            <a:spAutoFit/>
          </a:bodyPr>
          <a:lstStyle/>
          <a:p>
            <a:pPr algn="ctr" eaLnBrk="1" hangingPunct="1">
              <a:spcAft>
                <a:spcPts val="0"/>
              </a:spcAft>
              <a:defRPr/>
            </a:pPr>
            <a:r>
              <a:rPr lang="en-US" sz="1200" spc="-50" noProof="1">
                <a:solidFill>
                  <a:srgbClr val="910714"/>
                </a:solidFill>
                <a:cs typeface="TheSansMono M5"/>
              </a:rPr>
              <a:t>critical risk</a:t>
            </a:r>
          </a:p>
        </p:txBody>
      </p:sp>
      <p:sp>
        <p:nvSpPr>
          <p:cNvPr id="43" name="Text Placeholder 2">
            <a:extLst>
              <a:ext uri="{FF2B5EF4-FFF2-40B4-BE49-F238E27FC236}">
                <a16:creationId xmlns:a16="http://schemas.microsoft.com/office/drawing/2014/main" id="{CAAE3B6A-A32C-2E31-61A0-D3B86C8941C9}"/>
              </a:ext>
            </a:extLst>
          </p:cNvPr>
          <p:cNvSpPr>
            <a:spLocks noGrp="1"/>
          </p:cNvSpPr>
          <p:nvPr>
            <p:ph type="body" sz="quarter" idx="19" hasCustomPrompt="1"/>
          </p:nvPr>
        </p:nvSpPr>
        <p:spPr>
          <a:xfrm>
            <a:off x="1685476" y="1811668"/>
            <a:ext cx="734436" cy="265112"/>
          </a:xfrm>
        </p:spPr>
        <p:txBody>
          <a:bodyPr anchor="ctr">
            <a:noAutofit/>
          </a:bodyPr>
          <a:lstStyle>
            <a:lvl1pPr marL="0" indent="0" algn="ctr">
              <a:buFont typeface="Arial" panose="020B0604020202020204" pitchFamily="34" charset="0"/>
              <a:buNone/>
              <a:defRPr sz="1600" b="1">
                <a:solidFill>
                  <a:schemeClr val="bg2"/>
                </a:solidFill>
              </a:defRPr>
            </a:lvl1pPr>
            <a:lvl2pPr marL="270000" indent="0">
              <a:buFont typeface="Arial" panose="020B0604020202020204" pitchFamily="34" charset="0"/>
              <a:buNone/>
              <a:defRPr b="1">
                <a:solidFill>
                  <a:schemeClr val="bg2"/>
                </a:solidFill>
              </a:defRPr>
            </a:lvl2pPr>
            <a:lvl3pPr marL="522000" indent="0">
              <a:buFont typeface="Arial" panose="020B0604020202020204" pitchFamily="34" charset="0"/>
              <a:buNone/>
              <a:defRPr b="1">
                <a:solidFill>
                  <a:schemeClr val="bg2"/>
                </a:solidFill>
              </a:defRPr>
            </a:lvl3pPr>
            <a:lvl4pPr marL="774000" indent="0">
              <a:buFont typeface="Arial" panose="020B0604020202020204" pitchFamily="34" charset="0"/>
              <a:buNone/>
              <a:defRPr b="1">
                <a:solidFill>
                  <a:schemeClr val="bg2"/>
                </a:solidFill>
              </a:defRPr>
            </a:lvl4pPr>
            <a:lvl5pPr marL="1026000" indent="0">
              <a:buFont typeface="Arial" panose="020B0604020202020204" pitchFamily="34" charset="0"/>
              <a:buNone/>
              <a:defRPr b="1">
                <a:solidFill>
                  <a:schemeClr val="bg2"/>
                </a:solidFill>
              </a:defRPr>
            </a:lvl5pPr>
          </a:lstStyle>
          <a:p>
            <a:pPr lvl="0"/>
            <a:r>
              <a:rPr lang="en-US" dirty="0"/>
              <a:t>&lt;#&gt;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5546E4A2-084F-9B55-1A76-59A9E48860A4}"/>
              </a:ext>
            </a:extLst>
          </p:cNvPr>
          <p:cNvSpPr txBox="1"/>
          <p:nvPr userDrawn="1"/>
        </p:nvSpPr>
        <p:spPr>
          <a:xfrm>
            <a:off x="-143206" y="5881381"/>
            <a:ext cx="2549071" cy="289438"/>
          </a:xfrm>
          <a:prstGeom prst="rect">
            <a:avLst/>
          </a:prstGeom>
          <a:noFill/>
        </p:spPr>
        <p:txBody>
          <a:bodyPr wrap="square" lIns="90000" rtlCol="0" anchor="t">
            <a:spAutoFit/>
          </a:bodyPr>
          <a:lstStyle/>
          <a:p>
            <a:pPr algn="r">
              <a:lnSpc>
                <a:spcPct val="113000"/>
              </a:lnSpc>
            </a:pPr>
            <a:r>
              <a:rPr lang="en-US" sz="1200" dirty="0">
                <a:solidFill>
                  <a:schemeClr val="tx1">
                    <a:lumMod val="60000"/>
                    <a:lumOff val="40000"/>
                    <a:alpha val="50000"/>
                  </a:schemeClr>
                </a:solidFill>
              </a:rPr>
              <a:t>Number of dependencies:</a:t>
            </a:r>
          </a:p>
        </p:txBody>
      </p:sp>
      <p:grpSp>
        <p:nvGrpSpPr>
          <p:cNvPr id="4" name="Group 3">
            <a:extLst>
              <a:ext uri="{FF2B5EF4-FFF2-40B4-BE49-F238E27FC236}">
                <a16:creationId xmlns:a16="http://schemas.microsoft.com/office/drawing/2014/main" id="{14748B4A-7DD2-00DB-AD86-FD93B244FC19}"/>
              </a:ext>
            </a:extLst>
          </p:cNvPr>
          <p:cNvGrpSpPr/>
          <p:nvPr userDrawn="1"/>
        </p:nvGrpSpPr>
        <p:grpSpPr>
          <a:xfrm>
            <a:off x="184167" y="2938848"/>
            <a:ext cx="2176758" cy="478914"/>
            <a:chOff x="184167" y="2938848"/>
            <a:chExt cx="2176758" cy="478914"/>
          </a:xfrm>
        </p:grpSpPr>
        <p:pic>
          <p:nvPicPr>
            <p:cNvPr id="5" name="Graphic 4">
              <a:extLst>
                <a:ext uri="{FF2B5EF4-FFF2-40B4-BE49-F238E27FC236}">
                  <a16:creationId xmlns:a16="http://schemas.microsoft.com/office/drawing/2014/main" id="{FD8BF416-6FD7-D2A6-2D79-58E7A1832B08}"/>
                </a:ext>
              </a:extLst>
            </p:cNvPr>
            <p:cNvPicPr>
              <a:picLocks noChangeAspect="1"/>
            </p:cNvPicPr>
            <p:nvPr userDrawn="1"/>
          </p:nvPicPr>
          <p:blipFill>
            <a:blip>
              <a:lum bright="100000"/>
              <a:alphaModFix amt="80000"/>
              <a:extLst>
                <a:ext uri="{96DAC541-7B7A-43D3-8B79-37D633B846F1}">
                  <asvg:svgBlip xmlns:asvg="http://schemas.microsoft.com/office/drawing/2016/SVG/main" r:embed="rId2"/>
                </a:ext>
              </a:extLst>
            </a:blip>
            <a:stretch>
              <a:fillRect/>
            </a:stretch>
          </p:blipFill>
          <p:spPr>
            <a:xfrm>
              <a:off x="2132325" y="3145777"/>
              <a:ext cx="228600" cy="228600"/>
            </a:xfrm>
            <a:prstGeom prst="rect">
              <a:avLst/>
            </a:prstGeom>
          </p:spPr>
        </p:pic>
        <p:sp>
          <p:nvSpPr>
            <p:cNvPr id="9" name="TextBox 8">
              <a:extLst>
                <a:ext uri="{FF2B5EF4-FFF2-40B4-BE49-F238E27FC236}">
                  <a16:creationId xmlns:a16="http://schemas.microsoft.com/office/drawing/2014/main" id="{88FA3170-93BB-C32C-D469-8D7B377640BD}"/>
                </a:ext>
              </a:extLst>
            </p:cNvPr>
            <p:cNvSpPr txBox="1"/>
            <p:nvPr userDrawn="1"/>
          </p:nvSpPr>
          <p:spPr>
            <a:xfrm>
              <a:off x="184167" y="2938848"/>
              <a:ext cx="1930982" cy="478914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pPr algn="r">
                <a:lnSpc>
                  <a:spcPct val="180000"/>
                </a:lnSpc>
              </a:pPr>
              <a:r>
                <a:rPr lang="en-US" sz="1600" b="1" dirty="0">
                  <a:solidFill>
                    <a:schemeClr val="tx1">
                      <a:lumMod val="40000"/>
                      <a:lumOff val="60000"/>
                    </a:schemeClr>
                  </a:solidFill>
                </a:rPr>
                <a:t>vulnerability </a:t>
              </a:r>
              <a:r>
                <a:rPr lang="en-US" sz="1600" dirty="0">
                  <a:solidFill>
                    <a:schemeClr val="tx1">
                      <a:lumMod val="40000"/>
                      <a:lumOff val="60000"/>
                    </a:schemeClr>
                  </a:solidFill>
                </a:rPr>
                <a:t>risk</a:t>
              </a:r>
            </a:p>
          </p:txBody>
        </p:sp>
      </p:grpSp>
      <p:grpSp>
        <p:nvGrpSpPr>
          <p:cNvPr id="11" name="Group 10">
            <a:extLst>
              <a:ext uri="{FF2B5EF4-FFF2-40B4-BE49-F238E27FC236}">
                <a16:creationId xmlns:a16="http://schemas.microsoft.com/office/drawing/2014/main" id="{55DD96C8-3ACF-1DFF-CF73-0AF5F066614E}"/>
              </a:ext>
            </a:extLst>
          </p:cNvPr>
          <p:cNvGrpSpPr/>
          <p:nvPr userDrawn="1"/>
        </p:nvGrpSpPr>
        <p:grpSpPr>
          <a:xfrm>
            <a:off x="1016807" y="3564280"/>
            <a:ext cx="1344118" cy="423514"/>
            <a:chOff x="1016807" y="3564280"/>
            <a:chExt cx="1344118" cy="423514"/>
          </a:xfrm>
        </p:grpSpPr>
        <p:pic>
          <p:nvPicPr>
            <p:cNvPr id="13" name="Graphic 12">
              <a:extLst>
                <a:ext uri="{FF2B5EF4-FFF2-40B4-BE49-F238E27FC236}">
                  <a16:creationId xmlns:a16="http://schemas.microsoft.com/office/drawing/2014/main" id="{5D59CE77-F471-DC75-C135-1DA00EA336BA}"/>
                </a:ext>
              </a:extLst>
            </p:cNvPr>
            <p:cNvPicPr>
              <a:picLocks noChangeAspect="1"/>
            </p:cNvPicPr>
            <p:nvPr userDrawn="1"/>
          </p:nvPicPr>
          <p:blipFill>
            <a:blip>
              <a:lum bright="100000"/>
              <a:alphaModFix amt="80000"/>
              <a:extLst>
                <a:ext uri="{96DAC541-7B7A-43D3-8B79-37D633B846F1}">
                  <asvg:svgBlip xmlns:asvg="http://schemas.microsoft.com/office/drawing/2016/SVG/main" r:embed="rId3"/>
                </a:ext>
              </a:extLst>
            </a:blip>
            <a:stretch>
              <a:fillRect/>
            </a:stretch>
          </p:blipFill>
          <p:spPr>
            <a:xfrm>
              <a:off x="2132325" y="3703034"/>
              <a:ext cx="228600" cy="228600"/>
            </a:xfrm>
            <a:prstGeom prst="rect">
              <a:avLst/>
            </a:prstGeom>
          </p:spPr>
        </p:pic>
        <p:sp>
          <p:nvSpPr>
            <p:cNvPr id="24" name="TextBox 23">
              <a:extLst>
                <a:ext uri="{FF2B5EF4-FFF2-40B4-BE49-F238E27FC236}">
                  <a16:creationId xmlns:a16="http://schemas.microsoft.com/office/drawing/2014/main" id="{4AB1C286-E53F-9CE4-4C64-B0026A68614C}"/>
                </a:ext>
              </a:extLst>
            </p:cNvPr>
            <p:cNvSpPr txBox="1"/>
            <p:nvPr userDrawn="1"/>
          </p:nvSpPr>
          <p:spPr>
            <a:xfrm>
              <a:off x="1016807" y="3564280"/>
              <a:ext cx="1098342" cy="423514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pPr algn="r">
                <a:lnSpc>
                  <a:spcPct val="150000"/>
                </a:lnSpc>
              </a:pPr>
              <a:r>
                <a:rPr lang="en-US" sz="1600" b="1" dirty="0">
                  <a:solidFill>
                    <a:schemeClr val="tx1">
                      <a:lumMod val="40000"/>
                      <a:lumOff val="60000"/>
                    </a:schemeClr>
                  </a:solidFill>
                </a:rPr>
                <a:t>legal </a:t>
              </a:r>
              <a:r>
                <a:rPr lang="en-US" sz="1600" dirty="0">
                  <a:solidFill>
                    <a:schemeClr val="tx1">
                      <a:lumMod val="40000"/>
                      <a:lumOff val="60000"/>
                    </a:schemeClr>
                  </a:solidFill>
                </a:rPr>
                <a:t>risk</a:t>
              </a:r>
            </a:p>
          </p:txBody>
        </p:sp>
      </p:grpSp>
      <p:grpSp>
        <p:nvGrpSpPr>
          <p:cNvPr id="32" name="Group 31">
            <a:extLst>
              <a:ext uri="{FF2B5EF4-FFF2-40B4-BE49-F238E27FC236}">
                <a16:creationId xmlns:a16="http://schemas.microsoft.com/office/drawing/2014/main" id="{F3B04AA6-0170-8ABA-260D-D0032728A162}"/>
              </a:ext>
            </a:extLst>
          </p:cNvPr>
          <p:cNvGrpSpPr/>
          <p:nvPr userDrawn="1"/>
        </p:nvGrpSpPr>
        <p:grpSpPr>
          <a:xfrm>
            <a:off x="283779" y="4213198"/>
            <a:ext cx="2077146" cy="276999"/>
            <a:chOff x="283779" y="4213198"/>
            <a:chExt cx="2077146" cy="276999"/>
          </a:xfrm>
        </p:grpSpPr>
        <p:pic>
          <p:nvPicPr>
            <p:cNvPr id="35" name="Graphic 34">
              <a:extLst>
                <a:ext uri="{FF2B5EF4-FFF2-40B4-BE49-F238E27FC236}">
                  <a16:creationId xmlns:a16="http://schemas.microsoft.com/office/drawing/2014/main" id="{54275B3F-AB3B-D0D7-E66A-918FA53CB79D}"/>
                </a:ext>
              </a:extLst>
            </p:cNvPr>
            <p:cNvPicPr>
              <a:picLocks noChangeAspect="1"/>
            </p:cNvPicPr>
            <p:nvPr userDrawn="1"/>
          </p:nvPicPr>
          <p:blipFill>
            <a:blip>
              <a:lum bright="100000"/>
              <a:alphaModFix amt="80000"/>
              <a:extLst>
                <a:ext uri="{96DAC541-7B7A-43D3-8B79-37D633B846F1}">
                  <asvg:svgBlip xmlns:asvg="http://schemas.microsoft.com/office/drawing/2016/SVG/main" r:embed="rId4"/>
                </a:ext>
              </a:extLst>
            </a:blip>
            <a:stretch>
              <a:fillRect/>
            </a:stretch>
          </p:blipFill>
          <p:spPr>
            <a:xfrm>
              <a:off x="2132325" y="4260843"/>
              <a:ext cx="228600" cy="228600"/>
            </a:xfrm>
            <a:prstGeom prst="rect">
              <a:avLst/>
            </a:prstGeom>
          </p:spPr>
        </p:pic>
        <p:sp>
          <p:nvSpPr>
            <p:cNvPr id="36" name="TextBox 35">
              <a:extLst>
                <a:ext uri="{FF2B5EF4-FFF2-40B4-BE49-F238E27FC236}">
                  <a16:creationId xmlns:a16="http://schemas.microsoft.com/office/drawing/2014/main" id="{CAED634E-2496-806E-376D-3C44D5DAEAD1}"/>
                </a:ext>
              </a:extLst>
            </p:cNvPr>
            <p:cNvSpPr txBox="1"/>
            <p:nvPr userDrawn="1"/>
          </p:nvSpPr>
          <p:spPr>
            <a:xfrm>
              <a:off x="283779" y="4213198"/>
              <a:ext cx="1831370" cy="276999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pPr algn="r">
                <a:lnSpc>
                  <a:spcPct val="100000"/>
                </a:lnSpc>
              </a:pPr>
              <a:r>
                <a:rPr lang="en-US" sz="1200" b="0" dirty="0">
                  <a:solidFill>
                    <a:schemeClr val="tx1">
                      <a:lumMod val="40000"/>
                      <a:lumOff val="60000"/>
                    </a:schemeClr>
                  </a:solidFill>
                </a:rPr>
                <a:t>freshness risk</a:t>
              </a:r>
            </a:p>
          </p:txBody>
        </p:sp>
      </p:grpSp>
      <p:grpSp>
        <p:nvGrpSpPr>
          <p:cNvPr id="39" name="Group 38">
            <a:extLst>
              <a:ext uri="{FF2B5EF4-FFF2-40B4-BE49-F238E27FC236}">
                <a16:creationId xmlns:a16="http://schemas.microsoft.com/office/drawing/2014/main" id="{693FE0FE-23FE-D4C7-7966-960B2D6BD3D4}"/>
              </a:ext>
            </a:extLst>
          </p:cNvPr>
          <p:cNvGrpSpPr/>
          <p:nvPr userDrawn="1"/>
        </p:nvGrpSpPr>
        <p:grpSpPr>
          <a:xfrm>
            <a:off x="763256" y="4628191"/>
            <a:ext cx="1597669" cy="307777"/>
            <a:chOff x="763256" y="4610126"/>
            <a:chExt cx="1597669" cy="307777"/>
          </a:xfrm>
        </p:grpSpPr>
        <p:pic>
          <p:nvPicPr>
            <p:cNvPr id="40" name="Graphic 39">
              <a:extLst>
                <a:ext uri="{FF2B5EF4-FFF2-40B4-BE49-F238E27FC236}">
                  <a16:creationId xmlns:a16="http://schemas.microsoft.com/office/drawing/2014/main" id="{A884E1D2-68C4-CC99-6761-4E51BA139A5F}"/>
                </a:ext>
              </a:extLst>
            </p:cNvPr>
            <p:cNvPicPr>
              <a:picLocks noChangeAspect="1"/>
            </p:cNvPicPr>
            <p:nvPr userDrawn="1"/>
          </p:nvPicPr>
          <p:blipFill>
            <a:blip>
              <a:lum bright="100000"/>
              <a:alphaModFix amt="80000"/>
              <a:extLst>
                <a:ext uri="{96DAC541-7B7A-43D3-8B79-37D633B846F1}">
                  <asvg:svgBlip xmlns:asvg="http://schemas.microsoft.com/office/drawing/2016/SVG/main" r:embed="rId5"/>
                </a:ext>
              </a:extLst>
            </a:blip>
            <a:stretch>
              <a:fillRect/>
            </a:stretch>
          </p:blipFill>
          <p:spPr>
            <a:xfrm>
              <a:off x="2132325" y="4671752"/>
              <a:ext cx="228600" cy="228600"/>
            </a:xfrm>
            <a:prstGeom prst="rect">
              <a:avLst/>
            </a:prstGeom>
          </p:spPr>
        </p:pic>
        <p:sp>
          <p:nvSpPr>
            <p:cNvPr id="44" name="TextBox 43">
              <a:extLst>
                <a:ext uri="{FF2B5EF4-FFF2-40B4-BE49-F238E27FC236}">
                  <a16:creationId xmlns:a16="http://schemas.microsoft.com/office/drawing/2014/main" id="{1B637B0B-B9F7-C45A-A2CD-E4236903CA44}"/>
                </a:ext>
              </a:extLst>
            </p:cNvPr>
            <p:cNvSpPr txBox="1"/>
            <p:nvPr userDrawn="1"/>
          </p:nvSpPr>
          <p:spPr>
            <a:xfrm>
              <a:off x="763256" y="4610126"/>
              <a:ext cx="1351893" cy="307777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pPr algn="r">
                <a:lnSpc>
                  <a:spcPct val="100000"/>
                </a:lnSpc>
              </a:pPr>
              <a:r>
                <a:rPr lang="en-US" sz="1200" b="0" dirty="0">
                  <a:solidFill>
                    <a:schemeClr val="tx1">
                      <a:lumMod val="40000"/>
                      <a:lumOff val="60000"/>
                    </a:schemeClr>
                  </a:solidFill>
                </a:rPr>
                <a:t>stability</a:t>
              </a:r>
              <a:r>
                <a:rPr lang="en-US" sz="1400" b="0" dirty="0">
                  <a:solidFill>
                    <a:schemeClr val="tx1">
                      <a:lumMod val="40000"/>
                      <a:lumOff val="60000"/>
                    </a:schemeClr>
                  </a:solidFill>
                </a:rPr>
                <a:t> </a:t>
              </a:r>
              <a:r>
                <a:rPr lang="en-US" sz="1200" b="0" dirty="0">
                  <a:solidFill>
                    <a:schemeClr val="tx1">
                      <a:lumMod val="40000"/>
                      <a:lumOff val="60000"/>
                    </a:schemeClr>
                  </a:solidFill>
                </a:rPr>
                <a:t>risk</a:t>
              </a:r>
            </a:p>
          </p:txBody>
        </p:sp>
      </p:grpSp>
      <p:grpSp>
        <p:nvGrpSpPr>
          <p:cNvPr id="47" name="Group 46">
            <a:extLst>
              <a:ext uri="{FF2B5EF4-FFF2-40B4-BE49-F238E27FC236}">
                <a16:creationId xmlns:a16="http://schemas.microsoft.com/office/drawing/2014/main" id="{ADDEE55D-85C5-F1E0-82C9-656E14C98A45}"/>
              </a:ext>
            </a:extLst>
          </p:cNvPr>
          <p:cNvGrpSpPr/>
          <p:nvPr userDrawn="1"/>
        </p:nvGrpSpPr>
        <p:grpSpPr>
          <a:xfrm>
            <a:off x="632049" y="5073962"/>
            <a:ext cx="1728876" cy="276999"/>
            <a:chOff x="632049" y="5033912"/>
            <a:chExt cx="1728876" cy="276999"/>
          </a:xfrm>
        </p:grpSpPr>
        <p:pic>
          <p:nvPicPr>
            <p:cNvPr id="49" name="Graphic 48">
              <a:extLst>
                <a:ext uri="{FF2B5EF4-FFF2-40B4-BE49-F238E27FC236}">
                  <a16:creationId xmlns:a16="http://schemas.microsoft.com/office/drawing/2014/main" id="{638CBB33-3CAC-D4D4-95F0-E601E9651F1C}"/>
                </a:ext>
              </a:extLst>
            </p:cNvPr>
            <p:cNvPicPr>
              <a:picLocks noChangeAspect="1"/>
            </p:cNvPicPr>
            <p:nvPr userDrawn="1"/>
          </p:nvPicPr>
          <p:blipFill>
            <a:blip>
              <a:lum bright="100000"/>
              <a:alphaModFix amt="80000"/>
              <a:extLst>
                <a:ext uri="{96DAC541-7B7A-43D3-8B79-37D633B846F1}">
                  <asvg:svgBlip xmlns:asvg="http://schemas.microsoft.com/office/drawing/2016/SVG/main" r:embed="rId6"/>
                </a:ext>
              </a:extLst>
            </a:blip>
            <a:stretch>
              <a:fillRect/>
            </a:stretch>
          </p:blipFill>
          <p:spPr>
            <a:xfrm>
              <a:off x="2132325" y="5075030"/>
              <a:ext cx="228600" cy="228600"/>
            </a:xfrm>
            <a:prstGeom prst="rect">
              <a:avLst/>
            </a:prstGeom>
          </p:spPr>
        </p:pic>
        <p:sp>
          <p:nvSpPr>
            <p:cNvPr id="51" name="TextBox 50">
              <a:extLst>
                <a:ext uri="{FF2B5EF4-FFF2-40B4-BE49-F238E27FC236}">
                  <a16:creationId xmlns:a16="http://schemas.microsoft.com/office/drawing/2014/main" id="{DEBE0748-E831-C177-8482-1AD9D7C8020A}"/>
                </a:ext>
              </a:extLst>
            </p:cNvPr>
            <p:cNvSpPr txBox="1"/>
            <p:nvPr userDrawn="1"/>
          </p:nvSpPr>
          <p:spPr>
            <a:xfrm>
              <a:off x="632049" y="5033912"/>
              <a:ext cx="1483100" cy="276999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pPr algn="r">
                <a:lnSpc>
                  <a:spcPct val="100000"/>
                </a:lnSpc>
              </a:pPr>
              <a:r>
                <a:rPr lang="en-US" sz="1200" b="0" dirty="0">
                  <a:solidFill>
                    <a:schemeClr val="tx1">
                      <a:lumMod val="40000"/>
                      <a:lumOff val="60000"/>
                    </a:schemeClr>
                  </a:solidFill>
                </a:rPr>
                <a:t>management risk</a:t>
              </a:r>
            </a:p>
          </p:txBody>
        </p:sp>
      </p:grpSp>
      <p:grpSp>
        <p:nvGrpSpPr>
          <p:cNvPr id="57" name="Group 56">
            <a:extLst>
              <a:ext uri="{FF2B5EF4-FFF2-40B4-BE49-F238E27FC236}">
                <a16:creationId xmlns:a16="http://schemas.microsoft.com/office/drawing/2014/main" id="{82F96D4F-7882-8E1E-059F-CF281133C60A}"/>
              </a:ext>
            </a:extLst>
          </p:cNvPr>
          <p:cNvGrpSpPr/>
          <p:nvPr userDrawn="1"/>
        </p:nvGrpSpPr>
        <p:grpSpPr>
          <a:xfrm>
            <a:off x="708077" y="5488955"/>
            <a:ext cx="1652848" cy="276999"/>
            <a:chOff x="708077" y="5488955"/>
            <a:chExt cx="1652848" cy="276999"/>
          </a:xfrm>
        </p:grpSpPr>
        <p:pic>
          <p:nvPicPr>
            <p:cNvPr id="59" name="Graphic 58">
              <a:extLst>
                <a:ext uri="{FF2B5EF4-FFF2-40B4-BE49-F238E27FC236}">
                  <a16:creationId xmlns:a16="http://schemas.microsoft.com/office/drawing/2014/main" id="{1A99E526-2AFE-852A-F382-C92035CEFB78}"/>
                </a:ext>
              </a:extLst>
            </p:cNvPr>
            <p:cNvPicPr>
              <a:picLocks noChangeAspect="1"/>
            </p:cNvPicPr>
            <p:nvPr userDrawn="1"/>
          </p:nvPicPr>
          <p:blipFill>
            <a:blip>
              <a:lum bright="100000"/>
              <a:alphaModFix amt="80000"/>
              <a:extLst>
                <a:ext uri="{96DAC541-7B7A-43D3-8B79-37D633B846F1}">
                  <asvg:svgBlip xmlns:asvg="http://schemas.microsoft.com/office/drawing/2016/SVG/main" r:embed="rId7"/>
                </a:ext>
              </a:extLst>
            </a:blip>
            <a:stretch>
              <a:fillRect/>
            </a:stretch>
          </p:blipFill>
          <p:spPr>
            <a:xfrm>
              <a:off x="2132325" y="5517723"/>
              <a:ext cx="228600" cy="228600"/>
            </a:xfrm>
            <a:prstGeom prst="rect">
              <a:avLst/>
            </a:prstGeom>
          </p:spPr>
        </p:pic>
        <p:sp>
          <p:nvSpPr>
            <p:cNvPr id="63" name="TextBox 62">
              <a:extLst>
                <a:ext uri="{FF2B5EF4-FFF2-40B4-BE49-F238E27FC236}">
                  <a16:creationId xmlns:a16="http://schemas.microsoft.com/office/drawing/2014/main" id="{64638D2F-CAB2-BA06-872A-ED7C6CD060EB}"/>
                </a:ext>
              </a:extLst>
            </p:cNvPr>
            <p:cNvSpPr txBox="1"/>
            <p:nvPr userDrawn="1"/>
          </p:nvSpPr>
          <p:spPr>
            <a:xfrm>
              <a:off x="708077" y="5488955"/>
              <a:ext cx="1407072" cy="276999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pPr algn="r">
                <a:lnSpc>
                  <a:spcPct val="100000"/>
                </a:lnSpc>
              </a:pPr>
              <a:r>
                <a:rPr lang="en-US" sz="1200" b="0" dirty="0">
                  <a:solidFill>
                    <a:schemeClr val="tx1">
                      <a:lumMod val="40000"/>
                      <a:lumOff val="60000"/>
                    </a:schemeClr>
                  </a:solidFill>
                </a:rPr>
                <a:t>activity risk</a:t>
              </a:r>
            </a:p>
          </p:txBody>
        </p:sp>
      </p:grpSp>
      <p:sp>
        <p:nvSpPr>
          <p:cNvPr id="64" name="TextBox 63">
            <a:extLst>
              <a:ext uri="{FF2B5EF4-FFF2-40B4-BE49-F238E27FC236}">
                <a16:creationId xmlns:a16="http://schemas.microsoft.com/office/drawing/2014/main" id="{DA66A356-888B-5B88-7541-A81781B37E16}"/>
              </a:ext>
            </a:extLst>
          </p:cNvPr>
          <p:cNvSpPr txBox="1"/>
          <p:nvPr userDrawn="1"/>
        </p:nvSpPr>
        <p:spPr>
          <a:xfrm>
            <a:off x="1972649" y="2655839"/>
            <a:ext cx="1152452" cy="289438"/>
          </a:xfrm>
          <a:prstGeom prst="rect">
            <a:avLst/>
          </a:prstGeom>
          <a:noFill/>
        </p:spPr>
        <p:txBody>
          <a:bodyPr wrap="none" lIns="90000" rtlCol="0" anchor="t">
            <a:spAutoFit/>
          </a:bodyPr>
          <a:lstStyle/>
          <a:p>
            <a:pPr algn="l">
              <a:lnSpc>
                <a:spcPct val="113000"/>
              </a:lnSpc>
            </a:pPr>
            <a:r>
              <a:rPr lang="en-NL" sz="1200" b="1" i="0" dirty="0">
                <a:solidFill>
                  <a:srgbClr val="C1C7CF"/>
                </a:solidFill>
              </a:rPr>
              <a:t>Risk categories</a:t>
            </a:r>
          </a:p>
        </p:txBody>
      </p:sp>
    </p:spTree>
    <p:extLst>
      <p:ext uri="{BB962C8B-B14F-4D97-AF65-F5344CB8AC3E}">
        <p14:creationId xmlns:p14="http://schemas.microsoft.com/office/powerpoint/2010/main" val="784851057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slideLayout" Target="../slideLayouts/slideLayout12.xml"/><Relationship Id="rId13" Type="http://schemas.openxmlformats.org/officeDocument/2006/relationships/slideLayout" Target="../slideLayouts/slideLayout13.xml"/><Relationship Id="rId14" Type="http://schemas.openxmlformats.org/officeDocument/2006/relationships/slideLayout" Target="../slideLayouts/slideLayout14.xml"/><Relationship Id="rId15" Type="http://schemas.openxmlformats.org/officeDocument/2006/relationships/slideLayout" Target="../slideLayouts/slideLayout15.xml"/><Relationship Id="rId16" Type="http://schemas.openxmlformats.org/officeDocument/2006/relationships/slideLayout" Target="../slideLayouts/slideLayout16.xml"/><Relationship Id="rId17" Type="http://schemas.openxmlformats.org/officeDocument/2006/relationships/slideLayout" Target="../slideLayouts/slideLayout17.xml"/><Relationship Id="rId18" Type="http://schemas.openxmlformats.org/officeDocument/2006/relationships/slideLayout" Target="../slideLayouts/slideLayout18.xml"/><Relationship Id="rId19" Type="http://schemas.openxmlformats.org/officeDocument/2006/relationships/slideLayout" Target="../slideLayouts/slideLayout19.xml"/><Relationship Id="rId20" Type="http://schemas.openxmlformats.org/officeDocument/2006/relationships/theme" Target="../theme/theme1.xml"/><Relationship Id="rId21" Type="http://schemas.openxmlformats.org/officeDocument/2006/relationships/hyperlink" Target="https://wiki.sig.eu/confluence/x/JoDbC" TargetMode="Externa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" name="Table 1">
            <a:extLst>
              <a:ext uri="{FF2B5EF4-FFF2-40B4-BE49-F238E27FC236}">
                <a16:creationId xmlns:a16="http://schemas.microsoft.com/office/drawing/2014/main" id="{CCDFA920-C997-D084-6D6F-203835674864}"/>
              </a:ext>
            </a:extLst>
          </p:cNvPr>
          <p:cNvGraphicFramePr>
            <a:graphicFrameLocks noGrp="1"/>
          </p:cNvGraphicFramePr>
          <p:nvPr userDrawn="1">
            <p:extLst>
              <p:ext uri="{D42A27DB-BD31-4B8C-83A1-F6EECF244321}">
                <p14:modId xmlns:p14="http://schemas.microsoft.com/office/powerpoint/2010/main" val="3177137826"/>
              </p:ext>
            </p:extLst>
          </p:nvPr>
        </p:nvGraphicFramePr>
        <p:xfrm>
          <a:off x="12294145" y="1986729"/>
          <a:ext cx="1440000" cy="23040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44000">
                  <a:extLst>
                    <a:ext uri="{9D8B030D-6E8A-4147-A177-3AD203B41FA5}">
                      <a16:colId xmlns:a16="http://schemas.microsoft.com/office/drawing/2014/main" val="3557183788"/>
                    </a:ext>
                  </a:extLst>
                </a:gridCol>
                <a:gridCol w="144000">
                  <a:extLst>
                    <a:ext uri="{9D8B030D-6E8A-4147-A177-3AD203B41FA5}">
                      <a16:colId xmlns:a16="http://schemas.microsoft.com/office/drawing/2014/main" val="3871316488"/>
                    </a:ext>
                  </a:extLst>
                </a:gridCol>
                <a:gridCol w="144000">
                  <a:extLst>
                    <a:ext uri="{9D8B030D-6E8A-4147-A177-3AD203B41FA5}">
                      <a16:colId xmlns:a16="http://schemas.microsoft.com/office/drawing/2014/main" val="2550956232"/>
                    </a:ext>
                  </a:extLst>
                </a:gridCol>
                <a:gridCol w="144000">
                  <a:extLst>
                    <a:ext uri="{9D8B030D-6E8A-4147-A177-3AD203B41FA5}">
                      <a16:colId xmlns:a16="http://schemas.microsoft.com/office/drawing/2014/main" val="1391318227"/>
                    </a:ext>
                  </a:extLst>
                </a:gridCol>
                <a:gridCol w="144000">
                  <a:extLst>
                    <a:ext uri="{9D8B030D-6E8A-4147-A177-3AD203B41FA5}">
                      <a16:colId xmlns:a16="http://schemas.microsoft.com/office/drawing/2014/main" val="2662168378"/>
                    </a:ext>
                  </a:extLst>
                </a:gridCol>
                <a:gridCol w="144000">
                  <a:extLst>
                    <a:ext uri="{9D8B030D-6E8A-4147-A177-3AD203B41FA5}">
                      <a16:colId xmlns:a16="http://schemas.microsoft.com/office/drawing/2014/main" val="609036797"/>
                    </a:ext>
                  </a:extLst>
                </a:gridCol>
                <a:gridCol w="144000">
                  <a:extLst>
                    <a:ext uri="{9D8B030D-6E8A-4147-A177-3AD203B41FA5}">
                      <a16:colId xmlns:a16="http://schemas.microsoft.com/office/drawing/2014/main" val="3687972093"/>
                    </a:ext>
                  </a:extLst>
                </a:gridCol>
                <a:gridCol w="144000">
                  <a:extLst>
                    <a:ext uri="{9D8B030D-6E8A-4147-A177-3AD203B41FA5}">
                      <a16:colId xmlns:a16="http://schemas.microsoft.com/office/drawing/2014/main" val="474073916"/>
                    </a:ext>
                  </a:extLst>
                </a:gridCol>
                <a:gridCol w="144000">
                  <a:extLst>
                    <a:ext uri="{9D8B030D-6E8A-4147-A177-3AD203B41FA5}">
                      <a16:colId xmlns:a16="http://schemas.microsoft.com/office/drawing/2014/main" val="1186812505"/>
                    </a:ext>
                  </a:extLst>
                </a:gridCol>
                <a:gridCol w="144000">
                  <a:extLst>
                    <a:ext uri="{9D8B030D-6E8A-4147-A177-3AD203B41FA5}">
                      <a16:colId xmlns:a16="http://schemas.microsoft.com/office/drawing/2014/main" val="3855898394"/>
                    </a:ext>
                  </a:extLst>
                </a:gridCol>
              </a:tblGrid>
              <a:tr h="288000">
                <a:tc gridSpan="2">
                  <a:txBody>
                    <a:bodyPr/>
                    <a:lstStyle/>
                    <a:p>
                      <a:pPr algn="ctr"/>
                      <a:endParaRPr lang="en-US" sz="800" b="0" dirty="0">
                        <a:solidFill>
                          <a:schemeClr val="lt1">
                            <a:alpha val="70000"/>
                          </a:schemeClr>
                        </a:solidFill>
                      </a:endParaRPr>
                    </a:p>
                  </a:txBody>
                  <a:tcPr marL="0" marR="0" marT="0" marB="0" anchor="b">
                    <a:lnL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F1F1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F1F1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1F364B"/>
                    </a:solidFill>
                  </a:tcPr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algn="ctr"/>
                      <a:endParaRPr lang="en-US" sz="800" b="0" dirty="0">
                        <a:solidFill>
                          <a:schemeClr val="lt1">
                            <a:alpha val="70000"/>
                          </a:schemeClr>
                        </a:solidFill>
                      </a:endParaRPr>
                    </a:p>
                  </a:txBody>
                  <a:tcPr marL="0" marR="0" marT="0" marB="0" anchor="b">
                    <a:lnL w="9525" cap="flat" cmpd="sng" algn="ctr">
                      <a:solidFill>
                        <a:srgbClr val="F1F1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F1F1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F1F1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697C8E"/>
                    </a:solidFill>
                  </a:tcPr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algn="ctr"/>
                      <a:endParaRPr lang="en-US" sz="800" b="0" dirty="0">
                        <a:solidFill>
                          <a:srgbClr val="183240">
                            <a:alpha val="70000"/>
                          </a:srgbClr>
                        </a:solidFill>
                      </a:endParaRPr>
                    </a:p>
                  </a:txBody>
                  <a:tcPr marL="0" marR="0" marT="0" marB="0" anchor="b">
                    <a:lnL w="9525" cap="flat" cmpd="sng" algn="ctr">
                      <a:solidFill>
                        <a:srgbClr val="F1F1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F1F1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F1F1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B3BECD"/>
                    </a:solidFill>
                  </a:tcPr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algn="ctr"/>
                      <a:endParaRPr lang="en-US" sz="800" b="0" dirty="0">
                        <a:solidFill>
                          <a:srgbClr val="183240">
                            <a:alpha val="70000"/>
                          </a:srgbClr>
                        </a:solidFill>
                      </a:endParaRPr>
                    </a:p>
                  </a:txBody>
                  <a:tcPr marL="0" marR="0" marT="0" marB="0" anchor="b">
                    <a:lnL w="9525" cap="flat" cmpd="sng" algn="ctr">
                      <a:solidFill>
                        <a:srgbClr val="F1F1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F1F1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F1F1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D9E1EB"/>
                    </a:solidFill>
                  </a:tcPr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algn="ctr"/>
                      <a:endParaRPr lang="en-US" sz="800" b="0" dirty="0">
                        <a:solidFill>
                          <a:srgbClr val="183240">
                            <a:alpha val="70000"/>
                          </a:srgbClr>
                        </a:solidFill>
                      </a:endParaRPr>
                    </a:p>
                  </a:txBody>
                  <a:tcPr marL="0" marR="0" marT="0" marB="0" anchor="b">
                    <a:lnL w="9525" cap="flat" cmpd="sng" algn="ctr">
                      <a:solidFill>
                        <a:srgbClr val="F1F1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2F6FA"/>
                    </a:solidFill>
                  </a:tcPr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507771366"/>
                  </a:ext>
                </a:extLst>
              </a:tr>
              <a:tr h="72000">
                <a:tc gridSpan="2">
                  <a:txBody>
                    <a:bodyPr/>
                    <a:lstStyle/>
                    <a:p>
                      <a:pPr algn="ctr"/>
                      <a:endParaRPr lang="en-US" sz="100" b="0" dirty="0">
                        <a:solidFill>
                          <a:schemeClr val="lt1">
                            <a:alpha val="70000"/>
                          </a:schemeClr>
                        </a:solidFill>
                      </a:endParaRPr>
                    </a:p>
                  </a:txBody>
                  <a:tcPr marL="0" marR="0" marT="0" marB="0" anchor="b">
                    <a:lnL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F1F1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F1F1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F1F1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algn="ctr"/>
                      <a:endParaRPr lang="en-US" sz="100" b="0" dirty="0">
                        <a:solidFill>
                          <a:schemeClr val="lt1">
                            <a:alpha val="70000"/>
                          </a:schemeClr>
                        </a:solidFill>
                      </a:endParaRPr>
                    </a:p>
                  </a:txBody>
                  <a:tcPr marL="0" marR="0" marT="0" marB="0" anchor="b">
                    <a:lnL w="9525" cap="flat" cmpd="sng" algn="ctr">
                      <a:solidFill>
                        <a:srgbClr val="F1F1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F1F1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F1F1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F1F1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algn="ctr"/>
                      <a:endParaRPr lang="en-US" sz="100" b="0" dirty="0">
                        <a:solidFill>
                          <a:srgbClr val="183240">
                            <a:alpha val="70000"/>
                          </a:srgbClr>
                        </a:solidFill>
                      </a:endParaRPr>
                    </a:p>
                  </a:txBody>
                  <a:tcPr marL="0" marR="0" marT="0" marB="0" anchor="b">
                    <a:lnL w="9525" cap="flat" cmpd="sng" algn="ctr">
                      <a:solidFill>
                        <a:srgbClr val="F1F1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F1F1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F1F1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F1F1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algn="ctr"/>
                      <a:endParaRPr lang="en-US" sz="100" b="0" dirty="0">
                        <a:solidFill>
                          <a:srgbClr val="183240">
                            <a:alpha val="70000"/>
                          </a:srgbClr>
                        </a:solidFill>
                      </a:endParaRPr>
                    </a:p>
                  </a:txBody>
                  <a:tcPr marL="0" marR="0" marT="0" marB="0" anchor="b">
                    <a:lnL w="9525" cap="flat" cmpd="sng" algn="ctr">
                      <a:solidFill>
                        <a:srgbClr val="F1F1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F1F1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F1F1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F1F1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algn="ctr"/>
                      <a:endParaRPr lang="en-US" sz="100" b="0" dirty="0">
                        <a:solidFill>
                          <a:srgbClr val="183240">
                            <a:alpha val="70000"/>
                          </a:srgbClr>
                        </a:solidFill>
                      </a:endParaRPr>
                    </a:p>
                  </a:txBody>
                  <a:tcPr marL="0" marR="0" marT="0" marB="0" anchor="b">
                    <a:lnL w="9525" cap="flat" cmpd="sng" algn="ctr">
                      <a:solidFill>
                        <a:srgbClr val="F1F1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F1F1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006575328"/>
                  </a:ext>
                </a:extLst>
              </a:tr>
              <a:tr h="288000">
                <a:tc gridSpan="2">
                  <a:txBody>
                    <a:bodyPr/>
                    <a:lstStyle/>
                    <a:p>
                      <a:pPr algn="ctr"/>
                      <a:endParaRPr lang="en-US" sz="800" b="0" dirty="0">
                        <a:solidFill>
                          <a:schemeClr val="lt1">
                            <a:alpha val="70000"/>
                          </a:schemeClr>
                        </a:solidFill>
                      </a:endParaRPr>
                    </a:p>
                  </a:txBody>
                  <a:tcPr marL="0" marR="0" marT="0" marB="0" anchor="b">
                    <a:lnL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F1F1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F1F1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F1F1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1F364B"/>
                    </a:solidFill>
                  </a:tcPr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algn="ctr"/>
                      <a:endParaRPr lang="en-US" sz="800" b="0" dirty="0">
                        <a:solidFill>
                          <a:schemeClr val="lt1">
                            <a:alpha val="70000"/>
                          </a:schemeClr>
                        </a:solidFill>
                      </a:endParaRPr>
                    </a:p>
                  </a:txBody>
                  <a:tcPr marL="0" marR="0" marT="0" marB="0" anchor="b">
                    <a:lnL w="9525" cap="flat" cmpd="sng" algn="ctr">
                      <a:solidFill>
                        <a:srgbClr val="F1F1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F1F1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F1F1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F1F1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00ADC8"/>
                    </a:solidFill>
                  </a:tcPr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algn="ctr"/>
                      <a:endParaRPr lang="en-US" sz="800" b="0" dirty="0">
                        <a:solidFill>
                          <a:srgbClr val="183240">
                            <a:alpha val="70000"/>
                          </a:srgbClr>
                        </a:solidFill>
                      </a:endParaRPr>
                    </a:p>
                  </a:txBody>
                  <a:tcPr marL="0" marR="0" marT="0" marB="0" anchor="b">
                    <a:lnL w="9525" cap="flat" cmpd="sng" algn="ctr">
                      <a:solidFill>
                        <a:srgbClr val="F1F1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F1F1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F1F1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F1F1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836AA5"/>
                    </a:solidFill>
                  </a:tcPr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algn="ctr"/>
                      <a:endParaRPr lang="en-US" sz="800" b="0" dirty="0">
                        <a:solidFill>
                          <a:srgbClr val="183240">
                            <a:alpha val="70000"/>
                          </a:srgbClr>
                        </a:solidFill>
                      </a:endParaRPr>
                    </a:p>
                  </a:txBody>
                  <a:tcPr marL="0" marR="0" marT="0" marB="0" anchor="b">
                    <a:lnL w="9525" cap="flat" cmpd="sng" algn="ctr">
                      <a:solidFill>
                        <a:srgbClr val="F1F1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F1F1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F1F1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F1F1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tx1"/>
                    </a:solidFill>
                  </a:tcPr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algn="ctr"/>
                      <a:endParaRPr lang="en-US" sz="800" b="0" dirty="0">
                        <a:solidFill>
                          <a:srgbClr val="183240">
                            <a:alpha val="70000"/>
                          </a:srgbClr>
                        </a:solidFill>
                      </a:endParaRPr>
                    </a:p>
                  </a:txBody>
                  <a:tcPr marL="0" marR="0" marT="0" marB="0" anchor="b">
                    <a:lnL w="9525" cap="flat" cmpd="sng" algn="ctr">
                      <a:solidFill>
                        <a:srgbClr val="F1F1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F1F1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F1F1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712159491"/>
                  </a:ext>
                </a:extLst>
              </a:tr>
              <a:tr h="72000">
                <a:tc gridSpan="2">
                  <a:txBody>
                    <a:bodyPr/>
                    <a:lstStyle/>
                    <a:p>
                      <a:endParaRPr lang="en-US" sz="100" dirty="0"/>
                    </a:p>
                  </a:txBody>
                  <a:tcPr marL="0" marR="0" marT="0" marB="0">
                    <a:lnL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F1F1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F1F1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endParaRPr lang="en-US" sz="100" dirty="0"/>
                    </a:p>
                  </a:txBody>
                  <a:tcPr marL="0" marR="0" marT="0" marB="0">
                    <a:lnL w="9525" cap="flat" cmpd="sng" algn="ctr">
                      <a:solidFill>
                        <a:srgbClr val="F1F1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F1F1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F1F1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endParaRPr lang="en-US" sz="100" dirty="0"/>
                    </a:p>
                  </a:txBody>
                  <a:tcPr marL="0" marR="0" marT="0" marB="0">
                    <a:lnL w="9525" cap="flat" cmpd="sng" algn="ctr">
                      <a:solidFill>
                        <a:srgbClr val="F1F1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F1F1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F1F1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endParaRPr lang="en-US" sz="100" dirty="0"/>
                    </a:p>
                  </a:txBody>
                  <a:tcPr marL="0" marR="0" marT="0" marB="0">
                    <a:lnL w="9525" cap="flat" cmpd="sng" algn="ctr">
                      <a:solidFill>
                        <a:srgbClr val="F1F1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F1F1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F1F1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endParaRPr lang="en-US" sz="100" dirty="0"/>
                    </a:p>
                  </a:txBody>
                  <a:tcPr marL="0" marR="0" marT="0" marB="0">
                    <a:lnL w="9525" cap="flat" cmpd="sng" algn="ctr">
                      <a:solidFill>
                        <a:srgbClr val="F1F1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F1F1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22470536"/>
                  </a:ext>
                </a:extLst>
              </a:tr>
              <a:tr h="288000">
                <a:tc gridSpan="2">
                  <a:txBody>
                    <a:bodyPr/>
                    <a:lstStyle/>
                    <a:p>
                      <a:endParaRPr lang="en-US" dirty="0"/>
                    </a:p>
                  </a:txBody>
                  <a:tcPr marL="0" marR="0" marT="0" marB="0">
                    <a:lnL w="762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F0F0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F0F0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2"/>
                    </a:solidFill>
                  </a:tcPr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endParaRPr lang="en-US" dirty="0"/>
                    </a:p>
                  </a:txBody>
                  <a:tcPr marL="0" marR="0" marT="0" marB="0">
                    <a:lnL w="9525" cap="flat" cmpd="sng" algn="ctr">
                      <a:solidFill>
                        <a:srgbClr val="F0F0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F0F0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F0F0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00ADC8"/>
                    </a:solidFill>
                  </a:tcPr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endParaRPr lang="en-US" dirty="0"/>
                    </a:p>
                  </a:txBody>
                  <a:tcPr marL="0" marR="0" marT="0" marB="0">
                    <a:lnL w="9525" cap="flat" cmpd="sng" algn="ctr">
                      <a:solidFill>
                        <a:srgbClr val="F0F0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F0F0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F0F0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836AA5"/>
                    </a:solidFill>
                  </a:tcPr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endParaRPr lang="en-US" dirty="0"/>
                    </a:p>
                  </a:txBody>
                  <a:tcPr marL="0" marR="0" marT="0" marB="0">
                    <a:lnL w="9525" cap="flat" cmpd="sng" algn="ctr">
                      <a:solidFill>
                        <a:srgbClr val="F0F0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F0F0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F0F0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5"/>
                    </a:solidFill>
                  </a:tcPr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endParaRPr lang="en-US" dirty="0"/>
                    </a:p>
                  </a:txBody>
                  <a:tcPr marL="0" marR="0" marT="0" marB="0">
                    <a:lnL w="9525" cap="flat" cmpd="sng" algn="ctr">
                      <a:solidFill>
                        <a:srgbClr val="F0F0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762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F0F0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6"/>
                    </a:solidFill>
                  </a:tcPr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271587105"/>
                  </a:ext>
                </a:extLst>
              </a:tr>
              <a:tr h="288000">
                <a:tc gridSpan="2">
                  <a:txBody>
                    <a:bodyPr/>
                    <a:lstStyle/>
                    <a:p>
                      <a:endParaRPr lang="en-US" dirty="0"/>
                    </a:p>
                  </a:txBody>
                  <a:tcPr marL="0" marR="0" marT="0" marB="0">
                    <a:lnL w="76200" cap="flat" cmpd="sng" algn="ctr">
                      <a:solidFill>
                        <a:srgbClr val="F0F0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F0F0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F0F0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0" cap="flat" cmpd="sng" algn="ctr">
                      <a:solidFill>
                        <a:srgbClr val="F0F0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E0C223"/>
                    </a:solidFill>
                  </a:tcPr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endParaRPr lang="en-US" dirty="0"/>
                    </a:p>
                  </a:txBody>
                  <a:tcPr marL="0" marR="0" marT="0" marB="0">
                    <a:lnL w="9525" cap="flat" cmpd="sng" algn="ctr">
                      <a:solidFill>
                        <a:srgbClr val="F0F0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F0F0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F0F0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0" cap="flat" cmpd="sng" algn="ctr">
                      <a:solidFill>
                        <a:srgbClr val="F0F0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5EC5D4"/>
                    </a:solidFill>
                  </a:tcPr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endParaRPr lang="en-US" dirty="0"/>
                    </a:p>
                  </a:txBody>
                  <a:tcPr marL="0" marR="0" marT="0" marB="0">
                    <a:lnL w="9525" cap="flat" cmpd="sng" algn="ctr">
                      <a:solidFill>
                        <a:srgbClr val="F0F0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F0F0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F0F0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0" cap="flat" cmpd="sng" algn="ctr">
                      <a:solidFill>
                        <a:srgbClr val="F0F0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A591BE"/>
                    </a:solidFill>
                  </a:tcPr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endParaRPr lang="en-US" dirty="0"/>
                    </a:p>
                  </a:txBody>
                  <a:tcPr marL="0" marR="0" marT="0" marB="0">
                    <a:lnL w="9525" cap="flat" cmpd="sng" algn="ctr">
                      <a:solidFill>
                        <a:srgbClr val="F0F0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F0F0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F0F0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0" cap="flat" cmpd="sng" algn="ctr">
                      <a:solidFill>
                        <a:srgbClr val="F0F0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C5CD59"/>
                    </a:solidFill>
                  </a:tcPr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endParaRPr lang="en-US" dirty="0"/>
                    </a:p>
                  </a:txBody>
                  <a:tcPr marL="0" marR="0" marT="0" marB="0">
                    <a:lnL w="9525" cap="flat" cmpd="sng" algn="ctr">
                      <a:solidFill>
                        <a:srgbClr val="F0F0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0" cap="flat" cmpd="sng" algn="ctr">
                      <a:solidFill>
                        <a:srgbClr val="F0F0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F0F0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0" cap="flat" cmpd="sng" algn="ctr">
                      <a:solidFill>
                        <a:srgbClr val="F0F0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D55200"/>
                    </a:solidFill>
                  </a:tcPr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232382331"/>
                  </a:ext>
                </a:extLst>
              </a:tr>
              <a:tr h="72000">
                <a:tc gridSpan="2">
                  <a:txBody>
                    <a:bodyPr/>
                    <a:lstStyle/>
                    <a:p>
                      <a:endParaRPr lang="en-US" sz="100" dirty="0"/>
                    </a:p>
                  </a:txBody>
                  <a:tcPr marL="0" marR="0" marT="0" marB="0">
                    <a:lnL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F1F1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0" cap="flat" cmpd="sng" algn="ctr">
                      <a:solidFill>
                        <a:srgbClr val="F0F0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F1F1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endParaRPr lang="en-US" sz="100" dirty="0"/>
                    </a:p>
                  </a:txBody>
                  <a:tcPr marL="0" marR="0" marT="0" marB="0">
                    <a:lnL w="9525" cap="flat" cmpd="sng" algn="ctr">
                      <a:solidFill>
                        <a:srgbClr val="F1F1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F1F1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0" cap="flat" cmpd="sng" algn="ctr">
                      <a:solidFill>
                        <a:srgbClr val="F0F0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F1F1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endParaRPr lang="en-US" sz="100" dirty="0"/>
                    </a:p>
                  </a:txBody>
                  <a:tcPr marL="0" marR="0" marT="0" marB="0">
                    <a:lnL w="9525" cap="flat" cmpd="sng" algn="ctr">
                      <a:solidFill>
                        <a:srgbClr val="F1F1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F1F1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0" cap="flat" cmpd="sng" algn="ctr">
                      <a:solidFill>
                        <a:srgbClr val="F0F0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F1F1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endParaRPr lang="en-US" sz="100" dirty="0"/>
                    </a:p>
                  </a:txBody>
                  <a:tcPr marL="0" marR="0" marT="0" marB="0">
                    <a:lnL w="9525" cap="flat" cmpd="sng" algn="ctr">
                      <a:solidFill>
                        <a:srgbClr val="F1F1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F1F1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0" cap="flat" cmpd="sng" algn="ctr">
                      <a:solidFill>
                        <a:srgbClr val="F0F0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F1F1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endParaRPr lang="en-US" sz="100" dirty="0"/>
                    </a:p>
                  </a:txBody>
                  <a:tcPr marL="0" marR="0" marT="0" marB="0">
                    <a:lnL w="9525" cap="flat" cmpd="sng" algn="ctr">
                      <a:solidFill>
                        <a:srgbClr val="F1F1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76200" cap="flat" cmpd="sng" algn="ctr">
                      <a:solidFill>
                        <a:srgbClr val="F0F0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F1F1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768818685"/>
                  </a:ext>
                </a:extLst>
              </a:tr>
              <a:tr h="288000">
                <a:tc gridSpan="2">
                  <a:txBody>
                    <a:bodyPr/>
                    <a:lstStyle/>
                    <a:p>
                      <a:endParaRPr lang="en-US" dirty="0"/>
                    </a:p>
                  </a:txBody>
                  <a:tcPr marL="0" marR="0" marT="0" marB="0">
                    <a:lnL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F1F1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F1F1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F1F1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gradFill>
                      <a:gsLst>
                        <a:gs pos="0">
                          <a:srgbClr val="F7E16D"/>
                        </a:gs>
                        <a:gs pos="100000">
                          <a:srgbClr val="E0C223"/>
                        </a:gs>
                      </a:gsLst>
                      <a:lin ang="2700000" scaled="0"/>
                    </a:gradFill>
                  </a:tcPr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endParaRPr lang="en-US" dirty="0"/>
                    </a:p>
                  </a:txBody>
                  <a:tcPr marL="0" marR="0" marT="0" marB="0">
                    <a:lnL w="9525" cap="flat" cmpd="sng" algn="ctr">
                      <a:solidFill>
                        <a:srgbClr val="F1F1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F1F1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F1F1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F1F1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gradFill>
                      <a:gsLst>
                        <a:gs pos="100000">
                          <a:srgbClr val="6AD6E5"/>
                        </a:gs>
                        <a:gs pos="0">
                          <a:srgbClr val="04ABC8"/>
                        </a:gs>
                      </a:gsLst>
                      <a:lin ang="2700000" scaled="0"/>
                    </a:gradFill>
                  </a:tcPr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endParaRPr lang="en-US" dirty="0"/>
                    </a:p>
                  </a:txBody>
                  <a:tcPr marL="0" marR="0" marT="0" marB="0">
                    <a:lnL w="9525" cap="flat" cmpd="sng" algn="ctr">
                      <a:solidFill>
                        <a:srgbClr val="F1F1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F1F1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F1F1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F1F1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gradFill>
                      <a:gsLst>
                        <a:gs pos="0">
                          <a:srgbClr val="AA98C3"/>
                        </a:gs>
                        <a:gs pos="100000">
                          <a:srgbClr val="6076BA"/>
                        </a:gs>
                      </a:gsLst>
                      <a:lin ang="2700000" scaled="0"/>
                    </a:gradFill>
                  </a:tcPr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endParaRPr lang="en-US" dirty="0"/>
                    </a:p>
                  </a:txBody>
                  <a:tcPr marL="0" marR="0" marT="0" marB="0">
                    <a:lnL w="9525" cap="flat" cmpd="sng" algn="ctr">
                      <a:solidFill>
                        <a:srgbClr val="F1F1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F1F1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F1F1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F1F1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gradFill>
                      <a:gsLst>
                        <a:gs pos="0">
                          <a:srgbClr val="C5CD59"/>
                        </a:gs>
                        <a:gs pos="100000">
                          <a:srgbClr val="9DA43C"/>
                        </a:gs>
                      </a:gsLst>
                      <a:lin ang="2700000" scaled="0"/>
                    </a:gradFill>
                  </a:tcPr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endParaRPr lang="en-US" dirty="0"/>
                    </a:p>
                  </a:txBody>
                  <a:tcPr marL="0" marR="0" marT="0" marB="0">
                    <a:lnL w="9525" cap="flat" cmpd="sng" algn="ctr">
                      <a:solidFill>
                        <a:srgbClr val="F1F1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F1F1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F1F1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gradFill>
                      <a:gsLst>
                        <a:gs pos="0">
                          <a:srgbClr val="EB935C"/>
                        </a:gs>
                        <a:gs pos="35000">
                          <a:srgbClr val="D65200"/>
                        </a:gs>
                      </a:gsLst>
                      <a:lin ang="2700000" scaled="0"/>
                    </a:gradFill>
                  </a:tcPr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795602441"/>
                  </a:ext>
                </a:extLst>
              </a:tr>
              <a:tr h="288000">
                <a:tc>
                  <a:txBody>
                    <a:bodyPr/>
                    <a:lstStyle/>
                    <a:p>
                      <a:endParaRPr lang="en-US" dirty="0"/>
                    </a:p>
                  </a:txBody>
                  <a:tcPr marL="0" marR="0" marT="0" marB="0">
                    <a:lnL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F1F1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F1F1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F1F1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7E16D"/>
                    </a:solidFill>
                  </a:tcPr>
                </a:tc>
                <a:tc>
                  <a:txBody>
                    <a:bodyPr/>
                    <a:lstStyle/>
                    <a:p>
                      <a:endParaRPr lang="en-US" dirty="0"/>
                    </a:p>
                  </a:txBody>
                  <a:tcPr marL="0" marR="0" marT="0" marB="0">
                    <a:lnL w="9525" cap="flat" cmpd="sng" algn="ctr">
                      <a:solidFill>
                        <a:srgbClr val="F1F1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F1F1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F1F1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F1F1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E0C223"/>
                    </a:solidFill>
                  </a:tcPr>
                </a:tc>
                <a:tc>
                  <a:txBody>
                    <a:bodyPr/>
                    <a:lstStyle/>
                    <a:p>
                      <a:endParaRPr lang="en-US" dirty="0"/>
                    </a:p>
                  </a:txBody>
                  <a:tcPr marL="0" marR="0" marT="0" marB="0">
                    <a:lnL w="9525" cap="flat" cmpd="sng" algn="ctr">
                      <a:solidFill>
                        <a:srgbClr val="F1F1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F1F1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F1F1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F1F1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6AD6E5"/>
                    </a:solidFill>
                  </a:tcPr>
                </a:tc>
                <a:tc>
                  <a:txBody>
                    <a:bodyPr/>
                    <a:lstStyle/>
                    <a:p>
                      <a:endParaRPr lang="en-US" dirty="0"/>
                    </a:p>
                  </a:txBody>
                  <a:tcPr marL="0" marR="0" marT="0" marB="0">
                    <a:lnL w="9525" cap="flat" cmpd="sng" algn="ctr">
                      <a:solidFill>
                        <a:srgbClr val="F1F1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F1F1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F1F1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F1F1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04ABC8"/>
                    </a:solidFill>
                  </a:tcPr>
                </a:tc>
                <a:tc>
                  <a:txBody>
                    <a:bodyPr/>
                    <a:lstStyle/>
                    <a:p>
                      <a:endParaRPr lang="en-US" dirty="0"/>
                    </a:p>
                  </a:txBody>
                  <a:tcPr marL="0" marR="0" marT="0" marB="0">
                    <a:lnL w="9525" cap="flat" cmpd="sng" algn="ctr">
                      <a:solidFill>
                        <a:srgbClr val="F1F1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F1F1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F1F1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F1F1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AA98C3"/>
                    </a:solidFill>
                  </a:tcPr>
                </a:tc>
                <a:tc>
                  <a:txBody>
                    <a:bodyPr/>
                    <a:lstStyle/>
                    <a:p>
                      <a:endParaRPr lang="en-US" dirty="0"/>
                    </a:p>
                  </a:txBody>
                  <a:tcPr marL="0" marR="0" marT="0" marB="0">
                    <a:lnL w="9525" cap="flat" cmpd="sng" algn="ctr">
                      <a:solidFill>
                        <a:srgbClr val="F1F1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F1F1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F1F1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F1F1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6076BA"/>
                    </a:solidFill>
                  </a:tcPr>
                </a:tc>
                <a:tc>
                  <a:txBody>
                    <a:bodyPr/>
                    <a:lstStyle/>
                    <a:p>
                      <a:endParaRPr lang="en-US" dirty="0"/>
                    </a:p>
                  </a:txBody>
                  <a:tcPr marL="0" marR="0" marT="0" marB="0">
                    <a:lnL w="9525" cap="flat" cmpd="sng" algn="ctr">
                      <a:solidFill>
                        <a:srgbClr val="F1F1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F1F1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F1F1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F1F1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C5CD59"/>
                    </a:solidFill>
                  </a:tcPr>
                </a:tc>
                <a:tc>
                  <a:txBody>
                    <a:bodyPr/>
                    <a:lstStyle/>
                    <a:p>
                      <a:endParaRPr lang="en-US" dirty="0"/>
                    </a:p>
                  </a:txBody>
                  <a:tcPr marL="0" marR="0" marT="0" marB="0">
                    <a:lnL w="9525" cap="flat" cmpd="sng" algn="ctr">
                      <a:solidFill>
                        <a:srgbClr val="F1F1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F1F1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F1F1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F1F1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9DA43C"/>
                    </a:solidFill>
                  </a:tcPr>
                </a:tc>
                <a:tc>
                  <a:txBody>
                    <a:bodyPr/>
                    <a:lstStyle/>
                    <a:p>
                      <a:endParaRPr lang="en-US" dirty="0"/>
                    </a:p>
                  </a:txBody>
                  <a:tcPr marL="0" marR="0" marT="0" marB="0">
                    <a:lnL w="9525" cap="flat" cmpd="sng" algn="ctr">
                      <a:solidFill>
                        <a:srgbClr val="F1F1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F1F1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F1F1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F1F1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EB935C"/>
                    </a:solidFill>
                  </a:tcPr>
                </a:tc>
                <a:tc>
                  <a:txBody>
                    <a:bodyPr/>
                    <a:lstStyle/>
                    <a:p>
                      <a:endParaRPr lang="en-US" dirty="0"/>
                    </a:p>
                  </a:txBody>
                  <a:tcPr marL="0" marR="0" marT="0" marB="0">
                    <a:lnL w="9525" cap="flat" cmpd="sng" algn="ctr">
                      <a:solidFill>
                        <a:srgbClr val="F1F1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F1F1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F1F1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D6520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506871530"/>
                  </a:ext>
                </a:extLst>
              </a:tr>
              <a:tr h="72000">
                <a:tc gridSpan="2">
                  <a:txBody>
                    <a:bodyPr/>
                    <a:lstStyle/>
                    <a:p>
                      <a:endParaRPr lang="en-US" sz="100" dirty="0"/>
                    </a:p>
                  </a:txBody>
                  <a:tcPr marL="0" marR="0" marT="0" marB="0">
                    <a:lnL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F1F1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F1F1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F1F1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endParaRPr lang="en-US" sz="100" dirty="0"/>
                    </a:p>
                  </a:txBody>
                  <a:tcPr marL="0" marR="0" marT="0" marB="0">
                    <a:lnL w="9525" cap="flat" cmpd="sng" algn="ctr">
                      <a:solidFill>
                        <a:srgbClr val="F1F1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F1F1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F1F1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F1F1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endParaRPr lang="en-US" sz="100" dirty="0"/>
                    </a:p>
                  </a:txBody>
                  <a:tcPr marL="0" marR="0" marT="0" marB="0">
                    <a:lnL w="9525" cap="flat" cmpd="sng" algn="ctr">
                      <a:solidFill>
                        <a:srgbClr val="F1F1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F1F1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F1F1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F1F1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endParaRPr lang="en-US" sz="100" dirty="0"/>
                    </a:p>
                  </a:txBody>
                  <a:tcPr marL="0" marR="0" marT="0" marB="0">
                    <a:lnL w="9525" cap="flat" cmpd="sng" algn="ctr">
                      <a:solidFill>
                        <a:srgbClr val="F1F1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F1F1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F1F1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F1F1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endParaRPr lang="en-US" sz="100" dirty="0"/>
                    </a:p>
                  </a:txBody>
                  <a:tcPr marL="0" marR="0" marT="0" marB="0">
                    <a:lnL w="9525" cap="flat" cmpd="sng" algn="ctr">
                      <a:solidFill>
                        <a:srgbClr val="F1F1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F1F1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F1F1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250424333"/>
                  </a:ext>
                </a:extLst>
              </a:tr>
              <a:tr h="288000">
                <a:tc gridSpan="2">
                  <a:txBody>
                    <a:bodyPr/>
                    <a:lstStyle/>
                    <a:p>
                      <a:endParaRPr lang="en-US" dirty="0"/>
                    </a:p>
                  </a:txBody>
                  <a:tcPr marL="0" marR="0" marT="0" marB="0">
                    <a:lnL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F1F1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F1F1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DB4A3D"/>
                    </a:solidFill>
                  </a:tcPr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endParaRPr lang="en-US" dirty="0"/>
                    </a:p>
                  </a:txBody>
                  <a:tcPr marL="0" marR="0" marT="0" marB="0">
                    <a:lnL w="9525" cap="flat" cmpd="sng" algn="ctr">
                      <a:solidFill>
                        <a:srgbClr val="F1F1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F1F1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F1F1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EF981A"/>
                    </a:solidFill>
                  </a:tcPr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endParaRPr lang="en-US" dirty="0"/>
                    </a:p>
                  </a:txBody>
                  <a:tcPr marL="0" marR="0" marT="0" marB="0">
                    <a:lnL w="9525" cap="flat" cmpd="sng" algn="ctr">
                      <a:solidFill>
                        <a:srgbClr val="F1F1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F1F1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F1F1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8C640"/>
                    </a:solidFill>
                  </a:tcPr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endParaRPr lang="en-US" dirty="0"/>
                    </a:p>
                  </a:txBody>
                  <a:tcPr marL="0" marR="0" marT="0" marB="0">
                    <a:lnL w="9525" cap="flat" cmpd="sng" algn="ctr">
                      <a:solidFill>
                        <a:srgbClr val="F1F1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F1F1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F1F1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57C968"/>
                    </a:solidFill>
                  </a:tcPr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endParaRPr lang="en-US" dirty="0"/>
                    </a:p>
                  </a:txBody>
                  <a:tcPr marL="0" marR="0" marT="0" marB="0">
                    <a:lnL w="9525" cap="flat" cmpd="sng" algn="ctr">
                      <a:solidFill>
                        <a:srgbClr val="F1F1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F1F1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2C963F"/>
                    </a:solidFill>
                  </a:tcPr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289488421"/>
                  </a:ext>
                </a:extLst>
              </a:tr>
            </a:tbl>
          </a:graphicData>
        </a:graphic>
      </p:graphicFrame>
      <p:sp>
        <p:nvSpPr>
          <p:cNvPr id="5" name="TextBox 4">
            <a:hlinkClick r:id="rId21"/>
            <a:extLst>
              <a:ext uri="{FF2B5EF4-FFF2-40B4-BE49-F238E27FC236}">
                <a16:creationId xmlns:a16="http://schemas.microsoft.com/office/drawing/2014/main" id="{97451D23-9484-A5AC-6DE0-B05B1E0505F7}"/>
              </a:ext>
            </a:extLst>
          </p:cNvPr>
          <p:cNvSpPr txBox="1"/>
          <p:nvPr userDrawn="1"/>
        </p:nvSpPr>
        <p:spPr>
          <a:xfrm>
            <a:off x="12260945" y="4406201"/>
            <a:ext cx="1574597" cy="433196"/>
          </a:xfrm>
          <a:prstGeom prst="rect">
            <a:avLst/>
          </a:prstGeom>
          <a:noFill/>
        </p:spPr>
        <p:txBody>
          <a:bodyPr wrap="square" rtlCol="0" anchor="b">
            <a:spAutoFit/>
          </a:bodyPr>
          <a:lstStyle/>
          <a:p>
            <a:pPr marL="0" marR="0" lvl="0" indent="0" algn="l" defTabSz="457200" rtl="0" eaLnBrk="1" fontAlgn="auto" latinLnBrk="0" hangingPunct="1">
              <a:lnSpc>
                <a:spcPct val="114000"/>
              </a:lnSpc>
              <a:spcBef>
                <a:spcPts val="0"/>
              </a:spcBef>
              <a:spcAft>
                <a:spcPts val="0"/>
              </a:spcAft>
              <a:buClr>
                <a:srgbClr val="9B9A87"/>
              </a:buClr>
              <a:buSzPct val="100000"/>
              <a:buFont typeface="+mj-lt"/>
              <a:buNone/>
              <a:tabLst/>
              <a:defRPr/>
            </a:pPr>
            <a:r>
              <a:rPr kumimoji="0" lang="en-US" sz="1000" b="1" i="0" u="none" strike="noStrike" kern="1200" cap="none" spc="0" normalizeH="0" baseline="0" noProof="0" dirty="0">
                <a:ln>
                  <a:noFill/>
                </a:ln>
                <a:solidFill>
                  <a:schemeClr val="tx1">
                    <a:lumMod val="60000"/>
                    <a:lumOff val="40000"/>
                  </a:schemeClr>
                </a:solidFill>
                <a:effectLst/>
                <a:uLnTx/>
                <a:uFillTx/>
                <a:latin typeface="Calibri Bold"/>
                <a:ea typeface="+mn-ea"/>
                <a:cs typeface="+mn-cs"/>
              </a:rPr>
              <a:t>Master template version: </a:t>
            </a:r>
          </a:p>
          <a:p>
            <a:pPr marL="0" marR="0" lvl="0" indent="0" algn="l" defTabSz="457200" rtl="0" eaLnBrk="1" fontAlgn="auto" latinLnBrk="0" hangingPunct="1">
              <a:lnSpc>
                <a:spcPct val="114000"/>
              </a:lnSpc>
              <a:spcBef>
                <a:spcPts val="0"/>
              </a:spcBef>
              <a:spcAft>
                <a:spcPts val="0"/>
              </a:spcAft>
              <a:buClr>
                <a:srgbClr val="9B9A87"/>
              </a:buClr>
              <a:buSzPct val="100000"/>
              <a:buFont typeface="+mj-lt"/>
              <a:buNone/>
              <a:tabLst/>
              <a:defRPr/>
            </a:pPr>
            <a:r>
              <a:rPr kumimoji="0" lang="en-US" sz="1000" b="0" i="0" u="none" strike="noStrike" kern="1200" cap="none" spc="0" normalizeH="0" baseline="0" noProof="0" dirty="0">
                <a:ln>
                  <a:noFill/>
                </a:ln>
                <a:solidFill>
                  <a:schemeClr val="tx1">
                    <a:lumMod val="60000"/>
                    <a:lumOff val="40000"/>
                  </a:schemeClr>
                </a:solidFill>
                <a:effectLst/>
                <a:uLnTx/>
                <a:uFillTx/>
                <a:latin typeface="Calibri Regular"/>
                <a:ea typeface="+mn-ea"/>
                <a:cs typeface="+mn-cs"/>
              </a:rPr>
              <a:t>v20220729</a:t>
            </a:r>
            <a:endParaRPr lang="en-US" sz="1000" b="0" i="0" dirty="0">
              <a:solidFill>
                <a:schemeClr val="tx1">
                  <a:lumMod val="60000"/>
                  <a:lumOff val="40000"/>
                </a:schemeClr>
              </a:solidFill>
              <a:latin typeface="Calibri Regular"/>
            </a:endParaRPr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499FC6F2-3923-4241-B710-1B30D0874A09}"/>
              </a:ext>
            </a:extLst>
          </p:cNvPr>
          <p:cNvSpPr/>
          <p:nvPr userDrawn="1"/>
        </p:nvSpPr>
        <p:spPr>
          <a:xfrm>
            <a:off x="0" y="-1"/>
            <a:ext cx="12192000" cy="6865951"/>
          </a:xfrm>
          <a:prstGeom prst="rect">
            <a:avLst/>
          </a:prstGeom>
          <a:solidFill>
            <a:schemeClr val="bg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02F04000-FB3A-6842-9B07-0251B414D6E4}"/>
              </a:ext>
            </a:extLst>
          </p:cNvPr>
          <p:cNvSpPr/>
          <p:nvPr userDrawn="1"/>
        </p:nvSpPr>
        <p:spPr>
          <a:xfrm>
            <a:off x="1526401" y="0"/>
            <a:ext cx="10665600" cy="856800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45B13F74-C0BA-034D-B21E-2C17337F1FA4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523798" y="1360359"/>
            <a:ext cx="11231962" cy="4971737"/>
          </a:xfrm>
          <a:prstGeom prst="rect">
            <a:avLst/>
          </a:prstGeom>
        </p:spPr>
        <p:txBody>
          <a:bodyPr vert="horz" lIns="0" tIns="45720" rIns="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Title Placeholder 3">
            <a:extLst>
              <a:ext uri="{FF2B5EF4-FFF2-40B4-BE49-F238E27FC236}">
                <a16:creationId xmlns:a16="http://schemas.microsoft.com/office/drawing/2014/main" id="{DEB3B1D5-38F6-744A-845D-D4D4BFD82B4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936800" y="277200"/>
            <a:ext cx="9810000" cy="284400"/>
          </a:xfrm>
          <a:prstGeom prst="rect">
            <a:avLst/>
          </a:prstGeom>
        </p:spPr>
        <p:txBody>
          <a:bodyPr wrap="square" lIns="0" tIns="0" rIns="0" bIns="0" anchor="t">
            <a:noAutofit/>
          </a:bodyPr>
          <a:lstStyle/>
          <a:p>
            <a:pPr marL="228600" lvl="0" indent="-228600">
              <a:spcBef>
                <a:spcPts val="1000"/>
              </a:spcBef>
              <a:buFont typeface="Arial"/>
            </a:pPr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44" name="Slide Number Placeholder 5">
            <a:extLst>
              <a:ext uri="{FF2B5EF4-FFF2-40B4-BE49-F238E27FC236}">
                <a16:creationId xmlns:a16="http://schemas.microsoft.com/office/drawing/2014/main" id="{61D04E9C-E586-B24A-97EA-062E3E2A73A9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495599" y="6550219"/>
            <a:ext cx="250068" cy="236406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0" tIns="36000" rtlCol="0" anchor="ctr">
            <a:spAutoFit/>
          </a:bodyPr>
          <a:lstStyle>
            <a:lvl1pPr algn="r">
              <a:defRPr lang="en-US" sz="1000" b="1" spc="10" smtClean="0">
                <a:solidFill>
                  <a:srgbClr val="B3BECD"/>
                </a:solidFill>
              </a:defRPr>
            </a:lvl1pPr>
          </a:lstStyle>
          <a:p>
            <a:fld id="{E242BD21-9B61-2246-BCB1-4BE5E1BEBE1C}" type="slidenum">
              <a:rPr lang="en-US" smtClean="0"/>
              <a:pPr/>
              <a:t>‹#›</a:t>
            </a:fld>
            <a:endParaRPr lang="en-US"/>
          </a:p>
        </p:txBody>
      </p:sp>
      <p:sp>
        <p:nvSpPr>
          <p:cNvPr id="58" name="TextBox 57">
            <a:extLst>
              <a:ext uri="{FF2B5EF4-FFF2-40B4-BE49-F238E27FC236}">
                <a16:creationId xmlns:a16="http://schemas.microsoft.com/office/drawing/2014/main" id="{2068D9D8-6BDF-E84E-92C4-860CA2E281CA}"/>
              </a:ext>
            </a:extLst>
          </p:cNvPr>
          <p:cNvSpPr txBox="1"/>
          <p:nvPr userDrawn="1"/>
        </p:nvSpPr>
        <p:spPr>
          <a:xfrm>
            <a:off x="-1228363" y="-303006"/>
            <a:ext cx="1228362" cy="1658286"/>
          </a:xfrm>
          <a:prstGeom prst="rect">
            <a:avLst/>
          </a:prstGeom>
          <a:gradFill>
            <a:gsLst>
              <a:gs pos="53000">
                <a:schemeClr val="tx1">
                  <a:lumMod val="40000"/>
                  <a:lumOff val="60000"/>
                  <a:alpha val="0"/>
                </a:schemeClr>
              </a:gs>
              <a:gs pos="100000">
                <a:schemeClr val="tx1">
                  <a:lumMod val="40000"/>
                  <a:lumOff val="60000"/>
                  <a:alpha val="70000"/>
                </a:schemeClr>
              </a:gs>
            </a:gsLst>
            <a:lin ang="2400000" scaled="0"/>
          </a:gradFill>
        </p:spPr>
        <p:txBody>
          <a:bodyPr wrap="square" rtlCol="0" anchor="b">
            <a:noAutofit/>
          </a:bodyPr>
          <a:lstStyle/>
          <a:p>
            <a:pPr algn="l"/>
            <a:r>
              <a:rPr lang="en-US" sz="900" b="1" i="0" dirty="0">
                <a:solidFill>
                  <a:schemeClr val="tx1">
                    <a:alpha val="70000"/>
                  </a:schemeClr>
                </a:solidFill>
                <a:latin typeface="Calibri Bold"/>
              </a:rPr>
              <a:t>NO CONTENT HERE</a:t>
            </a:r>
          </a:p>
        </p:txBody>
      </p:sp>
      <p:sp>
        <p:nvSpPr>
          <p:cNvPr id="60" name="TextBox 59">
            <a:extLst>
              <a:ext uri="{FF2B5EF4-FFF2-40B4-BE49-F238E27FC236}">
                <a16:creationId xmlns:a16="http://schemas.microsoft.com/office/drawing/2014/main" id="{D66DECB5-D39A-5146-B4F8-F6AE03D6367F}"/>
              </a:ext>
            </a:extLst>
          </p:cNvPr>
          <p:cNvSpPr txBox="1"/>
          <p:nvPr userDrawn="1"/>
        </p:nvSpPr>
        <p:spPr>
          <a:xfrm>
            <a:off x="-301318" y="-372507"/>
            <a:ext cx="826141" cy="369332"/>
          </a:xfrm>
          <a:prstGeom prst="rect">
            <a:avLst/>
          </a:prstGeom>
          <a:gradFill>
            <a:gsLst>
              <a:gs pos="60000">
                <a:schemeClr val="tx1">
                  <a:lumMod val="40000"/>
                  <a:lumOff val="60000"/>
                  <a:alpha val="0"/>
                </a:schemeClr>
              </a:gs>
              <a:gs pos="100000">
                <a:schemeClr val="tx1">
                  <a:lumMod val="40000"/>
                  <a:lumOff val="60000"/>
                  <a:alpha val="70000"/>
                </a:schemeClr>
              </a:gs>
            </a:gsLst>
            <a:lin ang="3000000" scaled="0"/>
          </a:gradFill>
        </p:spPr>
        <p:txBody>
          <a:bodyPr wrap="square" rtlCol="0" anchor="b">
            <a:spAutoFit/>
          </a:bodyPr>
          <a:lstStyle/>
          <a:p>
            <a:pPr algn="l"/>
            <a:r>
              <a:rPr lang="en-US" sz="900" b="1" i="0" dirty="0">
                <a:solidFill>
                  <a:schemeClr val="tx1">
                    <a:alpha val="70000"/>
                  </a:schemeClr>
                </a:solidFill>
                <a:latin typeface="Calibri Bold"/>
              </a:rPr>
              <a:t>NO CONTENT</a:t>
            </a:r>
            <a:br>
              <a:rPr lang="en-US" sz="900" b="1" i="0" dirty="0">
                <a:solidFill>
                  <a:schemeClr val="tx1">
                    <a:alpha val="70000"/>
                  </a:schemeClr>
                </a:solidFill>
                <a:latin typeface="Calibri Bold"/>
              </a:rPr>
            </a:br>
            <a:r>
              <a:rPr lang="en-US" sz="900" b="1" i="0" dirty="0">
                <a:solidFill>
                  <a:schemeClr val="tx1">
                    <a:alpha val="70000"/>
                  </a:schemeClr>
                </a:solidFill>
                <a:latin typeface="Calibri Bold"/>
              </a:rPr>
              <a:t>          HERE</a:t>
            </a:r>
          </a:p>
        </p:txBody>
      </p:sp>
      <p:sp>
        <p:nvSpPr>
          <p:cNvPr id="80" name="Triangle 79">
            <a:extLst>
              <a:ext uri="{FF2B5EF4-FFF2-40B4-BE49-F238E27FC236}">
                <a16:creationId xmlns:a16="http://schemas.microsoft.com/office/drawing/2014/main" id="{F11C372E-FF74-1C46-AC9A-9C6FAC6B5901}"/>
              </a:ext>
            </a:extLst>
          </p:cNvPr>
          <p:cNvSpPr/>
          <p:nvPr userDrawn="1"/>
        </p:nvSpPr>
        <p:spPr>
          <a:xfrm rot="16200000">
            <a:off x="313381" y="-158834"/>
            <a:ext cx="112623" cy="79252"/>
          </a:xfrm>
          <a:prstGeom prst="triangle">
            <a:avLst/>
          </a:prstGeom>
          <a:solidFill>
            <a:schemeClr val="tx1">
              <a:alpha val="7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1" name="Freeform 80">
            <a:extLst>
              <a:ext uri="{FF2B5EF4-FFF2-40B4-BE49-F238E27FC236}">
                <a16:creationId xmlns:a16="http://schemas.microsoft.com/office/drawing/2014/main" id="{C37BE910-150E-F547-AA99-B012E5B28DE1}"/>
              </a:ext>
            </a:extLst>
          </p:cNvPr>
          <p:cNvSpPr/>
          <p:nvPr userDrawn="1"/>
        </p:nvSpPr>
        <p:spPr>
          <a:xfrm>
            <a:off x="12191262" y="1535801"/>
            <a:ext cx="1644280" cy="360000"/>
          </a:xfrm>
          <a:custGeom>
            <a:avLst/>
            <a:gdLst>
              <a:gd name="connsiteX0" fmla="*/ 0 w 1644280"/>
              <a:gd name="connsiteY0" fmla="*/ 0 h 360000"/>
              <a:gd name="connsiteX1" fmla="*/ 1584279 w 1644280"/>
              <a:gd name="connsiteY1" fmla="*/ 0 h 360000"/>
              <a:gd name="connsiteX2" fmla="*/ 1644280 w 1644280"/>
              <a:gd name="connsiteY2" fmla="*/ 60001 h 360000"/>
              <a:gd name="connsiteX3" fmla="*/ 1644280 w 1644280"/>
              <a:gd name="connsiteY3" fmla="*/ 299999 h 360000"/>
              <a:gd name="connsiteX4" fmla="*/ 1584279 w 1644280"/>
              <a:gd name="connsiteY4" fmla="*/ 360000 h 360000"/>
              <a:gd name="connsiteX5" fmla="*/ 0 w 1644280"/>
              <a:gd name="connsiteY5" fmla="*/ 360000 h 3600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</a:cxnLst>
            <a:rect l="l" t="t" r="r" b="b"/>
            <a:pathLst>
              <a:path w="1644280" h="360000">
                <a:moveTo>
                  <a:pt x="0" y="0"/>
                </a:moveTo>
                <a:lnTo>
                  <a:pt x="1584279" y="0"/>
                </a:lnTo>
                <a:cubicBezTo>
                  <a:pt x="1617417" y="0"/>
                  <a:pt x="1644280" y="26863"/>
                  <a:pt x="1644280" y="60001"/>
                </a:cubicBezTo>
                <a:lnTo>
                  <a:pt x="1644280" y="299999"/>
                </a:lnTo>
                <a:cubicBezTo>
                  <a:pt x="1644280" y="333137"/>
                  <a:pt x="1617417" y="360000"/>
                  <a:pt x="1584279" y="360000"/>
                </a:cubicBezTo>
                <a:lnTo>
                  <a:pt x="0" y="360000"/>
                </a:lnTo>
                <a:close/>
              </a:path>
            </a:pathLst>
          </a:custGeom>
          <a:gradFill>
            <a:gsLst>
              <a:gs pos="100000">
                <a:schemeClr val="accent1">
                  <a:alpha val="85000"/>
                </a:schemeClr>
              </a:gs>
              <a:gs pos="4000">
                <a:schemeClr val="accent1">
                  <a:alpha val="70000"/>
                </a:schemeClr>
              </a:gs>
              <a:gs pos="0">
                <a:srgbClr val="17323F"/>
              </a:gs>
            </a:gsLst>
            <a:lin ang="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lIns="216000" rtlCol="0" anchor="ctr">
            <a:noAutofit/>
          </a:bodyPr>
          <a:lstStyle/>
          <a:p>
            <a:pPr lvl="0"/>
            <a:r>
              <a:rPr lang="en-US" sz="1000" b="1" i="0" dirty="0">
                <a:solidFill>
                  <a:schemeClr val="bg1"/>
                </a:solidFill>
                <a:latin typeface="Calibri Bold"/>
              </a:rPr>
              <a:t>SIG COLOR </a:t>
            </a:r>
            <a:r>
              <a:rPr lang="en-US" sz="1000" b="0" i="0" dirty="0">
                <a:solidFill>
                  <a:schemeClr val="bg1"/>
                </a:solidFill>
                <a:latin typeface="Calibri Bold"/>
              </a:rPr>
              <a:t>PALETTE</a:t>
            </a:r>
          </a:p>
        </p:txBody>
      </p:sp>
      <p:sp>
        <p:nvSpPr>
          <p:cNvPr id="87" name="TextBox 86">
            <a:extLst>
              <a:ext uri="{FF2B5EF4-FFF2-40B4-BE49-F238E27FC236}">
                <a16:creationId xmlns:a16="http://schemas.microsoft.com/office/drawing/2014/main" id="{20CBF917-BBFA-154F-AE49-00C72A97DC4D}"/>
              </a:ext>
            </a:extLst>
          </p:cNvPr>
          <p:cNvSpPr txBox="1"/>
          <p:nvPr userDrawn="1"/>
        </p:nvSpPr>
        <p:spPr>
          <a:xfrm>
            <a:off x="12261348" y="3358336"/>
            <a:ext cx="1432427" cy="268253"/>
          </a:xfrm>
          <a:prstGeom prst="rect">
            <a:avLst/>
          </a:prstGeom>
          <a:noFill/>
          <a:effectLst/>
        </p:spPr>
        <p:txBody>
          <a:bodyPr wrap="square" rtlCol="0" anchor="ctr">
            <a:noAutofit/>
          </a:bodyPr>
          <a:lstStyle/>
          <a:p>
            <a:pPr algn="l"/>
            <a:r>
              <a:rPr lang="en-US" sz="1000" b="1" i="0">
                <a:solidFill>
                  <a:schemeClr val="bg1"/>
                </a:solidFill>
                <a:latin typeface="Calibri Bold"/>
              </a:rPr>
              <a:t>Gradients</a:t>
            </a:r>
            <a:endParaRPr lang="en-US" sz="1000" b="1" i="0" dirty="0">
              <a:solidFill>
                <a:schemeClr val="bg1"/>
              </a:solidFill>
              <a:latin typeface="Calibri Bold"/>
            </a:endParaRPr>
          </a:p>
        </p:txBody>
      </p:sp>
      <p:sp>
        <p:nvSpPr>
          <p:cNvPr id="88" name="TextBox 87">
            <a:extLst>
              <a:ext uri="{FF2B5EF4-FFF2-40B4-BE49-F238E27FC236}">
                <a16:creationId xmlns:a16="http://schemas.microsoft.com/office/drawing/2014/main" id="{D3190199-C1C2-0549-B59C-931BCAB1B18A}"/>
              </a:ext>
            </a:extLst>
          </p:cNvPr>
          <p:cNvSpPr txBox="1"/>
          <p:nvPr userDrawn="1"/>
        </p:nvSpPr>
        <p:spPr>
          <a:xfrm>
            <a:off x="12261350" y="1990137"/>
            <a:ext cx="777584" cy="276999"/>
          </a:xfrm>
          <a:prstGeom prst="rect">
            <a:avLst/>
          </a:prstGeom>
          <a:noFill/>
          <a:effectLst/>
        </p:spPr>
        <p:txBody>
          <a:bodyPr wrap="square" rtlCol="0" anchor="ctr">
            <a:noAutofit/>
          </a:bodyPr>
          <a:lstStyle/>
          <a:p>
            <a:pPr algn="l"/>
            <a:r>
              <a:rPr lang="en-US" sz="1000" b="1" i="0">
                <a:solidFill>
                  <a:schemeClr val="bg1"/>
                </a:solidFill>
                <a:latin typeface="Calibri Bold"/>
              </a:rPr>
              <a:t>Grey tones</a:t>
            </a:r>
            <a:endParaRPr lang="en-US" sz="1000" b="1" i="0" dirty="0">
              <a:solidFill>
                <a:schemeClr val="bg1"/>
              </a:solidFill>
              <a:latin typeface="Calibri Bold"/>
            </a:endParaRPr>
          </a:p>
        </p:txBody>
      </p:sp>
      <p:sp>
        <p:nvSpPr>
          <p:cNvPr id="89" name="TextBox 88">
            <a:extLst>
              <a:ext uri="{FF2B5EF4-FFF2-40B4-BE49-F238E27FC236}">
                <a16:creationId xmlns:a16="http://schemas.microsoft.com/office/drawing/2014/main" id="{0A2C8420-18BB-7B4C-A8CE-24531816B381}"/>
              </a:ext>
            </a:extLst>
          </p:cNvPr>
          <p:cNvSpPr txBox="1"/>
          <p:nvPr userDrawn="1"/>
        </p:nvSpPr>
        <p:spPr>
          <a:xfrm>
            <a:off x="12255293" y="2341826"/>
            <a:ext cx="1914733" cy="276999"/>
          </a:xfrm>
          <a:prstGeom prst="rect">
            <a:avLst/>
          </a:prstGeom>
          <a:noFill/>
          <a:effectLst/>
        </p:spPr>
        <p:txBody>
          <a:bodyPr wrap="square" rtlCol="0" anchor="ctr">
            <a:noAutofit/>
          </a:bodyPr>
          <a:lstStyle/>
          <a:p>
            <a:pPr algn="l"/>
            <a:r>
              <a:rPr lang="en-US" sz="1000" b="1" i="0">
                <a:solidFill>
                  <a:schemeClr val="bg1"/>
                </a:solidFill>
                <a:latin typeface="Calibri Bold"/>
              </a:rPr>
              <a:t>Text colors light bg</a:t>
            </a:r>
            <a:endParaRPr lang="en-US" sz="1000" b="1" i="0" dirty="0">
              <a:solidFill>
                <a:schemeClr val="bg1"/>
              </a:solidFill>
              <a:latin typeface="Calibri Bold"/>
            </a:endParaRPr>
          </a:p>
        </p:txBody>
      </p:sp>
      <p:sp>
        <p:nvSpPr>
          <p:cNvPr id="90" name="TextBox 89">
            <a:extLst>
              <a:ext uri="{FF2B5EF4-FFF2-40B4-BE49-F238E27FC236}">
                <a16:creationId xmlns:a16="http://schemas.microsoft.com/office/drawing/2014/main" id="{C0C230F0-D526-6C4F-9E43-2F708FEF06D1}"/>
              </a:ext>
            </a:extLst>
          </p:cNvPr>
          <p:cNvSpPr txBox="1"/>
          <p:nvPr userDrawn="1"/>
        </p:nvSpPr>
        <p:spPr>
          <a:xfrm>
            <a:off x="12255293" y="2703535"/>
            <a:ext cx="1478852" cy="276999"/>
          </a:xfrm>
          <a:prstGeom prst="rect">
            <a:avLst/>
          </a:prstGeom>
          <a:noFill/>
          <a:effectLst/>
        </p:spPr>
        <p:txBody>
          <a:bodyPr wrap="square" rtlCol="0" anchor="ctr">
            <a:noAutofit/>
          </a:bodyPr>
          <a:lstStyle/>
          <a:p>
            <a:pPr algn="l"/>
            <a:r>
              <a:rPr lang="en-US" sz="1000" b="1" i="0">
                <a:solidFill>
                  <a:schemeClr val="bg1"/>
                </a:solidFill>
                <a:latin typeface="Calibri Bold"/>
              </a:rPr>
              <a:t>Adjusted PPT colors</a:t>
            </a:r>
            <a:endParaRPr lang="en-US" sz="1000" b="1" i="0" dirty="0">
              <a:solidFill>
                <a:schemeClr val="bg1"/>
              </a:solidFill>
              <a:latin typeface="Calibri Bold"/>
            </a:endParaRPr>
          </a:p>
        </p:txBody>
      </p:sp>
      <p:sp>
        <p:nvSpPr>
          <p:cNvPr id="91" name="TextBox 90">
            <a:extLst>
              <a:ext uri="{FF2B5EF4-FFF2-40B4-BE49-F238E27FC236}">
                <a16:creationId xmlns:a16="http://schemas.microsoft.com/office/drawing/2014/main" id="{266F376A-0B7A-B448-B37D-0C09B74FA9CF}"/>
              </a:ext>
            </a:extLst>
          </p:cNvPr>
          <p:cNvSpPr txBox="1"/>
          <p:nvPr userDrawn="1"/>
        </p:nvSpPr>
        <p:spPr>
          <a:xfrm>
            <a:off x="12299254" y="2974539"/>
            <a:ext cx="1316722" cy="276999"/>
          </a:xfrm>
          <a:prstGeom prst="rect">
            <a:avLst/>
          </a:prstGeom>
          <a:noFill/>
          <a:effectLst/>
        </p:spPr>
        <p:txBody>
          <a:bodyPr wrap="square" rtlCol="0" anchor="ctr">
            <a:noAutofit/>
          </a:bodyPr>
          <a:lstStyle/>
          <a:p>
            <a:pPr algn="l"/>
            <a:r>
              <a:rPr lang="en-US" sz="1000" b="1" i="0">
                <a:solidFill>
                  <a:schemeClr val="bg1"/>
                </a:solidFill>
                <a:latin typeface="Calibri Bold"/>
              </a:rPr>
              <a:t>Default SIG colors</a:t>
            </a:r>
            <a:endParaRPr lang="en-US" sz="1000" b="1" i="0" dirty="0">
              <a:solidFill>
                <a:schemeClr val="bg1"/>
              </a:solidFill>
              <a:latin typeface="Calibri Bold"/>
            </a:endParaRPr>
          </a:p>
        </p:txBody>
      </p:sp>
      <p:sp>
        <p:nvSpPr>
          <p:cNvPr id="92" name="TextBox 91">
            <a:extLst>
              <a:ext uri="{FF2B5EF4-FFF2-40B4-BE49-F238E27FC236}">
                <a16:creationId xmlns:a16="http://schemas.microsoft.com/office/drawing/2014/main" id="{F446E0B7-64D4-2F4F-AD07-A36525F701FD}"/>
              </a:ext>
            </a:extLst>
          </p:cNvPr>
          <p:cNvSpPr txBox="1"/>
          <p:nvPr userDrawn="1"/>
        </p:nvSpPr>
        <p:spPr>
          <a:xfrm>
            <a:off x="12255294" y="4008901"/>
            <a:ext cx="1003261" cy="276999"/>
          </a:xfrm>
          <a:prstGeom prst="rect">
            <a:avLst/>
          </a:prstGeom>
          <a:noFill/>
          <a:effectLst/>
        </p:spPr>
        <p:txBody>
          <a:bodyPr wrap="square" rtlCol="0" anchor="ctr">
            <a:noAutofit/>
          </a:bodyPr>
          <a:lstStyle/>
          <a:p>
            <a:pPr algn="l"/>
            <a:r>
              <a:rPr lang="en-US" sz="1000" b="1" i="0" dirty="0">
                <a:solidFill>
                  <a:schemeClr val="bg1"/>
                </a:solidFill>
                <a:latin typeface="Calibri Bold"/>
              </a:rPr>
              <a:t>Signal colors</a:t>
            </a:r>
          </a:p>
        </p:txBody>
      </p:sp>
      <p:sp>
        <p:nvSpPr>
          <p:cNvPr id="94" name="Triangle 93">
            <a:extLst>
              <a:ext uri="{FF2B5EF4-FFF2-40B4-BE49-F238E27FC236}">
                <a16:creationId xmlns:a16="http://schemas.microsoft.com/office/drawing/2014/main" id="{95EA91EB-DF88-DC4C-8867-A6E89E2C68C6}"/>
              </a:ext>
            </a:extLst>
          </p:cNvPr>
          <p:cNvSpPr/>
          <p:nvPr userDrawn="1"/>
        </p:nvSpPr>
        <p:spPr>
          <a:xfrm>
            <a:off x="-178692" y="1203286"/>
            <a:ext cx="112623" cy="79252"/>
          </a:xfrm>
          <a:prstGeom prst="triangle">
            <a:avLst/>
          </a:prstGeom>
          <a:solidFill>
            <a:schemeClr val="tx1">
              <a:alpha val="7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95" name="Straight Connector 94">
            <a:extLst>
              <a:ext uri="{FF2B5EF4-FFF2-40B4-BE49-F238E27FC236}">
                <a16:creationId xmlns:a16="http://schemas.microsoft.com/office/drawing/2014/main" id="{23730BB1-9B79-EB43-8C9B-DD4E1F8DAD52}"/>
              </a:ext>
            </a:extLst>
          </p:cNvPr>
          <p:cNvCxnSpPr>
            <a:cxnSpLocks/>
          </p:cNvCxnSpPr>
          <p:nvPr userDrawn="1"/>
        </p:nvCxnSpPr>
        <p:spPr>
          <a:xfrm>
            <a:off x="517893" y="-299831"/>
            <a:ext cx="0" cy="297412"/>
          </a:xfrm>
          <a:prstGeom prst="line">
            <a:avLst/>
          </a:prstGeom>
          <a:ln w="19050">
            <a:solidFill>
              <a:schemeClr val="tx1"/>
            </a:solidFill>
            <a:prstDash val="sysDot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96" name="Straight Connector 95">
            <a:extLst>
              <a:ext uri="{FF2B5EF4-FFF2-40B4-BE49-F238E27FC236}">
                <a16:creationId xmlns:a16="http://schemas.microsoft.com/office/drawing/2014/main" id="{6F3CBACC-10D2-674D-8DF2-97BE380A1038}"/>
              </a:ext>
            </a:extLst>
          </p:cNvPr>
          <p:cNvCxnSpPr>
            <a:cxnSpLocks/>
          </p:cNvCxnSpPr>
          <p:nvPr userDrawn="1"/>
        </p:nvCxnSpPr>
        <p:spPr>
          <a:xfrm flipH="1">
            <a:off x="-1179871" y="1352986"/>
            <a:ext cx="1169712" cy="0"/>
          </a:xfrm>
          <a:prstGeom prst="line">
            <a:avLst/>
          </a:prstGeom>
          <a:ln w="19050">
            <a:solidFill>
              <a:schemeClr val="tx1"/>
            </a:solidFill>
            <a:prstDash val="sysDot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97" name="TextBox 96">
            <a:extLst>
              <a:ext uri="{FF2B5EF4-FFF2-40B4-BE49-F238E27FC236}">
                <a16:creationId xmlns:a16="http://schemas.microsoft.com/office/drawing/2014/main" id="{58AB2E3C-062E-554B-991E-0F04B3480EAB}"/>
              </a:ext>
            </a:extLst>
          </p:cNvPr>
          <p:cNvSpPr txBox="1"/>
          <p:nvPr userDrawn="1"/>
        </p:nvSpPr>
        <p:spPr>
          <a:xfrm>
            <a:off x="-1228363" y="6332096"/>
            <a:ext cx="1228362" cy="533854"/>
          </a:xfrm>
          <a:prstGeom prst="rect">
            <a:avLst/>
          </a:prstGeom>
          <a:gradFill>
            <a:gsLst>
              <a:gs pos="56000">
                <a:schemeClr val="tx1">
                  <a:lumMod val="40000"/>
                  <a:lumOff val="60000"/>
                  <a:alpha val="0"/>
                </a:schemeClr>
              </a:gs>
              <a:gs pos="100000">
                <a:schemeClr val="tx1">
                  <a:lumMod val="40000"/>
                  <a:lumOff val="60000"/>
                  <a:alpha val="70000"/>
                </a:schemeClr>
              </a:gs>
            </a:gsLst>
            <a:lin ang="18000000" scaled="0"/>
          </a:gradFill>
        </p:spPr>
        <p:txBody>
          <a:bodyPr wrap="square" rtlCol="0" anchor="t">
            <a:noAutofit/>
          </a:bodyPr>
          <a:lstStyle/>
          <a:p>
            <a:pPr algn="l"/>
            <a:r>
              <a:rPr lang="en-US" sz="900" b="1" i="0" dirty="0">
                <a:solidFill>
                  <a:schemeClr val="tx1">
                    <a:alpha val="70000"/>
                  </a:schemeClr>
                </a:solidFill>
                <a:latin typeface="Calibri Bold"/>
              </a:rPr>
              <a:t>NO CONTENT HERE</a:t>
            </a:r>
          </a:p>
        </p:txBody>
      </p:sp>
      <p:sp>
        <p:nvSpPr>
          <p:cNvPr id="98" name="Triangle 97">
            <a:extLst>
              <a:ext uri="{FF2B5EF4-FFF2-40B4-BE49-F238E27FC236}">
                <a16:creationId xmlns:a16="http://schemas.microsoft.com/office/drawing/2014/main" id="{11579231-7E59-274F-85B7-5EF4619636F1}"/>
              </a:ext>
            </a:extLst>
          </p:cNvPr>
          <p:cNvSpPr/>
          <p:nvPr userDrawn="1"/>
        </p:nvSpPr>
        <p:spPr>
          <a:xfrm flipV="1">
            <a:off x="-178692" y="6408014"/>
            <a:ext cx="112623" cy="79252"/>
          </a:xfrm>
          <a:prstGeom prst="triangle">
            <a:avLst/>
          </a:prstGeom>
          <a:solidFill>
            <a:schemeClr val="tx1">
              <a:alpha val="7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99" name="Straight Connector 98">
            <a:extLst>
              <a:ext uri="{FF2B5EF4-FFF2-40B4-BE49-F238E27FC236}">
                <a16:creationId xmlns:a16="http://schemas.microsoft.com/office/drawing/2014/main" id="{45E706FE-9CC7-DB4A-94D2-5B4F0983B282}"/>
              </a:ext>
            </a:extLst>
          </p:cNvPr>
          <p:cNvCxnSpPr>
            <a:cxnSpLocks/>
          </p:cNvCxnSpPr>
          <p:nvPr userDrawn="1"/>
        </p:nvCxnSpPr>
        <p:spPr>
          <a:xfrm flipH="1">
            <a:off x="-1179871" y="6336930"/>
            <a:ext cx="1169712" cy="0"/>
          </a:xfrm>
          <a:prstGeom prst="line">
            <a:avLst/>
          </a:prstGeom>
          <a:ln w="19050">
            <a:solidFill>
              <a:schemeClr val="tx1"/>
            </a:solidFill>
            <a:prstDash val="sysDot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00" name="TextBox 99">
            <a:extLst>
              <a:ext uri="{FF2B5EF4-FFF2-40B4-BE49-F238E27FC236}">
                <a16:creationId xmlns:a16="http://schemas.microsoft.com/office/drawing/2014/main" id="{A2D8030A-24DD-F24C-B561-91D005086F32}"/>
              </a:ext>
            </a:extLst>
          </p:cNvPr>
          <p:cNvSpPr txBox="1"/>
          <p:nvPr userDrawn="1"/>
        </p:nvSpPr>
        <p:spPr>
          <a:xfrm>
            <a:off x="-301318" y="6865950"/>
            <a:ext cx="826141" cy="369332"/>
          </a:xfrm>
          <a:prstGeom prst="rect">
            <a:avLst/>
          </a:prstGeom>
          <a:gradFill>
            <a:gsLst>
              <a:gs pos="72000">
                <a:schemeClr val="tx1">
                  <a:lumMod val="40000"/>
                  <a:lumOff val="60000"/>
                  <a:alpha val="0"/>
                </a:schemeClr>
              </a:gs>
              <a:gs pos="100000">
                <a:schemeClr val="tx1">
                  <a:lumMod val="40000"/>
                  <a:lumOff val="60000"/>
                  <a:alpha val="70000"/>
                </a:schemeClr>
              </a:gs>
            </a:gsLst>
            <a:lin ang="18900000" scaled="0"/>
          </a:gradFill>
        </p:spPr>
        <p:txBody>
          <a:bodyPr wrap="square" rtlCol="0" anchor="b">
            <a:spAutoFit/>
          </a:bodyPr>
          <a:lstStyle/>
          <a:p>
            <a:pPr algn="l"/>
            <a:r>
              <a:rPr lang="en-US" sz="900" b="1" i="0" dirty="0">
                <a:solidFill>
                  <a:schemeClr val="tx1">
                    <a:alpha val="70000"/>
                  </a:schemeClr>
                </a:solidFill>
                <a:latin typeface="Calibri Bold"/>
              </a:rPr>
              <a:t>NO CONTENT</a:t>
            </a:r>
            <a:br>
              <a:rPr lang="en-US" sz="900" b="1" i="0" dirty="0">
                <a:solidFill>
                  <a:schemeClr val="tx1">
                    <a:alpha val="70000"/>
                  </a:schemeClr>
                </a:solidFill>
                <a:latin typeface="Calibri Bold"/>
              </a:rPr>
            </a:br>
            <a:r>
              <a:rPr lang="en-US" sz="900" b="1" i="0" dirty="0">
                <a:solidFill>
                  <a:schemeClr val="tx1">
                    <a:alpha val="70000"/>
                  </a:schemeClr>
                </a:solidFill>
                <a:latin typeface="Calibri Bold"/>
              </a:rPr>
              <a:t>          HERE</a:t>
            </a:r>
          </a:p>
        </p:txBody>
      </p:sp>
      <p:sp>
        <p:nvSpPr>
          <p:cNvPr id="101" name="Triangle 100">
            <a:extLst>
              <a:ext uri="{FF2B5EF4-FFF2-40B4-BE49-F238E27FC236}">
                <a16:creationId xmlns:a16="http://schemas.microsoft.com/office/drawing/2014/main" id="{FAF50A31-8A21-194A-AACD-F93E3F7DDBA2}"/>
              </a:ext>
            </a:extLst>
          </p:cNvPr>
          <p:cNvSpPr/>
          <p:nvPr userDrawn="1"/>
        </p:nvSpPr>
        <p:spPr>
          <a:xfrm rot="16200000">
            <a:off x="313381" y="7083822"/>
            <a:ext cx="112623" cy="79252"/>
          </a:xfrm>
          <a:prstGeom prst="triangle">
            <a:avLst/>
          </a:prstGeom>
          <a:solidFill>
            <a:schemeClr val="tx1">
              <a:alpha val="7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102" name="Straight Connector 101">
            <a:extLst>
              <a:ext uri="{FF2B5EF4-FFF2-40B4-BE49-F238E27FC236}">
                <a16:creationId xmlns:a16="http://schemas.microsoft.com/office/drawing/2014/main" id="{EA568D93-8F76-1F47-8432-E5BA84BD883F}"/>
              </a:ext>
            </a:extLst>
          </p:cNvPr>
          <p:cNvCxnSpPr>
            <a:cxnSpLocks/>
          </p:cNvCxnSpPr>
          <p:nvPr userDrawn="1"/>
        </p:nvCxnSpPr>
        <p:spPr>
          <a:xfrm>
            <a:off x="517893" y="6887674"/>
            <a:ext cx="0" cy="297412"/>
          </a:xfrm>
          <a:prstGeom prst="line">
            <a:avLst/>
          </a:prstGeom>
          <a:ln w="19050">
            <a:solidFill>
              <a:schemeClr val="tx1"/>
            </a:solidFill>
            <a:prstDash val="sysDot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03" name="TextBox 102">
            <a:extLst>
              <a:ext uri="{FF2B5EF4-FFF2-40B4-BE49-F238E27FC236}">
                <a16:creationId xmlns:a16="http://schemas.microsoft.com/office/drawing/2014/main" id="{CA5E9F19-F0DD-8D49-906A-3B4B9F498BE0}"/>
              </a:ext>
            </a:extLst>
          </p:cNvPr>
          <p:cNvSpPr txBox="1"/>
          <p:nvPr userDrawn="1"/>
        </p:nvSpPr>
        <p:spPr>
          <a:xfrm>
            <a:off x="12197109" y="-7624"/>
            <a:ext cx="1256301" cy="1362904"/>
          </a:xfrm>
          <a:prstGeom prst="rect">
            <a:avLst/>
          </a:prstGeom>
          <a:gradFill>
            <a:gsLst>
              <a:gs pos="53000">
                <a:schemeClr val="tx1">
                  <a:lumMod val="40000"/>
                  <a:lumOff val="60000"/>
                  <a:alpha val="0"/>
                </a:schemeClr>
              </a:gs>
              <a:gs pos="100000">
                <a:schemeClr val="tx1">
                  <a:lumMod val="40000"/>
                  <a:lumOff val="60000"/>
                  <a:alpha val="70000"/>
                </a:schemeClr>
              </a:gs>
            </a:gsLst>
            <a:lin ang="8400000" scaled="0"/>
          </a:gradFill>
        </p:spPr>
        <p:txBody>
          <a:bodyPr wrap="square" rtlCol="0" anchor="b">
            <a:noAutofit/>
          </a:bodyPr>
          <a:lstStyle/>
          <a:p>
            <a:pPr algn="l"/>
            <a:r>
              <a:rPr lang="en-US" sz="900" b="1" i="0" dirty="0">
                <a:solidFill>
                  <a:schemeClr val="tx1">
                    <a:alpha val="70000"/>
                  </a:schemeClr>
                </a:solidFill>
                <a:latin typeface="Calibri Bold"/>
              </a:rPr>
              <a:t>      NO CONTENT HERE</a:t>
            </a:r>
          </a:p>
        </p:txBody>
      </p:sp>
      <p:sp>
        <p:nvSpPr>
          <p:cNvPr id="104" name="Triangle 103">
            <a:extLst>
              <a:ext uri="{FF2B5EF4-FFF2-40B4-BE49-F238E27FC236}">
                <a16:creationId xmlns:a16="http://schemas.microsoft.com/office/drawing/2014/main" id="{26D0B294-32A3-6E48-A0F8-F348E1C5475D}"/>
              </a:ext>
            </a:extLst>
          </p:cNvPr>
          <p:cNvSpPr/>
          <p:nvPr userDrawn="1"/>
        </p:nvSpPr>
        <p:spPr>
          <a:xfrm>
            <a:off x="12278571" y="1203286"/>
            <a:ext cx="112623" cy="79252"/>
          </a:xfrm>
          <a:prstGeom prst="triangle">
            <a:avLst/>
          </a:prstGeom>
          <a:solidFill>
            <a:schemeClr val="tx1">
              <a:alpha val="7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105" name="Straight Connector 104">
            <a:extLst>
              <a:ext uri="{FF2B5EF4-FFF2-40B4-BE49-F238E27FC236}">
                <a16:creationId xmlns:a16="http://schemas.microsoft.com/office/drawing/2014/main" id="{25C59B47-1A1E-E048-B3C7-1674CBF00BA4}"/>
              </a:ext>
            </a:extLst>
          </p:cNvPr>
          <p:cNvCxnSpPr>
            <a:cxnSpLocks/>
          </p:cNvCxnSpPr>
          <p:nvPr userDrawn="1"/>
        </p:nvCxnSpPr>
        <p:spPr>
          <a:xfrm flipH="1">
            <a:off x="12206176" y="1352986"/>
            <a:ext cx="1141114" cy="1"/>
          </a:xfrm>
          <a:prstGeom prst="line">
            <a:avLst/>
          </a:prstGeom>
          <a:ln w="19050">
            <a:solidFill>
              <a:schemeClr val="tx1"/>
            </a:solidFill>
            <a:prstDash val="sysDot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06" name="TextBox 105">
            <a:extLst>
              <a:ext uri="{FF2B5EF4-FFF2-40B4-BE49-F238E27FC236}">
                <a16:creationId xmlns:a16="http://schemas.microsoft.com/office/drawing/2014/main" id="{31C1F5FB-91A2-734D-A19C-C1FBD5BA6428}"/>
              </a:ext>
            </a:extLst>
          </p:cNvPr>
          <p:cNvSpPr txBox="1"/>
          <p:nvPr userDrawn="1"/>
        </p:nvSpPr>
        <p:spPr>
          <a:xfrm>
            <a:off x="12197109" y="6332096"/>
            <a:ext cx="1256301" cy="533854"/>
          </a:xfrm>
          <a:prstGeom prst="rect">
            <a:avLst/>
          </a:prstGeom>
          <a:gradFill>
            <a:gsLst>
              <a:gs pos="56000">
                <a:schemeClr val="tx1">
                  <a:lumMod val="40000"/>
                  <a:lumOff val="60000"/>
                  <a:alpha val="0"/>
                </a:schemeClr>
              </a:gs>
              <a:gs pos="100000">
                <a:schemeClr val="tx1">
                  <a:lumMod val="40000"/>
                  <a:lumOff val="60000"/>
                  <a:alpha val="70000"/>
                </a:schemeClr>
              </a:gs>
            </a:gsLst>
            <a:lin ang="14400000" scaled="0"/>
          </a:gradFill>
        </p:spPr>
        <p:txBody>
          <a:bodyPr wrap="square" rtlCol="0" anchor="t">
            <a:noAutofit/>
          </a:bodyPr>
          <a:lstStyle/>
          <a:p>
            <a:pPr algn="l"/>
            <a:r>
              <a:rPr lang="en-US" sz="900" b="1" i="0" dirty="0">
                <a:solidFill>
                  <a:schemeClr val="tx1">
                    <a:alpha val="70000"/>
                  </a:schemeClr>
                </a:solidFill>
                <a:latin typeface="Calibri Bold"/>
              </a:rPr>
              <a:t>      NO CONTENT HERE</a:t>
            </a:r>
          </a:p>
        </p:txBody>
      </p:sp>
      <p:sp>
        <p:nvSpPr>
          <p:cNvPr id="107" name="Triangle 106">
            <a:extLst>
              <a:ext uri="{FF2B5EF4-FFF2-40B4-BE49-F238E27FC236}">
                <a16:creationId xmlns:a16="http://schemas.microsoft.com/office/drawing/2014/main" id="{DE0C5951-F714-9C44-8682-C724B5FE1100}"/>
              </a:ext>
            </a:extLst>
          </p:cNvPr>
          <p:cNvSpPr/>
          <p:nvPr userDrawn="1"/>
        </p:nvSpPr>
        <p:spPr>
          <a:xfrm flipV="1">
            <a:off x="12278571" y="6408014"/>
            <a:ext cx="112623" cy="79252"/>
          </a:xfrm>
          <a:prstGeom prst="triangle">
            <a:avLst/>
          </a:prstGeom>
          <a:solidFill>
            <a:schemeClr val="tx1">
              <a:alpha val="7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108" name="Straight Connector 107">
            <a:extLst>
              <a:ext uri="{FF2B5EF4-FFF2-40B4-BE49-F238E27FC236}">
                <a16:creationId xmlns:a16="http://schemas.microsoft.com/office/drawing/2014/main" id="{1B6EB480-EA98-0A40-89A3-61F487FE4C85}"/>
              </a:ext>
            </a:extLst>
          </p:cNvPr>
          <p:cNvCxnSpPr>
            <a:cxnSpLocks/>
          </p:cNvCxnSpPr>
          <p:nvPr userDrawn="1"/>
        </p:nvCxnSpPr>
        <p:spPr>
          <a:xfrm flipH="1">
            <a:off x="12206176" y="6329115"/>
            <a:ext cx="1133740" cy="0"/>
          </a:xfrm>
          <a:prstGeom prst="line">
            <a:avLst/>
          </a:prstGeom>
          <a:ln w="19050">
            <a:solidFill>
              <a:schemeClr val="tx1"/>
            </a:solidFill>
            <a:prstDash val="sysDot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09" name="TextBox 108">
            <a:extLst>
              <a:ext uri="{FF2B5EF4-FFF2-40B4-BE49-F238E27FC236}">
                <a16:creationId xmlns:a16="http://schemas.microsoft.com/office/drawing/2014/main" id="{6D8FDB07-3CA8-1B45-A406-77809CF8B74B}"/>
              </a:ext>
            </a:extLst>
          </p:cNvPr>
          <p:cNvSpPr txBox="1"/>
          <p:nvPr userDrawn="1"/>
        </p:nvSpPr>
        <p:spPr>
          <a:xfrm>
            <a:off x="11753369" y="-369332"/>
            <a:ext cx="826141" cy="369332"/>
          </a:xfrm>
          <a:prstGeom prst="rect">
            <a:avLst/>
          </a:prstGeom>
          <a:gradFill>
            <a:gsLst>
              <a:gs pos="72000">
                <a:schemeClr val="tx1">
                  <a:lumMod val="40000"/>
                  <a:lumOff val="60000"/>
                  <a:alpha val="0"/>
                </a:schemeClr>
              </a:gs>
              <a:gs pos="100000">
                <a:schemeClr val="tx1">
                  <a:lumMod val="40000"/>
                  <a:lumOff val="60000"/>
                  <a:alpha val="70000"/>
                </a:schemeClr>
              </a:gs>
            </a:gsLst>
            <a:lin ang="8400000" scaled="0"/>
          </a:gradFill>
        </p:spPr>
        <p:txBody>
          <a:bodyPr wrap="square" rtlCol="0" anchor="b">
            <a:spAutoFit/>
          </a:bodyPr>
          <a:lstStyle/>
          <a:p>
            <a:pPr algn="l"/>
            <a:r>
              <a:rPr lang="en-US" sz="900" b="1" i="0" dirty="0">
                <a:solidFill>
                  <a:schemeClr val="tx1">
                    <a:alpha val="70000"/>
                  </a:schemeClr>
                </a:solidFill>
                <a:latin typeface="Calibri Bold"/>
              </a:rPr>
              <a:t>NO CONTENT</a:t>
            </a:r>
            <a:br>
              <a:rPr lang="en-US" sz="900" b="1" i="0" dirty="0">
                <a:solidFill>
                  <a:schemeClr val="tx1">
                    <a:alpha val="70000"/>
                  </a:schemeClr>
                </a:solidFill>
                <a:latin typeface="Calibri Bold"/>
              </a:rPr>
            </a:br>
            <a:r>
              <a:rPr lang="en-US" sz="900" b="1" i="0" dirty="0">
                <a:solidFill>
                  <a:schemeClr val="tx1">
                    <a:alpha val="70000"/>
                  </a:schemeClr>
                </a:solidFill>
                <a:latin typeface="Calibri Bold"/>
              </a:rPr>
              <a:t>     HERE</a:t>
            </a:r>
          </a:p>
        </p:txBody>
      </p:sp>
      <p:sp>
        <p:nvSpPr>
          <p:cNvPr id="110" name="Triangle 109">
            <a:extLst>
              <a:ext uri="{FF2B5EF4-FFF2-40B4-BE49-F238E27FC236}">
                <a16:creationId xmlns:a16="http://schemas.microsoft.com/office/drawing/2014/main" id="{3B56AC1A-0522-8447-B54E-A3B921BE61CA}"/>
              </a:ext>
            </a:extLst>
          </p:cNvPr>
          <p:cNvSpPr/>
          <p:nvPr userDrawn="1"/>
        </p:nvSpPr>
        <p:spPr>
          <a:xfrm rot="5400000" flipH="1">
            <a:off x="11831127" y="-158835"/>
            <a:ext cx="112623" cy="79252"/>
          </a:xfrm>
          <a:prstGeom prst="triangle">
            <a:avLst/>
          </a:prstGeom>
          <a:solidFill>
            <a:schemeClr val="tx1">
              <a:alpha val="7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111" name="Straight Connector 110">
            <a:extLst>
              <a:ext uri="{FF2B5EF4-FFF2-40B4-BE49-F238E27FC236}">
                <a16:creationId xmlns:a16="http://schemas.microsoft.com/office/drawing/2014/main" id="{297B4272-1DA3-CD44-8357-76391CEA3A5F}"/>
              </a:ext>
            </a:extLst>
          </p:cNvPr>
          <p:cNvCxnSpPr>
            <a:cxnSpLocks/>
          </p:cNvCxnSpPr>
          <p:nvPr userDrawn="1"/>
        </p:nvCxnSpPr>
        <p:spPr>
          <a:xfrm>
            <a:off x="11748091" y="-303006"/>
            <a:ext cx="0" cy="297412"/>
          </a:xfrm>
          <a:prstGeom prst="line">
            <a:avLst/>
          </a:prstGeom>
          <a:ln w="19050">
            <a:solidFill>
              <a:schemeClr val="tx1"/>
            </a:solidFill>
            <a:prstDash val="sysDot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12" name="TextBox 111">
            <a:extLst>
              <a:ext uri="{FF2B5EF4-FFF2-40B4-BE49-F238E27FC236}">
                <a16:creationId xmlns:a16="http://schemas.microsoft.com/office/drawing/2014/main" id="{38127C6C-4883-104A-B1C6-B43ADDFA08D8}"/>
              </a:ext>
            </a:extLst>
          </p:cNvPr>
          <p:cNvSpPr txBox="1"/>
          <p:nvPr userDrawn="1"/>
        </p:nvSpPr>
        <p:spPr>
          <a:xfrm>
            <a:off x="11753369" y="6873324"/>
            <a:ext cx="826141" cy="369332"/>
          </a:xfrm>
          <a:prstGeom prst="rect">
            <a:avLst/>
          </a:prstGeom>
          <a:gradFill>
            <a:gsLst>
              <a:gs pos="72000">
                <a:schemeClr val="tx1">
                  <a:lumMod val="40000"/>
                  <a:lumOff val="60000"/>
                  <a:alpha val="0"/>
                </a:schemeClr>
              </a:gs>
              <a:gs pos="100000">
                <a:schemeClr val="tx1">
                  <a:lumMod val="40000"/>
                  <a:lumOff val="60000"/>
                  <a:alpha val="70000"/>
                </a:schemeClr>
              </a:gs>
            </a:gsLst>
            <a:lin ang="13200000" scaled="0"/>
          </a:gradFill>
        </p:spPr>
        <p:txBody>
          <a:bodyPr wrap="square" rtlCol="0" anchor="b">
            <a:spAutoFit/>
          </a:bodyPr>
          <a:lstStyle/>
          <a:p>
            <a:pPr algn="l"/>
            <a:r>
              <a:rPr lang="en-US" sz="900" b="1" i="0" dirty="0">
                <a:solidFill>
                  <a:schemeClr val="tx1">
                    <a:alpha val="70000"/>
                  </a:schemeClr>
                </a:solidFill>
                <a:latin typeface="Calibri Bold"/>
              </a:rPr>
              <a:t>NO CONTENT</a:t>
            </a:r>
            <a:br>
              <a:rPr lang="en-US" sz="900" b="1" i="0" dirty="0">
                <a:solidFill>
                  <a:schemeClr val="tx1">
                    <a:alpha val="70000"/>
                  </a:schemeClr>
                </a:solidFill>
                <a:latin typeface="Calibri Bold"/>
              </a:rPr>
            </a:br>
            <a:r>
              <a:rPr lang="en-US" sz="900" b="1" i="0" dirty="0">
                <a:solidFill>
                  <a:schemeClr val="tx1">
                    <a:alpha val="70000"/>
                  </a:schemeClr>
                </a:solidFill>
                <a:latin typeface="Calibri Bold"/>
              </a:rPr>
              <a:t>     HERE</a:t>
            </a:r>
          </a:p>
        </p:txBody>
      </p:sp>
      <p:sp>
        <p:nvSpPr>
          <p:cNvPr id="113" name="Triangle 112">
            <a:extLst>
              <a:ext uri="{FF2B5EF4-FFF2-40B4-BE49-F238E27FC236}">
                <a16:creationId xmlns:a16="http://schemas.microsoft.com/office/drawing/2014/main" id="{5E23F091-2253-9A46-A773-B6E33A4E19DA}"/>
              </a:ext>
            </a:extLst>
          </p:cNvPr>
          <p:cNvSpPr/>
          <p:nvPr userDrawn="1"/>
        </p:nvSpPr>
        <p:spPr>
          <a:xfrm rot="5400000" flipH="1">
            <a:off x="11831127" y="7083821"/>
            <a:ext cx="112623" cy="79252"/>
          </a:xfrm>
          <a:prstGeom prst="triangle">
            <a:avLst/>
          </a:prstGeom>
          <a:solidFill>
            <a:schemeClr val="tx1">
              <a:alpha val="7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114" name="Straight Connector 113">
            <a:extLst>
              <a:ext uri="{FF2B5EF4-FFF2-40B4-BE49-F238E27FC236}">
                <a16:creationId xmlns:a16="http://schemas.microsoft.com/office/drawing/2014/main" id="{ED939B88-4AB8-874C-A524-9CF7AB4C7AE2}"/>
              </a:ext>
            </a:extLst>
          </p:cNvPr>
          <p:cNvCxnSpPr>
            <a:cxnSpLocks/>
          </p:cNvCxnSpPr>
          <p:nvPr userDrawn="1"/>
        </p:nvCxnSpPr>
        <p:spPr>
          <a:xfrm>
            <a:off x="11748091" y="6874974"/>
            <a:ext cx="0" cy="297412"/>
          </a:xfrm>
          <a:prstGeom prst="line">
            <a:avLst/>
          </a:prstGeom>
          <a:ln w="19050">
            <a:solidFill>
              <a:schemeClr val="tx1"/>
            </a:solidFill>
            <a:prstDash val="sysDot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97467808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703" r:id="rId1"/>
    <p:sldLayoutId id="2147483662" r:id="rId2"/>
    <p:sldLayoutId id="2147483673" r:id="rId3"/>
    <p:sldLayoutId id="2147483713" r:id="rId4"/>
    <p:sldLayoutId id="2147483714" r:id="rId5"/>
    <p:sldLayoutId id="2147483668" r:id="rId6"/>
    <p:sldLayoutId id="2147483720" r:id="rId7"/>
    <p:sldLayoutId id="2147483719" r:id="rId8"/>
    <p:sldLayoutId id="2147483661" r:id="rId9"/>
    <p:sldLayoutId id="2147483664" r:id="rId10"/>
    <p:sldLayoutId id="2147483692" r:id="rId11"/>
    <p:sldLayoutId id="2147483693" r:id="rId12"/>
    <p:sldLayoutId id="2147483690" r:id="rId13"/>
    <p:sldLayoutId id="2147483691" r:id="rId14"/>
    <p:sldLayoutId id="2147483697" r:id="rId15"/>
    <p:sldLayoutId id="2147483715" r:id="rId16"/>
    <p:sldLayoutId id="2147483717" r:id="rId17"/>
    <p:sldLayoutId id="2147483704" r:id="rId18"/>
    <p:sldLayoutId id="2147483727" r:id="rId19"/>
  </p:sldLayoutIdLst>
  <p:hf hdr="0" dt="0"/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lang="en-US" sz="2000" b="1" kern="1200" spc="-10" smtClean="0">
          <a:solidFill>
            <a:schemeClr val="tx2"/>
          </a:solidFill>
          <a:latin typeface="+mn-lt"/>
          <a:ea typeface="+mn-ea"/>
          <a:cs typeface="+mn-cs"/>
        </a:defRPr>
      </a:lvl1pPr>
    </p:titleStyle>
    <p:bodyStyle>
      <a:lvl1pPr marL="0" indent="-264600" algn="l" defTabSz="914400" rtl="0" eaLnBrk="1" latinLnBrk="0" hangingPunct="1">
        <a:lnSpc>
          <a:spcPct val="114000"/>
        </a:lnSpc>
        <a:spcBef>
          <a:spcPts val="0"/>
        </a:spcBef>
        <a:spcAft>
          <a:spcPts val="600"/>
        </a:spcAft>
        <a:buClr>
          <a:srgbClr val="B3BDCD"/>
        </a:buClr>
        <a:buFont typeface="Wingdings" pitchFamily="2" charset="2"/>
        <a:buChar char="§"/>
        <a:defRPr lang="en-US" sz="1600" kern="1200" smtClean="0">
          <a:solidFill>
            <a:schemeClr val="tx2"/>
          </a:solidFill>
          <a:latin typeface="+mn-lt"/>
          <a:ea typeface="+mn-ea"/>
          <a:cs typeface="+mn-cs"/>
        </a:defRPr>
      </a:lvl1pPr>
      <a:lvl2pPr marL="540000" indent="-270000" algn="l" defTabSz="914400" rtl="0" eaLnBrk="1" latinLnBrk="0" hangingPunct="1">
        <a:lnSpc>
          <a:spcPct val="114000"/>
        </a:lnSpc>
        <a:spcBef>
          <a:spcPts val="0"/>
        </a:spcBef>
        <a:spcAft>
          <a:spcPts val="600"/>
        </a:spcAft>
        <a:buClr>
          <a:srgbClr val="B3BDCD"/>
        </a:buClr>
        <a:buFont typeface="Wingdings" pitchFamily="2" charset="2"/>
        <a:buChar char="§"/>
        <a:tabLst/>
        <a:defRPr lang="en-US" sz="1600" kern="1200" smtClean="0">
          <a:solidFill>
            <a:srgbClr val="163241"/>
          </a:solidFill>
          <a:latin typeface="+mn-lt"/>
          <a:ea typeface="+mn-ea"/>
          <a:cs typeface="+mn-cs"/>
        </a:defRPr>
      </a:lvl2pPr>
      <a:lvl3pPr marL="792000" indent="-270000" algn="l" defTabSz="914400" rtl="0" eaLnBrk="1" latinLnBrk="0" hangingPunct="1">
        <a:lnSpc>
          <a:spcPct val="114000"/>
        </a:lnSpc>
        <a:spcBef>
          <a:spcPts val="0"/>
        </a:spcBef>
        <a:spcAft>
          <a:spcPts val="600"/>
        </a:spcAft>
        <a:buClr>
          <a:srgbClr val="B3BDCD"/>
        </a:buClr>
        <a:buFont typeface="Wingdings" pitchFamily="2" charset="2"/>
        <a:buChar char="§"/>
        <a:tabLst/>
        <a:defRPr lang="en-US" sz="1600" kern="1200" smtClean="0">
          <a:solidFill>
            <a:srgbClr val="163241"/>
          </a:solidFill>
          <a:latin typeface="+mn-lt"/>
          <a:ea typeface="+mn-ea"/>
          <a:cs typeface="+mn-cs"/>
        </a:defRPr>
      </a:lvl3pPr>
      <a:lvl4pPr marL="1044000" indent="-270000" algn="l" defTabSz="914400" rtl="0" eaLnBrk="1" latinLnBrk="0" hangingPunct="1">
        <a:lnSpc>
          <a:spcPct val="114000"/>
        </a:lnSpc>
        <a:spcBef>
          <a:spcPts val="0"/>
        </a:spcBef>
        <a:spcAft>
          <a:spcPts val="600"/>
        </a:spcAft>
        <a:buClr>
          <a:srgbClr val="B3BDCD"/>
        </a:buClr>
        <a:buFont typeface="Wingdings" pitchFamily="2" charset="2"/>
        <a:buChar char="§"/>
        <a:tabLst/>
        <a:defRPr lang="en-US" sz="1600" kern="1200" smtClean="0">
          <a:solidFill>
            <a:srgbClr val="163241"/>
          </a:solidFill>
          <a:latin typeface="+mn-lt"/>
          <a:ea typeface="+mn-ea"/>
          <a:cs typeface="+mn-cs"/>
        </a:defRPr>
      </a:lvl4pPr>
      <a:lvl5pPr marL="1296000" indent="-270000" algn="l" defTabSz="914400" rtl="0" eaLnBrk="1" latinLnBrk="0" hangingPunct="1">
        <a:lnSpc>
          <a:spcPct val="114000"/>
        </a:lnSpc>
        <a:spcBef>
          <a:spcPts val="0"/>
        </a:spcBef>
        <a:spcAft>
          <a:spcPts val="600"/>
        </a:spcAft>
        <a:buClr>
          <a:srgbClr val="B3BDCD"/>
        </a:buClr>
        <a:buFont typeface="Wingdings" pitchFamily="2" charset="2"/>
        <a:buChar char="§"/>
        <a:tabLst/>
        <a:defRPr lang="en-US" sz="1600" kern="1200" smtClean="0">
          <a:solidFill>
            <a:srgbClr val="16324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  <p:extLst>
    <p:ext uri="{27BBF7A9-308A-43DC-89C8-2F10F3537804}">
      <p15:sldGuideLst xmlns:p15="http://schemas.microsoft.com/office/powerpoint/2012/main">
        <p15:guide id="1" orient="horz" pos="851" userDrawn="1">
          <p15:clr>
            <a:srgbClr val="F26B43"/>
          </p15:clr>
        </p15:guide>
        <p15:guide id="2" pos="326" userDrawn="1">
          <p15:clr>
            <a:srgbClr val="F26B43"/>
          </p15:clr>
        </p15:guide>
      </p15:sldGuideLst>
    </p:ext>
  </p:extLst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3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Number Placeholder 1">
            <a:extLst>
              <a:ext uri="{FF2B5EF4-FFF2-40B4-BE49-F238E27FC236}">
                <a16:creationId xmlns:a16="http://schemas.microsoft.com/office/drawing/2014/main" id="{9D4AF23F-0AD1-0347-BF7F-1B20660C75EF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E242BD21-9B61-2246-BCB1-4BE5E1BEBE1C}" type="slidenum">
              <a:rPr lang="en-US" smtClean="0"/>
              <a:pPr/>
              <a:t>1</a:t>
            </a:fld>
            <a:endParaRPr lang="en-US"/>
          </a:p>
        </p:txBody>
      </p:sp>
      <p:sp>
        <p:nvSpPr>
          <p:cNvPr id="10" name="Text Placeholder 9">
            <a:extLst>
              <a:ext uri="{FF2B5EF4-FFF2-40B4-BE49-F238E27FC236}">
                <a16:creationId xmlns:a16="http://schemas.microsoft.com/office/drawing/2014/main" id="{E150B659-F724-1B47-9AC0-0C9C91F9FEC4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/>
        <p:txBody>
          <a:bodyPr/>
          <a:lstStyle/>
          <a:p>
            <a:r>
              <a:rPr lang="en-US" dirty="0"/>
              <a:t>Refactoring Candidates – DUPLICATION</a:t>
            </a:r>
          </a:p>
        </p:txBody>
      </p:sp>
      <p:sp>
        <p:nvSpPr>
          <p:cNvPr id="5" name="Title 4">
            <a:extLst>
              <a:ext uri="{FF2B5EF4-FFF2-40B4-BE49-F238E27FC236}">
                <a16:creationId xmlns:a16="http://schemas.microsoft.com/office/drawing/2014/main" id="{9FFB116C-E601-C24A-9C7F-0F529523825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An overview of the longest duplicates</a:t>
            </a:r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2BFA917F-83E5-5E45-B28C-D0C1B781495B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2669790" y="6549140"/>
            <a:ext cx="804066" cy="236406"/>
          </a:xfrm>
          <a:prstGeom prst="rect">
            <a:avLst/>
          </a:prstGeom>
          <a:noFill/>
          <a:ln w="12700" cap="flat" cmpd="sng" algn="ctr">
            <a:noFill/>
            <a:prstDash val="solid"/>
            <a:miter lim="800000"/>
          </a:ln>
        </p:spPr>
        <p:txBody>
          <a:bodyPr wrap="none" lIns="0" tIns="36000" rIns="0" rtlCol="0" anchor="ctr">
            <a:spAutoFit/>
          </a:bodyPr>
          <a:lstStyle>
            <a:defPPr>
              <a:defRPr lang="en-US"/>
            </a:defPPr>
            <a:lvl1pPr marL="0" algn="l" defTabSz="914400" rtl="0" eaLnBrk="1" latinLnBrk="0" hangingPunct="1">
              <a:defRPr lang="en-US" sz="1000" b="1" kern="1200" cap="all" spc="10" baseline="0" dirty="0">
                <a:solidFill>
                  <a:srgbClr val="B2BECD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 dirty="0"/>
              <a:t>Confidential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E0EB1030-EE41-F840-9218-1CBC03600234}"/>
              </a:ext>
            </a:extLst>
          </p:cNvPr>
          <p:cNvSpPr>
            <a:spLocks noGrp="1"/>
          </p:cNvSpPr>
          <p:nvPr>
            <p:ph sz="quarter" idx="13"/>
          </p:nvPr>
        </p:nvSpPr>
        <p:spPr/>
        <p:txBody>
          <a:bodyPr/>
          <a:lstStyle/>
          <a:p>
            <a:endParaRPr lang="en-US"/>
          </a:p>
        </p:txBody>
      </p:sp>
      <p:graphicFrame>
        <p:nvGraphicFramePr>
          <p:cNvPr id="7" name="REFACTORING_CANDIDATES_TABLE_DUPLICATION">
            <a:extLst>
              <a:ext uri="{FF2B5EF4-FFF2-40B4-BE49-F238E27FC236}">
                <a16:creationId xmlns:a16="http://schemas.microsoft.com/office/drawing/2014/main" id="{6D18B547-BA3F-1046-9F1B-A8CA602DA83E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04238741"/>
              </p:ext>
            </p:extLst>
          </p:nvPr>
        </p:nvGraphicFramePr>
        <p:xfrm>
          <a:off x="514373" y="1366988"/>
          <a:ext cx="11231294" cy="4933680"/>
        </p:xfrm>
        <a:graphic>
          <a:graphicData uri="http://schemas.openxmlformats.org/drawingml/2006/table">
            <a:tbl>
              <a:tblPr firstRow="1" bandRow="1">
                <a:effectLst/>
                <a:tableStyleId>{F2DE63D5-997A-4646-A377-4702673A728D}</a:tableStyleId>
              </a:tblPr>
              <a:tblGrid>
                <a:gridCol w="7004027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410957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211322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1604988">
                  <a:extLst>
                    <a:ext uri="{9D8B030D-6E8A-4147-A177-3AD203B41FA5}">
                      <a16:colId xmlns:a16="http://schemas.microsoft.com/office/drawing/2014/main" val="2857446439"/>
                    </a:ext>
                  </a:extLst>
                </a:gridCol>
              </a:tblGrid>
              <a:tr h="305820">
                <a:tc>
                  <a:txBody>
                    <a:bodyPr/>
                    <a:lstStyle/>
                    <a:p>
                      <a:pPr marL="0" marR="0" indent="0" algn="l" defTabSz="4572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b="1" sz="1400">
                          <a:solidFill>
                            <a:schemeClr val="bg1"/>
                          </a:solidFill>
                          <a:latin typeface="+mn-lt"/>
                        </a:rPr>
                        <a:t>Description</a:t>
                      </a:r>
                      <a:endParaRPr lang="en-US" sz="1400" b="1" i="0" noProof="0" dirty="0">
                        <a:solidFill>
                          <a:schemeClr val="bg1"/>
                        </a:solidFill>
                        <a:latin typeface="+mn-lt"/>
                        <a:cs typeface="TheSans B4 SemiLight"/>
                      </a:endParaRPr>
                    </a:p>
                  </a:txBody>
                  <a:tcPr marL="108000" marR="108000" marT="72000" marB="72000" anchor="b">
                    <a:lnL w="9525" cap="flat" cmpd="sng" algn="ctr">
                      <a:noFill/>
                      <a:prstDash val="solid"/>
                    </a:lnL>
                    <a:lnR>
                      <a:noFill/>
                    </a:lnR>
                    <a:lnT w="9525" cap="flat" cmpd="sng" algn="ctr">
                      <a:noFill/>
                      <a:prstDash val="solid"/>
                    </a:lnT>
                    <a:lnB w="19050" cap="flat" cmpd="sng" algn="ctr">
                      <a:noFill/>
                      <a:prstDash val="sysDot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tx2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indent="0" algn="r" defTabSz="4572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b="1" i="0" sz="1400">
                          <a:solidFill>
                            <a:schemeClr val="bg1"/>
                          </a:solidFill>
                          <a:latin typeface="+mn-lt"/>
                        </a:rPr>
                        <a:t>Redundant LOC</a:t>
                      </a:r>
                    </a:p>
                  </a:txBody>
                  <a:tcPr marL="108000" marR="108000" marT="72000" marB="72000" anchor="b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noFill/>
                      <a:prstDash val="solid"/>
                    </a:lnT>
                    <a:lnB w="19050" cap="flat" cmpd="sng" algn="ctr">
                      <a:noFill/>
                      <a:prstDash val="sysDot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DFC101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b="1" sz="1400">
                          <a:solidFill>
                            <a:schemeClr val="bg1"/>
                          </a:solidFill>
                          <a:latin typeface="+mn-lt"/>
                        </a:rPr>
                        <a:t>Level</a:t>
                      </a:r>
                      <a:endParaRPr lang="en-US" sz="1400" b="1" i="0" noProof="0" dirty="0">
                        <a:solidFill>
                          <a:schemeClr val="bg1"/>
                        </a:solidFill>
                        <a:latin typeface="+mn-lt"/>
                        <a:cs typeface="TheSans B4 SemiLight"/>
                      </a:endParaRPr>
                    </a:p>
                  </a:txBody>
                  <a:tcPr marL="108000" marR="108000" marT="72000" marB="72000" anchor="b">
                    <a:lnL>
                      <a:noFill/>
                    </a:lnL>
                    <a:lnR w="9525" cap="flat" cmpd="sng" algn="ctr">
                      <a:noFill/>
                      <a:prstDash val="solid"/>
                    </a:lnR>
                    <a:lnT w="9525" cap="flat" cmpd="sng" algn="ctr">
                      <a:noFill/>
                      <a:prstDash val="solid"/>
                    </a:lnT>
                    <a:lnB w="19050" cap="flat" cmpd="sng" algn="ctr">
                      <a:noFill/>
                      <a:prstDash val="sysDot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tx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b="1" i="0" sz="1400">
                          <a:solidFill>
                            <a:schemeClr val="bg1"/>
                          </a:solidFill>
                          <a:latin typeface="+mn-lt"/>
                        </a:rPr>
                        <a:t>Technology</a:t>
                      </a:r>
                    </a:p>
                  </a:txBody>
                  <a:tcPr marL="108000" marR="108000" marT="72000" marB="72000" anchor="b">
                    <a:lnL>
                      <a:noFill/>
                    </a:lnL>
                    <a:lnR w="9525" cap="flat" cmpd="sng" algn="ctr">
                      <a:noFill/>
                      <a:prstDash val="solid"/>
                    </a:lnR>
                    <a:lnT w="9525" cap="flat" cmpd="sng" algn="ctr">
                      <a:noFill/>
                      <a:prstDash val="solid"/>
                    </a:lnT>
                    <a:lnB w="19050" cap="flat" cmpd="sng" algn="ctr">
                      <a:noFill/>
                      <a:prstDash val="sysDot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tx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306335">
                <a:tc>
                  <a:txBody>
                    <a:bodyPr/>
                    <a:lstStyle/>
                    <a:p>
                      <a:pPr marL="0" marR="0" lvl="0" indent="0" algn="l" defTabSz="914400" rtl="0" eaLnBrk="1" fontAlgn="b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b="0" i="0" sz="1200" u="none">
                          <a:solidFill>
                            <a:schemeClr val="tx2"/>
                          </a:solidFill>
                          <a:latin typeface="Calibri Bold"/>
                        </a:rPr>
                        <a:t>15 lines occurring 12 times in EligibleLeaderReplicasVersion.java, GroupVersion.java, ShareVersion.java, StreamsVersion.java, UnitTestFeatureVersion.java</a:t>
                      </a:r>
                    </a:p>
                  </a:txBody>
                  <a:tcPr marL="108000" marR="108000" marT="72000" marB="72000" anchor="ctr">
                    <a:lnL w="9525" cap="flat" cmpd="sng" algn="ctr">
                      <a:noFill/>
                      <a:prstDash val="solid"/>
                    </a:lnL>
                    <a:lnR>
                      <a:noFill/>
                    </a:lnR>
                    <a:lnT w="19050" cap="flat" cmpd="sng" algn="ctr">
                      <a:noFill/>
                      <a:prstDash val="sysDot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r" defTabSz="914400" rtl="0" eaLnBrk="1" fontAlgn="b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b="0" i="0" sz="1200" u="none">
                          <a:solidFill>
                            <a:schemeClr val="tx2"/>
                          </a:solidFill>
                          <a:latin typeface="Calibri Bold"/>
                        </a:rPr>
                        <a:t>165</a:t>
                      </a:r>
                    </a:p>
                  </a:txBody>
                  <a:tcPr marL="108000" marR="108000" marT="72000" marB="72000" anchor="ctr">
                    <a:lnL>
                      <a:noFill/>
                    </a:lnL>
                    <a:lnR>
                      <a:noFill/>
                    </a:lnR>
                    <a:lnT w="19050" cap="flat" cmpd="sng" algn="ctr">
                      <a:noFill/>
                      <a:prstDash val="sysDot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EF5BA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b"/>
                      <a:r>
                        <a:rPr b="0" i="0" sz="1200" u="none">
                          <a:solidFill>
                            <a:schemeClr val="tx1">
                              <a:lumMod val="60000"/>
                              <a:lumOff val="40000"/>
                            </a:schemeClr>
                          </a:solidFill>
                          <a:latin typeface="Calibri Regular"/>
                        </a:rPr>
                        <a:t>Component</a:t>
                      </a:r>
                    </a:p>
                  </a:txBody>
                  <a:tcPr marL="108000" marR="108000" marT="72000" marB="72000" anchor="ctr">
                    <a:lnL>
                      <a:noFill/>
                    </a:lnL>
                    <a:lnR w="9525" cap="flat" cmpd="sng" algn="ctr">
                      <a:noFill/>
                      <a:prstDash val="solid"/>
                    </a:lnR>
                    <a:lnT w="19050" cap="flat" cmpd="sng" algn="ctr">
                      <a:noFill/>
                      <a:prstDash val="sysDot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algn="l" defTabSz="914400" rtl="0" eaLnBrk="1" fontAlgn="b" latinLnBrk="0" hangingPunct="1"/>
                      <a:r>
                        <a:rPr b="0" i="0" sz="1200" u="none">
                          <a:solidFill>
                            <a:schemeClr val="tx1">
                              <a:lumMod val="60000"/>
                              <a:lumOff val="40000"/>
                            </a:schemeClr>
                          </a:solidFill>
                          <a:latin typeface="Calibri Regular"/>
                        </a:rPr>
                        <a:t>Java</a:t>
                      </a:r>
                    </a:p>
                  </a:txBody>
                  <a:tcPr marL="108000" marR="108000" marT="72000" marB="72000" anchor="ctr">
                    <a:lnL>
                      <a:noFill/>
                    </a:lnL>
                    <a:lnR w="9525" cap="flat" cmpd="sng" algn="ctr">
                      <a:noFill/>
                      <a:prstDash val="solid"/>
                    </a:lnR>
                    <a:lnT w="19050" cap="flat" cmpd="sng" algn="ctr">
                      <a:noFill/>
                      <a:prstDash val="sysDot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279736">
                <a:tc>
                  <a:txBody>
                    <a:bodyPr/>
                    <a:lstStyle/>
                    <a:p>
                      <a:pPr algn="l" fontAlgn="b"/>
                      <a:r>
                        <a:rPr b="0" i="0" sz="1200" u="none">
                          <a:solidFill>
                            <a:schemeClr val="tx2"/>
                          </a:solidFill>
                          <a:latin typeface="Calibri Bold"/>
                        </a:rPr>
                        <a:t>27 lines occurring 4 times in KTableKTableInnerJoin.java, KTableKTableLeftJoin.java, KTableKTableOuterJoin.java, KTableKTableRightJoin.java</a:t>
                      </a:r>
                      <a:endParaRPr lang="en-US" sz="1200" b="0" i="0" u="none" strike="noStrike" noProof="0" dirty="0">
                        <a:solidFill>
                          <a:schemeClr val="tx2"/>
                        </a:solidFill>
                        <a:effectLst/>
                        <a:latin typeface="Calibri Regular"/>
                      </a:endParaRPr>
                    </a:p>
                  </a:txBody>
                  <a:tcPr marL="108000" marR="108000" marT="72000" marB="72000" anchor="ctr">
                    <a:lnL w="9525" cap="flat" cmpd="sng" algn="ctr">
                      <a:noFill/>
                      <a:prstDash val="solid"/>
                    </a:lnL>
                    <a:lnR>
                      <a:noFill/>
                    </a:lnR>
                    <a:lnT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r" defTabSz="914400" rtl="0" eaLnBrk="1" fontAlgn="b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b="0" i="0" sz="1200" u="none">
                          <a:solidFill>
                            <a:schemeClr val="tx2"/>
                          </a:solidFill>
                          <a:latin typeface="Calibri Bold"/>
                        </a:rPr>
                        <a:t>81</a:t>
                      </a:r>
                      <a:endParaRPr lang="en-US" sz="1200" b="0" i="0" u="none" strike="noStrike" kern="1200" noProof="0" dirty="0">
                        <a:solidFill>
                          <a:schemeClr val="tx2"/>
                        </a:solidFill>
                        <a:effectLst/>
                        <a:latin typeface="Calibri Bold"/>
                        <a:ea typeface="+mn-ea"/>
                        <a:cs typeface="+mn-cs"/>
                      </a:endParaRPr>
                    </a:p>
                  </a:txBody>
                  <a:tcPr marL="108000" marR="108000" marT="72000" marB="72000" anchor="ctr">
                    <a:lnL>
                      <a:noFill/>
                    </a:lnL>
                    <a:lnR>
                      <a:noFill/>
                    </a:lnR>
                    <a:lnT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EF5BA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indent="0" algn="l" defTabSz="457200" rtl="0" eaLnBrk="1" fontAlgn="b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b="0" i="0" sz="1200" u="none">
                          <a:solidFill>
                            <a:schemeClr val="tx1">
                              <a:lumMod val="60000"/>
                              <a:lumOff val="40000"/>
                            </a:schemeClr>
                          </a:solidFill>
                          <a:latin typeface="Calibri Regular"/>
                        </a:rPr>
                        <a:t>Component</a:t>
                      </a:r>
                      <a:endParaRPr lang="en-US" sz="1200" b="0" i="0" u="none" strike="noStrike" noProof="0" dirty="0">
                        <a:solidFill>
                          <a:schemeClr val="tx1">
                            <a:lumMod val="60000"/>
                            <a:lumOff val="40000"/>
                          </a:schemeClr>
                        </a:solidFill>
                        <a:effectLst/>
                        <a:latin typeface="Calibri Regular"/>
                      </a:endParaRPr>
                    </a:p>
                  </a:txBody>
                  <a:tcPr marL="108000" marR="108000" marT="72000" marB="72000" anchor="ctr">
                    <a:lnL>
                      <a:noFill/>
                    </a:lnL>
                    <a:lnR w="9525" cap="flat" cmpd="sng" algn="ctr">
                      <a:noFill/>
                      <a:prstDash val="solid"/>
                    </a:lnR>
                    <a:lnT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algn="l" defTabSz="914400" rtl="0" eaLnBrk="1" fontAlgn="b" latinLnBrk="0" hangingPunct="1"/>
                      <a:r>
                        <a:rPr b="0" i="0" sz="1200" u="none">
                          <a:solidFill>
                            <a:schemeClr val="tx1">
                              <a:lumMod val="60000"/>
                              <a:lumOff val="40000"/>
                            </a:schemeClr>
                          </a:solidFill>
                          <a:latin typeface="Calibri Regular"/>
                        </a:rPr>
                        <a:t>Java</a:t>
                      </a:r>
                      <a:endParaRPr lang="en-US" sz="1200" b="0" i="0" u="none" strike="noStrike" kern="1200" noProof="0" dirty="0">
                        <a:solidFill>
                          <a:schemeClr val="tx1">
                            <a:lumMod val="60000"/>
                            <a:lumOff val="40000"/>
                          </a:schemeClr>
                        </a:solidFill>
                        <a:effectLst/>
                        <a:latin typeface="Calibri Regular"/>
                        <a:ea typeface="+mn-ea"/>
                        <a:cs typeface="+mn-cs"/>
                      </a:endParaRPr>
                    </a:p>
                  </a:txBody>
                  <a:tcPr marL="108000" marR="108000" marT="72000" marB="72000" anchor="ctr">
                    <a:lnL>
                      <a:noFill/>
                    </a:lnL>
                    <a:lnR w="9525" cap="flat" cmpd="sng" algn="ctr">
                      <a:noFill/>
                      <a:prstDash val="solid"/>
                    </a:lnR>
                    <a:lnT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279736">
                <a:tc>
                  <a:txBody>
                    <a:bodyPr/>
                    <a:lstStyle/>
                    <a:p>
                      <a:pPr algn="l" fontAlgn="b"/>
                      <a:r>
                        <a:rPr b="0" i="0" sz="1200" u="none">
                          <a:solidFill>
                            <a:schemeClr val="tx2"/>
                          </a:solidFill>
                          <a:latin typeface="Calibri Bold"/>
                        </a:rPr>
                        <a:t>11 lines occurring 8 times in StreamJoined.java</a:t>
                      </a:r>
                      <a:endParaRPr lang="en-US" sz="1200" b="0" i="0" u="none" strike="noStrike" noProof="0" dirty="0">
                        <a:solidFill>
                          <a:schemeClr val="tx2"/>
                        </a:solidFill>
                        <a:effectLst/>
                        <a:latin typeface="Calibri Regular"/>
                      </a:endParaRPr>
                    </a:p>
                  </a:txBody>
                  <a:tcPr marL="108000" marR="108000" marT="72000" marB="72000" anchor="ctr">
                    <a:lnL w="9525" cap="flat" cmpd="sng" algn="ctr">
                      <a:noFill/>
                      <a:prstDash val="solid"/>
                    </a:lnL>
                    <a:lnR>
                      <a:noFill/>
                    </a:lnR>
                    <a:lnT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r" defTabSz="914400" rtl="0" eaLnBrk="1" fontAlgn="b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b="0" i="0" sz="1200" u="none">
                          <a:solidFill>
                            <a:schemeClr val="tx2"/>
                          </a:solidFill>
                          <a:latin typeface="Calibri Bold"/>
                        </a:rPr>
                        <a:t>77</a:t>
                      </a:r>
                      <a:endParaRPr lang="en-US" sz="1200" b="0" i="0" u="none" strike="noStrike" kern="1200" noProof="0" dirty="0">
                        <a:solidFill>
                          <a:schemeClr val="tx2"/>
                        </a:solidFill>
                        <a:effectLst/>
                        <a:latin typeface="Calibri Bold"/>
                        <a:ea typeface="+mn-ea"/>
                        <a:cs typeface="+mn-cs"/>
                      </a:endParaRPr>
                    </a:p>
                  </a:txBody>
                  <a:tcPr marL="108000" marR="108000" marT="72000" marB="72000" anchor="ctr">
                    <a:lnL>
                      <a:noFill/>
                    </a:lnL>
                    <a:lnR>
                      <a:noFill/>
                    </a:lnR>
                    <a:lnT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EF5BA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b"/>
                      <a:r>
                        <a:rPr b="0" i="0" sz="1200" u="none">
                          <a:solidFill>
                            <a:schemeClr val="tx1">
                              <a:lumMod val="60000"/>
                              <a:lumOff val="40000"/>
                            </a:schemeClr>
                          </a:solidFill>
                          <a:latin typeface="Calibri Regular"/>
                        </a:rPr>
                        <a:t>File</a:t>
                      </a:r>
                      <a:endParaRPr lang="en-US" sz="1200" b="0" i="0" u="none" strike="noStrike" noProof="0" dirty="0">
                        <a:solidFill>
                          <a:schemeClr val="tx1">
                            <a:lumMod val="60000"/>
                            <a:lumOff val="40000"/>
                          </a:schemeClr>
                        </a:solidFill>
                        <a:effectLst/>
                        <a:latin typeface="Calibri Regular"/>
                      </a:endParaRPr>
                    </a:p>
                  </a:txBody>
                  <a:tcPr marL="108000" marR="108000" marT="72000" marB="72000" anchor="ctr">
                    <a:lnL>
                      <a:noFill/>
                    </a:lnL>
                    <a:lnR w="9525" cap="flat" cmpd="sng" algn="ctr">
                      <a:noFill/>
                      <a:prstDash val="solid"/>
                    </a:lnR>
                    <a:lnT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algn="l" defTabSz="914400" rtl="0" eaLnBrk="1" fontAlgn="b" latinLnBrk="0" hangingPunct="1"/>
                      <a:r>
                        <a:rPr b="0" i="0" sz="1200" u="none">
                          <a:solidFill>
                            <a:schemeClr val="tx1">
                              <a:lumMod val="60000"/>
                              <a:lumOff val="40000"/>
                            </a:schemeClr>
                          </a:solidFill>
                          <a:latin typeface="Calibri Regular"/>
                        </a:rPr>
                        <a:t>Java</a:t>
                      </a:r>
                      <a:endParaRPr lang="en-US" sz="1200" b="0" i="0" u="none" strike="noStrike" kern="1200" noProof="0" dirty="0">
                        <a:solidFill>
                          <a:schemeClr val="tx1">
                            <a:lumMod val="60000"/>
                            <a:lumOff val="40000"/>
                          </a:schemeClr>
                        </a:solidFill>
                        <a:effectLst/>
                        <a:latin typeface="Calibri Regular"/>
                        <a:ea typeface="+mn-ea"/>
                        <a:cs typeface="+mn-cs"/>
                      </a:endParaRPr>
                    </a:p>
                  </a:txBody>
                  <a:tcPr marL="108000" marR="108000" marT="72000" marB="72000" anchor="ctr">
                    <a:lnL>
                      <a:noFill/>
                    </a:lnL>
                    <a:lnR w="9525" cap="flat" cmpd="sng" algn="ctr">
                      <a:noFill/>
                      <a:prstDash val="solid"/>
                    </a:lnR>
                    <a:lnT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279736">
                <a:tc>
                  <a:txBody>
                    <a:bodyPr/>
                    <a:lstStyle/>
                    <a:p>
                      <a:pPr algn="l" fontAlgn="b"/>
                      <a:r>
                        <a:rPr b="0" i="0" sz="1200" u="none">
                          <a:solidFill>
                            <a:schemeClr val="tx2"/>
                          </a:solidFill>
                          <a:latin typeface="Calibri Bold"/>
                        </a:rPr>
                        <a:t>71 lines occurring 2 times in ConsumeBenchWorker.java, ShareConsumeBenchWorker.java</a:t>
                      </a:r>
                      <a:endParaRPr lang="en-US" sz="1200" b="0" i="0" u="none" strike="noStrike" noProof="0" dirty="0">
                        <a:solidFill>
                          <a:schemeClr val="tx2"/>
                        </a:solidFill>
                        <a:effectLst/>
                        <a:latin typeface="Calibri Regular"/>
                      </a:endParaRPr>
                    </a:p>
                  </a:txBody>
                  <a:tcPr marL="108000" marR="108000" marT="72000" marB="72000" anchor="ctr">
                    <a:lnL w="9525" cap="flat" cmpd="sng" algn="ctr">
                      <a:noFill/>
                      <a:prstDash val="solid"/>
                    </a:lnL>
                    <a:lnR>
                      <a:noFill/>
                    </a:lnR>
                    <a:lnT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r" defTabSz="914400" rtl="0" eaLnBrk="1" fontAlgn="b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b="0" i="0" sz="1200" u="none">
                          <a:solidFill>
                            <a:schemeClr val="tx2"/>
                          </a:solidFill>
                          <a:latin typeface="Calibri Bold"/>
                        </a:rPr>
                        <a:t>71</a:t>
                      </a:r>
                      <a:endParaRPr lang="en-US" sz="1200" b="0" i="0" u="none" strike="noStrike" kern="1200" noProof="0" dirty="0">
                        <a:solidFill>
                          <a:schemeClr val="tx2"/>
                        </a:solidFill>
                        <a:effectLst/>
                        <a:latin typeface="Calibri Bold"/>
                        <a:ea typeface="+mn-ea"/>
                        <a:cs typeface="+mn-cs"/>
                      </a:endParaRPr>
                    </a:p>
                  </a:txBody>
                  <a:tcPr marL="108000" marR="108000" marT="72000" marB="72000" anchor="ctr">
                    <a:lnL>
                      <a:noFill/>
                    </a:lnL>
                    <a:lnR>
                      <a:noFill/>
                    </a:lnR>
                    <a:lnT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EF5BA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b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b="0" i="0" sz="1200" u="none">
                          <a:solidFill>
                            <a:schemeClr val="tx1">
                              <a:lumMod val="60000"/>
                              <a:lumOff val="40000"/>
                            </a:schemeClr>
                          </a:solidFill>
                          <a:latin typeface="Calibri Regular"/>
                        </a:rPr>
                        <a:t>Component</a:t>
                      </a:r>
                      <a:endParaRPr lang="en-US" sz="1200" b="0" i="0" u="none" strike="noStrike" kern="1200" noProof="0" dirty="0">
                        <a:solidFill>
                          <a:schemeClr val="tx2"/>
                        </a:solidFill>
                        <a:effectLst/>
                        <a:latin typeface="Calibri Bold"/>
                        <a:ea typeface="+mn-ea"/>
                        <a:cs typeface="+mn-cs"/>
                      </a:endParaRPr>
                    </a:p>
                  </a:txBody>
                  <a:tcPr marL="108000" marR="108000" marT="72000" marB="72000" anchor="ctr">
                    <a:lnL>
                      <a:noFill/>
                    </a:lnL>
                    <a:lnR w="9525" cap="flat" cmpd="sng" algn="ctr">
                      <a:noFill/>
                      <a:prstDash val="solid"/>
                    </a:lnR>
                    <a:lnT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algn="l" defTabSz="914400" rtl="0" eaLnBrk="1" fontAlgn="b" latinLnBrk="0" hangingPunct="1"/>
                      <a:r>
                        <a:rPr b="0" i="0" sz="1200" u="none">
                          <a:solidFill>
                            <a:schemeClr val="tx1">
                              <a:lumMod val="60000"/>
                              <a:lumOff val="40000"/>
                            </a:schemeClr>
                          </a:solidFill>
                          <a:latin typeface="Calibri Regular"/>
                        </a:rPr>
                        <a:t>Java</a:t>
                      </a:r>
                      <a:endParaRPr lang="en-US" sz="1200" b="0" i="0" u="none" strike="noStrike" kern="1200" noProof="0" dirty="0">
                        <a:solidFill>
                          <a:schemeClr val="tx1">
                            <a:lumMod val="60000"/>
                            <a:lumOff val="40000"/>
                          </a:schemeClr>
                        </a:solidFill>
                        <a:effectLst/>
                        <a:latin typeface="Calibri Regular"/>
                        <a:ea typeface="+mn-ea"/>
                        <a:cs typeface="+mn-cs"/>
                      </a:endParaRPr>
                    </a:p>
                  </a:txBody>
                  <a:tcPr marL="108000" marR="108000" marT="72000" marB="72000" anchor="ctr">
                    <a:lnL>
                      <a:noFill/>
                    </a:lnL>
                    <a:lnR w="9525" cap="flat" cmpd="sng" algn="ctr">
                      <a:noFill/>
                      <a:prstDash val="solid"/>
                    </a:lnR>
                    <a:lnT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279736">
                <a:tc>
                  <a:txBody>
                    <a:bodyPr/>
                    <a:lstStyle/>
                    <a:p>
                      <a:pPr algn="l" fontAlgn="b"/>
                      <a:r>
                        <a:rPr b="0" i="0" sz="1200" u="none">
                          <a:solidFill>
                            <a:schemeClr val="tx2"/>
                          </a:solidFill>
                          <a:latin typeface="Calibri Bold"/>
                        </a:rPr>
                        <a:t>10 lines occurring 8 times in ForeignTableJoinProcessorSupplier.java, KStreamSessionWindowAggregate.java, KStreamWindowAggregate.java, KTableKTableInnerJoin.java, KTableKTableLeftJoin.java, KTableKTableOuterJoin.java, KTableKTableRightJoin.java, KTableSource.java</a:t>
                      </a:r>
                      <a:endParaRPr lang="en-US" sz="1200" b="0" i="0" u="none" strike="noStrike" noProof="0" dirty="0">
                        <a:solidFill>
                          <a:schemeClr val="tx2"/>
                        </a:solidFill>
                        <a:effectLst/>
                        <a:latin typeface="Calibri Regular"/>
                      </a:endParaRPr>
                    </a:p>
                  </a:txBody>
                  <a:tcPr marL="108000" marR="108000" marT="72000" marB="72000" anchor="ctr">
                    <a:lnL w="9525" cap="flat" cmpd="sng" algn="ctr">
                      <a:noFill/>
                      <a:prstDash val="solid"/>
                    </a:lnL>
                    <a:lnR>
                      <a:noFill/>
                    </a:lnR>
                    <a:lnT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r" defTabSz="914400" rtl="0" eaLnBrk="1" fontAlgn="b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b="0" i="0" sz="1200" u="none">
                          <a:solidFill>
                            <a:schemeClr val="tx2"/>
                          </a:solidFill>
                          <a:latin typeface="Calibri Bold"/>
                        </a:rPr>
                        <a:t>70</a:t>
                      </a:r>
                      <a:endParaRPr lang="en-US" sz="1200" b="0" i="0" u="none" strike="noStrike" kern="1200" noProof="0" dirty="0">
                        <a:solidFill>
                          <a:schemeClr val="tx2"/>
                        </a:solidFill>
                        <a:effectLst/>
                        <a:latin typeface="Calibri Bold"/>
                        <a:ea typeface="+mn-ea"/>
                        <a:cs typeface="+mn-cs"/>
                      </a:endParaRPr>
                    </a:p>
                  </a:txBody>
                  <a:tcPr marL="108000" marR="108000" marT="72000" marB="72000" anchor="ctr">
                    <a:lnL>
                      <a:noFill/>
                    </a:lnL>
                    <a:lnR>
                      <a:noFill/>
                    </a:lnR>
                    <a:lnT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EF5BA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b"/>
                      <a:r>
                        <a:rPr b="0" i="0" sz="1200" u="none">
                          <a:solidFill>
                            <a:schemeClr val="tx1">
                              <a:lumMod val="60000"/>
                              <a:lumOff val="40000"/>
                            </a:schemeClr>
                          </a:solidFill>
                          <a:latin typeface="Calibri Regular"/>
                        </a:rPr>
                        <a:t>Component</a:t>
                      </a:r>
                      <a:endParaRPr lang="en-US" sz="1200" b="0" i="0" u="none" strike="noStrike" noProof="0" dirty="0">
                        <a:solidFill>
                          <a:schemeClr val="tx1">
                            <a:lumMod val="60000"/>
                            <a:lumOff val="40000"/>
                          </a:schemeClr>
                        </a:solidFill>
                        <a:effectLst/>
                        <a:latin typeface="Calibri Regular"/>
                      </a:endParaRPr>
                    </a:p>
                  </a:txBody>
                  <a:tcPr marL="108000" marR="108000" marT="72000" marB="72000" anchor="ctr">
                    <a:lnL>
                      <a:noFill/>
                    </a:lnL>
                    <a:lnR w="9525" cap="flat" cmpd="sng" algn="ctr">
                      <a:noFill/>
                      <a:prstDash val="solid"/>
                    </a:lnR>
                    <a:lnT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algn="l" defTabSz="914400" rtl="0" eaLnBrk="1" fontAlgn="b" latinLnBrk="0" hangingPunct="1"/>
                      <a:r>
                        <a:rPr b="0" i="0" sz="1200" u="none">
                          <a:solidFill>
                            <a:schemeClr val="tx1">
                              <a:lumMod val="60000"/>
                              <a:lumOff val="40000"/>
                            </a:schemeClr>
                          </a:solidFill>
                          <a:latin typeface="Calibri Regular"/>
                        </a:rPr>
                        <a:t>Java</a:t>
                      </a:r>
                      <a:endParaRPr lang="en-US" sz="1200" b="0" i="0" u="none" strike="noStrike" kern="1200" noProof="0" dirty="0">
                        <a:solidFill>
                          <a:schemeClr val="tx1">
                            <a:lumMod val="60000"/>
                            <a:lumOff val="40000"/>
                          </a:schemeClr>
                        </a:solidFill>
                        <a:effectLst/>
                        <a:latin typeface="Calibri Regular"/>
                        <a:ea typeface="+mn-ea"/>
                        <a:cs typeface="+mn-cs"/>
                      </a:endParaRPr>
                    </a:p>
                  </a:txBody>
                  <a:tcPr marL="108000" marR="108000" marT="72000" marB="72000" anchor="ctr">
                    <a:lnL>
                      <a:noFill/>
                    </a:lnL>
                    <a:lnR w="9525" cap="flat" cmpd="sng" algn="ctr">
                      <a:noFill/>
                      <a:prstDash val="solid"/>
                    </a:lnR>
                    <a:lnT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001900654"/>
                  </a:ext>
                </a:extLst>
              </a:tr>
              <a:tr h="279736">
                <a:tc>
                  <a:txBody>
                    <a:bodyPr/>
                    <a:lstStyle/>
                    <a:p>
                      <a:pPr algn="l" fontAlgn="b"/>
                      <a:r>
                        <a:rPr b="0" i="0" sz="1200" u="none">
                          <a:solidFill>
                            <a:schemeClr val="tx2"/>
                          </a:solidFill>
                          <a:latin typeface="Calibri Bold"/>
                        </a:rPr>
                        <a:t>16 lines occurring 5 times in ForeignTableJoinProcessorSupplier.java, KTableKTableInnerJoin.java, KTableKTableLeftJoin.java, KTableKTableOuterJoin.java, KTableKTableRightJoin.java</a:t>
                      </a:r>
                      <a:endParaRPr lang="en-US" sz="1200" b="0" i="0" u="none" strike="noStrike" noProof="0" dirty="0">
                        <a:solidFill>
                          <a:schemeClr val="tx2"/>
                        </a:solidFill>
                        <a:effectLst/>
                        <a:latin typeface="Calibri Regular"/>
                      </a:endParaRPr>
                    </a:p>
                  </a:txBody>
                  <a:tcPr marL="108000" marR="108000" marT="72000" marB="72000" anchor="ctr">
                    <a:lnL w="9525" cap="flat" cmpd="sng" algn="ctr">
                      <a:noFill/>
                      <a:prstDash val="solid"/>
                    </a:lnL>
                    <a:lnR>
                      <a:noFill/>
                    </a:lnR>
                    <a:lnT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r" defTabSz="914400" rtl="0" eaLnBrk="1" fontAlgn="b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b="0" i="0" sz="1200" u="none">
                          <a:solidFill>
                            <a:schemeClr val="tx2"/>
                          </a:solidFill>
                          <a:latin typeface="Calibri Bold"/>
                        </a:rPr>
                        <a:t>64</a:t>
                      </a:r>
                      <a:endParaRPr lang="en-US" sz="1200" b="0" i="0" u="none" strike="noStrike" kern="1200" noProof="0" dirty="0">
                        <a:solidFill>
                          <a:schemeClr val="tx2"/>
                        </a:solidFill>
                        <a:effectLst/>
                        <a:latin typeface="Calibri Bold"/>
                        <a:ea typeface="+mn-ea"/>
                        <a:cs typeface="+mn-cs"/>
                      </a:endParaRPr>
                    </a:p>
                  </a:txBody>
                  <a:tcPr marL="108000" marR="108000" marT="72000" marB="72000" anchor="ctr">
                    <a:lnL>
                      <a:noFill/>
                    </a:lnL>
                    <a:lnR>
                      <a:noFill/>
                    </a:lnR>
                    <a:lnT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EF5BA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b"/>
                      <a:r>
                        <a:rPr b="0" i="0" sz="1200" u="none">
                          <a:solidFill>
                            <a:schemeClr val="tx1">
                              <a:lumMod val="60000"/>
                              <a:lumOff val="40000"/>
                            </a:schemeClr>
                          </a:solidFill>
                          <a:latin typeface="Calibri Regular"/>
                        </a:rPr>
                        <a:t>Component</a:t>
                      </a:r>
                      <a:endParaRPr lang="en-US" sz="1200" b="0" i="0" u="none" strike="noStrike" noProof="0" dirty="0">
                        <a:solidFill>
                          <a:schemeClr val="tx1">
                            <a:lumMod val="60000"/>
                            <a:lumOff val="40000"/>
                          </a:schemeClr>
                        </a:solidFill>
                        <a:effectLst/>
                        <a:latin typeface="Calibri Regular"/>
                      </a:endParaRPr>
                    </a:p>
                  </a:txBody>
                  <a:tcPr marL="108000" marR="108000" marT="72000" marB="72000" anchor="ctr">
                    <a:lnL>
                      <a:noFill/>
                    </a:lnL>
                    <a:lnR w="9525" cap="flat" cmpd="sng" algn="ctr">
                      <a:noFill/>
                      <a:prstDash val="solid"/>
                    </a:lnR>
                    <a:lnT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algn="l" defTabSz="914400" rtl="0" eaLnBrk="1" fontAlgn="b" latinLnBrk="0" hangingPunct="1"/>
                      <a:r>
                        <a:rPr b="0" i="0" sz="1200" u="none">
                          <a:solidFill>
                            <a:schemeClr val="tx1">
                              <a:lumMod val="60000"/>
                              <a:lumOff val="40000"/>
                            </a:schemeClr>
                          </a:solidFill>
                          <a:latin typeface="Calibri Regular"/>
                        </a:rPr>
                        <a:t>Java</a:t>
                      </a:r>
                      <a:endParaRPr lang="en-US" sz="1200" b="0" i="0" u="none" strike="noStrike" kern="1200" noProof="0" dirty="0">
                        <a:solidFill>
                          <a:schemeClr val="tx1">
                            <a:lumMod val="60000"/>
                            <a:lumOff val="40000"/>
                          </a:schemeClr>
                        </a:solidFill>
                        <a:effectLst/>
                        <a:latin typeface="Calibri Regular"/>
                        <a:ea typeface="+mn-ea"/>
                        <a:cs typeface="+mn-cs"/>
                      </a:endParaRPr>
                    </a:p>
                  </a:txBody>
                  <a:tcPr marL="108000" marR="108000" marT="72000" marB="72000" anchor="ctr">
                    <a:lnL>
                      <a:noFill/>
                    </a:lnL>
                    <a:lnR w="9525" cap="flat" cmpd="sng" algn="ctr">
                      <a:noFill/>
                      <a:prstDash val="solid"/>
                    </a:lnR>
                    <a:lnT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928811833"/>
                  </a:ext>
                </a:extLst>
              </a:tr>
              <a:tr h="279736">
                <a:tc>
                  <a:txBody>
                    <a:bodyPr/>
                    <a:lstStyle/>
                    <a:p>
                      <a:pPr algn="l" fontAlgn="b"/>
                      <a:r>
                        <a:rPr b="0" i="0" sz="1200" u="none">
                          <a:solidFill>
                            <a:schemeClr val="tx2"/>
                          </a:solidFill>
                          <a:latin typeface="Calibri Bold"/>
                        </a:rPr>
                        <a:t>30 lines occurring 3 times in KTableKTableInnerJoin.java, KTableKTableLeftJoin.java, KTableKTableOuterJoin.java</a:t>
                      </a:r>
                      <a:endParaRPr lang="en-US" sz="1200" b="0" i="0" u="none" strike="noStrike" noProof="0" dirty="0">
                        <a:solidFill>
                          <a:schemeClr val="tx2"/>
                        </a:solidFill>
                        <a:effectLst/>
                        <a:latin typeface="Calibri Regular"/>
                      </a:endParaRPr>
                    </a:p>
                  </a:txBody>
                  <a:tcPr marL="108000" marR="108000" marT="72000" marB="72000" anchor="ctr">
                    <a:lnL w="9525" cap="flat" cmpd="sng" algn="ctr">
                      <a:noFill/>
                      <a:prstDash val="solid"/>
                    </a:lnL>
                    <a:lnR>
                      <a:noFill/>
                    </a:lnR>
                    <a:lnT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r" defTabSz="914400" rtl="0" eaLnBrk="1" fontAlgn="b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b="0" i="0" sz="1200" u="none">
                          <a:solidFill>
                            <a:schemeClr val="tx2"/>
                          </a:solidFill>
                          <a:latin typeface="Calibri Bold"/>
                        </a:rPr>
                        <a:t>60</a:t>
                      </a:r>
                      <a:endParaRPr lang="en-US" sz="1200" b="0" i="0" u="none" strike="noStrike" kern="1200" noProof="0" dirty="0">
                        <a:solidFill>
                          <a:schemeClr val="tx2"/>
                        </a:solidFill>
                        <a:effectLst/>
                        <a:latin typeface="Calibri Bold"/>
                        <a:ea typeface="+mn-ea"/>
                        <a:cs typeface="+mn-cs"/>
                      </a:endParaRPr>
                    </a:p>
                  </a:txBody>
                  <a:tcPr marL="108000" marR="108000" marT="72000" marB="72000" anchor="ctr">
                    <a:lnL>
                      <a:noFill/>
                    </a:lnL>
                    <a:lnR>
                      <a:noFill/>
                    </a:lnR>
                    <a:lnT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EF5BA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b"/>
                      <a:r>
                        <a:rPr b="0" i="0" sz="1200" u="none">
                          <a:solidFill>
                            <a:schemeClr val="tx1">
                              <a:lumMod val="60000"/>
                              <a:lumOff val="40000"/>
                            </a:schemeClr>
                          </a:solidFill>
                          <a:latin typeface="Calibri Regular"/>
                        </a:rPr>
                        <a:t>Component</a:t>
                      </a:r>
                      <a:endParaRPr lang="en-US" sz="1200" b="0" i="0" u="none" strike="noStrike" noProof="0" dirty="0">
                        <a:solidFill>
                          <a:schemeClr val="tx1">
                            <a:lumMod val="60000"/>
                            <a:lumOff val="40000"/>
                          </a:schemeClr>
                        </a:solidFill>
                        <a:effectLst/>
                        <a:latin typeface="Calibri Regular"/>
                      </a:endParaRPr>
                    </a:p>
                  </a:txBody>
                  <a:tcPr marL="108000" marR="108000" marT="72000" marB="72000" anchor="ctr">
                    <a:lnL>
                      <a:noFill/>
                    </a:lnL>
                    <a:lnR w="9525" cap="flat" cmpd="sng" algn="ctr">
                      <a:noFill/>
                      <a:prstDash val="solid"/>
                    </a:lnR>
                    <a:lnT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algn="l" defTabSz="914400" rtl="0" eaLnBrk="1" fontAlgn="b" latinLnBrk="0" hangingPunct="1"/>
                      <a:r>
                        <a:rPr b="0" i="0" sz="1200" u="none">
                          <a:solidFill>
                            <a:schemeClr val="tx1">
                              <a:lumMod val="60000"/>
                              <a:lumOff val="40000"/>
                            </a:schemeClr>
                          </a:solidFill>
                          <a:latin typeface="Calibri Regular"/>
                        </a:rPr>
                        <a:t>Java</a:t>
                      </a:r>
                      <a:endParaRPr lang="en-US" sz="1200" b="0" i="0" u="none" strike="noStrike" kern="1200" noProof="0" dirty="0">
                        <a:solidFill>
                          <a:schemeClr val="tx1">
                            <a:lumMod val="60000"/>
                            <a:lumOff val="40000"/>
                          </a:schemeClr>
                        </a:solidFill>
                        <a:effectLst/>
                        <a:latin typeface="Calibri Regular"/>
                        <a:ea typeface="+mn-ea"/>
                        <a:cs typeface="+mn-cs"/>
                      </a:endParaRPr>
                    </a:p>
                  </a:txBody>
                  <a:tcPr marL="108000" marR="108000" marT="72000" marB="72000" anchor="ctr">
                    <a:lnL>
                      <a:noFill/>
                    </a:lnL>
                    <a:lnR w="9525" cap="flat" cmpd="sng" algn="ctr">
                      <a:noFill/>
                      <a:prstDash val="solid"/>
                    </a:lnR>
                    <a:lnT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060795780"/>
                  </a:ext>
                </a:extLst>
              </a:tr>
              <a:tr h="279736">
                <a:tc>
                  <a:txBody>
                    <a:bodyPr/>
                    <a:lstStyle/>
                    <a:p>
                      <a:pPr algn="l" fontAlgn="b"/>
                      <a:r>
                        <a:rPr b="0" i="0" sz="1200" u="none">
                          <a:solidFill>
                            <a:schemeClr val="tx2"/>
                          </a:solidFill>
                          <a:latin typeface="Calibri Bold"/>
                        </a:rPr>
                        <a:t>12 lines occurring 6 times in ForeignTableJoinProcessorSupplier.java, KStreamWindowAggregate.java, KTableKTableInnerJoin.java, KTableKTableLeftJoin.java, KTableKTableOuterJoin.java, KTableKTableRightJoin.java</a:t>
                      </a:r>
                      <a:endParaRPr lang="en-US" sz="1200" b="0" i="0" u="none" strike="noStrike" noProof="0" dirty="0">
                        <a:solidFill>
                          <a:schemeClr val="tx2"/>
                        </a:solidFill>
                        <a:effectLst/>
                        <a:latin typeface="Calibri Regular"/>
                      </a:endParaRPr>
                    </a:p>
                  </a:txBody>
                  <a:tcPr marL="108000" marR="108000" marT="72000" marB="72000" anchor="ctr">
                    <a:lnL w="9525" cap="flat" cmpd="sng" algn="ctr">
                      <a:noFill/>
                      <a:prstDash val="solid"/>
                    </a:lnL>
                    <a:lnR>
                      <a:noFill/>
                    </a:lnR>
                    <a:lnT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r" defTabSz="914400" rtl="0" eaLnBrk="1" fontAlgn="b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b="0" i="0" sz="1200" u="none">
                          <a:solidFill>
                            <a:schemeClr val="tx2"/>
                          </a:solidFill>
                          <a:latin typeface="Calibri Bold"/>
                        </a:rPr>
                        <a:t>60</a:t>
                      </a:r>
                      <a:endParaRPr lang="en-US" sz="1200" b="0" i="0" u="none" strike="noStrike" kern="1200" noProof="0" dirty="0">
                        <a:solidFill>
                          <a:schemeClr val="tx2"/>
                        </a:solidFill>
                        <a:effectLst/>
                        <a:latin typeface="Calibri Bold"/>
                        <a:ea typeface="+mn-ea"/>
                        <a:cs typeface="+mn-cs"/>
                      </a:endParaRPr>
                    </a:p>
                  </a:txBody>
                  <a:tcPr marL="108000" marR="108000" marT="72000" marB="72000" anchor="ctr">
                    <a:lnL>
                      <a:noFill/>
                    </a:lnL>
                    <a:lnR>
                      <a:noFill/>
                    </a:lnR>
                    <a:lnT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EF5BA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b"/>
                      <a:r>
                        <a:rPr b="0" i="0" sz="1200" u="none">
                          <a:solidFill>
                            <a:schemeClr val="tx1">
                              <a:lumMod val="60000"/>
                              <a:lumOff val="40000"/>
                            </a:schemeClr>
                          </a:solidFill>
                          <a:latin typeface="Calibri Regular"/>
                        </a:rPr>
                        <a:t>Component</a:t>
                      </a:r>
                      <a:endParaRPr lang="en-US" sz="1200" b="0" i="0" u="none" strike="noStrike" noProof="0" dirty="0">
                        <a:solidFill>
                          <a:schemeClr val="tx1">
                            <a:lumMod val="60000"/>
                            <a:lumOff val="40000"/>
                          </a:schemeClr>
                        </a:solidFill>
                        <a:effectLst/>
                        <a:latin typeface="Calibri Regular"/>
                      </a:endParaRPr>
                    </a:p>
                  </a:txBody>
                  <a:tcPr marL="108000" marR="108000" marT="72000" marB="72000" anchor="ctr">
                    <a:lnL>
                      <a:noFill/>
                    </a:lnL>
                    <a:lnR w="9525" cap="flat" cmpd="sng" algn="ctr">
                      <a:noFill/>
                      <a:prstDash val="solid"/>
                    </a:lnR>
                    <a:lnT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algn="l" defTabSz="914400" rtl="0" eaLnBrk="1" fontAlgn="b" latinLnBrk="0" hangingPunct="1"/>
                      <a:r>
                        <a:rPr b="0" i="0" sz="1200" u="none">
                          <a:solidFill>
                            <a:schemeClr val="tx1">
                              <a:lumMod val="60000"/>
                              <a:lumOff val="40000"/>
                            </a:schemeClr>
                          </a:solidFill>
                          <a:latin typeface="Calibri Regular"/>
                        </a:rPr>
                        <a:t>Java</a:t>
                      </a:r>
                      <a:endParaRPr lang="en-US" sz="1200" b="0" i="0" u="none" strike="noStrike" kern="1200" noProof="0" dirty="0">
                        <a:solidFill>
                          <a:schemeClr val="tx1">
                            <a:lumMod val="60000"/>
                            <a:lumOff val="40000"/>
                          </a:schemeClr>
                        </a:solidFill>
                        <a:effectLst/>
                        <a:latin typeface="Calibri Regular"/>
                        <a:ea typeface="+mn-ea"/>
                        <a:cs typeface="+mn-cs"/>
                      </a:endParaRPr>
                    </a:p>
                  </a:txBody>
                  <a:tcPr marL="108000" marR="108000" marT="72000" marB="72000" anchor="ctr">
                    <a:lnL>
                      <a:noFill/>
                    </a:lnL>
                    <a:lnR w="9525" cap="flat" cmpd="sng" algn="ctr">
                      <a:noFill/>
                      <a:prstDash val="solid"/>
                    </a:lnR>
                    <a:lnT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933267410"/>
                  </a:ext>
                </a:extLst>
              </a:tr>
              <a:tr h="279736">
                <a:tc>
                  <a:txBody>
                    <a:bodyPr/>
                    <a:lstStyle/>
                    <a:p>
                      <a:pPr algn="l" fontAlgn="b"/>
                      <a:r>
                        <a:rPr b="0" i="0" sz="1200" u="none">
                          <a:solidFill>
                            <a:schemeClr val="tx2"/>
                          </a:solidFill>
                          <a:latin typeface="Calibri Bold"/>
                        </a:rPr>
                        <a:t>10 lines occurring 7 times in AlterReplicaLogDirsResponse.java, BrokerHeartbeatResponse.java, BrokerRegistrationResponse.java, DeleteRecordsResponse.java, DescribeConfigsResponse.java, DescribeLogDirsResponse.java, UnregisterBrokerResponse.java</a:t>
                      </a:r>
                      <a:endParaRPr lang="en-US" sz="1200" b="0" i="0" u="none" strike="noStrike" noProof="0" dirty="0">
                        <a:solidFill>
                          <a:schemeClr val="tx2"/>
                        </a:solidFill>
                        <a:effectLst/>
                        <a:latin typeface="Calibri Regular"/>
                      </a:endParaRPr>
                    </a:p>
                  </a:txBody>
                  <a:tcPr marL="108000" marR="108000" marT="72000" marB="72000" anchor="ctr">
                    <a:lnL w="9525" cap="flat" cmpd="sng" algn="ctr">
                      <a:noFill/>
                      <a:prstDash val="solid"/>
                    </a:lnL>
                    <a:lnR>
                      <a:noFill/>
                    </a:lnR>
                    <a:lnT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r" defTabSz="914400" rtl="0" eaLnBrk="1" fontAlgn="b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b="0" i="0" sz="1200" u="none">
                          <a:solidFill>
                            <a:schemeClr val="tx2"/>
                          </a:solidFill>
                          <a:latin typeface="Calibri Bold"/>
                        </a:rPr>
                        <a:t>60</a:t>
                      </a:r>
                      <a:endParaRPr lang="en-US" sz="1200" b="0" i="0" u="none" strike="noStrike" kern="1200" noProof="0" dirty="0">
                        <a:solidFill>
                          <a:schemeClr val="tx2"/>
                        </a:solidFill>
                        <a:effectLst/>
                        <a:latin typeface="Calibri Bold"/>
                        <a:ea typeface="+mn-ea"/>
                        <a:cs typeface="+mn-cs"/>
                      </a:endParaRPr>
                    </a:p>
                  </a:txBody>
                  <a:tcPr marL="108000" marR="108000" marT="72000" marB="72000" anchor="ctr">
                    <a:lnL>
                      <a:noFill/>
                    </a:lnL>
                    <a:lnR>
                      <a:noFill/>
                    </a:lnR>
                    <a:lnT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EF5BA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b"/>
                      <a:r>
                        <a:rPr b="0" i="0" sz="1200" u="none">
                          <a:solidFill>
                            <a:schemeClr val="tx1">
                              <a:lumMod val="60000"/>
                              <a:lumOff val="40000"/>
                            </a:schemeClr>
                          </a:solidFill>
                          <a:latin typeface="Calibri Regular"/>
                        </a:rPr>
                        <a:t>Component</a:t>
                      </a:r>
                      <a:endParaRPr lang="en-US" sz="1200" b="0" i="0" u="none" strike="noStrike" noProof="0" dirty="0">
                        <a:solidFill>
                          <a:schemeClr val="tx1">
                            <a:lumMod val="60000"/>
                            <a:lumOff val="40000"/>
                          </a:schemeClr>
                        </a:solidFill>
                        <a:effectLst/>
                        <a:latin typeface="Calibri Regular"/>
                      </a:endParaRPr>
                    </a:p>
                  </a:txBody>
                  <a:tcPr marL="108000" marR="108000" marT="72000" marB="72000" anchor="ctr">
                    <a:lnL>
                      <a:noFill/>
                    </a:lnL>
                    <a:lnR w="9525" cap="flat" cmpd="sng" algn="ctr">
                      <a:noFill/>
                      <a:prstDash val="solid"/>
                    </a:lnR>
                    <a:lnT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algn="l" defTabSz="914400" rtl="0" eaLnBrk="1" fontAlgn="b" latinLnBrk="0" hangingPunct="1"/>
                      <a:r>
                        <a:rPr b="0" i="0" sz="1200" u="none">
                          <a:solidFill>
                            <a:schemeClr val="tx1">
                              <a:lumMod val="60000"/>
                              <a:lumOff val="40000"/>
                            </a:schemeClr>
                          </a:solidFill>
                          <a:latin typeface="Calibri Regular"/>
                        </a:rPr>
                        <a:t>Java</a:t>
                      </a:r>
                      <a:endParaRPr lang="en-US" sz="1200" b="0" i="0" u="none" strike="noStrike" kern="1200" noProof="0" dirty="0">
                        <a:solidFill>
                          <a:schemeClr val="tx1">
                            <a:lumMod val="60000"/>
                            <a:lumOff val="40000"/>
                          </a:schemeClr>
                        </a:solidFill>
                        <a:effectLst/>
                        <a:latin typeface="Calibri Regular"/>
                        <a:ea typeface="+mn-ea"/>
                        <a:cs typeface="+mn-cs"/>
                      </a:endParaRPr>
                    </a:p>
                  </a:txBody>
                  <a:tcPr marL="108000" marR="108000" marT="72000" marB="72000" anchor="ctr">
                    <a:lnL>
                      <a:noFill/>
                    </a:lnL>
                    <a:lnR w="9525" cap="flat" cmpd="sng" algn="ctr">
                      <a:noFill/>
                      <a:prstDash val="solid"/>
                    </a:lnR>
                    <a:lnT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009910387"/>
                  </a:ext>
                </a:extLst>
              </a:tr>
              <a:tr h="279736">
                <a:tc>
                  <a:txBody>
                    <a:bodyPr/>
                    <a:lstStyle/>
                    <a:p>
                      <a:pPr algn="l" fontAlgn="b"/>
                      <a:r>
                        <a:rPr b="0" i="0" sz="1200" u="none">
                          <a:solidFill>
                            <a:schemeClr val="tx2"/>
                          </a:solidFill>
                          <a:latin typeface="Calibri Bold"/>
                        </a:rPr>
                        <a:t>9 lines occurring 14 times in AddRaftVoterResponse.java, AlterReplicaLogDirsResponse.java, BrokerHeartbeatResponse.java, BrokerRegistrationResponse.java, ControllerRegistrationResponse.java, CreateTopicsResponse.java, DeleteRecordsResponse.java, DescribeConfigsResponse.java, DescribeLogDirsResponse.java, ElectLeadersResponse.java, ListGroupsResponse.java, RemoveRaftVoterResponse.java, TxnOffsetCommitResponse.java, UnregisterBrokerResponse.java</a:t>
                      </a:r>
                      <a:endParaRPr lang="en-US" sz="1200" b="0" i="0" u="none" strike="noStrike" noProof="0" dirty="0">
                        <a:solidFill>
                          <a:schemeClr val="tx2"/>
                        </a:solidFill>
                        <a:effectLst/>
                        <a:latin typeface="Calibri Regular"/>
                      </a:endParaRPr>
                    </a:p>
                  </a:txBody>
                  <a:tcPr marL="108000" marR="108000" marT="72000" marB="72000" anchor="ctr">
                    <a:lnL w="9525" cap="flat" cmpd="sng" algn="ctr">
                      <a:noFill/>
                      <a:prstDash val="solid"/>
                    </a:lnL>
                    <a:lnR>
                      <a:noFill/>
                    </a:lnR>
                    <a:lnT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r" defTabSz="914400" rtl="0" eaLnBrk="1" fontAlgn="b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b="0" i="0" sz="1200" u="none">
                          <a:solidFill>
                            <a:schemeClr val="tx2"/>
                          </a:solidFill>
                          <a:latin typeface="Calibri Bold"/>
                        </a:rPr>
                        <a:t>117</a:t>
                      </a:r>
                      <a:endParaRPr lang="en-US" sz="1200" b="0" i="0" u="none" strike="noStrike" kern="1200" noProof="0" dirty="0">
                        <a:solidFill>
                          <a:schemeClr val="tx2"/>
                        </a:solidFill>
                        <a:effectLst/>
                        <a:latin typeface="Calibri Bold"/>
                        <a:ea typeface="+mn-ea"/>
                        <a:cs typeface="+mn-cs"/>
                      </a:endParaRPr>
                    </a:p>
                  </a:txBody>
                  <a:tcPr marL="108000" marR="108000" marT="72000" marB="72000" anchor="ctr">
                    <a:lnL>
                      <a:noFill/>
                    </a:lnL>
                    <a:lnR>
                      <a:noFill/>
                    </a:lnR>
                    <a:lnT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EF5BA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b"/>
                      <a:r>
                        <a:rPr b="0" i="0" sz="1200" u="none">
                          <a:solidFill>
                            <a:schemeClr val="tx1">
                              <a:lumMod val="60000"/>
                              <a:lumOff val="40000"/>
                            </a:schemeClr>
                          </a:solidFill>
                          <a:latin typeface="Calibri Regular"/>
                        </a:rPr>
                        <a:t>Component</a:t>
                      </a:r>
                      <a:endParaRPr lang="en-US" sz="1200" b="0" i="0" u="none" strike="noStrike" noProof="0" dirty="0">
                        <a:solidFill>
                          <a:schemeClr val="tx1">
                            <a:lumMod val="60000"/>
                            <a:lumOff val="40000"/>
                          </a:schemeClr>
                        </a:solidFill>
                        <a:effectLst/>
                        <a:latin typeface="Calibri Regular"/>
                      </a:endParaRPr>
                    </a:p>
                  </a:txBody>
                  <a:tcPr marL="108000" marR="108000" marT="72000" marB="72000" anchor="ctr">
                    <a:lnL>
                      <a:noFill/>
                    </a:lnL>
                    <a:lnR w="9525" cap="flat" cmpd="sng" algn="ctr">
                      <a:noFill/>
                      <a:prstDash val="solid"/>
                    </a:lnR>
                    <a:lnT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algn="l" defTabSz="914400" rtl="0" eaLnBrk="1" fontAlgn="b" latinLnBrk="0" hangingPunct="1"/>
                      <a:r>
                        <a:rPr b="0" i="0" sz="1200" u="none">
                          <a:solidFill>
                            <a:schemeClr val="tx1">
                              <a:lumMod val="60000"/>
                              <a:lumOff val="40000"/>
                            </a:schemeClr>
                          </a:solidFill>
                          <a:latin typeface="Calibri Regular"/>
                        </a:rPr>
                        <a:t>Java</a:t>
                      </a:r>
                      <a:endParaRPr lang="en-US" sz="1200" b="0" i="0" u="none" strike="noStrike" kern="1200" noProof="0" dirty="0">
                        <a:solidFill>
                          <a:schemeClr val="tx1">
                            <a:lumMod val="60000"/>
                            <a:lumOff val="40000"/>
                          </a:schemeClr>
                        </a:solidFill>
                        <a:effectLst/>
                        <a:latin typeface="Calibri Regular"/>
                        <a:ea typeface="+mn-ea"/>
                        <a:cs typeface="+mn-cs"/>
                      </a:endParaRPr>
                    </a:p>
                  </a:txBody>
                  <a:tcPr marL="108000" marR="108000" marT="72000" marB="72000" anchor="ctr">
                    <a:lnL>
                      <a:noFill/>
                    </a:lnL>
                    <a:lnR w="9525" cap="flat" cmpd="sng" algn="ctr">
                      <a:noFill/>
                      <a:prstDash val="solid"/>
                    </a:lnR>
                    <a:lnT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372763307"/>
                  </a:ext>
                </a:extLst>
              </a:tr>
              <a:tr h="279736">
                <a:tc>
                  <a:txBody>
                    <a:bodyPr/>
                    <a:lstStyle/>
                    <a:p>
                      <a:pPr algn="l" fontAlgn="b"/>
                      <a:r>
                        <a:rPr b="0" i="0" sz="1200" u="none">
                          <a:solidFill>
                            <a:schemeClr val="tx2"/>
                          </a:solidFill>
                          <a:latin typeface="Calibri Bold"/>
                        </a:rPr>
                        <a:t>57 lines occurring 2 times in PCollectionsImmutableNavigableSet.java, PCollectionsImmutableSet.java</a:t>
                      </a:r>
                      <a:endParaRPr lang="en-US" sz="1200" b="0" i="0" u="none" strike="noStrike" noProof="0" dirty="0">
                        <a:solidFill>
                          <a:schemeClr val="tx2"/>
                        </a:solidFill>
                        <a:effectLst/>
                        <a:latin typeface="Calibri Regular"/>
                      </a:endParaRPr>
                    </a:p>
                  </a:txBody>
                  <a:tcPr marL="108000" marR="108000" marT="72000" marB="72000" anchor="ctr">
                    <a:lnL w="9525" cap="flat" cmpd="sng" algn="ctr">
                      <a:noFill/>
                      <a:prstDash val="solid"/>
                    </a:lnL>
                    <a:lnR>
                      <a:noFill/>
                    </a:lnR>
                    <a:lnT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r" defTabSz="914400" rtl="0" eaLnBrk="1" fontAlgn="b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b="0" i="0" sz="1200" u="none">
                          <a:solidFill>
                            <a:schemeClr val="tx2"/>
                          </a:solidFill>
                          <a:latin typeface="Calibri Bold"/>
                        </a:rPr>
                        <a:t>57</a:t>
                      </a:r>
                      <a:endParaRPr lang="en-US" sz="1200" b="0" i="0" u="none" strike="noStrike" kern="1200" noProof="0" dirty="0">
                        <a:solidFill>
                          <a:schemeClr val="tx2"/>
                        </a:solidFill>
                        <a:effectLst/>
                        <a:latin typeface="Calibri Bold"/>
                        <a:ea typeface="+mn-ea"/>
                        <a:cs typeface="+mn-cs"/>
                      </a:endParaRPr>
                    </a:p>
                  </a:txBody>
                  <a:tcPr marL="108000" marR="108000" marT="72000" marB="72000" anchor="ctr">
                    <a:lnL>
                      <a:noFill/>
                    </a:lnL>
                    <a:lnR>
                      <a:noFill/>
                    </a:lnR>
                    <a:lnT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EF5BA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b"/>
                      <a:r>
                        <a:rPr b="0" i="0" sz="1200" u="none">
                          <a:solidFill>
                            <a:schemeClr val="tx1">
                              <a:lumMod val="60000"/>
                              <a:lumOff val="40000"/>
                            </a:schemeClr>
                          </a:solidFill>
                          <a:latin typeface="Calibri Regular"/>
                        </a:rPr>
                        <a:t>Component</a:t>
                      </a:r>
                      <a:endParaRPr lang="en-US" sz="1200" b="0" i="0" u="none" strike="noStrike" noProof="0" dirty="0">
                        <a:solidFill>
                          <a:schemeClr val="tx1">
                            <a:lumMod val="60000"/>
                            <a:lumOff val="40000"/>
                          </a:schemeClr>
                        </a:solidFill>
                        <a:effectLst/>
                        <a:latin typeface="Calibri Regular"/>
                      </a:endParaRPr>
                    </a:p>
                  </a:txBody>
                  <a:tcPr marL="108000" marR="108000" marT="72000" marB="72000" anchor="ctr">
                    <a:lnL>
                      <a:noFill/>
                    </a:lnL>
                    <a:lnR w="9525" cap="flat" cmpd="sng" algn="ctr">
                      <a:noFill/>
                      <a:prstDash val="solid"/>
                    </a:lnR>
                    <a:lnT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algn="l" defTabSz="914400" rtl="0" eaLnBrk="1" fontAlgn="b" latinLnBrk="0" hangingPunct="1"/>
                      <a:r>
                        <a:rPr b="0" i="0" sz="1200" u="none">
                          <a:solidFill>
                            <a:schemeClr val="tx1">
                              <a:lumMod val="60000"/>
                              <a:lumOff val="40000"/>
                            </a:schemeClr>
                          </a:solidFill>
                          <a:latin typeface="Calibri Regular"/>
                        </a:rPr>
                        <a:t>Java</a:t>
                      </a:r>
                      <a:endParaRPr lang="en-US" sz="1200" b="0" i="0" u="none" strike="noStrike" kern="1200" noProof="0" dirty="0">
                        <a:solidFill>
                          <a:schemeClr val="tx1">
                            <a:lumMod val="60000"/>
                            <a:lumOff val="40000"/>
                          </a:schemeClr>
                        </a:solidFill>
                        <a:effectLst/>
                        <a:latin typeface="Calibri Regular"/>
                        <a:ea typeface="+mn-ea"/>
                        <a:cs typeface="+mn-cs"/>
                      </a:endParaRPr>
                    </a:p>
                  </a:txBody>
                  <a:tcPr marL="108000" marR="108000" marT="72000" marB="72000" anchor="ctr">
                    <a:lnL>
                      <a:noFill/>
                    </a:lnL>
                    <a:lnR w="9525" cap="flat" cmpd="sng" algn="ctr">
                      <a:noFill/>
                      <a:prstDash val="solid"/>
                    </a:lnR>
                    <a:lnT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022263985"/>
                  </a:ext>
                </a:extLst>
              </a:tr>
              <a:tr h="279736">
                <a:tc>
                  <a:txBody>
                    <a:bodyPr/>
                    <a:lstStyle/>
                    <a:p>
                      <a:pPr algn="l" fontAlgn="b"/>
                      <a:r>
                        <a:rPr b="0" i="0" sz="1200" u="none">
                          <a:solidFill>
                            <a:schemeClr val="tx2"/>
                          </a:solidFill>
                          <a:latin typeface="Calibri Bold"/>
                        </a:rPr>
                        <a:t>19 lines occurring 4 times in MeteredKeyValueStore.java, MeteredSessionStore.java, MeteredVersionedKeyValueStore.java, MeteredWindowStore.java</a:t>
                      </a:r>
                      <a:endParaRPr lang="en-US" sz="1200" b="0" i="0" u="none" strike="noStrike" noProof="0" dirty="0">
                        <a:solidFill>
                          <a:schemeClr val="tx2"/>
                        </a:solidFill>
                        <a:effectLst/>
                        <a:latin typeface="Calibri Regular"/>
                      </a:endParaRPr>
                    </a:p>
                  </a:txBody>
                  <a:tcPr marL="108000" marR="108000" marT="72000" marB="72000" anchor="ctr">
                    <a:lnL w="9525" cap="flat" cmpd="sng" algn="ctr">
                      <a:noFill/>
                      <a:prstDash val="solid"/>
                    </a:lnL>
                    <a:lnR>
                      <a:noFill/>
                    </a:lnR>
                    <a:lnT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r" defTabSz="914400" rtl="0" eaLnBrk="1" fontAlgn="b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b="0" i="0" sz="1200" u="none">
                          <a:solidFill>
                            <a:schemeClr val="tx2"/>
                          </a:solidFill>
                          <a:latin typeface="Calibri Bold"/>
                        </a:rPr>
                        <a:t>57</a:t>
                      </a:r>
                      <a:endParaRPr lang="en-US" sz="1200" b="0" i="0" u="none" strike="noStrike" kern="1200" noProof="0" dirty="0">
                        <a:solidFill>
                          <a:schemeClr val="tx2"/>
                        </a:solidFill>
                        <a:effectLst/>
                        <a:latin typeface="Calibri Bold"/>
                        <a:ea typeface="+mn-ea"/>
                        <a:cs typeface="+mn-cs"/>
                      </a:endParaRPr>
                    </a:p>
                  </a:txBody>
                  <a:tcPr marL="108000" marR="108000" marT="72000" marB="72000" anchor="ctr">
                    <a:lnL>
                      <a:noFill/>
                    </a:lnL>
                    <a:lnR>
                      <a:noFill/>
                    </a:lnR>
                    <a:lnT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EF5BA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b"/>
                      <a:r>
                        <a:rPr b="0" i="0" sz="1200" u="none">
                          <a:solidFill>
                            <a:schemeClr val="tx1">
                              <a:lumMod val="60000"/>
                              <a:lumOff val="40000"/>
                            </a:schemeClr>
                          </a:solidFill>
                          <a:latin typeface="Calibri Regular"/>
                        </a:rPr>
                        <a:t>Component</a:t>
                      </a:r>
                      <a:endParaRPr lang="en-US" sz="1200" b="0" i="0" u="none" strike="noStrike" noProof="0" dirty="0">
                        <a:solidFill>
                          <a:schemeClr val="tx1">
                            <a:lumMod val="60000"/>
                            <a:lumOff val="40000"/>
                          </a:schemeClr>
                        </a:solidFill>
                        <a:effectLst/>
                        <a:latin typeface="Calibri Regular"/>
                      </a:endParaRPr>
                    </a:p>
                  </a:txBody>
                  <a:tcPr marL="108000" marR="108000" marT="72000" marB="72000" anchor="ctr">
                    <a:lnL>
                      <a:noFill/>
                    </a:lnL>
                    <a:lnR w="9525" cap="flat" cmpd="sng" algn="ctr">
                      <a:noFill/>
                      <a:prstDash val="solid"/>
                    </a:lnR>
                    <a:lnT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algn="l" defTabSz="914400" rtl="0" eaLnBrk="1" fontAlgn="b" latinLnBrk="0" hangingPunct="1"/>
                      <a:r>
                        <a:rPr b="0" i="0" sz="1200" u="none">
                          <a:solidFill>
                            <a:schemeClr val="tx1">
                              <a:lumMod val="60000"/>
                              <a:lumOff val="40000"/>
                            </a:schemeClr>
                          </a:solidFill>
                          <a:latin typeface="Calibri Regular"/>
                        </a:rPr>
                        <a:t>Java</a:t>
                      </a:r>
                      <a:endParaRPr lang="en-US" sz="1200" b="0" i="0" u="none" strike="noStrike" kern="1200" noProof="0" dirty="0">
                        <a:solidFill>
                          <a:schemeClr val="tx1">
                            <a:lumMod val="60000"/>
                            <a:lumOff val="40000"/>
                          </a:schemeClr>
                        </a:solidFill>
                        <a:effectLst/>
                        <a:latin typeface="Calibri Regular"/>
                        <a:ea typeface="+mn-ea"/>
                        <a:cs typeface="+mn-cs"/>
                      </a:endParaRPr>
                    </a:p>
                  </a:txBody>
                  <a:tcPr marL="108000" marR="108000" marT="72000" marB="72000" anchor="ctr">
                    <a:lnL>
                      <a:noFill/>
                    </a:lnL>
                    <a:lnR w="9525" cap="flat" cmpd="sng" algn="ctr">
                      <a:noFill/>
                      <a:prstDash val="solid"/>
                    </a:lnR>
                    <a:lnT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516404128"/>
                  </a:ext>
                </a:extLst>
              </a:tr>
              <a:tr h="279736">
                <a:tc>
                  <a:txBody>
                    <a:bodyPr/>
                    <a:lstStyle/>
                    <a:p>
                      <a:pPr marL="0" marR="0" lvl="0" indent="0" algn="l" defTabSz="914400" rtl="0" eaLnBrk="1" fontAlgn="b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b="0" i="0" sz="1200" u="none">
                          <a:solidFill>
                            <a:schemeClr val="tx2"/>
                          </a:solidFill>
                          <a:latin typeface="Calibri Bold"/>
                        </a:rPr>
                        <a:t>18 lines occurring 4 times in EligibleLeaderReplicasVersion.java, GroupVersion.java, ShareVersion.java, StreamsVersion.java</a:t>
                      </a:r>
                      <a:endParaRPr lang="en-US" sz="1200" b="0" i="0" u="none" strike="noStrike" noProof="0" dirty="0">
                        <a:solidFill>
                          <a:schemeClr val="tx2"/>
                        </a:solidFill>
                        <a:effectLst/>
                        <a:latin typeface="Calibri Regular"/>
                      </a:endParaRPr>
                    </a:p>
                  </a:txBody>
                  <a:tcPr marL="108000" marR="108000" marT="72000" marB="72000" anchor="ctr">
                    <a:lnL w="9525" cap="flat" cmpd="sng" algn="ctr">
                      <a:noFill/>
                      <a:prstDash val="solid"/>
                    </a:lnL>
                    <a:lnR>
                      <a:noFill/>
                    </a:lnR>
                    <a:lnT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r" defTabSz="914400" rtl="0" eaLnBrk="1" fontAlgn="b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b="0" i="0" sz="1200" u="none">
                          <a:solidFill>
                            <a:schemeClr val="tx2"/>
                          </a:solidFill>
                          <a:latin typeface="Calibri Bold"/>
                        </a:rPr>
                        <a:t>54</a:t>
                      </a:r>
                      <a:endParaRPr lang="en-US" sz="1200" b="0" i="0" u="none" strike="noStrike" kern="1200" noProof="0" dirty="0">
                        <a:solidFill>
                          <a:schemeClr val="tx2"/>
                        </a:solidFill>
                        <a:effectLst/>
                        <a:latin typeface="Calibri Bold"/>
                        <a:ea typeface="+mn-ea"/>
                        <a:cs typeface="+mn-cs"/>
                      </a:endParaRPr>
                    </a:p>
                  </a:txBody>
                  <a:tcPr marL="108000" marR="108000" marT="72000" marB="72000" anchor="ctr">
                    <a:lnL>
                      <a:noFill/>
                    </a:lnL>
                    <a:lnR>
                      <a:noFill/>
                    </a:lnR>
                    <a:lnT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EF5BA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b"/>
                      <a:r>
                        <a:rPr b="0" i="0" sz="1200" u="none">
                          <a:solidFill>
                            <a:schemeClr val="tx1">
                              <a:lumMod val="60000"/>
                              <a:lumOff val="40000"/>
                            </a:schemeClr>
                          </a:solidFill>
                          <a:latin typeface="Calibri Regular"/>
                        </a:rPr>
                        <a:t>Component</a:t>
                      </a:r>
                      <a:endParaRPr lang="en-US" sz="1200" b="0" i="0" u="none" strike="noStrike" noProof="0" dirty="0">
                        <a:solidFill>
                          <a:schemeClr val="tx1">
                            <a:lumMod val="60000"/>
                            <a:lumOff val="40000"/>
                          </a:schemeClr>
                        </a:solidFill>
                        <a:effectLst/>
                        <a:latin typeface="Calibri Regular"/>
                      </a:endParaRPr>
                    </a:p>
                  </a:txBody>
                  <a:tcPr marL="108000" marR="108000" marT="72000" marB="72000" anchor="ctr">
                    <a:lnL>
                      <a:noFill/>
                    </a:lnL>
                    <a:lnR w="9525" cap="flat" cmpd="sng" algn="ctr">
                      <a:noFill/>
                      <a:prstDash val="solid"/>
                    </a:lnR>
                    <a:lnT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algn="l" defTabSz="914400" rtl="0" eaLnBrk="1" fontAlgn="b" latinLnBrk="0" hangingPunct="1"/>
                      <a:r>
                        <a:rPr b="0" i="0" sz="1200" u="none">
                          <a:solidFill>
                            <a:schemeClr val="tx1">
                              <a:lumMod val="60000"/>
                              <a:lumOff val="40000"/>
                            </a:schemeClr>
                          </a:solidFill>
                          <a:latin typeface="Calibri Regular"/>
                        </a:rPr>
                        <a:t>Java</a:t>
                      </a:r>
                      <a:endParaRPr lang="en-US" sz="1200" b="0" i="0" u="none" strike="noStrike" kern="1200" noProof="0" dirty="0">
                        <a:solidFill>
                          <a:schemeClr val="tx1">
                            <a:lumMod val="60000"/>
                            <a:lumOff val="40000"/>
                          </a:schemeClr>
                        </a:solidFill>
                        <a:effectLst/>
                        <a:latin typeface="Calibri Regular"/>
                        <a:ea typeface="+mn-ea"/>
                        <a:cs typeface="+mn-cs"/>
                      </a:endParaRPr>
                    </a:p>
                  </a:txBody>
                  <a:tcPr marL="108000" marR="108000" marT="72000" marB="72000" anchor="ctr">
                    <a:lnL>
                      <a:noFill/>
                    </a:lnL>
                    <a:lnR w="9525" cap="flat" cmpd="sng" algn="ctr">
                      <a:noFill/>
                      <a:prstDash val="solid"/>
                    </a:lnR>
                    <a:lnT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255606331"/>
                  </a:ext>
                </a:extLst>
              </a:tr>
              <a:tr h="279736">
                <a:tc>
                  <a:txBody>
                    <a:bodyPr/>
                    <a:lstStyle/>
                    <a:p>
                      <a:pPr marL="0" marR="0" lvl="0" indent="0" algn="l" defTabSz="914400" rtl="0" eaLnBrk="1" fontAlgn="b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b="0" i="0" sz="1200" u="none">
                          <a:solidFill>
                            <a:schemeClr val="tx2"/>
                          </a:solidFill>
                          <a:latin typeface="Calibri Bold"/>
                        </a:rPr>
                        <a:t>13 lines occurring 5 times in KeyValueStoreWrapper.java, KeyValueToTimestampedKeyValueByteStoreAdapter.java, PlainToHeadersStoreAdapter.java, TimestampedToHeadersStoreAdapter.java, WindowToTimestampedWindowByteStoreAdapter.java</a:t>
                      </a:r>
                      <a:endParaRPr lang="en-US" sz="1200" b="0" i="0" u="none" strike="noStrike" noProof="0" dirty="0">
                        <a:solidFill>
                          <a:schemeClr val="tx2"/>
                        </a:solidFill>
                        <a:effectLst/>
                        <a:latin typeface="Calibri Regular"/>
                      </a:endParaRPr>
                    </a:p>
                  </a:txBody>
                  <a:tcPr marL="108000" marR="108000" marT="72000" marB="72000" anchor="ctr">
                    <a:lnL w="9525" cap="flat" cmpd="sng" algn="ctr">
                      <a:noFill/>
                      <a:prstDash val="solid"/>
                    </a:lnL>
                    <a:lnR>
                      <a:noFill/>
                    </a:lnR>
                    <a:lnT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r" defTabSz="914400" rtl="0" eaLnBrk="1" fontAlgn="b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b="0" i="0" sz="1200" u="none">
                          <a:solidFill>
                            <a:schemeClr val="tx2"/>
                          </a:solidFill>
                          <a:latin typeface="Calibri Bold"/>
                        </a:rPr>
                        <a:t>52</a:t>
                      </a:r>
                      <a:endParaRPr lang="en-US" sz="1200" b="0" i="0" u="none" strike="noStrike" kern="1200" noProof="0" dirty="0">
                        <a:solidFill>
                          <a:schemeClr val="tx2"/>
                        </a:solidFill>
                        <a:effectLst/>
                        <a:latin typeface="Calibri Bold"/>
                        <a:ea typeface="+mn-ea"/>
                        <a:cs typeface="+mn-cs"/>
                      </a:endParaRPr>
                    </a:p>
                  </a:txBody>
                  <a:tcPr marL="108000" marR="108000" marT="72000" marB="72000" anchor="ctr">
                    <a:lnL>
                      <a:noFill/>
                    </a:lnL>
                    <a:lnR>
                      <a:noFill/>
                    </a:lnR>
                    <a:lnT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EF5BA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b"/>
                      <a:r>
                        <a:rPr b="0" i="0" sz="1200" u="none">
                          <a:solidFill>
                            <a:schemeClr val="tx1">
                              <a:lumMod val="60000"/>
                              <a:lumOff val="40000"/>
                            </a:schemeClr>
                          </a:solidFill>
                          <a:latin typeface="Calibri Regular"/>
                        </a:rPr>
                        <a:t>Component</a:t>
                      </a:r>
                      <a:endParaRPr lang="en-US" sz="1200" b="0" i="0" u="none" strike="noStrike" noProof="0" dirty="0">
                        <a:solidFill>
                          <a:schemeClr val="tx1">
                            <a:lumMod val="60000"/>
                            <a:lumOff val="40000"/>
                          </a:schemeClr>
                        </a:solidFill>
                        <a:effectLst/>
                        <a:latin typeface="Calibri Regular"/>
                      </a:endParaRPr>
                    </a:p>
                  </a:txBody>
                  <a:tcPr marL="108000" marR="108000" marT="72000" marB="72000" anchor="ctr">
                    <a:lnL>
                      <a:noFill/>
                    </a:lnL>
                    <a:lnR w="9525" cap="flat" cmpd="sng" algn="ctr">
                      <a:noFill/>
                      <a:prstDash val="solid"/>
                    </a:lnR>
                    <a:lnT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algn="l" defTabSz="914400" rtl="0" eaLnBrk="1" fontAlgn="b" latinLnBrk="0" hangingPunct="1"/>
                      <a:r>
                        <a:rPr b="0" i="0" sz="1200" u="none">
                          <a:solidFill>
                            <a:schemeClr val="tx1">
                              <a:lumMod val="60000"/>
                              <a:lumOff val="40000"/>
                            </a:schemeClr>
                          </a:solidFill>
                          <a:latin typeface="Calibri Regular"/>
                        </a:rPr>
                        <a:t>Java</a:t>
                      </a:r>
                      <a:endParaRPr lang="en-US" sz="1200" b="0" i="0" u="none" strike="noStrike" kern="1200" noProof="0" dirty="0">
                        <a:solidFill>
                          <a:schemeClr val="tx1">
                            <a:lumMod val="60000"/>
                            <a:lumOff val="40000"/>
                          </a:schemeClr>
                        </a:solidFill>
                        <a:effectLst/>
                        <a:latin typeface="Calibri Regular"/>
                        <a:ea typeface="+mn-ea"/>
                        <a:cs typeface="+mn-cs"/>
                      </a:endParaRPr>
                    </a:p>
                  </a:txBody>
                  <a:tcPr marL="108000" marR="108000" marT="72000" marB="72000" anchor="ctr">
                    <a:lnL>
                      <a:noFill/>
                    </a:lnL>
                    <a:lnR w="9525" cap="flat" cmpd="sng" algn="ctr">
                      <a:noFill/>
                      <a:prstDash val="solid"/>
                    </a:lnR>
                    <a:lnT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169700129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2630202832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CC743D2-0A50-B1A1-6A70-EA893A89FA0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Number Placeholder 1">
            <a:extLst>
              <a:ext uri="{FF2B5EF4-FFF2-40B4-BE49-F238E27FC236}">
                <a16:creationId xmlns:a16="http://schemas.microsoft.com/office/drawing/2014/main" id="{87FE279C-4C15-C0CD-CD8C-D113F08C38F4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E242BD21-9B61-2246-BCB1-4BE5E1BEBE1C}" type="slidenum">
              <a:rPr lang="en-US" smtClean="0"/>
              <a:pPr/>
              <a:t>2</a:t>
            </a:fld>
            <a:endParaRPr lang="en-US"/>
          </a:p>
        </p:txBody>
      </p:sp>
      <p:sp>
        <p:nvSpPr>
          <p:cNvPr id="10" name="Text Placeholder 9">
            <a:extLst>
              <a:ext uri="{FF2B5EF4-FFF2-40B4-BE49-F238E27FC236}">
                <a16:creationId xmlns:a16="http://schemas.microsoft.com/office/drawing/2014/main" id="{E99AB0A4-4412-DA95-3B05-9A2C78D4A6E0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/>
        <p:txBody>
          <a:bodyPr/>
          <a:lstStyle/>
          <a:p>
            <a:r>
              <a:rPr lang="en-US" dirty="0"/>
              <a:t>Refactoring Candidates – DUPLICATION</a:t>
            </a:r>
          </a:p>
        </p:txBody>
      </p:sp>
      <p:sp>
        <p:nvSpPr>
          <p:cNvPr id="5" name="Title 4">
            <a:extLst>
              <a:ext uri="{FF2B5EF4-FFF2-40B4-BE49-F238E27FC236}">
                <a16:creationId xmlns:a16="http://schemas.microsoft.com/office/drawing/2014/main" id="{7DDA4376-F05C-1DB5-3B66-1200BBEC789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An overview of the longest Java duplicates</a:t>
            </a:r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C7A1E700-8D50-95CB-85EE-207ADF6DA3B0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2669790" y="6549140"/>
            <a:ext cx="804066" cy="236406"/>
          </a:xfrm>
          <a:prstGeom prst="rect">
            <a:avLst/>
          </a:prstGeom>
          <a:noFill/>
          <a:ln w="12700" cap="flat" cmpd="sng" algn="ctr">
            <a:noFill/>
            <a:prstDash val="solid"/>
            <a:miter lim="800000"/>
          </a:ln>
        </p:spPr>
        <p:txBody>
          <a:bodyPr wrap="none" lIns="0" tIns="36000" rIns="0" rtlCol="0" anchor="ctr">
            <a:spAutoFit/>
          </a:bodyPr>
          <a:lstStyle>
            <a:defPPr>
              <a:defRPr lang="en-US"/>
            </a:defPPr>
            <a:lvl1pPr marL="0" algn="l" defTabSz="914400" rtl="0" eaLnBrk="1" latinLnBrk="0" hangingPunct="1">
              <a:defRPr lang="en-US" sz="1000" b="1" kern="1200" cap="all" spc="10" baseline="0" dirty="0">
                <a:solidFill>
                  <a:srgbClr val="B2BECD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 dirty="0"/>
              <a:t>Confidential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B1CBAF9E-A987-5911-4D0F-F9A9C778BBC3}"/>
              </a:ext>
            </a:extLst>
          </p:cNvPr>
          <p:cNvSpPr>
            <a:spLocks noGrp="1"/>
          </p:cNvSpPr>
          <p:nvPr>
            <p:ph sz="quarter" idx="13"/>
          </p:nvPr>
        </p:nvSpPr>
        <p:spPr/>
        <p:txBody>
          <a:bodyPr/>
          <a:lstStyle/>
          <a:p>
            <a:endParaRPr lang="en-US"/>
          </a:p>
        </p:txBody>
      </p:sp>
      <p:graphicFrame>
        <p:nvGraphicFramePr>
          <p:cNvPr id="7" name="REFACTORING_CANDIDATES_TABLE_DUPLICATION_TECH_1">
            <a:extLst>
              <a:ext uri="{FF2B5EF4-FFF2-40B4-BE49-F238E27FC236}">
                <a16:creationId xmlns:a16="http://schemas.microsoft.com/office/drawing/2014/main" id="{16250ACC-BD7A-52DB-89C3-4BB8375BAC1E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340784244"/>
              </p:ext>
            </p:extLst>
          </p:nvPr>
        </p:nvGraphicFramePr>
        <p:xfrm>
          <a:off x="514373" y="1366988"/>
          <a:ext cx="11231294" cy="4933680"/>
        </p:xfrm>
        <a:graphic>
          <a:graphicData uri="http://schemas.openxmlformats.org/drawingml/2006/table">
            <a:tbl>
              <a:tblPr firstRow="1" bandRow="1">
                <a:effectLst/>
                <a:tableStyleId>{F2DE63D5-997A-4646-A377-4702673A728D}</a:tableStyleId>
              </a:tblPr>
              <a:tblGrid>
                <a:gridCol w="8171804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646205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413285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305820">
                <a:tc>
                  <a:txBody>
                    <a:bodyPr/>
                    <a:lstStyle/>
                    <a:p>
                      <a:pPr marL="0" marR="0" indent="0" algn="l" defTabSz="4572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b="1" sz="1400">
                          <a:solidFill>
                            <a:schemeClr val="bg1"/>
                          </a:solidFill>
                          <a:latin typeface="+mn-lt"/>
                        </a:rPr>
                        <a:t>Description</a:t>
                      </a:r>
                      <a:endParaRPr lang="en-US" sz="1400" b="1" i="0" noProof="0" dirty="0">
                        <a:solidFill>
                          <a:schemeClr val="bg1"/>
                        </a:solidFill>
                        <a:latin typeface="+mn-lt"/>
                        <a:cs typeface="TheSans B4 SemiLight"/>
                      </a:endParaRPr>
                    </a:p>
                  </a:txBody>
                  <a:tcPr marL="108000" marR="108000" marT="72000" marB="72000" anchor="b">
                    <a:lnL w="9525" cap="flat" cmpd="sng" algn="ctr">
                      <a:noFill/>
                      <a:prstDash val="solid"/>
                    </a:lnL>
                    <a:lnR>
                      <a:noFill/>
                    </a:lnR>
                    <a:lnT w="9525" cap="flat" cmpd="sng" algn="ctr">
                      <a:noFill/>
                      <a:prstDash val="solid"/>
                    </a:lnT>
                    <a:lnB w="19050" cap="flat" cmpd="sng" algn="ctr">
                      <a:noFill/>
                      <a:prstDash val="sysDot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tx2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indent="0" algn="r" defTabSz="4572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b="1" i="0" sz="1400">
                          <a:solidFill>
                            <a:schemeClr val="bg1"/>
                          </a:solidFill>
                          <a:latin typeface="+mn-lt"/>
                        </a:rPr>
                        <a:t>Redundant LOC</a:t>
                      </a:r>
                    </a:p>
                  </a:txBody>
                  <a:tcPr marL="108000" marR="108000" marT="72000" marB="72000" anchor="b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noFill/>
                      <a:prstDash val="solid"/>
                    </a:lnT>
                    <a:lnB w="19050" cap="flat" cmpd="sng" algn="ctr">
                      <a:noFill/>
                      <a:prstDash val="sysDot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DFC101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b="1" sz="1400">
                          <a:solidFill>
                            <a:schemeClr val="bg1"/>
                          </a:solidFill>
                          <a:latin typeface="+mn-lt"/>
                        </a:rPr>
                        <a:t>Level</a:t>
                      </a:r>
                      <a:endParaRPr lang="en-US" sz="1400" b="1" i="0" noProof="0" dirty="0">
                        <a:solidFill>
                          <a:schemeClr val="bg1"/>
                        </a:solidFill>
                        <a:latin typeface="+mn-lt"/>
                        <a:cs typeface="TheSans B4 SemiLight"/>
                      </a:endParaRPr>
                    </a:p>
                  </a:txBody>
                  <a:tcPr marL="108000" marR="108000" marT="72000" marB="72000" anchor="b">
                    <a:lnL>
                      <a:noFill/>
                    </a:lnL>
                    <a:lnR w="9525" cap="flat" cmpd="sng" algn="ctr">
                      <a:noFill/>
                      <a:prstDash val="solid"/>
                    </a:lnR>
                    <a:lnT w="9525" cap="flat" cmpd="sng" algn="ctr">
                      <a:noFill/>
                      <a:prstDash val="solid"/>
                    </a:lnT>
                    <a:lnB w="19050" cap="flat" cmpd="sng" algn="ctr">
                      <a:noFill/>
                      <a:prstDash val="sysDot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tx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306335">
                <a:tc>
                  <a:txBody>
                    <a:bodyPr/>
                    <a:lstStyle/>
                    <a:p>
                      <a:pPr marL="0" marR="0" lvl="0" indent="0" algn="l" defTabSz="914400" rtl="0" eaLnBrk="1" fontAlgn="b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b="0" i="0" sz="1200" u="none">
                          <a:solidFill>
                            <a:schemeClr val="tx2"/>
                          </a:solidFill>
                          <a:latin typeface="Calibri Bold"/>
                        </a:rPr>
                        <a:t>15 lines occurring 12 times in EligibleLeaderReplicasVersion.java, GroupVersion.java, ShareVersion.java, StreamsVersion.java, UnitTestFeatureVersion.java</a:t>
                      </a:r>
                    </a:p>
                  </a:txBody>
                  <a:tcPr marL="108000" marR="108000" marT="72000" marB="72000" anchor="ctr">
                    <a:lnL w="9525" cap="flat" cmpd="sng" algn="ctr">
                      <a:noFill/>
                      <a:prstDash val="solid"/>
                    </a:lnL>
                    <a:lnR>
                      <a:noFill/>
                    </a:lnR>
                    <a:lnT w="19050" cap="flat" cmpd="sng" algn="ctr">
                      <a:noFill/>
                      <a:prstDash val="sysDot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r" defTabSz="914400" rtl="0" eaLnBrk="1" fontAlgn="b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b="0" i="0" sz="1200" u="none">
                          <a:solidFill>
                            <a:schemeClr val="tx2"/>
                          </a:solidFill>
                          <a:latin typeface="Calibri Bold"/>
                        </a:rPr>
                        <a:t>165</a:t>
                      </a:r>
                    </a:p>
                  </a:txBody>
                  <a:tcPr marL="108000" marR="108000" marT="72000" marB="72000" anchor="ctr">
                    <a:lnL>
                      <a:noFill/>
                    </a:lnL>
                    <a:lnR>
                      <a:noFill/>
                    </a:lnR>
                    <a:lnT w="19050" cap="flat" cmpd="sng" algn="ctr">
                      <a:noFill/>
                      <a:prstDash val="sysDot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EF5BA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b"/>
                      <a:r>
                        <a:rPr b="0" i="0" sz="1200" u="none">
                          <a:solidFill>
                            <a:schemeClr val="tx1">
                              <a:lumMod val="60000"/>
                              <a:lumOff val="40000"/>
                            </a:schemeClr>
                          </a:solidFill>
                          <a:latin typeface="Calibri Regular"/>
                        </a:rPr>
                        <a:t>Component</a:t>
                      </a:r>
                    </a:p>
                  </a:txBody>
                  <a:tcPr marL="108000" marR="108000" marT="72000" marB="72000" anchor="ctr">
                    <a:lnL>
                      <a:noFill/>
                    </a:lnL>
                    <a:lnR w="9525" cap="flat" cmpd="sng" algn="ctr">
                      <a:noFill/>
                      <a:prstDash val="solid"/>
                    </a:lnR>
                    <a:lnT w="19050" cap="flat" cmpd="sng" algn="ctr">
                      <a:noFill/>
                      <a:prstDash val="sysDot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279736">
                <a:tc>
                  <a:txBody>
                    <a:bodyPr/>
                    <a:lstStyle/>
                    <a:p>
                      <a:pPr algn="l" fontAlgn="b"/>
                      <a:r>
                        <a:rPr b="0" i="0" sz="1200" u="none">
                          <a:solidFill>
                            <a:schemeClr val="tx2"/>
                          </a:solidFill>
                          <a:latin typeface="Calibri Bold"/>
                        </a:rPr>
                        <a:t>27 lines occurring 4 times in KTableKTableInnerJoin.java, KTableKTableLeftJoin.java, KTableKTableOuterJoin.java, KTableKTableRightJoin.java</a:t>
                      </a:r>
                      <a:endParaRPr lang="en-US" sz="1200" b="0" i="0" u="none" strike="noStrike" noProof="0" dirty="0">
                        <a:solidFill>
                          <a:schemeClr val="tx2"/>
                        </a:solidFill>
                        <a:effectLst/>
                        <a:latin typeface="Calibri Regular"/>
                      </a:endParaRPr>
                    </a:p>
                  </a:txBody>
                  <a:tcPr marL="108000" marR="108000" marT="72000" marB="72000" anchor="ctr">
                    <a:lnL w="9525" cap="flat" cmpd="sng" algn="ctr">
                      <a:noFill/>
                      <a:prstDash val="solid"/>
                    </a:lnL>
                    <a:lnR>
                      <a:noFill/>
                    </a:lnR>
                    <a:lnT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r" defTabSz="914400" rtl="0" eaLnBrk="1" fontAlgn="b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b="0" i="0" sz="1200" u="none">
                          <a:solidFill>
                            <a:schemeClr val="tx2"/>
                          </a:solidFill>
                          <a:latin typeface="Calibri Bold"/>
                        </a:rPr>
                        <a:t>81</a:t>
                      </a:r>
                      <a:endParaRPr lang="en-US" sz="1200" b="0" i="0" u="none" strike="noStrike" kern="1200" noProof="0" dirty="0">
                        <a:solidFill>
                          <a:schemeClr val="tx2"/>
                        </a:solidFill>
                        <a:effectLst/>
                        <a:latin typeface="Calibri Bold"/>
                        <a:ea typeface="+mn-ea"/>
                        <a:cs typeface="+mn-cs"/>
                      </a:endParaRPr>
                    </a:p>
                  </a:txBody>
                  <a:tcPr marL="108000" marR="108000" marT="72000" marB="72000" anchor="ctr">
                    <a:lnL>
                      <a:noFill/>
                    </a:lnL>
                    <a:lnR>
                      <a:noFill/>
                    </a:lnR>
                    <a:lnT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EF5BA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indent="0" algn="l" defTabSz="457200" rtl="0" eaLnBrk="1" fontAlgn="b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b="0" i="0" sz="1200" u="none">
                          <a:solidFill>
                            <a:schemeClr val="tx1">
                              <a:lumMod val="60000"/>
                              <a:lumOff val="40000"/>
                            </a:schemeClr>
                          </a:solidFill>
                          <a:latin typeface="Calibri Regular"/>
                        </a:rPr>
                        <a:t>Component</a:t>
                      </a:r>
                      <a:endParaRPr lang="en-US" sz="1200" b="0" i="0" u="none" strike="noStrike" noProof="0" dirty="0">
                        <a:solidFill>
                          <a:schemeClr val="tx1">
                            <a:lumMod val="60000"/>
                            <a:lumOff val="40000"/>
                          </a:schemeClr>
                        </a:solidFill>
                        <a:effectLst/>
                        <a:latin typeface="Calibri Regular"/>
                      </a:endParaRPr>
                    </a:p>
                  </a:txBody>
                  <a:tcPr marL="108000" marR="108000" marT="72000" marB="72000" anchor="ctr">
                    <a:lnL>
                      <a:noFill/>
                    </a:lnL>
                    <a:lnR w="9525" cap="flat" cmpd="sng" algn="ctr">
                      <a:noFill/>
                      <a:prstDash val="solid"/>
                    </a:lnR>
                    <a:lnT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279736">
                <a:tc>
                  <a:txBody>
                    <a:bodyPr/>
                    <a:lstStyle/>
                    <a:p>
                      <a:pPr algn="l" fontAlgn="b"/>
                      <a:r>
                        <a:rPr b="0" i="0" sz="1200" u="none">
                          <a:solidFill>
                            <a:schemeClr val="tx2"/>
                          </a:solidFill>
                          <a:latin typeface="Calibri Bold"/>
                        </a:rPr>
                        <a:t>11 lines occurring 8 times in StreamJoined.java</a:t>
                      </a:r>
                      <a:endParaRPr lang="en-US" sz="1200" b="0" i="0" u="none" strike="noStrike" noProof="0" dirty="0">
                        <a:solidFill>
                          <a:schemeClr val="tx2"/>
                        </a:solidFill>
                        <a:effectLst/>
                        <a:latin typeface="Calibri Regular"/>
                      </a:endParaRPr>
                    </a:p>
                  </a:txBody>
                  <a:tcPr marL="108000" marR="108000" marT="72000" marB="72000" anchor="ctr">
                    <a:lnL w="9525" cap="flat" cmpd="sng" algn="ctr">
                      <a:noFill/>
                      <a:prstDash val="solid"/>
                    </a:lnL>
                    <a:lnR>
                      <a:noFill/>
                    </a:lnR>
                    <a:lnT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r" defTabSz="914400" rtl="0" eaLnBrk="1" fontAlgn="b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b="0" i="0" sz="1200" u="none">
                          <a:solidFill>
                            <a:schemeClr val="tx2"/>
                          </a:solidFill>
                          <a:latin typeface="Calibri Bold"/>
                        </a:rPr>
                        <a:t>77</a:t>
                      </a:r>
                      <a:endParaRPr lang="en-US" sz="1200" b="0" i="0" u="none" strike="noStrike" kern="1200" noProof="0" dirty="0">
                        <a:solidFill>
                          <a:schemeClr val="tx2"/>
                        </a:solidFill>
                        <a:effectLst/>
                        <a:latin typeface="Calibri Bold"/>
                        <a:ea typeface="+mn-ea"/>
                        <a:cs typeface="+mn-cs"/>
                      </a:endParaRPr>
                    </a:p>
                  </a:txBody>
                  <a:tcPr marL="108000" marR="108000" marT="72000" marB="72000" anchor="ctr">
                    <a:lnL>
                      <a:noFill/>
                    </a:lnL>
                    <a:lnR>
                      <a:noFill/>
                    </a:lnR>
                    <a:lnT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EF5BA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b"/>
                      <a:r>
                        <a:rPr b="0" i="0" sz="1200" u="none">
                          <a:solidFill>
                            <a:schemeClr val="tx1">
                              <a:lumMod val="60000"/>
                              <a:lumOff val="40000"/>
                            </a:schemeClr>
                          </a:solidFill>
                          <a:latin typeface="Calibri Regular"/>
                        </a:rPr>
                        <a:t>File</a:t>
                      </a:r>
                      <a:endParaRPr lang="en-US" sz="1200" b="0" i="0" u="none" strike="noStrike" noProof="0" dirty="0">
                        <a:solidFill>
                          <a:schemeClr val="tx1">
                            <a:lumMod val="60000"/>
                            <a:lumOff val="40000"/>
                          </a:schemeClr>
                        </a:solidFill>
                        <a:effectLst/>
                        <a:latin typeface="Calibri Regular"/>
                      </a:endParaRPr>
                    </a:p>
                  </a:txBody>
                  <a:tcPr marL="108000" marR="108000" marT="72000" marB="72000" anchor="ctr">
                    <a:lnL>
                      <a:noFill/>
                    </a:lnL>
                    <a:lnR w="9525" cap="flat" cmpd="sng" algn="ctr">
                      <a:noFill/>
                      <a:prstDash val="solid"/>
                    </a:lnR>
                    <a:lnT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279736">
                <a:tc>
                  <a:txBody>
                    <a:bodyPr/>
                    <a:lstStyle/>
                    <a:p>
                      <a:pPr algn="l" fontAlgn="b"/>
                      <a:r>
                        <a:rPr b="0" i="0" sz="1200" u="none">
                          <a:solidFill>
                            <a:schemeClr val="tx2"/>
                          </a:solidFill>
                          <a:latin typeface="Calibri Bold"/>
                        </a:rPr>
                        <a:t>71 lines occurring 2 times in ConsumeBenchWorker.java, ShareConsumeBenchWorker.java</a:t>
                      </a:r>
                      <a:endParaRPr lang="en-US" sz="1200" b="0" i="0" u="none" strike="noStrike" noProof="0" dirty="0">
                        <a:solidFill>
                          <a:schemeClr val="tx2"/>
                        </a:solidFill>
                        <a:effectLst/>
                        <a:latin typeface="Calibri Regular"/>
                      </a:endParaRPr>
                    </a:p>
                  </a:txBody>
                  <a:tcPr marL="108000" marR="108000" marT="72000" marB="72000" anchor="ctr">
                    <a:lnL w="9525" cap="flat" cmpd="sng" algn="ctr">
                      <a:noFill/>
                      <a:prstDash val="solid"/>
                    </a:lnL>
                    <a:lnR>
                      <a:noFill/>
                    </a:lnR>
                    <a:lnT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r" defTabSz="914400" rtl="0" eaLnBrk="1" fontAlgn="b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b="0" i="0" sz="1200" u="none">
                          <a:solidFill>
                            <a:schemeClr val="tx2"/>
                          </a:solidFill>
                          <a:latin typeface="Calibri Bold"/>
                        </a:rPr>
                        <a:t>71</a:t>
                      </a:r>
                      <a:endParaRPr lang="en-US" sz="1200" b="0" i="0" u="none" strike="noStrike" kern="1200" noProof="0" dirty="0">
                        <a:solidFill>
                          <a:schemeClr val="tx2"/>
                        </a:solidFill>
                        <a:effectLst/>
                        <a:latin typeface="Calibri Bold"/>
                        <a:ea typeface="+mn-ea"/>
                        <a:cs typeface="+mn-cs"/>
                      </a:endParaRPr>
                    </a:p>
                  </a:txBody>
                  <a:tcPr marL="108000" marR="108000" marT="72000" marB="72000" anchor="ctr">
                    <a:lnL>
                      <a:noFill/>
                    </a:lnL>
                    <a:lnR>
                      <a:noFill/>
                    </a:lnR>
                    <a:lnT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EF5BA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b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b="0" i="0" sz="1200" u="none">
                          <a:solidFill>
                            <a:schemeClr val="tx1">
                              <a:lumMod val="60000"/>
                              <a:lumOff val="40000"/>
                            </a:schemeClr>
                          </a:solidFill>
                          <a:latin typeface="Calibri Regular"/>
                        </a:rPr>
                        <a:t>Component</a:t>
                      </a:r>
                      <a:endParaRPr lang="en-US" sz="1200" b="0" i="0" u="none" strike="noStrike" kern="1200" noProof="0" dirty="0">
                        <a:solidFill>
                          <a:schemeClr val="tx2"/>
                        </a:solidFill>
                        <a:effectLst/>
                        <a:latin typeface="Calibri Bold"/>
                        <a:ea typeface="+mn-ea"/>
                        <a:cs typeface="+mn-cs"/>
                      </a:endParaRPr>
                    </a:p>
                  </a:txBody>
                  <a:tcPr marL="108000" marR="108000" marT="72000" marB="72000" anchor="ctr">
                    <a:lnL>
                      <a:noFill/>
                    </a:lnL>
                    <a:lnR w="9525" cap="flat" cmpd="sng" algn="ctr">
                      <a:noFill/>
                      <a:prstDash val="solid"/>
                    </a:lnR>
                    <a:lnT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279736">
                <a:tc>
                  <a:txBody>
                    <a:bodyPr/>
                    <a:lstStyle/>
                    <a:p>
                      <a:pPr algn="l" fontAlgn="b"/>
                      <a:r>
                        <a:rPr b="0" i="0" sz="1200" u="none">
                          <a:solidFill>
                            <a:schemeClr val="tx2"/>
                          </a:solidFill>
                          <a:latin typeface="Calibri Bold"/>
                        </a:rPr>
                        <a:t>10 lines occurring 8 times in ForeignTableJoinProcessorSupplier.java, KStreamSessionWindowAggregate.java, KStreamWindowAggregate.java, KTableKTableInnerJoin.java, KTableKTableLeftJoin.java, KTableKTableOuterJoin.java, KTableKTableRightJoin.java, KTableSource.java</a:t>
                      </a:r>
                      <a:endParaRPr lang="en-US" sz="1200" b="0" i="0" u="none" strike="noStrike" noProof="0" dirty="0">
                        <a:solidFill>
                          <a:schemeClr val="tx2"/>
                        </a:solidFill>
                        <a:effectLst/>
                        <a:latin typeface="Calibri Regular"/>
                      </a:endParaRPr>
                    </a:p>
                  </a:txBody>
                  <a:tcPr marL="108000" marR="108000" marT="72000" marB="72000" anchor="ctr">
                    <a:lnL w="9525" cap="flat" cmpd="sng" algn="ctr">
                      <a:noFill/>
                      <a:prstDash val="solid"/>
                    </a:lnL>
                    <a:lnR>
                      <a:noFill/>
                    </a:lnR>
                    <a:lnT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r" defTabSz="914400" rtl="0" eaLnBrk="1" fontAlgn="b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b="0" i="0" sz="1200" u="none">
                          <a:solidFill>
                            <a:schemeClr val="tx2"/>
                          </a:solidFill>
                          <a:latin typeface="Calibri Bold"/>
                        </a:rPr>
                        <a:t>70</a:t>
                      </a:r>
                      <a:endParaRPr lang="en-US" sz="1200" b="0" i="0" u="none" strike="noStrike" kern="1200" noProof="0" dirty="0">
                        <a:solidFill>
                          <a:schemeClr val="tx2"/>
                        </a:solidFill>
                        <a:effectLst/>
                        <a:latin typeface="Calibri Bold"/>
                        <a:ea typeface="+mn-ea"/>
                        <a:cs typeface="+mn-cs"/>
                      </a:endParaRPr>
                    </a:p>
                  </a:txBody>
                  <a:tcPr marL="108000" marR="108000" marT="72000" marB="72000" anchor="ctr">
                    <a:lnL>
                      <a:noFill/>
                    </a:lnL>
                    <a:lnR>
                      <a:noFill/>
                    </a:lnR>
                    <a:lnT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EF5BA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b"/>
                      <a:r>
                        <a:rPr b="0" i="0" sz="1200" u="none">
                          <a:solidFill>
                            <a:schemeClr val="tx1">
                              <a:lumMod val="60000"/>
                              <a:lumOff val="40000"/>
                            </a:schemeClr>
                          </a:solidFill>
                          <a:latin typeface="Calibri Regular"/>
                        </a:rPr>
                        <a:t>Component</a:t>
                      </a:r>
                      <a:endParaRPr lang="en-US" sz="1200" b="0" i="0" u="none" strike="noStrike" noProof="0" dirty="0">
                        <a:solidFill>
                          <a:schemeClr val="tx1">
                            <a:lumMod val="60000"/>
                            <a:lumOff val="40000"/>
                          </a:schemeClr>
                        </a:solidFill>
                        <a:effectLst/>
                        <a:latin typeface="Calibri Regular"/>
                      </a:endParaRPr>
                    </a:p>
                  </a:txBody>
                  <a:tcPr marL="108000" marR="108000" marT="72000" marB="72000" anchor="ctr">
                    <a:lnL>
                      <a:noFill/>
                    </a:lnL>
                    <a:lnR w="9525" cap="flat" cmpd="sng" algn="ctr">
                      <a:noFill/>
                      <a:prstDash val="solid"/>
                    </a:lnR>
                    <a:lnT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001900654"/>
                  </a:ext>
                </a:extLst>
              </a:tr>
              <a:tr h="279736">
                <a:tc>
                  <a:txBody>
                    <a:bodyPr/>
                    <a:lstStyle/>
                    <a:p>
                      <a:pPr algn="l" fontAlgn="b"/>
                      <a:r>
                        <a:rPr b="0" i="0" sz="1200" u="none">
                          <a:solidFill>
                            <a:schemeClr val="tx2"/>
                          </a:solidFill>
                          <a:latin typeface="Calibri Bold"/>
                        </a:rPr>
                        <a:t>16 lines occurring 5 times in ForeignTableJoinProcessorSupplier.java, KTableKTableInnerJoin.java, KTableKTableLeftJoin.java, KTableKTableOuterJoin.java, KTableKTableRightJoin.java</a:t>
                      </a:r>
                      <a:endParaRPr lang="en-US" sz="1200" b="0" i="0" u="none" strike="noStrike" noProof="0" dirty="0">
                        <a:solidFill>
                          <a:schemeClr val="tx2"/>
                        </a:solidFill>
                        <a:effectLst/>
                        <a:latin typeface="Calibri Regular"/>
                      </a:endParaRPr>
                    </a:p>
                  </a:txBody>
                  <a:tcPr marL="108000" marR="108000" marT="72000" marB="72000" anchor="ctr">
                    <a:lnL w="9525" cap="flat" cmpd="sng" algn="ctr">
                      <a:noFill/>
                      <a:prstDash val="solid"/>
                    </a:lnL>
                    <a:lnR>
                      <a:noFill/>
                    </a:lnR>
                    <a:lnT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r" defTabSz="914400" rtl="0" eaLnBrk="1" fontAlgn="b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b="0" i="0" sz="1200" u="none">
                          <a:solidFill>
                            <a:schemeClr val="tx2"/>
                          </a:solidFill>
                          <a:latin typeface="Calibri Bold"/>
                        </a:rPr>
                        <a:t>64</a:t>
                      </a:r>
                      <a:endParaRPr lang="en-US" sz="1200" b="0" i="0" u="none" strike="noStrike" kern="1200" noProof="0" dirty="0">
                        <a:solidFill>
                          <a:schemeClr val="tx2"/>
                        </a:solidFill>
                        <a:effectLst/>
                        <a:latin typeface="Calibri Bold"/>
                        <a:ea typeface="+mn-ea"/>
                        <a:cs typeface="+mn-cs"/>
                      </a:endParaRPr>
                    </a:p>
                  </a:txBody>
                  <a:tcPr marL="108000" marR="108000" marT="72000" marB="72000" anchor="ctr">
                    <a:lnL>
                      <a:noFill/>
                    </a:lnL>
                    <a:lnR>
                      <a:noFill/>
                    </a:lnR>
                    <a:lnT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EF5BA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b"/>
                      <a:r>
                        <a:rPr b="0" i="0" sz="1200" u="none">
                          <a:solidFill>
                            <a:schemeClr val="tx1">
                              <a:lumMod val="60000"/>
                              <a:lumOff val="40000"/>
                            </a:schemeClr>
                          </a:solidFill>
                          <a:latin typeface="Calibri Regular"/>
                        </a:rPr>
                        <a:t>Component</a:t>
                      </a:r>
                      <a:endParaRPr lang="en-US" sz="1200" b="0" i="0" u="none" strike="noStrike" noProof="0" dirty="0">
                        <a:solidFill>
                          <a:schemeClr val="tx1">
                            <a:lumMod val="60000"/>
                            <a:lumOff val="40000"/>
                          </a:schemeClr>
                        </a:solidFill>
                        <a:effectLst/>
                        <a:latin typeface="Calibri Regular"/>
                      </a:endParaRPr>
                    </a:p>
                  </a:txBody>
                  <a:tcPr marL="108000" marR="108000" marT="72000" marB="72000" anchor="ctr">
                    <a:lnL>
                      <a:noFill/>
                    </a:lnL>
                    <a:lnR w="9525" cap="flat" cmpd="sng" algn="ctr">
                      <a:noFill/>
                      <a:prstDash val="solid"/>
                    </a:lnR>
                    <a:lnT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928811833"/>
                  </a:ext>
                </a:extLst>
              </a:tr>
              <a:tr h="279736">
                <a:tc>
                  <a:txBody>
                    <a:bodyPr/>
                    <a:lstStyle/>
                    <a:p>
                      <a:pPr algn="l" fontAlgn="b"/>
                      <a:r>
                        <a:rPr b="0" i="0" sz="1200" u="none">
                          <a:solidFill>
                            <a:schemeClr val="tx2"/>
                          </a:solidFill>
                          <a:latin typeface="Calibri Bold"/>
                        </a:rPr>
                        <a:t>30 lines occurring 3 times in KTableKTableInnerJoin.java, KTableKTableLeftJoin.java, KTableKTableOuterJoin.java</a:t>
                      </a:r>
                      <a:endParaRPr lang="en-US" sz="1200" b="0" i="0" u="none" strike="noStrike" noProof="0" dirty="0">
                        <a:solidFill>
                          <a:schemeClr val="tx2"/>
                        </a:solidFill>
                        <a:effectLst/>
                        <a:latin typeface="Calibri Regular"/>
                      </a:endParaRPr>
                    </a:p>
                  </a:txBody>
                  <a:tcPr marL="108000" marR="108000" marT="72000" marB="72000" anchor="ctr">
                    <a:lnL w="9525" cap="flat" cmpd="sng" algn="ctr">
                      <a:noFill/>
                      <a:prstDash val="solid"/>
                    </a:lnL>
                    <a:lnR>
                      <a:noFill/>
                    </a:lnR>
                    <a:lnT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r" defTabSz="914400" rtl="0" eaLnBrk="1" fontAlgn="b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b="0" i="0" sz="1200" u="none">
                          <a:solidFill>
                            <a:schemeClr val="tx2"/>
                          </a:solidFill>
                          <a:latin typeface="Calibri Bold"/>
                        </a:rPr>
                        <a:t>60</a:t>
                      </a:r>
                      <a:endParaRPr lang="en-US" sz="1200" b="0" i="0" u="none" strike="noStrike" kern="1200" noProof="0" dirty="0">
                        <a:solidFill>
                          <a:schemeClr val="tx2"/>
                        </a:solidFill>
                        <a:effectLst/>
                        <a:latin typeface="Calibri Bold"/>
                        <a:ea typeface="+mn-ea"/>
                        <a:cs typeface="+mn-cs"/>
                      </a:endParaRPr>
                    </a:p>
                  </a:txBody>
                  <a:tcPr marL="108000" marR="108000" marT="72000" marB="72000" anchor="ctr">
                    <a:lnL>
                      <a:noFill/>
                    </a:lnL>
                    <a:lnR>
                      <a:noFill/>
                    </a:lnR>
                    <a:lnT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EF5BA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b"/>
                      <a:r>
                        <a:rPr b="0" i="0" sz="1200" u="none">
                          <a:solidFill>
                            <a:schemeClr val="tx1">
                              <a:lumMod val="60000"/>
                              <a:lumOff val="40000"/>
                            </a:schemeClr>
                          </a:solidFill>
                          <a:latin typeface="Calibri Regular"/>
                        </a:rPr>
                        <a:t>Component</a:t>
                      </a:r>
                      <a:endParaRPr lang="en-US" sz="1200" b="0" i="0" u="none" strike="noStrike" noProof="0" dirty="0">
                        <a:solidFill>
                          <a:schemeClr val="tx1">
                            <a:lumMod val="60000"/>
                            <a:lumOff val="40000"/>
                          </a:schemeClr>
                        </a:solidFill>
                        <a:effectLst/>
                        <a:latin typeface="Calibri Regular"/>
                      </a:endParaRPr>
                    </a:p>
                  </a:txBody>
                  <a:tcPr marL="108000" marR="108000" marT="72000" marB="72000" anchor="ctr">
                    <a:lnL>
                      <a:noFill/>
                    </a:lnL>
                    <a:lnR w="9525" cap="flat" cmpd="sng" algn="ctr">
                      <a:noFill/>
                      <a:prstDash val="solid"/>
                    </a:lnR>
                    <a:lnT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060795780"/>
                  </a:ext>
                </a:extLst>
              </a:tr>
              <a:tr h="279736">
                <a:tc>
                  <a:txBody>
                    <a:bodyPr/>
                    <a:lstStyle/>
                    <a:p>
                      <a:pPr algn="l" fontAlgn="b"/>
                      <a:r>
                        <a:rPr b="0" i="0" sz="1200" u="none">
                          <a:solidFill>
                            <a:schemeClr val="tx2"/>
                          </a:solidFill>
                          <a:latin typeface="Calibri Bold"/>
                        </a:rPr>
                        <a:t>12 lines occurring 6 times in ForeignTableJoinProcessorSupplier.java, KStreamWindowAggregate.java, KTableKTableInnerJoin.java, KTableKTableLeftJoin.java, KTableKTableOuterJoin.java, KTableKTableRightJoin.java</a:t>
                      </a:r>
                      <a:endParaRPr lang="en-US" sz="1200" b="0" i="0" u="none" strike="noStrike" noProof="0" dirty="0">
                        <a:solidFill>
                          <a:schemeClr val="tx2"/>
                        </a:solidFill>
                        <a:effectLst/>
                        <a:latin typeface="Calibri Regular"/>
                      </a:endParaRPr>
                    </a:p>
                  </a:txBody>
                  <a:tcPr marL="108000" marR="108000" marT="72000" marB="72000" anchor="ctr">
                    <a:lnL w="9525" cap="flat" cmpd="sng" algn="ctr">
                      <a:noFill/>
                      <a:prstDash val="solid"/>
                    </a:lnL>
                    <a:lnR>
                      <a:noFill/>
                    </a:lnR>
                    <a:lnT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r" defTabSz="914400" rtl="0" eaLnBrk="1" fontAlgn="b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b="0" i="0" sz="1200" u="none">
                          <a:solidFill>
                            <a:schemeClr val="tx2"/>
                          </a:solidFill>
                          <a:latin typeface="Calibri Bold"/>
                        </a:rPr>
                        <a:t>60</a:t>
                      </a:r>
                      <a:endParaRPr lang="en-US" sz="1200" b="0" i="0" u="none" strike="noStrike" kern="1200" noProof="0" dirty="0">
                        <a:solidFill>
                          <a:schemeClr val="tx2"/>
                        </a:solidFill>
                        <a:effectLst/>
                        <a:latin typeface="Calibri Bold"/>
                        <a:ea typeface="+mn-ea"/>
                        <a:cs typeface="+mn-cs"/>
                      </a:endParaRPr>
                    </a:p>
                  </a:txBody>
                  <a:tcPr marL="108000" marR="108000" marT="72000" marB="72000" anchor="ctr">
                    <a:lnL>
                      <a:noFill/>
                    </a:lnL>
                    <a:lnR>
                      <a:noFill/>
                    </a:lnR>
                    <a:lnT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EF5BA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b"/>
                      <a:r>
                        <a:rPr b="0" i="0" sz="1200" u="none">
                          <a:solidFill>
                            <a:schemeClr val="tx1">
                              <a:lumMod val="60000"/>
                              <a:lumOff val="40000"/>
                            </a:schemeClr>
                          </a:solidFill>
                          <a:latin typeface="Calibri Regular"/>
                        </a:rPr>
                        <a:t>Component</a:t>
                      </a:r>
                      <a:endParaRPr lang="en-US" sz="1200" b="0" i="0" u="none" strike="noStrike" noProof="0" dirty="0">
                        <a:solidFill>
                          <a:schemeClr val="tx1">
                            <a:lumMod val="60000"/>
                            <a:lumOff val="40000"/>
                          </a:schemeClr>
                        </a:solidFill>
                        <a:effectLst/>
                        <a:latin typeface="Calibri Regular"/>
                      </a:endParaRPr>
                    </a:p>
                  </a:txBody>
                  <a:tcPr marL="108000" marR="108000" marT="72000" marB="72000" anchor="ctr">
                    <a:lnL>
                      <a:noFill/>
                    </a:lnL>
                    <a:lnR w="9525" cap="flat" cmpd="sng" algn="ctr">
                      <a:noFill/>
                      <a:prstDash val="solid"/>
                    </a:lnR>
                    <a:lnT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933267410"/>
                  </a:ext>
                </a:extLst>
              </a:tr>
              <a:tr h="279736">
                <a:tc>
                  <a:txBody>
                    <a:bodyPr/>
                    <a:lstStyle/>
                    <a:p>
                      <a:pPr algn="l" fontAlgn="b"/>
                      <a:r>
                        <a:rPr b="0" i="0" sz="1200" u="none">
                          <a:solidFill>
                            <a:schemeClr val="tx2"/>
                          </a:solidFill>
                          <a:latin typeface="Calibri Bold"/>
                        </a:rPr>
                        <a:t>10 lines occurring 7 times in AlterReplicaLogDirsResponse.java, BrokerHeartbeatResponse.java, BrokerRegistrationResponse.java, DeleteRecordsResponse.java, DescribeConfigsResponse.java, DescribeLogDirsResponse.java, UnregisterBrokerResponse.java</a:t>
                      </a:r>
                      <a:endParaRPr lang="en-US" sz="1200" b="0" i="0" u="none" strike="noStrike" noProof="0" dirty="0">
                        <a:solidFill>
                          <a:schemeClr val="tx2"/>
                        </a:solidFill>
                        <a:effectLst/>
                        <a:latin typeface="Calibri Regular"/>
                      </a:endParaRPr>
                    </a:p>
                  </a:txBody>
                  <a:tcPr marL="108000" marR="108000" marT="72000" marB="72000" anchor="ctr">
                    <a:lnL w="9525" cap="flat" cmpd="sng" algn="ctr">
                      <a:noFill/>
                      <a:prstDash val="solid"/>
                    </a:lnL>
                    <a:lnR>
                      <a:noFill/>
                    </a:lnR>
                    <a:lnT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r" defTabSz="914400" rtl="0" eaLnBrk="1" fontAlgn="b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b="0" i="0" sz="1200" u="none">
                          <a:solidFill>
                            <a:schemeClr val="tx2"/>
                          </a:solidFill>
                          <a:latin typeface="Calibri Bold"/>
                        </a:rPr>
                        <a:t>60</a:t>
                      </a:r>
                      <a:endParaRPr lang="en-US" sz="1200" b="0" i="0" u="none" strike="noStrike" kern="1200" noProof="0" dirty="0">
                        <a:solidFill>
                          <a:schemeClr val="tx2"/>
                        </a:solidFill>
                        <a:effectLst/>
                        <a:latin typeface="Calibri Bold"/>
                        <a:ea typeface="+mn-ea"/>
                        <a:cs typeface="+mn-cs"/>
                      </a:endParaRPr>
                    </a:p>
                  </a:txBody>
                  <a:tcPr marL="108000" marR="108000" marT="72000" marB="72000" anchor="ctr">
                    <a:lnL>
                      <a:noFill/>
                    </a:lnL>
                    <a:lnR>
                      <a:noFill/>
                    </a:lnR>
                    <a:lnT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EF5BA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b"/>
                      <a:r>
                        <a:rPr b="0" i="0" sz="1200" u="none">
                          <a:solidFill>
                            <a:schemeClr val="tx1">
                              <a:lumMod val="60000"/>
                              <a:lumOff val="40000"/>
                            </a:schemeClr>
                          </a:solidFill>
                          <a:latin typeface="Calibri Regular"/>
                        </a:rPr>
                        <a:t>Component</a:t>
                      </a:r>
                      <a:endParaRPr lang="en-US" sz="1200" b="0" i="0" u="none" strike="noStrike" noProof="0" dirty="0">
                        <a:solidFill>
                          <a:schemeClr val="tx1">
                            <a:lumMod val="60000"/>
                            <a:lumOff val="40000"/>
                          </a:schemeClr>
                        </a:solidFill>
                        <a:effectLst/>
                        <a:latin typeface="Calibri Regular"/>
                      </a:endParaRPr>
                    </a:p>
                  </a:txBody>
                  <a:tcPr marL="108000" marR="108000" marT="72000" marB="72000" anchor="ctr">
                    <a:lnL>
                      <a:noFill/>
                    </a:lnL>
                    <a:lnR w="9525" cap="flat" cmpd="sng" algn="ctr">
                      <a:noFill/>
                      <a:prstDash val="solid"/>
                    </a:lnR>
                    <a:lnT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009910387"/>
                  </a:ext>
                </a:extLst>
              </a:tr>
              <a:tr h="279736">
                <a:tc>
                  <a:txBody>
                    <a:bodyPr/>
                    <a:lstStyle/>
                    <a:p>
                      <a:pPr algn="l" fontAlgn="b"/>
                      <a:r>
                        <a:rPr b="0" i="0" sz="1200" u="none">
                          <a:solidFill>
                            <a:schemeClr val="tx2"/>
                          </a:solidFill>
                          <a:latin typeface="Calibri Bold"/>
                        </a:rPr>
                        <a:t>9 lines occurring 14 times in AddRaftVoterResponse.java, AlterReplicaLogDirsResponse.java, BrokerHeartbeatResponse.java, BrokerRegistrationResponse.java, ControllerRegistrationResponse.java, CreateTopicsResponse.java, DeleteRecordsResponse.java, DescribeConfigsResponse.java, DescribeLogDirsResponse.java, ElectLeadersResponse.java, ListGroupsResponse.java, RemoveRaftVoterResponse.java, TxnOffsetCommitResponse.java, UnregisterBrokerResponse.java</a:t>
                      </a:r>
                      <a:endParaRPr lang="en-US" sz="1200" b="0" i="0" u="none" strike="noStrike" noProof="0" dirty="0">
                        <a:solidFill>
                          <a:schemeClr val="tx2"/>
                        </a:solidFill>
                        <a:effectLst/>
                        <a:latin typeface="Calibri Regular"/>
                      </a:endParaRPr>
                    </a:p>
                  </a:txBody>
                  <a:tcPr marL="108000" marR="108000" marT="72000" marB="72000" anchor="ctr">
                    <a:lnL w="9525" cap="flat" cmpd="sng" algn="ctr">
                      <a:noFill/>
                      <a:prstDash val="solid"/>
                    </a:lnL>
                    <a:lnR>
                      <a:noFill/>
                    </a:lnR>
                    <a:lnT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r" defTabSz="914400" rtl="0" eaLnBrk="1" fontAlgn="b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b="0" i="0" sz="1200" u="none">
                          <a:solidFill>
                            <a:schemeClr val="tx2"/>
                          </a:solidFill>
                          <a:latin typeface="Calibri Bold"/>
                        </a:rPr>
                        <a:t>117</a:t>
                      </a:r>
                      <a:endParaRPr lang="en-US" sz="1200" b="0" i="0" u="none" strike="noStrike" kern="1200" noProof="0" dirty="0">
                        <a:solidFill>
                          <a:schemeClr val="tx2"/>
                        </a:solidFill>
                        <a:effectLst/>
                        <a:latin typeface="Calibri Bold"/>
                        <a:ea typeface="+mn-ea"/>
                        <a:cs typeface="+mn-cs"/>
                      </a:endParaRPr>
                    </a:p>
                  </a:txBody>
                  <a:tcPr marL="108000" marR="108000" marT="72000" marB="72000" anchor="ctr">
                    <a:lnL>
                      <a:noFill/>
                    </a:lnL>
                    <a:lnR>
                      <a:noFill/>
                    </a:lnR>
                    <a:lnT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EF5BA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b"/>
                      <a:r>
                        <a:rPr b="0" i="0" sz="1200" u="none">
                          <a:solidFill>
                            <a:schemeClr val="tx1">
                              <a:lumMod val="60000"/>
                              <a:lumOff val="40000"/>
                            </a:schemeClr>
                          </a:solidFill>
                          <a:latin typeface="Calibri Regular"/>
                        </a:rPr>
                        <a:t>Component</a:t>
                      </a:r>
                      <a:endParaRPr lang="en-US" sz="1200" b="0" i="0" u="none" strike="noStrike" noProof="0" dirty="0">
                        <a:solidFill>
                          <a:schemeClr val="tx1">
                            <a:lumMod val="60000"/>
                            <a:lumOff val="40000"/>
                          </a:schemeClr>
                        </a:solidFill>
                        <a:effectLst/>
                        <a:latin typeface="Calibri Regular"/>
                      </a:endParaRPr>
                    </a:p>
                  </a:txBody>
                  <a:tcPr marL="108000" marR="108000" marT="72000" marB="72000" anchor="ctr">
                    <a:lnL>
                      <a:noFill/>
                    </a:lnL>
                    <a:lnR w="9525" cap="flat" cmpd="sng" algn="ctr">
                      <a:noFill/>
                      <a:prstDash val="solid"/>
                    </a:lnR>
                    <a:lnT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372763307"/>
                  </a:ext>
                </a:extLst>
              </a:tr>
              <a:tr h="279736">
                <a:tc>
                  <a:txBody>
                    <a:bodyPr/>
                    <a:lstStyle/>
                    <a:p>
                      <a:pPr algn="l" fontAlgn="b"/>
                      <a:r>
                        <a:rPr b="0" i="0" sz="1200" u="none">
                          <a:solidFill>
                            <a:schemeClr val="tx2"/>
                          </a:solidFill>
                          <a:latin typeface="Calibri Bold"/>
                        </a:rPr>
                        <a:t>57 lines occurring 2 times in PCollectionsImmutableNavigableSet.java, PCollectionsImmutableSet.java</a:t>
                      </a:r>
                      <a:endParaRPr lang="en-US" sz="1200" b="0" i="0" u="none" strike="noStrike" noProof="0" dirty="0">
                        <a:solidFill>
                          <a:schemeClr val="tx2"/>
                        </a:solidFill>
                        <a:effectLst/>
                        <a:latin typeface="Calibri Regular"/>
                      </a:endParaRPr>
                    </a:p>
                  </a:txBody>
                  <a:tcPr marL="108000" marR="108000" marT="72000" marB="72000" anchor="ctr">
                    <a:lnL w="9525" cap="flat" cmpd="sng" algn="ctr">
                      <a:noFill/>
                      <a:prstDash val="solid"/>
                    </a:lnL>
                    <a:lnR>
                      <a:noFill/>
                    </a:lnR>
                    <a:lnT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r" defTabSz="914400" rtl="0" eaLnBrk="1" fontAlgn="b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b="0" i="0" sz="1200" u="none">
                          <a:solidFill>
                            <a:schemeClr val="tx2"/>
                          </a:solidFill>
                          <a:latin typeface="Calibri Bold"/>
                        </a:rPr>
                        <a:t>57</a:t>
                      </a:r>
                      <a:endParaRPr lang="en-US" sz="1200" b="0" i="0" u="none" strike="noStrike" kern="1200" noProof="0" dirty="0">
                        <a:solidFill>
                          <a:schemeClr val="tx2"/>
                        </a:solidFill>
                        <a:effectLst/>
                        <a:latin typeface="Calibri Bold"/>
                        <a:ea typeface="+mn-ea"/>
                        <a:cs typeface="+mn-cs"/>
                      </a:endParaRPr>
                    </a:p>
                  </a:txBody>
                  <a:tcPr marL="108000" marR="108000" marT="72000" marB="72000" anchor="ctr">
                    <a:lnL>
                      <a:noFill/>
                    </a:lnL>
                    <a:lnR>
                      <a:noFill/>
                    </a:lnR>
                    <a:lnT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EF5BA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b"/>
                      <a:r>
                        <a:rPr b="0" i="0" sz="1200" u="none">
                          <a:solidFill>
                            <a:schemeClr val="tx1">
                              <a:lumMod val="60000"/>
                              <a:lumOff val="40000"/>
                            </a:schemeClr>
                          </a:solidFill>
                          <a:latin typeface="Calibri Regular"/>
                        </a:rPr>
                        <a:t>Component</a:t>
                      </a:r>
                      <a:endParaRPr lang="en-US" sz="1200" b="0" i="0" u="none" strike="noStrike" noProof="0" dirty="0">
                        <a:solidFill>
                          <a:schemeClr val="tx1">
                            <a:lumMod val="60000"/>
                            <a:lumOff val="40000"/>
                          </a:schemeClr>
                        </a:solidFill>
                        <a:effectLst/>
                        <a:latin typeface="Calibri Regular"/>
                      </a:endParaRPr>
                    </a:p>
                  </a:txBody>
                  <a:tcPr marL="108000" marR="108000" marT="72000" marB="72000" anchor="ctr">
                    <a:lnL>
                      <a:noFill/>
                    </a:lnL>
                    <a:lnR w="9525" cap="flat" cmpd="sng" algn="ctr">
                      <a:noFill/>
                      <a:prstDash val="solid"/>
                    </a:lnR>
                    <a:lnT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022263985"/>
                  </a:ext>
                </a:extLst>
              </a:tr>
              <a:tr h="279736">
                <a:tc>
                  <a:txBody>
                    <a:bodyPr/>
                    <a:lstStyle/>
                    <a:p>
                      <a:pPr algn="l" fontAlgn="b"/>
                      <a:r>
                        <a:rPr b="0" i="0" sz="1200" u="none">
                          <a:solidFill>
                            <a:schemeClr val="tx2"/>
                          </a:solidFill>
                          <a:latin typeface="Calibri Bold"/>
                        </a:rPr>
                        <a:t>19 lines occurring 4 times in MeteredKeyValueStore.java, MeteredSessionStore.java, MeteredVersionedKeyValueStore.java, MeteredWindowStore.java</a:t>
                      </a:r>
                      <a:endParaRPr lang="en-US" sz="1200" b="0" i="0" u="none" strike="noStrike" noProof="0" dirty="0">
                        <a:solidFill>
                          <a:schemeClr val="tx2"/>
                        </a:solidFill>
                        <a:effectLst/>
                        <a:latin typeface="Calibri Regular"/>
                      </a:endParaRPr>
                    </a:p>
                  </a:txBody>
                  <a:tcPr marL="108000" marR="108000" marT="72000" marB="72000" anchor="ctr">
                    <a:lnL w="9525" cap="flat" cmpd="sng" algn="ctr">
                      <a:noFill/>
                      <a:prstDash val="solid"/>
                    </a:lnL>
                    <a:lnR>
                      <a:noFill/>
                    </a:lnR>
                    <a:lnT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r" defTabSz="914400" rtl="0" eaLnBrk="1" fontAlgn="b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b="0" i="0" sz="1200" u="none">
                          <a:solidFill>
                            <a:schemeClr val="tx2"/>
                          </a:solidFill>
                          <a:latin typeface="Calibri Bold"/>
                        </a:rPr>
                        <a:t>57</a:t>
                      </a:r>
                      <a:endParaRPr lang="en-US" sz="1200" b="0" i="0" u="none" strike="noStrike" kern="1200" noProof="0" dirty="0">
                        <a:solidFill>
                          <a:schemeClr val="tx2"/>
                        </a:solidFill>
                        <a:effectLst/>
                        <a:latin typeface="Calibri Bold"/>
                        <a:ea typeface="+mn-ea"/>
                        <a:cs typeface="+mn-cs"/>
                      </a:endParaRPr>
                    </a:p>
                  </a:txBody>
                  <a:tcPr marL="108000" marR="108000" marT="72000" marB="72000" anchor="ctr">
                    <a:lnL>
                      <a:noFill/>
                    </a:lnL>
                    <a:lnR>
                      <a:noFill/>
                    </a:lnR>
                    <a:lnT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EF5BA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b"/>
                      <a:r>
                        <a:rPr b="0" i="0" sz="1200" u="none">
                          <a:solidFill>
                            <a:schemeClr val="tx1">
                              <a:lumMod val="60000"/>
                              <a:lumOff val="40000"/>
                            </a:schemeClr>
                          </a:solidFill>
                          <a:latin typeface="Calibri Regular"/>
                        </a:rPr>
                        <a:t>Component</a:t>
                      </a:r>
                      <a:endParaRPr lang="en-US" sz="1200" b="0" i="0" u="none" strike="noStrike" noProof="0" dirty="0">
                        <a:solidFill>
                          <a:schemeClr val="tx1">
                            <a:lumMod val="60000"/>
                            <a:lumOff val="40000"/>
                          </a:schemeClr>
                        </a:solidFill>
                        <a:effectLst/>
                        <a:latin typeface="Calibri Regular"/>
                      </a:endParaRPr>
                    </a:p>
                  </a:txBody>
                  <a:tcPr marL="108000" marR="108000" marT="72000" marB="72000" anchor="ctr">
                    <a:lnL>
                      <a:noFill/>
                    </a:lnL>
                    <a:lnR w="9525" cap="flat" cmpd="sng" algn="ctr">
                      <a:noFill/>
                      <a:prstDash val="solid"/>
                    </a:lnR>
                    <a:lnT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516404128"/>
                  </a:ext>
                </a:extLst>
              </a:tr>
              <a:tr h="279736">
                <a:tc>
                  <a:txBody>
                    <a:bodyPr/>
                    <a:lstStyle/>
                    <a:p>
                      <a:pPr marL="0" marR="0" lvl="0" indent="0" algn="l" defTabSz="914400" rtl="0" eaLnBrk="1" fontAlgn="b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b="0" i="0" sz="1200" u="none">
                          <a:solidFill>
                            <a:schemeClr val="tx2"/>
                          </a:solidFill>
                          <a:latin typeface="Calibri Bold"/>
                        </a:rPr>
                        <a:t>18 lines occurring 4 times in EligibleLeaderReplicasVersion.java, GroupVersion.java, ShareVersion.java, StreamsVersion.java</a:t>
                      </a:r>
                      <a:endParaRPr lang="en-US" sz="1200" b="0" i="0" u="none" strike="noStrike" noProof="0" dirty="0">
                        <a:solidFill>
                          <a:schemeClr val="tx2"/>
                        </a:solidFill>
                        <a:effectLst/>
                        <a:latin typeface="Calibri Regular"/>
                      </a:endParaRPr>
                    </a:p>
                  </a:txBody>
                  <a:tcPr marL="108000" marR="108000" marT="72000" marB="72000" anchor="ctr">
                    <a:lnL w="9525" cap="flat" cmpd="sng" algn="ctr">
                      <a:noFill/>
                      <a:prstDash val="solid"/>
                    </a:lnL>
                    <a:lnR>
                      <a:noFill/>
                    </a:lnR>
                    <a:lnT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r" defTabSz="914400" rtl="0" eaLnBrk="1" fontAlgn="b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b="0" i="0" sz="1200" u="none">
                          <a:solidFill>
                            <a:schemeClr val="tx2"/>
                          </a:solidFill>
                          <a:latin typeface="Calibri Bold"/>
                        </a:rPr>
                        <a:t>54</a:t>
                      </a:r>
                      <a:endParaRPr lang="en-US" sz="1200" b="0" i="0" u="none" strike="noStrike" kern="1200" noProof="0" dirty="0">
                        <a:solidFill>
                          <a:schemeClr val="tx2"/>
                        </a:solidFill>
                        <a:effectLst/>
                        <a:latin typeface="Calibri Bold"/>
                        <a:ea typeface="+mn-ea"/>
                        <a:cs typeface="+mn-cs"/>
                      </a:endParaRPr>
                    </a:p>
                  </a:txBody>
                  <a:tcPr marL="108000" marR="108000" marT="72000" marB="72000" anchor="ctr">
                    <a:lnL>
                      <a:noFill/>
                    </a:lnL>
                    <a:lnR>
                      <a:noFill/>
                    </a:lnR>
                    <a:lnT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EF5BA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b"/>
                      <a:r>
                        <a:rPr b="0" i="0" sz="1200" u="none">
                          <a:solidFill>
                            <a:schemeClr val="tx1">
                              <a:lumMod val="60000"/>
                              <a:lumOff val="40000"/>
                            </a:schemeClr>
                          </a:solidFill>
                          <a:latin typeface="Calibri Regular"/>
                        </a:rPr>
                        <a:t>Component</a:t>
                      </a:r>
                      <a:endParaRPr lang="en-US" sz="1200" b="0" i="0" u="none" strike="noStrike" noProof="0" dirty="0">
                        <a:solidFill>
                          <a:schemeClr val="tx1">
                            <a:lumMod val="60000"/>
                            <a:lumOff val="40000"/>
                          </a:schemeClr>
                        </a:solidFill>
                        <a:effectLst/>
                        <a:latin typeface="Calibri Regular"/>
                      </a:endParaRPr>
                    </a:p>
                  </a:txBody>
                  <a:tcPr marL="108000" marR="108000" marT="72000" marB="72000" anchor="ctr">
                    <a:lnL>
                      <a:noFill/>
                    </a:lnL>
                    <a:lnR w="9525" cap="flat" cmpd="sng" algn="ctr">
                      <a:noFill/>
                      <a:prstDash val="solid"/>
                    </a:lnR>
                    <a:lnT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255606331"/>
                  </a:ext>
                </a:extLst>
              </a:tr>
              <a:tr h="279736">
                <a:tc>
                  <a:txBody>
                    <a:bodyPr/>
                    <a:lstStyle/>
                    <a:p>
                      <a:pPr marL="0" marR="0" lvl="0" indent="0" algn="l" defTabSz="914400" rtl="0" eaLnBrk="1" fontAlgn="b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b="0" i="0" sz="1200" u="none">
                          <a:solidFill>
                            <a:schemeClr val="tx2"/>
                          </a:solidFill>
                          <a:latin typeface="Calibri Bold"/>
                        </a:rPr>
                        <a:t>13 lines occurring 5 times in KeyValueStoreWrapper.java, KeyValueToTimestampedKeyValueByteStoreAdapter.java, PlainToHeadersStoreAdapter.java, TimestampedToHeadersStoreAdapter.java, WindowToTimestampedWindowByteStoreAdapter.java</a:t>
                      </a:r>
                      <a:endParaRPr lang="en-US" sz="1200" b="0" i="0" u="none" strike="noStrike" noProof="0" dirty="0">
                        <a:solidFill>
                          <a:schemeClr val="tx2"/>
                        </a:solidFill>
                        <a:effectLst/>
                        <a:latin typeface="Calibri Regular"/>
                      </a:endParaRPr>
                    </a:p>
                  </a:txBody>
                  <a:tcPr marL="108000" marR="108000" marT="72000" marB="72000" anchor="ctr">
                    <a:lnL w="9525" cap="flat" cmpd="sng" algn="ctr">
                      <a:noFill/>
                      <a:prstDash val="solid"/>
                    </a:lnL>
                    <a:lnR>
                      <a:noFill/>
                    </a:lnR>
                    <a:lnT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r" defTabSz="914400" rtl="0" eaLnBrk="1" fontAlgn="b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b="0" i="0" sz="1200" u="none">
                          <a:solidFill>
                            <a:schemeClr val="tx2"/>
                          </a:solidFill>
                          <a:latin typeface="Calibri Bold"/>
                        </a:rPr>
                        <a:t>52</a:t>
                      </a:r>
                      <a:endParaRPr lang="en-US" sz="1200" b="0" i="0" u="none" strike="noStrike" kern="1200" noProof="0" dirty="0">
                        <a:solidFill>
                          <a:schemeClr val="tx2"/>
                        </a:solidFill>
                        <a:effectLst/>
                        <a:latin typeface="Calibri Bold"/>
                        <a:ea typeface="+mn-ea"/>
                        <a:cs typeface="+mn-cs"/>
                      </a:endParaRPr>
                    </a:p>
                  </a:txBody>
                  <a:tcPr marL="108000" marR="108000" marT="72000" marB="72000" anchor="ctr">
                    <a:lnL>
                      <a:noFill/>
                    </a:lnL>
                    <a:lnR>
                      <a:noFill/>
                    </a:lnR>
                    <a:lnT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EF5BA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b"/>
                      <a:r>
                        <a:rPr b="0" i="0" sz="1200" u="none">
                          <a:solidFill>
                            <a:schemeClr val="tx1">
                              <a:lumMod val="60000"/>
                              <a:lumOff val="40000"/>
                            </a:schemeClr>
                          </a:solidFill>
                          <a:latin typeface="Calibri Regular"/>
                        </a:rPr>
                        <a:t>Component</a:t>
                      </a:r>
                      <a:endParaRPr lang="en-US" sz="1200" b="0" i="0" u="none" strike="noStrike" noProof="0" dirty="0">
                        <a:solidFill>
                          <a:schemeClr val="tx1">
                            <a:lumMod val="60000"/>
                            <a:lumOff val="40000"/>
                          </a:schemeClr>
                        </a:solidFill>
                        <a:effectLst/>
                        <a:latin typeface="Calibri Regular"/>
                      </a:endParaRPr>
                    </a:p>
                  </a:txBody>
                  <a:tcPr marL="108000" marR="108000" marT="72000" marB="72000" anchor="ctr">
                    <a:lnL>
                      <a:noFill/>
                    </a:lnL>
                    <a:lnR w="9525" cap="flat" cmpd="sng" algn="ctr">
                      <a:noFill/>
                      <a:prstDash val="solid"/>
                    </a:lnR>
                    <a:lnT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169700129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3897883108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1663201-E191-6435-75CD-D7B3DD14526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Number Placeholder 1">
            <a:extLst>
              <a:ext uri="{FF2B5EF4-FFF2-40B4-BE49-F238E27FC236}">
                <a16:creationId xmlns:a16="http://schemas.microsoft.com/office/drawing/2014/main" id="{8AE41089-EB80-0B9C-6213-9042103F1BE2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E242BD21-9B61-2246-BCB1-4BE5E1BEBE1C}" type="slidenum">
              <a:rPr lang="en-US" smtClean="0"/>
              <a:pPr/>
              <a:t>3</a:t>
            </a:fld>
            <a:endParaRPr lang="en-US"/>
          </a:p>
        </p:txBody>
      </p:sp>
      <p:sp>
        <p:nvSpPr>
          <p:cNvPr id="10" name="Text Placeholder 9">
            <a:extLst>
              <a:ext uri="{FF2B5EF4-FFF2-40B4-BE49-F238E27FC236}">
                <a16:creationId xmlns:a16="http://schemas.microsoft.com/office/drawing/2014/main" id="{3E3B6A2B-F2B5-8599-EF49-BEFA9C883710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/>
        <p:txBody>
          <a:bodyPr/>
          <a:lstStyle/>
          <a:p>
            <a:r>
              <a:rPr lang="en-US" dirty="0"/>
              <a:t>Refactoring Candidates – DUPLICATION</a:t>
            </a:r>
          </a:p>
        </p:txBody>
      </p:sp>
      <p:sp>
        <p:nvSpPr>
          <p:cNvPr id="5" name="Title 4">
            <a:extLst>
              <a:ext uri="{FF2B5EF4-FFF2-40B4-BE49-F238E27FC236}">
                <a16:creationId xmlns:a16="http://schemas.microsoft.com/office/drawing/2014/main" id="{B8309F97-6633-1404-3361-15659DDDD0A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An overview of the longest Python duplicates</a:t>
            </a:r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B404D0C8-A4A0-C34B-8E7C-FDF6F610F4DF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2669790" y="6549140"/>
            <a:ext cx="804066" cy="236406"/>
          </a:xfrm>
          <a:prstGeom prst="rect">
            <a:avLst/>
          </a:prstGeom>
          <a:noFill/>
          <a:ln w="12700" cap="flat" cmpd="sng" algn="ctr">
            <a:noFill/>
            <a:prstDash val="solid"/>
            <a:miter lim="800000"/>
          </a:ln>
        </p:spPr>
        <p:txBody>
          <a:bodyPr wrap="none" lIns="0" tIns="36000" rIns="0" rtlCol="0" anchor="ctr">
            <a:spAutoFit/>
          </a:bodyPr>
          <a:lstStyle>
            <a:defPPr>
              <a:defRPr lang="en-US"/>
            </a:defPPr>
            <a:lvl1pPr marL="0" algn="l" defTabSz="914400" rtl="0" eaLnBrk="1" latinLnBrk="0" hangingPunct="1">
              <a:defRPr lang="en-US" sz="1000" b="1" kern="1200" cap="all" spc="10" baseline="0" dirty="0">
                <a:solidFill>
                  <a:srgbClr val="B2BECD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 dirty="0"/>
              <a:t>Confidential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874F63C7-304C-3986-14FE-F6ACA91D59DA}"/>
              </a:ext>
            </a:extLst>
          </p:cNvPr>
          <p:cNvSpPr>
            <a:spLocks noGrp="1"/>
          </p:cNvSpPr>
          <p:nvPr>
            <p:ph sz="quarter" idx="13"/>
          </p:nvPr>
        </p:nvSpPr>
        <p:spPr/>
        <p:txBody>
          <a:bodyPr/>
          <a:lstStyle/>
          <a:p>
            <a:endParaRPr lang="en-US"/>
          </a:p>
        </p:txBody>
      </p:sp>
      <p:graphicFrame>
        <p:nvGraphicFramePr>
          <p:cNvPr id="7" name="REFACTORING_CANDIDATES_TABLE_DUPLICATION_TECH_2">
            <a:extLst>
              <a:ext uri="{FF2B5EF4-FFF2-40B4-BE49-F238E27FC236}">
                <a16:creationId xmlns:a16="http://schemas.microsoft.com/office/drawing/2014/main" id="{560FCC86-E574-D7DC-FCF9-5B11049481AD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03952918"/>
              </p:ext>
            </p:extLst>
          </p:nvPr>
        </p:nvGraphicFramePr>
        <p:xfrm>
          <a:off x="514373" y="1366988"/>
          <a:ext cx="11231294" cy="4933680"/>
        </p:xfrm>
        <a:graphic>
          <a:graphicData uri="http://schemas.openxmlformats.org/drawingml/2006/table">
            <a:tbl>
              <a:tblPr firstRow="1" bandRow="1">
                <a:effectLst/>
                <a:tableStyleId>{F2DE63D5-997A-4646-A377-4702673A728D}</a:tableStyleId>
              </a:tblPr>
              <a:tblGrid>
                <a:gridCol w="8171804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646205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413285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305820">
                <a:tc>
                  <a:txBody>
                    <a:bodyPr/>
                    <a:lstStyle/>
                    <a:p>
                      <a:pPr marL="0" marR="0" indent="0" algn="l" defTabSz="4572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b="1" sz="1400">
                          <a:solidFill>
                            <a:schemeClr val="bg1"/>
                          </a:solidFill>
                          <a:latin typeface="+mn-lt"/>
                        </a:rPr>
                        <a:t>Description</a:t>
                      </a:r>
                      <a:endParaRPr lang="en-US" sz="1400" b="1" i="0" noProof="0" dirty="0">
                        <a:solidFill>
                          <a:schemeClr val="bg1"/>
                        </a:solidFill>
                        <a:latin typeface="+mn-lt"/>
                        <a:cs typeface="TheSans B4 SemiLight"/>
                      </a:endParaRPr>
                    </a:p>
                  </a:txBody>
                  <a:tcPr marL="108000" marR="108000" marT="72000" marB="72000" anchor="b">
                    <a:lnL w="9525" cap="flat" cmpd="sng" algn="ctr">
                      <a:noFill/>
                      <a:prstDash val="solid"/>
                    </a:lnL>
                    <a:lnR>
                      <a:noFill/>
                    </a:lnR>
                    <a:lnT w="9525" cap="flat" cmpd="sng" algn="ctr">
                      <a:noFill/>
                      <a:prstDash val="solid"/>
                    </a:lnT>
                    <a:lnB w="19050" cap="flat" cmpd="sng" algn="ctr">
                      <a:noFill/>
                      <a:prstDash val="sysDot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tx2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indent="0" algn="r" defTabSz="4572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b="1" i="0" sz="1400">
                          <a:solidFill>
                            <a:schemeClr val="bg1"/>
                          </a:solidFill>
                          <a:latin typeface="+mn-lt"/>
                        </a:rPr>
                        <a:t>Redundant LOC</a:t>
                      </a:r>
                    </a:p>
                  </a:txBody>
                  <a:tcPr marL="108000" marR="108000" marT="72000" marB="72000" anchor="b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noFill/>
                      <a:prstDash val="solid"/>
                    </a:lnT>
                    <a:lnB w="19050" cap="flat" cmpd="sng" algn="ctr">
                      <a:noFill/>
                      <a:prstDash val="sysDot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DFC101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b="1" sz="1400">
                          <a:solidFill>
                            <a:schemeClr val="bg1"/>
                          </a:solidFill>
                          <a:latin typeface="+mn-lt"/>
                        </a:rPr>
                        <a:t>Level</a:t>
                      </a:r>
                      <a:endParaRPr lang="en-US" sz="1400" b="1" i="0" noProof="0" dirty="0">
                        <a:solidFill>
                          <a:schemeClr val="bg1"/>
                        </a:solidFill>
                        <a:latin typeface="+mn-lt"/>
                        <a:cs typeface="TheSans B4 SemiLight"/>
                      </a:endParaRPr>
                    </a:p>
                  </a:txBody>
                  <a:tcPr marL="108000" marR="108000" marT="72000" marB="72000" anchor="b">
                    <a:lnL>
                      <a:noFill/>
                    </a:lnL>
                    <a:lnR w="9525" cap="flat" cmpd="sng" algn="ctr">
                      <a:noFill/>
                      <a:prstDash val="solid"/>
                    </a:lnR>
                    <a:lnT w="9525" cap="flat" cmpd="sng" algn="ctr">
                      <a:noFill/>
                      <a:prstDash val="solid"/>
                    </a:lnT>
                    <a:lnB w="19050" cap="flat" cmpd="sng" algn="ctr">
                      <a:noFill/>
                      <a:prstDash val="sysDot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tx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3631931339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1663201-E191-6435-75CD-D7B3DD14526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Number Placeholder 1">
            <a:extLst>
              <a:ext uri="{FF2B5EF4-FFF2-40B4-BE49-F238E27FC236}">
                <a16:creationId xmlns:a16="http://schemas.microsoft.com/office/drawing/2014/main" id="{8AE41089-EB80-0B9C-6213-9042103F1BE2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E242BD21-9B61-2246-BCB1-4BE5E1BEBE1C}" type="slidenum">
              <a:rPr lang="en-US" smtClean="0"/>
              <a:pPr/>
              <a:t>4</a:t>
            </a:fld>
            <a:endParaRPr lang="en-US"/>
          </a:p>
        </p:txBody>
      </p:sp>
      <p:sp>
        <p:nvSpPr>
          <p:cNvPr id="10" name="Text Placeholder 9">
            <a:extLst>
              <a:ext uri="{FF2B5EF4-FFF2-40B4-BE49-F238E27FC236}">
                <a16:creationId xmlns:a16="http://schemas.microsoft.com/office/drawing/2014/main" id="{3E3B6A2B-F2B5-8599-EF49-BEFA9C883710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/>
        <p:txBody>
          <a:bodyPr/>
          <a:lstStyle/>
          <a:p>
            <a:r>
              <a:rPr lang="en-US" dirty="0"/>
              <a:t>Refactoring Candidates – DUPLICATION</a:t>
            </a:r>
          </a:p>
        </p:txBody>
      </p:sp>
      <p:sp>
        <p:nvSpPr>
          <p:cNvPr id="5" name="Title 4">
            <a:extLst>
              <a:ext uri="{FF2B5EF4-FFF2-40B4-BE49-F238E27FC236}">
                <a16:creationId xmlns:a16="http://schemas.microsoft.com/office/drawing/2014/main" id="{B8309F97-6633-1404-3361-15659DDDD0A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An overview of the longest  duplicates</a:t>
            </a:r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B404D0C8-A4A0-C34B-8E7C-FDF6F610F4DF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2669790" y="6549140"/>
            <a:ext cx="804066" cy="236406"/>
          </a:xfrm>
          <a:prstGeom prst="rect">
            <a:avLst/>
          </a:prstGeom>
          <a:noFill/>
          <a:ln w="12700" cap="flat" cmpd="sng" algn="ctr">
            <a:noFill/>
            <a:prstDash val="solid"/>
            <a:miter lim="800000"/>
          </a:ln>
        </p:spPr>
        <p:txBody>
          <a:bodyPr wrap="none" lIns="0" tIns="36000" rIns="0" rtlCol="0" anchor="ctr">
            <a:spAutoFit/>
          </a:bodyPr>
          <a:lstStyle>
            <a:defPPr>
              <a:defRPr lang="en-US"/>
            </a:defPPr>
            <a:lvl1pPr marL="0" algn="l" defTabSz="914400" rtl="0" eaLnBrk="1" latinLnBrk="0" hangingPunct="1">
              <a:defRPr lang="en-US" sz="1000" b="1" kern="1200" cap="all" spc="10" baseline="0" dirty="0">
                <a:solidFill>
                  <a:srgbClr val="B2BECD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 dirty="0"/>
              <a:t>Confidential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874F63C7-304C-3986-14FE-F6ACA91D59DA}"/>
              </a:ext>
            </a:extLst>
          </p:cNvPr>
          <p:cNvSpPr>
            <a:spLocks noGrp="1"/>
          </p:cNvSpPr>
          <p:nvPr>
            <p:ph sz="quarter" idx="13"/>
          </p:nvPr>
        </p:nvSpPr>
        <p:spPr/>
        <p:txBody>
          <a:bodyPr/>
          <a:lstStyle/>
          <a:p>
            <a:endParaRPr lang="en-US"/>
          </a:p>
        </p:txBody>
      </p:sp>
      <p:graphicFrame>
        <p:nvGraphicFramePr>
          <p:cNvPr id="7" name="REFACTORING_CANDIDATES_TABLE_DUPLICATION_TECH_3">
            <a:extLst>
              <a:ext uri="{FF2B5EF4-FFF2-40B4-BE49-F238E27FC236}">
                <a16:creationId xmlns:a16="http://schemas.microsoft.com/office/drawing/2014/main" id="{560FCC86-E574-D7DC-FCF9-5B11049481AD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03952918"/>
              </p:ext>
            </p:extLst>
          </p:nvPr>
        </p:nvGraphicFramePr>
        <p:xfrm>
          <a:off x="514373" y="1366988"/>
          <a:ext cx="11231294" cy="4933680"/>
        </p:xfrm>
        <a:graphic>
          <a:graphicData uri="http://schemas.openxmlformats.org/drawingml/2006/table">
            <a:tbl>
              <a:tblPr firstRow="1" bandRow="1">
                <a:effectLst/>
                <a:tableStyleId>{F2DE63D5-997A-4646-A377-4702673A728D}</a:tableStyleId>
              </a:tblPr>
              <a:tblGrid>
                <a:gridCol w="8171804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646205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413285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305820">
                <a:tc>
                  <a:txBody>
                    <a:bodyPr/>
                    <a:lstStyle/>
                    <a:p>
                      <a:pPr marL="0" marR="0" indent="0" algn="l" defTabSz="4572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b="1" sz="1400">
                          <a:solidFill>
                            <a:schemeClr val="bg1"/>
                          </a:solidFill>
                          <a:latin typeface="+mn-lt"/>
                        </a:rPr>
                        <a:t>Description</a:t>
                      </a:r>
                      <a:endParaRPr lang="en-US" sz="1400" b="1" i="0" noProof="0" dirty="0">
                        <a:solidFill>
                          <a:schemeClr val="bg1"/>
                        </a:solidFill>
                        <a:latin typeface="+mn-lt"/>
                        <a:cs typeface="TheSans B4 SemiLight"/>
                      </a:endParaRPr>
                    </a:p>
                  </a:txBody>
                  <a:tcPr marL="108000" marR="108000" marT="72000" marB="72000" anchor="b">
                    <a:lnL w="9525" cap="flat" cmpd="sng" algn="ctr">
                      <a:noFill/>
                      <a:prstDash val="solid"/>
                    </a:lnL>
                    <a:lnR>
                      <a:noFill/>
                    </a:lnR>
                    <a:lnT w="9525" cap="flat" cmpd="sng" algn="ctr">
                      <a:noFill/>
                      <a:prstDash val="solid"/>
                    </a:lnT>
                    <a:lnB w="19050" cap="flat" cmpd="sng" algn="ctr">
                      <a:noFill/>
                      <a:prstDash val="sysDot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tx2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indent="0" algn="r" defTabSz="4572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b="1" i="0" sz="1400">
                          <a:solidFill>
                            <a:schemeClr val="bg1"/>
                          </a:solidFill>
                          <a:latin typeface="+mn-lt"/>
                        </a:rPr>
                        <a:t>Redundant LOC</a:t>
                      </a:r>
                    </a:p>
                  </a:txBody>
                  <a:tcPr marL="108000" marR="108000" marT="72000" marB="72000" anchor="b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noFill/>
                      <a:prstDash val="solid"/>
                    </a:lnT>
                    <a:lnB w="19050" cap="flat" cmpd="sng" algn="ctr">
                      <a:noFill/>
                      <a:prstDash val="sysDot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DFC101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b="1" sz="1400">
                          <a:solidFill>
                            <a:schemeClr val="bg1"/>
                          </a:solidFill>
                          <a:latin typeface="+mn-lt"/>
                        </a:rPr>
                        <a:t>Level</a:t>
                      </a:r>
                      <a:endParaRPr lang="en-US" sz="1400" b="1" i="0" noProof="0" dirty="0">
                        <a:solidFill>
                          <a:schemeClr val="bg1"/>
                        </a:solidFill>
                        <a:latin typeface="+mn-lt"/>
                        <a:cs typeface="TheSans B4 SemiLight"/>
                      </a:endParaRPr>
                    </a:p>
                  </a:txBody>
                  <a:tcPr marL="108000" marR="108000" marT="72000" marB="72000" anchor="b">
                    <a:lnL>
                      <a:noFill/>
                    </a:lnL>
                    <a:lnR w="9525" cap="flat" cmpd="sng" algn="ctr">
                      <a:noFill/>
                      <a:prstDash val="solid"/>
                    </a:lnR>
                    <a:lnT w="9525" cap="flat" cmpd="sng" algn="ctr">
                      <a:noFill/>
                      <a:prstDash val="solid"/>
                    </a:lnT>
                    <a:lnB w="19050" cap="flat" cmpd="sng" algn="ctr">
                      <a:noFill/>
                      <a:prstDash val="sysDot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tx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</a:tbl>
          </a:graphicData>
        </a:graphic>
      </p:graphicFrame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1663201-E191-6435-75CD-D7B3DD14526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Number Placeholder 1">
            <a:extLst>
              <a:ext uri="{FF2B5EF4-FFF2-40B4-BE49-F238E27FC236}">
                <a16:creationId xmlns:a16="http://schemas.microsoft.com/office/drawing/2014/main" id="{8AE41089-EB80-0B9C-6213-9042103F1BE2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E242BD21-9B61-2246-BCB1-4BE5E1BEBE1C}" type="slidenum">
              <a:rPr lang="en-US" smtClean="0"/>
              <a:pPr/>
              <a:t>5</a:t>
            </a:fld>
            <a:endParaRPr lang="en-US"/>
          </a:p>
        </p:txBody>
      </p:sp>
      <p:sp>
        <p:nvSpPr>
          <p:cNvPr id="10" name="Text Placeholder 9">
            <a:extLst>
              <a:ext uri="{FF2B5EF4-FFF2-40B4-BE49-F238E27FC236}">
                <a16:creationId xmlns:a16="http://schemas.microsoft.com/office/drawing/2014/main" id="{3E3B6A2B-F2B5-8599-EF49-BEFA9C883710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/>
        <p:txBody>
          <a:bodyPr/>
          <a:lstStyle/>
          <a:p>
            <a:r>
              <a:rPr lang="en-US" dirty="0"/>
              <a:t>Refactoring Candidates – DUPLICATION</a:t>
            </a:r>
          </a:p>
        </p:txBody>
      </p:sp>
      <p:sp>
        <p:nvSpPr>
          <p:cNvPr id="5" name="Title 4">
            <a:extLst>
              <a:ext uri="{FF2B5EF4-FFF2-40B4-BE49-F238E27FC236}">
                <a16:creationId xmlns:a16="http://schemas.microsoft.com/office/drawing/2014/main" id="{B8309F97-6633-1404-3361-15659DDDD0A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An overview of the longest  duplicates</a:t>
            </a:r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B404D0C8-A4A0-C34B-8E7C-FDF6F610F4DF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2669790" y="6549140"/>
            <a:ext cx="804066" cy="236406"/>
          </a:xfrm>
          <a:prstGeom prst="rect">
            <a:avLst/>
          </a:prstGeom>
          <a:noFill/>
          <a:ln w="12700" cap="flat" cmpd="sng" algn="ctr">
            <a:noFill/>
            <a:prstDash val="solid"/>
            <a:miter lim="800000"/>
          </a:ln>
        </p:spPr>
        <p:txBody>
          <a:bodyPr wrap="none" lIns="0" tIns="36000" rIns="0" rtlCol="0" anchor="ctr">
            <a:spAutoFit/>
          </a:bodyPr>
          <a:lstStyle>
            <a:defPPr>
              <a:defRPr lang="en-US"/>
            </a:defPPr>
            <a:lvl1pPr marL="0" algn="l" defTabSz="914400" rtl="0" eaLnBrk="1" latinLnBrk="0" hangingPunct="1">
              <a:defRPr lang="en-US" sz="1000" b="1" kern="1200" cap="all" spc="10" baseline="0" dirty="0">
                <a:solidFill>
                  <a:srgbClr val="B2BECD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 dirty="0"/>
              <a:t>Confidential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874F63C7-304C-3986-14FE-F6ACA91D59DA}"/>
              </a:ext>
            </a:extLst>
          </p:cNvPr>
          <p:cNvSpPr>
            <a:spLocks noGrp="1"/>
          </p:cNvSpPr>
          <p:nvPr>
            <p:ph sz="quarter" idx="13"/>
          </p:nvPr>
        </p:nvSpPr>
        <p:spPr/>
        <p:txBody>
          <a:bodyPr/>
          <a:lstStyle/>
          <a:p>
            <a:endParaRPr lang="en-US"/>
          </a:p>
        </p:txBody>
      </p:sp>
      <p:graphicFrame>
        <p:nvGraphicFramePr>
          <p:cNvPr id="7" name="REFACTORING_CANDIDATES_TABLE_DUPLICATION_TECH_4">
            <a:extLst>
              <a:ext uri="{FF2B5EF4-FFF2-40B4-BE49-F238E27FC236}">
                <a16:creationId xmlns:a16="http://schemas.microsoft.com/office/drawing/2014/main" id="{560FCC86-E574-D7DC-FCF9-5B11049481AD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03952918"/>
              </p:ext>
            </p:extLst>
          </p:nvPr>
        </p:nvGraphicFramePr>
        <p:xfrm>
          <a:off x="514373" y="1366988"/>
          <a:ext cx="11231294" cy="4933680"/>
        </p:xfrm>
        <a:graphic>
          <a:graphicData uri="http://schemas.openxmlformats.org/drawingml/2006/table">
            <a:tbl>
              <a:tblPr firstRow="1" bandRow="1">
                <a:effectLst/>
                <a:tableStyleId>{F2DE63D5-997A-4646-A377-4702673A728D}</a:tableStyleId>
              </a:tblPr>
              <a:tblGrid>
                <a:gridCol w="8171804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646205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413285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305820">
                <a:tc>
                  <a:txBody>
                    <a:bodyPr/>
                    <a:lstStyle/>
                    <a:p>
                      <a:pPr marL="0" marR="0" indent="0" algn="l" defTabSz="4572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b="1" sz="1400">
                          <a:solidFill>
                            <a:schemeClr val="bg1"/>
                          </a:solidFill>
                          <a:latin typeface="+mn-lt"/>
                        </a:rPr>
                        <a:t>Description</a:t>
                      </a:r>
                      <a:endParaRPr lang="en-US" sz="1400" b="1" i="0" noProof="0" dirty="0">
                        <a:solidFill>
                          <a:schemeClr val="bg1"/>
                        </a:solidFill>
                        <a:latin typeface="+mn-lt"/>
                        <a:cs typeface="TheSans B4 SemiLight"/>
                      </a:endParaRPr>
                    </a:p>
                  </a:txBody>
                  <a:tcPr marL="108000" marR="108000" marT="72000" marB="72000" anchor="b">
                    <a:lnL w="9525" cap="flat" cmpd="sng" algn="ctr">
                      <a:noFill/>
                      <a:prstDash val="solid"/>
                    </a:lnL>
                    <a:lnR>
                      <a:noFill/>
                    </a:lnR>
                    <a:lnT w="9525" cap="flat" cmpd="sng" algn="ctr">
                      <a:noFill/>
                      <a:prstDash val="solid"/>
                    </a:lnT>
                    <a:lnB w="19050" cap="flat" cmpd="sng" algn="ctr">
                      <a:noFill/>
                      <a:prstDash val="sysDot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tx2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indent="0" algn="r" defTabSz="4572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b="1" i="0" sz="1400">
                          <a:solidFill>
                            <a:schemeClr val="bg1"/>
                          </a:solidFill>
                          <a:latin typeface="+mn-lt"/>
                        </a:rPr>
                        <a:t>Redundant LOC</a:t>
                      </a:r>
                    </a:p>
                  </a:txBody>
                  <a:tcPr marL="108000" marR="108000" marT="72000" marB="72000" anchor="b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noFill/>
                      <a:prstDash val="solid"/>
                    </a:lnT>
                    <a:lnB w="19050" cap="flat" cmpd="sng" algn="ctr">
                      <a:noFill/>
                      <a:prstDash val="sysDot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DFC101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b="1" sz="1400">
                          <a:solidFill>
                            <a:schemeClr val="bg1"/>
                          </a:solidFill>
                          <a:latin typeface="+mn-lt"/>
                        </a:rPr>
                        <a:t>Level</a:t>
                      </a:r>
                      <a:endParaRPr lang="en-US" sz="1400" b="1" i="0" noProof="0" dirty="0">
                        <a:solidFill>
                          <a:schemeClr val="bg1"/>
                        </a:solidFill>
                        <a:latin typeface="+mn-lt"/>
                        <a:cs typeface="TheSans B4 SemiLight"/>
                      </a:endParaRPr>
                    </a:p>
                  </a:txBody>
                  <a:tcPr marL="108000" marR="108000" marT="72000" marB="72000" anchor="b">
                    <a:lnL>
                      <a:noFill/>
                    </a:lnL>
                    <a:lnR w="9525" cap="flat" cmpd="sng" algn="ctr">
                      <a:noFill/>
                      <a:prstDash val="solid"/>
                    </a:lnR>
                    <a:lnT w="9525" cap="flat" cmpd="sng" algn="ctr">
                      <a:noFill/>
                      <a:prstDash val="solid"/>
                    </a:lnT>
                    <a:lnB w="19050" cap="flat" cmpd="sng" algn="ctr">
                      <a:noFill/>
                      <a:prstDash val="sysDot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tx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</a:tbl>
          </a:graphicData>
        </a:graphic>
      </p:graphicFrame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190E241-59C2-6F55-4707-FD2CC82A6C6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Number Placeholder 1">
            <a:extLst>
              <a:ext uri="{FF2B5EF4-FFF2-40B4-BE49-F238E27FC236}">
                <a16:creationId xmlns:a16="http://schemas.microsoft.com/office/drawing/2014/main" id="{3B397773-E61A-9D94-159E-FE176D511F7A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E242BD21-9B61-2246-BCB1-4BE5E1BEBE1C}" type="slidenum">
              <a:rPr lang="en-US" smtClean="0"/>
              <a:pPr/>
              <a:t>6</a:t>
            </a:fld>
            <a:endParaRPr lang="en-US"/>
          </a:p>
        </p:txBody>
      </p:sp>
      <p:sp>
        <p:nvSpPr>
          <p:cNvPr id="10" name="Text Placeholder 9">
            <a:extLst>
              <a:ext uri="{FF2B5EF4-FFF2-40B4-BE49-F238E27FC236}">
                <a16:creationId xmlns:a16="http://schemas.microsoft.com/office/drawing/2014/main" id="{C070E2EE-7B25-5041-16B6-A6265C553E99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/>
        <p:txBody>
          <a:bodyPr/>
          <a:lstStyle/>
          <a:p>
            <a:r>
              <a:rPr lang="en-US" dirty="0"/>
              <a:t>Refactoring Candidates – Unit Size</a:t>
            </a:r>
          </a:p>
        </p:txBody>
      </p:sp>
      <p:sp>
        <p:nvSpPr>
          <p:cNvPr id="5" name="Title 4">
            <a:extLst>
              <a:ext uri="{FF2B5EF4-FFF2-40B4-BE49-F238E27FC236}">
                <a16:creationId xmlns:a16="http://schemas.microsoft.com/office/drawing/2014/main" id="{7E6AFEFE-FA0F-CDBD-40F1-A3FF99211BA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An overview of the longest units</a:t>
            </a:r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6476392F-4A8E-477A-00F5-76B3207433B6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2669790" y="6549140"/>
            <a:ext cx="804066" cy="236406"/>
          </a:xfrm>
          <a:prstGeom prst="rect">
            <a:avLst/>
          </a:prstGeom>
          <a:noFill/>
          <a:ln w="12700" cap="flat" cmpd="sng" algn="ctr">
            <a:noFill/>
            <a:prstDash val="solid"/>
            <a:miter lim="800000"/>
          </a:ln>
        </p:spPr>
        <p:txBody>
          <a:bodyPr wrap="none" lIns="0" tIns="36000" rIns="0" rtlCol="0" anchor="ctr">
            <a:spAutoFit/>
          </a:bodyPr>
          <a:lstStyle>
            <a:defPPr>
              <a:defRPr lang="en-US"/>
            </a:defPPr>
            <a:lvl1pPr marL="0" algn="l" defTabSz="914400" rtl="0" eaLnBrk="1" latinLnBrk="0" hangingPunct="1">
              <a:defRPr lang="en-US" sz="1000" b="1" kern="1200" cap="all" spc="10" baseline="0" dirty="0">
                <a:solidFill>
                  <a:srgbClr val="B2BECD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 dirty="0"/>
              <a:t>Confidential</a:t>
            </a:r>
          </a:p>
        </p:txBody>
      </p:sp>
      <p:graphicFrame>
        <p:nvGraphicFramePr>
          <p:cNvPr id="4" name="REFACTORING_CANDIDATES_TABLE_UNIT_SIZE">
            <a:extLst>
              <a:ext uri="{FF2B5EF4-FFF2-40B4-BE49-F238E27FC236}">
                <a16:creationId xmlns:a16="http://schemas.microsoft.com/office/drawing/2014/main" id="{6526472F-557C-F0F9-9AC9-DA0F1F07D816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426643359"/>
              </p:ext>
            </p:extLst>
          </p:nvPr>
        </p:nvGraphicFramePr>
        <p:xfrm>
          <a:off x="514373" y="1366988"/>
          <a:ext cx="11232250" cy="4972560"/>
        </p:xfrm>
        <a:graphic>
          <a:graphicData uri="http://schemas.openxmlformats.org/drawingml/2006/table">
            <a:tbl>
              <a:tblPr firstRow="1" bandRow="1">
                <a:effectLst/>
                <a:tableStyleId>{F2DE63D5-997A-4646-A377-4702673A728D}</a:tableStyleId>
              </a:tblPr>
              <a:tblGrid>
                <a:gridCol w="6024972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568037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858982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1163781">
                  <a:extLst>
                    <a:ext uri="{9D8B030D-6E8A-4147-A177-3AD203B41FA5}">
                      <a16:colId xmlns:a16="http://schemas.microsoft.com/office/drawing/2014/main" val="3286041723"/>
                    </a:ext>
                  </a:extLst>
                </a:gridCol>
                <a:gridCol w="1500910">
                  <a:extLst>
                    <a:ext uri="{9D8B030D-6E8A-4147-A177-3AD203B41FA5}">
                      <a16:colId xmlns:a16="http://schemas.microsoft.com/office/drawing/2014/main" val="4263492041"/>
                    </a:ext>
                  </a:extLst>
                </a:gridCol>
                <a:gridCol w="1115568">
                  <a:extLst>
                    <a:ext uri="{9D8B030D-6E8A-4147-A177-3AD203B41FA5}">
                      <a16:colId xmlns:a16="http://schemas.microsoft.com/office/drawing/2014/main" val="2509092107"/>
                    </a:ext>
                  </a:extLst>
                </a:gridCol>
              </a:tblGrid>
              <a:tr h="0">
                <a:tc>
                  <a:txBody>
                    <a:bodyPr/>
                    <a:lstStyle/>
                    <a:p>
                      <a:pPr marL="0" marR="0" indent="0" algn="l" defTabSz="4572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b="1" sz="1400">
                          <a:solidFill>
                            <a:schemeClr val="bg1"/>
                          </a:solidFill>
                          <a:latin typeface="+mn-lt"/>
                        </a:rPr>
                        <a:t>Unit name</a:t>
                      </a:r>
                      <a:endParaRPr lang="en-US" sz="1400" b="1" i="0" noProof="0" dirty="0">
                        <a:solidFill>
                          <a:schemeClr val="bg1"/>
                        </a:solidFill>
                        <a:latin typeface="+mn-lt"/>
                        <a:cs typeface="TheSans B4 SemiLight"/>
                      </a:endParaRPr>
                    </a:p>
                  </a:txBody>
                  <a:tcPr marL="108000" marR="108000" marT="72000" marB="72000">
                    <a:lnL w="9525" cap="flat" cmpd="sng" algn="ctr">
                      <a:noFill/>
                      <a:prstDash val="solid"/>
                    </a:lnL>
                    <a:lnR>
                      <a:noFill/>
                    </a:lnR>
                    <a:lnT w="9525" cap="flat" cmpd="sng" algn="ctr">
                      <a:noFill/>
                      <a:prstDash val="solid"/>
                    </a:lnT>
                    <a:lnB w="19050" cap="flat" cmpd="sng" algn="ctr">
                      <a:noFill/>
                      <a:prstDash val="sysDot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tx2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b="1" sz="1400">
                          <a:solidFill>
                            <a:schemeClr val="bg1"/>
                          </a:solidFill>
                          <a:latin typeface="+mn-lt"/>
                        </a:rPr>
                        <a:t>LOC</a:t>
                      </a:r>
                      <a:endParaRPr lang="en-US" sz="1400" b="1" i="0" noProof="0" dirty="0">
                        <a:solidFill>
                          <a:schemeClr val="bg1"/>
                        </a:solidFill>
                        <a:latin typeface="+mn-lt"/>
                        <a:cs typeface="TheSans B4 SemiLight"/>
                      </a:endParaRPr>
                    </a:p>
                  </a:txBody>
                  <a:tcPr marL="108000" marR="108000" marT="72000" marB="72000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noFill/>
                      <a:prstDash val="solid"/>
                    </a:lnT>
                    <a:lnB w="19050" cap="flat" cmpd="sng" algn="ctr">
                      <a:noFill/>
                      <a:prstDash val="sysDot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2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b="1" sz="1400">
                          <a:solidFill>
                            <a:schemeClr val="bg1"/>
                          </a:solidFill>
                          <a:latin typeface="+mn-lt"/>
                        </a:rPr>
                        <a:t>McCabe</a:t>
                      </a:r>
                      <a:endParaRPr lang="en-US" sz="1400" b="1" i="0" noProof="0" dirty="0">
                        <a:solidFill>
                          <a:schemeClr val="bg1"/>
                        </a:solidFill>
                        <a:latin typeface="+mn-lt"/>
                        <a:cs typeface="TheSans B4 SemiLight"/>
                      </a:endParaRPr>
                    </a:p>
                  </a:txBody>
                  <a:tcPr marL="108000" marR="108000" marT="72000" marB="72000">
                    <a:lnL>
                      <a:noFill/>
                    </a:lnL>
                    <a:lnR w="9525" cap="flat" cmpd="sng" algn="ctr">
                      <a:noFill/>
                      <a:prstDash val="solid"/>
                    </a:lnR>
                    <a:lnT w="9525" cap="flat" cmpd="sng" algn="ctr">
                      <a:noFill/>
                      <a:prstDash val="solid"/>
                    </a:lnT>
                    <a:lnB w="19050" cap="flat" cmpd="sng" algn="ctr">
                      <a:noFill/>
                      <a:prstDash val="sysDot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tx2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b="1" i="0" sz="1400">
                          <a:solidFill>
                            <a:schemeClr val="bg1"/>
                          </a:solidFill>
                          <a:latin typeface="+mn-lt"/>
                        </a:rPr>
                        <a:t>Parameters</a:t>
                      </a:r>
                    </a:p>
                  </a:txBody>
                  <a:tcPr marL="108000" marR="108000" marT="72000" marB="72000">
                    <a:lnL>
                      <a:noFill/>
                    </a:lnL>
                    <a:lnR w="9525" cap="flat" cmpd="sng" algn="ctr">
                      <a:noFill/>
                      <a:prstDash val="solid"/>
                    </a:lnR>
                    <a:lnT w="9525" cap="flat" cmpd="sng" algn="ctr">
                      <a:noFill/>
                      <a:prstDash val="solid"/>
                    </a:lnT>
                    <a:lnB w="19050" cap="flat" cmpd="sng" algn="ctr">
                      <a:noFill/>
                      <a:prstDash val="sysDot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tx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b="1" i="0" sz="1400">
                          <a:solidFill>
                            <a:schemeClr val="bg1"/>
                          </a:solidFill>
                          <a:latin typeface="+mn-lt"/>
                        </a:rPr>
                        <a:t>Component</a:t>
                      </a:r>
                    </a:p>
                  </a:txBody>
                  <a:tcPr marL="108000" marR="108000" marT="72000" marB="72000">
                    <a:lnL>
                      <a:noFill/>
                    </a:lnL>
                    <a:lnR w="9525" cap="flat" cmpd="sng" algn="ctr">
                      <a:noFill/>
                      <a:prstDash val="solid"/>
                    </a:lnR>
                    <a:lnT w="9525" cap="flat" cmpd="sng" algn="ctr">
                      <a:noFill/>
                      <a:prstDash val="solid"/>
                    </a:lnT>
                    <a:lnB w="19050" cap="flat" cmpd="sng" algn="ctr">
                      <a:noFill/>
                      <a:prstDash val="sysDot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tx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b="1" i="0" sz="1400">
                          <a:solidFill>
                            <a:schemeClr val="bg1"/>
                          </a:solidFill>
                          <a:latin typeface="+mn-lt"/>
                        </a:rPr>
                        <a:t>Technology</a:t>
                      </a:r>
                    </a:p>
                  </a:txBody>
                  <a:tcPr marL="108000" marR="108000" marT="72000" marB="72000">
                    <a:lnL>
                      <a:noFill/>
                    </a:lnL>
                    <a:lnR w="9525" cap="flat" cmpd="sng" algn="ctr">
                      <a:noFill/>
                      <a:prstDash val="solid"/>
                    </a:lnR>
                    <a:lnT w="9525" cap="flat" cmpd="sng" algn="ctr">
                      <a:noFill/>
                      <a:prstDash val="solid"/>
                    </a:lnT>
                    <a:lnB w="19050" cap="flat" cmpd="sng" algn="ctr">
                      <a:noFill/>
                      <a:prstDash val="sysDot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tx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marR="0" lvl="0" indent="0" algn="l" defTabSz="914400" rtl="0" eaLnBrk="1" fontAlgn="b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b="0" i="0" sz="1200" u="none">
                          <a:solidFill>
                            <a:schemeClr val="tx2"/>
                          </a:solidFill>
                          <a:latin typeface="Calibri Bold"/>
                        </a:rPr>
                        <a:t>StreamsConfig.$block1</a:t>
                      </a:r>
                    </a:p>
                  </a:txBody>
                  <a:tcPr marL="108000" marR="108000" marT="72000" marB="72000" anchor="ctr">
                    <a:lnL w="9525" cap="flat" cmpd="sng" algn="ctr">
                      <a:noFill/>
                      <a:prstDash val="solid"/>
                    </a:lnL>
                    <a:lnR>
                      <a:noFill/>
                    </a:lnR>
                    <a:lnT w="19050" cap="flat" cmpd="sng" algn="ctr">
                      <a:noFill/>
                      <a:prstDash val="sysDot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b="0" i="0" sz="1200" u="none">
                          <a:solidFill>
                            <a:schemeClr val="tx2"/>
                          </a:solidFill>
                          <a:latin typeface="Calibri Regular"/>
                        </a:rPr>
                        <a:t>415</a:t>
                      </a:r>
                    </a:p>
                  </a:txBody>
                  <a:tcPr marL="108000" marR="108000" marT="72000" marB="72000" anchor="ctr">
                    <a:lnL>
                      <a:noFill/>
                    </a:lnL>
                    <a:lnR>
                      <a:noFill/>
                    </a:lnR>
                    <a:lnT w="19050" cap="flat" cmpd="sng" algn="ctr">
                      <a:noFill/>
                      <a:prstDash val="sysDot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EF5BA"/>
                    </a:solidFill>
                  </a:tcPr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b="0" i="0" sz="1200" u="none">
                          <a:solidFill>
                            <a:schemeClr val="tx1">
                              <a:lumMod val="60000"/>
                              <a:lumOff val="40000"/>
                            </a:schemeClr>
                          </a:solidFill>
                          <a:latin typeface="Calibri Regular"/>
                        </a:rPr>
                        <a:t>1</a:t>
                      </a:r>
                    </a:p>
                  </a:txBody>
                  <a:tcPr marL="108000" marR="108000" marT="72000" marB="72000" anchor="ctr">
                    <a:lnL>
                      <a:noFill/>
                    </a:lnL>
                    <a:lnR w="9525" cap="flat" cmpd="sng" algn="ctr">
                      <a:noFill/>
                      <a:prstDash val="solid"/>
                    </a:lnR>
                    <a:lnT w="19050" cap="flat" cmpd="sng" algn="ctr">
                      <a:noFill/>
                      <a:prstDash val="sysDot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b="0" i="0" sz="1200" u="none">
                          <a:solidFill>
                            <a:schemeClr val="tx1">
                              <a:lumMod val="60000"/>
                              <a:lumOff val="40000"/>
                            </a:schemeClr>
                          </a:solidFill>
                          <a:latin typeface="Calibri Regular"/>
                        </a:rPr>
                        <a:t>0</a:t>
                      </a:r>
                    </a:p>
                  </a:txBody>
                  <a:tcPr marL="108000" marR="108000" marT="72000" marB="72000" anchor="ctr">
                    <a:lnL>
                      <a:noFill/>
                    </a:lnL>
                    <a:lnR w="9525" cap="flat" cmpd="sng" algn="ctr">
                      <a:noFill/>
                      <a:prstDash val="solid"/>
                    </a:lnR>
                    <a:lnT w="19050" cap="flat" cmpd="sng" algn="ctr">
                      <a:noFill/>
                      <a:prstDash val="sysDot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b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b="0" i="0" sz="1200" u="none">
                          <a:solidFill>
                            <a:schemeClr val="tx1">
                              <a:lumMod val="60000"/>
                              <a:lumOff val="40000"/>
                            </a:schemeClr>
                          </a:solidFill>
                          <a:latin typeface="Calibri Regular"/>
                        </a:rPr>
                        <a:t>streams</a:t>
                      </a:r>
                    </a:p>
                  </a:txBody>
                  <a:tcPr marL="108000" marR="108000" marT="72000" marB="72000" anchor="ctr">
                    <a:lnL>
                      <a:noFill/>
                    </a:lnL>
                    <a:lnR w="9525" cap="flat" cmpd="sng" algn="ctr">
                      <a:noFill/>
                      <a:prstDash val="solid"/>
                    </a:lnR>
                    <a:lnT w="19050" cap="flat" cmpd="sng" algn="ctr">
                      <a:noFill/>
                      <a:prstDash val="sysDot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b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b="0" i="0" sz="1200" u="none">
                          <a:solidFill>
                            <a:schemeClr val="tx1">
                              <a:lumMod val="60000"/>
                              <a:lumOff val="40000"/>
                            </a:schemeClr>
                          </a:solidFill>
                          <a:latin typeface="Calibri Regular"/>
                        </a:rPr>
                        <a:t>Java</a:t>
                      </a:r>
                    </a:p>
                  </a:txBody>
                  <a:tcPr marL="108000" marR="108000" marT="72000" marB="72000" anchor="ctr">
                    <a:lnL>
                      <a:noFill/>
                    </a:lnL>
                    <a:lnR w="9525" cap="flat" cmpd="sng" algn="ctr">
                      <a:noFill/>
                      <a:prstDash val="solid"/>
                    </a:lnR>
                    <a:lnT w="19050" cap="flat" cmpd="sng" algn="ctr">
                      <a:noFill/>
                      <a:prstDash val="sysDot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algn="l" fontAlgn="b"/>
                      <a:r>
                        <a:rPr b="0" i="0" sz="1200" u="none">
                          <a:solidFill>
                            <a:schemeClr val="tx2"/>
                          </a:solidFill>
                          <a:latin typeface="Calibri Bold"/>
                        </a:rPr>
                        <a:t>ConsumerConfig.$block1</a:t>
                      </a:r>
                      <a:endParaRPr lang="en-US" sz="1200" b="0" i="0" u="none" strike="noStrike" noProof="0" dirty="0">
                        <a:solidFill>
                          <a:schemeClr val="tx2"/>
                        </a:solidFill>
                        <a:effectLst/>
                        <a:latin typeface="Calibri Regular"/>
                      </a:endParaRPr>
                    </a:p>
                  </a:txBody>
                  <a:tcPr marL="108000" marR="108000" marT="72000" marB="72000" anchor="ctr">
                    <a:lnL w="9525" cap="flat" cmpd="sng" algn="ctr">
                      <a:noFill/>
                      <a:prstDash val="solid"/>
                    </a:lnL>
                    <a:lnR>
                      <a:noFill/>
                    </a:lnR>
                    <a:lnT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b="0" i="0" sz="1200" u="none">
                          <a:solidFill>
                            <a:schemeClr val="tx2"/>
                          </a:solidFill>
                          <a:latin typeface="Calibri Regular"/>
                        </a:rPr>
                        <a:t>294</a:t>
                      </a:r>
                      <a:endParaRPr lang="en-US" sz="1200" b="0" i="0" u="none" strike="noStrike" noProof="0" dirty="0">
                        <a:solidFill>
                          <a:schemeClr val="tx2"/>
                        </a:solidFill>
                        <a:effectLst/>
                        <a:latin typeface="Calibri Regular"/>
                      </a:endParaRPr>
                    </a:p>
                  </a:txBody>
                  <a:tcPr marL="108000" marR="108000" marT="72000" marB="72000" anchor="ctr">
                    <a:lnL>
                      <a:noFill/>
                    </a:lnL>
                    <a:lnR>
                      <a:noFill/>
                    </a:lnR>
                    <a:lnT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EF5BA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indent="0" algn="r" defTabSz="457200" rtl="0" eaLnBrk="1" fontAlgn="b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b="0" i="0" sz="1200" u="none">
                          <a:solidFill>
                            <a:schemeClr val="tx1">
                              <a:lumMod val="60000"/>
                              <a:lumOff val="40000"/>
                            </a:schemeClr>
                          </a:solidFill>
                          <a:latin typeface="Calibri Regular"/>
                        </a:rPr>
                        <a:t>1</a:t>
                      </a:r>
                      <a:endParaRPr lang="en-US" sz="1200" b="0" i="0" u="none" strike="noStrike" noProof="0" dirty="0">
                        <a:solidFill>
                          <a:schemeClr val="tx1">
                            <a:lumMod val="60000"/>
                            <a:lumOff val="40000"/>
                          </a:schemeClr>
                        </a:solidFill>
                        <a:effectLst/>
                        <a:latin typeface="Calibri Regular"/>
                      </a:endParaRPr>
                    </a:p>
                  </a:txBody>
                  <a:tcPr marL="108000" marR="108000" marT="72000" marB="72000" anchor="ctr">
                    <a:lnL>
                      <a:noFill/>
                    </a:lnL>
                    <a:lnR w="9525" cap="flat" cmpd="sng" algn="ctr">
                      <a:noFill/>
                      <a:prstDash val="solid"/>
                    </a:lnR>
                    <a:lnT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indent="0" algn="r" defTabSz="457200" rtl="0" eaLnBrk="1" fontAlgn="b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b="0" i="0" sz="1200" u="none">
                          <a:solidFill>
                            <a:schemeClr val="tx1">
                              <a:lumMod val="60000"/>
                              <a:lumOff val="40000"/>
                            </a:schemeClr>
                          </a:solidFill>
                          <a:latin typeface="Calibri Regular"/>
                        </a:rPr>
                        <a:t>0</a:t>
                      </a:r>
                      <a:endParaRPr lang="en-US" sz="1200" b="0" i="0" u="none" strike="noStrike" noProof="0" dirty="0">
                        <a:solidFill>
                          <a:schemeClr val="tx1">
                            <a:lumMod val="60000"/>
                            <a:lumOff val="40000"/>
                          </a:schemeClr>
                        </a:solidFill>
                        <a:effectLst/>
                        <a:latin typeface="Calibri Regular"/>
                      </a:endParaRPr>
                    </a:p>
                  </a:txBody>
                  <a:tcPr marL="108000" marR="108000" marT="72000" marB="72000" anchor="ctr">
                    <a:lnL>
                      <a:noFill/>
                    </a:lnL>
                    <a:lnR w="9525" cap="flat" cmpd="sng" algn="ctr">
                      <a:noFill/>
                      <a:prstDash val="solid"/>
                    </a:lnR>
                    <a:lnT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indent="0" algn="l" defTabSz="457200" rtl="0" eaLnBrk="1" fontAlgn="b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b="0" i="0" sz="1200" u="none">
                          <a:solidFill>
                            <a:schemeClr val="tx1">
                              <a:lumMod val="60000"/>
                              <a:lumOff val="40000"/>
                            </a:schemeClr>
                          </a:solidFill>
                          <a:latin typeface="Calibri Regular"/>
                        </a:rPr>
                        <a:t>clients</a:t>
                      </a:r>
                      <a:endParaRPr lang="en-US" sz="1200" b="0" i="0" u="none" strike="noStrike" noProof="0" dirty="0">
                        <a:solidFill>
                          <a:schemeClr val="tx1">
                            <a:lumMod val="60000"/>
                            <a:lumOff val="40000"/>
                          </a:schemeClr>
                        </a:solidFill>
                        <a:effectLst/>
                        <a:latin typeface="Calibri Regular"/>
                      </a:endParaRPr>
                    </a:p>
                  </a:txBody>
                  <a:tcPr marL="108000" marR="108000" marT="72000" marB="72000" anchor="ctr">
                    <a:lnL>
                      <a:noFill/>
                    </a:lnL>
                    <a:lnR w="9525" cap="flat" cmpd="sng" algn="ctr">
                      <a:noFill/>
                      <a:prstDash val="solid"/>
                    </a:lnR>
                    <a:lnT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indent="0" algn="l" defTabSz="457200" rtl="0" eaLnBrk="1" fontAlgn="b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b="0" i="0" sz="1200" u="none">
                          <a:solidFill>
                            <a:schemeClr val="tx1">
                              <a:lumMod val="60000"/>
                              <a:lumOff val="40000"/>
                            </a:schemeClr>
                          </a:solidFill>
                          <a:latin typeface="Calibri Regular"/>
                        </a:rPr>
                        <a:t>Java</a:t>
                      </a:r>
                      <a:endParaRPr lang="en-US" sz="1200" b="0" i="0" u="none" strike="noStrike" noProof="0" dirty="0">
                        <a:solidFill>
                          <a:schemeClr val="tx1">
                            <a:lumMod val="60000"/>
                            <a:lumOff val="40000"/>
                          </a:schemeClr>
                        </a:solidFill>
                        <a:effectLst/>
                        <a:latin typeface="Calibri Regular"/>
                      </a:endParaRPr>
                    </a:p>
                  </a:txBody>
                  <a:tcPr marL="108000" marR="108000" marT="72000" marB="72000" anchor="ctr">
                    <a:lnL>
                      <a:noFill/>
                    </a:lnL>
                    <a:lnR w="9525" cap="flat" cmpd="sng" algn="ctr">
                      <a:noFill/>
                      <a:prstDash val="solid"/>
                    </a:lnR>
                    <a:lnT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algn="l" fontAlgn="b"/>
                      <a:r>
                        <a:rPr b="0" i="0" sz="1200" u="none">
                          <a:solidFill>
                            <a:schemeClr val="tx2"/>
                          </a:solidFill>
                          <a:latin typeface="Calibri Bold"/>
                        </a:rPr>
                        <a:t>ConnectMetricsRegistry.ConnectMetricsRegistry(Set)</a:t>
                      </a:r>
                      <a:endParaRPr lang="en-US" sz="1200" b="0" i="0" u="none" strike="noStrike" noProof="0" dirty="0">
                        <a:solidFill>
                          <a:schemeClr val="tx2"/>
                        </a:solidFill>
                        <a:effectLst/>
                        <a:latin typeface="Calibri Regular"/>
                      </a:endParaRPr>
                    </a:p>
                  </a:txBody>
                  <a:tcPr marL="108000" marR="108000" marT="72000" marB="72000" anchor="ctr">
                    <a:lnL w="9525" cap="flat" cmpd="sng" algn="ctr">
                      <a:noFill/>
                      <a:prstDash val="solid"/>
                    </a:lnL>
                    <a:lnR>
                      <a:noFill/>
                    </a:lnR>
                    <a:lnT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b="0" i="0" sz="1200" u="none">
                          <a:solidFill>
                            <a:schemeClr val="tx2"/>
                          </a:solidFill>
                          <a:latin typeface="Calibri Regular"/>
                        </a:rPr>
                        <a:t>268</a:t>
                      </a:r>
                      <a:endParaRPr lang="en-US" sz="1200" b="0" i="0" u="none" strike="noStrike" noProof="0" dirty="0">
                        <a:solidFill>
                          <a:schemeClr val="tx2"/>
                        </a:solidFill>
                        <a:effectLst/>
                        <a:latin typeface="Calibri Regular"/>
                      </a:endParaRPr>
                    </a:p>
                  </a:txBody>
                  <a:tcPr marL="108000" marR="108000" marT="72000" marB="72000" anchor="ctr">
                    <a:lnL>
                      <a:noFill/>
                    </a:lnL>
                    <a:lnR>
                      <a:noFill/>
                    </a:lnR>
                    <a:lnT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EF5BA"/>
                    </a:solidFill>
                  </a:tcPr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b="0" i="0" sz="1200" u="none">
                          <a:solidFill>
                            <a:schemeClr val="tx1">
                              <a:lumMod val="60000"/>
                              <a:lumOff val="40000"/>
                            </a:schemeClr>
                          </a:solidFill>
                          <a:latin typeface="Calibri Regular"/>
                        </a:rPr>
                        <a:t>1</a:t>
                      </a:r>
                      <a:endParaRPr lang="en-US" sz="1200" b="0" i="0" u="none" strike="noStrike" noProof="0" dirty="0">
                        <a:solidFill>
                          <a:schemeClr val="tx1">
                            <a:lumMod val="60000"/>
                            <a:lumOff val="40000"/>
                          </a:schemeClr>
                        </a:solidFill>
                        <a:effectLst/>
                        <a:latin typeface="Calibri Regular"/>
                      </a:endParaRPr>
                    </a:p>
                  </a:txBody>
                  <a:tcPr marL="108000" marR="108000" marT="72000" marB="72000" anchor="ctr">
                    <a:lnL>
                      <a:noFill/>
                    </a:lnL>
                    <a:lnR w="9525" cap="flat" cmpd="sng" algn="ctr">
                      <a:noFill/>
                      <a:prstDash val="solid"/>
                    </a:lnR>
                    <a:lnT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b="0" i="0" sz="1200" u="none">
                          <a:solidFill>
                            <a:schemeClr val="tx1">
                              <a:lumMod val="60000"/>
                              <a:lumOff val="40000"/>
                            </a:schemeClr>
                          </a:solidFill>
                          <a:latin typeface="Calibri Regular"/>
                        </a:rPr>
                        <a:t>1</a:t>
                      </a:r>
                      <a:endParaRPr lang="en-US" sz="1200" b="0" i="0" u="none" strike="noStrike" noProof="0" dirty="0">
                        <a:solidFill>
                          <a:schemeClr val="tx1">
                            <a:lumMod val="60000"/>
                            <a:lumOff val="40000"/>
                          </a:schemeClr>
                        </a:solidFill>
                        <a:effectLst/>
                        <a:latin typeface="Calibri Regular"/>
                      </a:endParaRPr>
                    </a:p>
                  </a:txBody>
                  <a:tcPr marL="108000" marR="108000" marT="72000" marB="72000" anchor="ctr">
                    <a:lnL>
                      <a:noFill/>
                    </a:lnL>
                    <a:lnR w="9525" cap="flat" cmpd="sng" algn="ctr">
                      <a:noFill/>
                      <a:prstDash val="solid"/>
                    </a:lnR>
                    <a:lnT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b"/>
                      <a:r>
                        <a:rPr b="0" i="0" sz="1200" u="none">
                          <a:solidFill>
                            <a:schemeClr val="tx1">
                              <a:lumMod val="60000"/>
                              <a:lumOff val="40000"/>
                            </a:schemeClr>
                          </a:solidFill>
                          <a:latin typeface="Calibri Regular"/>
                        </a:rPr>
                        <a:t>connect</a:t>
                      </a:r>
                      <a:endParaRPr lang="en-US" sz="1200" b="0" i="0" u="none" strike="noStrike" noProof="0" dirty="0">
                        <a:solidFill>
                          <a:schemeClr val="tx1">
                            <a:lumMod val="60000"/>
                            <a:lumOff val="40000"/>
                          </a:schemeClr>
                        </a:solidFill>
                        <a:effectLst/>
                        <a:latin typeface="Calibri Regular"/>
                      </a:endParaRPr>
                    </a:p>
                  </a:txBody>
                  <a:tcPr marL="108000" marR="108000" marT="72000" marB="72000" anchor="ctr">
                    <a:lnL>
                      <a:noFill/>
                    </a:lnL>
                    <a:lnR w="9525" cap="flat" cmpd="sng" algn="ctr">
                      <a:noFill/>
                      <a:prstDash val="solid"/>
                    </a:lnR>
                    <a:lnT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b"/>
                      <a:r>
                        <a:rPr b="0" i="0" sz="1200" u="none">
                          <a:solidFill>
                            <a:schemeClr val="tx1">
                              <a:lumMod val="60000"/>
                              <a:lumOff val="40000"/>
                            </a:schemeClr>
                          </a:solidFill>
                          <a:latin typeface="Calibri Regular"/>
                        </a:rPr>
                        <a:t>Java</a:t>
                      </a:r>
                      <a:endParaRPr lang="en-US" sz="1200" b="0" i="0" u="none" strike="noStrike" noProof="0" dirty="0">
                        <a:solidFill>
                          <a:schemeClr val="tx1">
                            <a:lumMod val="60000"/>
                            <a:lumOff val="40000"/>
                          </a:schemeClr>
                        </a:solidFill>
                        <a:effectLst/>
                        <a:latin typeface="Calibri Regular"/>
                      </a:endParaRPr>
                    </a:p>
                  </a:txBody>
                  <a:tcPr marL="108000" marR="108000" marT="72000" marB="72000" anchor="ctr">
                    <a:lnL>
                      <a:noFill/>
                    </a:lnL>
                    <a:lnR w="9525" cap="flat" cmpd="sng" algn="ctr">
                      <a:noFill/>
                      <a:prstDash val="solid"/>
                    </a:lnR>
                    <a:lnT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algn="l" fontAlgn="b"/>
                      <a:r>
                        <a:rPr b="0" i="0" sz="1200" u="none">
                          <a:solidFill>
                            <a:schemeClr val="tx2"/>
                          </a:solidFill>
                          <a:latin typeface="Calibri Bold"/>
                        </a:rPr>
                        <a:t>CoordinatorClient.main(String[])</a:t>
                      </a:r>
                      <a:endParaRPr lang="en-US" sz="1200" b="0" i="0" u="none" strike="noStrike" noProof="0" dirty="0">
                        <a:solidFill>
                          <a:schemeClr val="tx2"/>
                        </a:solidFill>
                        <a:effectLst/>
                        <a:latin typeface="Calibri Regular"/>
                      </a:endParaRPr>
                    </a:p>
                  </a:txBody>
                  <a:tcPr marL="108000" marR="108000" marT="72000" marB="72000" anchor="ctr">
                    <a:lnL w="9525" cap="flat" cmpd="sng" algn="ctr">
                      <a:noFill/>
                      <a:prstDash val="solid"/>
                    </a:lnL>
                    <a:lnR>
                      <a:noFill/>
                    </a:lnR>
                    <a:lnT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b="0" i="0" sz="1200" u="none">
                          <a:solidFill>
                            <a:schemeClr val="tx2"/>
                          </a:solidFill>
                          <a:latin typeface="Calibri Regular"/>
                        </a:rPr>
                        <a:t>241</a:t>
                      </a:r>
                      <a:endParaRPr lang="en-US" sz="1200" b="0" i="0" u="none" strike="noStrike" noProof="0" dirty="0">
                        <a:solidFill>
                          <a:schemeClr val="tx2"/>
                        </a:solidFill>
                        <a:effectLst/>
                        <a:latin typeface="Calibri Regular"/>
                      </a:endParaRPr>
                    </a:p>
                  </a:txBody>
                  <a:tcPr marL="108000" marR="108000" marT="72000" marB="72000" anchor="ctr">
                    <a:lnL>
                      <a:noFill/>
                    </a:lnL>
                    <a:lnR>
                      <a:noFill/>
                    </a:lnR>
                    <a:lnT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EF5BA"/>
                    </a:solidFill>
                  </a:tcPr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b="0" i="0" sz="1200" u="none">
                          <a:solidFill>
                            <a:schemeClr val="tx1">
                              <a:lumMod val="60000"/>
                              <a:lumOff val="40000"/>
                            </a:schemeClr>
                          </a:solidFill>
                          <a:latin typeface="Calibri Regular"/>
                        </a:rPr>
                        <a:t>29</a:t>
                      </a:r>
                      <a:endParaRPr lang="en-US" sz="1200" b="0" i="0" u="none" strike="noStrike" noProof="0" dirty="0">
                        <a:solidFill>
                          <a:schemeClr val="tx1">
                            <a:lumMod val="60000"/>
                            <a:lumOff val="40000"/>
                          </a:schemeClr>
                        </a:solidFill>
                        <a:effectLst/>
                        <a:latin typeface="Calibri Regular"/>
                      </a:endParaRPr>
                    </a:p>
                  </a:txBody>
                  <a:tcPr marL="108000" marR="108000" marT="72000" marB="72000" anchor="ctr">
                    <a:lnL>
                      <a:noFill/>
                    </a:lnL>
                    <a:lnR w="9525" cap="flat" cmpd="sng" algn="ctr">
                      <a:noFill/>
                      <a:prstDash val="solid"/>
                    </a:lnR>
                    <a:lnT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b="0" i="0" sz="1200" u="none">
                          <a:solidFill>
                            <a:schemeClr val="tx1">
                              <a:lumMod val="60000"/>
                              <a:lumOff val="40000"/>
                            </a:schemeClr>
                          </a:solidFill>
                          <a:latin typeface="Calibri Regular"/>
                        </a:rPr>
                        <a:t>1</a:t>
                      </a:r>
                      <a:endParaRPr lang="en-US" sz="1200" b="0" i="0" u="none" strike="noStrike" noProof="0" dirty="0">
                        <a:solidFill>
                          <a:schemeClr val="tx1">
                            <a:lumMod val="60000"/>
                            <a:lumOff val="40000"/>
                          </a:schemeClr>
                        </a:solidFill>
                        <a:effectLst/>
                        <a:latin typeface="Calibri Regular"/>
                      </a:endParaRPr>
                    </a:p>
                  </a:txBody>
                  <a:tcPr marL="108000" marR="108000" marT="72000" marB="72000" anchor="ctr">
                    <a:lnL>
                      <a:noFill/>
                    </a:lnL>
                    <a:lnR w="9525" cap="flat" cmpd="sng" algn="ctr">
                      <a:noFill/>
                      <a:prstDash val="solid"/>
                    </a:lnR>
                    <a:lnT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b"/>
                      <a:r>
                        <a:rPr b="0" i="0" sz="1200" u="none">
                          <a:solidFill>
                            <a:schemeClr val="tx1">
                              <a:lumMod val="60000"/>
                              <a:lumOff val="40000"/>
                            </a:schemeClr>
                          </a:solidFill>
                          <a:latin typeface="Calibri Regular"/>
                        </a:rPr>
                        <a:t>trogdor</a:t>
                      </a:r>
                      <a:endParaRPr lang="en-US" sz="1200" b="0" i="0" u="none" strike="noStrike" noProof="0" dirty="0">
                        <a:solidFill>
                          <a:schemeClr val="tx1">
                            <a:lumMod val="60000"/>
                            <a:lumOff val="40000"/>
                          </a:schemeClr>
                        </a:solidFill>
                        <a:effectLst/>
                        <a:latin typeface="Calibri Regular"/>
                      </a:endParaRPr>
                    </a:p>
                  </a:txBody>
                  <a:tcPr marL="108000" marR="108000" marT="72000" marB="72000" anchor="ctr">
                    <a:lnL>
                      <a:noFill/>
                    </a:lnL>
                    <a:lnR w="9525" cap="flat" cmpd="sng" algn="ctr">
                      <a:noFill/>
                      <a:prstDash val="solid"/>
                    </a:lnR>
                    <a:lnT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b"/>
                      <a:r>
                        <a:rPr b="0" i="0" sz="1200" u="none">
                          <a:solidFill>
                            <a:schemeClr val="tx1">
                              <a:lumMod val="60000"/>
                              <a:lumOff val="40000"/>
                            </a:schemeClr>
                          </a:solidFill>
                          <a:latin typeface="Calibri Regular"/>
                        </a:rPr>
                        <a:t>Java</a:t>
                      </a:r>
                      <a:endParaRPr lang="en-US" sz="1200" b="0" i="0" u="none" strike="noStrike" noProof="0" dirty="0">
                        <a:solidFill>
                          <a:schemeClr val="tx1">
                            <a:lumMod val="60000"/>
                            <a:lumOff val="40000"/>
                          </a:schemeClr>
                        </a:solidFill>
                        <a:effectLst/>
                        <a:latin typeface="Calibri Regular"/>
                      </a:endParaRPr>
                    </a:p>
                  </a:txBody>
                  <a:tcPr marL="108000" marR="108000" marT="72000" marB="72000" anchor="ctr">
                    <a:lnL>
                      <a:noFill/>
                    </a:lnL>
                    <a:lnR w="9525" cap="flat" cmpd="sng" algn="ctr">
                      <a:noFill/>
                      <a:prstDash val="solid"/>
                    </a:lnR>
                    <a:lnT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algn="l" fontAlgn="b"/>
                      <a:r>
                        <a:rPr b="0" i="0" sz="1200" u="none">
                          <a:solidFill>
                            <a:schemeClr val="tx2"/>
                          </a:solidFill>
                          <a:latin typeface="Calibri Bold"/>
                        </a:rPr>
                        <a:t>DistributedConfig.config(Crypto)</a:t>
                      </a:r>
                      <a:endParaRPr lang="en-US" sz="1200" b="0" i="0" u="none" strike="noStrike" noProof="0" dirty="0">
                        <a:solidFill>
                          <a:schemeClr val="tx2"/>
                        </a:solidFill>
                        <a:effectLst/>
                        <a:latin typeface="Calibri Regular"/>
                      </a:endParaRPr>
                    </a:p>
                  </a:txBody>
                  <a:tcPr marL="108000" marR="108000" marT="72000" marB="72000" anchor="ctr">
                    <a:lnL w="9525" cap="flat" cmpd="sng" algn="ctr">
                      <a:noFill/>
                      <a:prstDash val="solid"/>
                    </a:lnL>
                    <a:lnR>
                      <a:noFill/>
                    </a:lnR>
                    <a:lnT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b="0" i="0" sz="1200" u="none">
                          <a:solidFill>
                            <a:schemeClr val="tx2"/>
                          </a:solidFill>
                          <a:latin typeface="Calibri Regular"/>
                        </a:rPr>
                        <a:t>227</a:t>
                      </a:r>
                      <a:endParaRPr lang="en-US" sz="1200" b="0" i="0" u="none" strike="noStrike" noProof="0" dirty="0">
                        <a:solidFill>
                          <a:schemeClr val="tx2"/>
                        </a:solidFill>
                        <a:effectLst/>
                        <a:latin typeface="Calibri Regular"/>
                      </a:endParaRPr>
                    </a:p>
                  </a:txBody>
                  <a:tcPr marL="108000" marR="108000" marT="72000" marB="72000" anchor="ctr">
                    <a:lnL>
                      <a:noFill/>
                    </a:lnL>
                    <a:lnR>
                      <a:noFill/>
                    </a:lnR>
                    <a:lnT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EF5BA"/>
                    </a:solidFill>
                  </a:tcPr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b="0" i="0" sz="1200" u="none">
                          <a:solidFill>
                            <a:schemeClr val="tx1">
                              <a:lumMod val="60000"/>
                              <a:lumOff val="40000"/>
                            </a:schemeClr>
                          </a:solidFill>
                          <a:latin typeface="Calibri Regular"/>
                        </a:rPr>
                        <a:t>2</a:t>
                      </a:r>
                      <a:endParaRPr lang="en-US" sz="1200" b="0" i="0" u="none" strike="noStrike" noProof="0" dirty="0">
                        <a:solidFill>
                          <a:schemeClr val="tx1">
                            <a:lumMod val="60000"/>
                            <a:lumOff val="40000"/>
                          </a:schemeClr>
                        </a:solidFill>
                        <a:effectLst/>
                        <a:latin typeface="Calibri Regular"/>
                      </a:endParaRPr>
                    </a:p>
                  </a:txBody>
                  <a:tcPr marL="108000" marR="108000" marT="72000" marB="72000" anchor="ctr">
                    <a:lnL>
                      <a:noFill/>
                    </a:lnL>
                    <a:lnR w="9525" cap="flat" cmpd="sng" algn="ctr">
                      <a:noFill/>
                      <a:prstDash val="solid"/>
                    </a:lnR>
                    <a:lnT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b="0" i="0" sz="1200" u="none">
                          <a:solidFill>
                            <a:schemeClr val="tx1">
                              <a:lumMod val="60000"/>
                              <a:lumOff val="40000"/>
                            </a:schemeClr>
                          </a:solidFill>
                          <a:latin typeface="Calibri Regular"/>
                        </a:rPr>
                        <a:t>1</a:t>
                      </a:r>
                      <a:endParaRPr lang="en-US" sz="1200" b="0" i="0" u="none" strike="noStrike" noProof="0" dirty="0">
                        <a:solidFill>
                          <a:schemeClr val="tx1">
                            <a:lumMod val="60000"/>
                            <a:lumOff val="40000"/>
                          </a:schemeClr>
                        </a:solidFill>
                        <a:effectLst/>
                        <a:latin typeface="Calibri Regular"/>
                      </a:endParaRPr>
                    </a:p>
                  </a:txBody>
                  <a:tcPr marL="108000" marR="108000" marT="72000" marB="72000" anchor="ctr">
                    <a:lnL>
                      <a:noFill/>
                    </a:lnL>
                    <a:lnR w="9525" cap="flat" cmpd="sng" algn="ctr">
                      <a:noFill/>
                      <a:prstDash val="solid"/>
                    </a:lnR>
                    <a:lnT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b"/>
                      <a:r>
                        <a:rPr b="0" i="0" sz="1200" u="none">
                          <a:solidFill>
                            <a:schemeClr val="tx1">
                              <a:lumMod val="60000"/>
                              <a:lumOff val="40000"/>
                            </a:schemeClr>
                          </a:solidFill>
                          <a:latin typeface="Calibri Regular"/>
                        </a:rPr>
                        <a:t>connect</a:t>
                      </a:r>
                      <a:endParaRPr lang="en-US" sz="1200" b="0" i="0" u="none" strike="noStrike" noProof="0" dirty="0">
                        <a:solidFill>
                          <a:schemeClr val="tx1">
                            <a:lumMod val="60000"/>
                            <a:lumOff val="40000"/>
                          </a:schemeClr>
                        </a:solidFill>
                        <a:effectLst/>
                        <a:latin typeface="Calibri Regular"/>
                      </a:endParaRPr>
                    </a:p>
                  </a:txBody>
                  <a:tcPr marL="108000" marR="108000" marT="72000" marB="72000" anchor="ctr">
                    <a:lnL>
                      <a:noFill/>
                    </a:lnL>
                    <a:lnR w="9525" cap="flat" cmpd="sng" algn="ctr">
                      <a:noFill/>
                      <a:prstDash val="solid"/>
                    </a:lnR>
                    <a:lnT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b"/>
                      <a:r>
                        <a:rPr b="0" i="0" sz="1200" u="none">
                          <a:solidFill>
                            <a:schemeClr val="tx1">
                              <a:lumMod val="60000"/>
                              <a:lumOff val="40000"/>
                            </a:schemeClr>
                          </a:solidFill>
                          <a:latin typeface="Calibri Regular"/>
                        </a:rPr>
                        <a:t>Java</a:t>
                      </a:r>
                      <a:endParaRPr lang="en-US" sz="1200" b="0" i="0" u="none" strike="noStrike" noProof="0" dirty="0">
                        <a:solidFill>
                          <a:schemeClr val="tx1">
                            <a:lumMod val="60000"/>
                            <a:lumOff val="40000"/>
                          </a:schemeClr>
                        </a:solidFill>
                        <a:effectLst/>
                        <a:latin typeface="Calibri Regular"/>
                      </a:endParaRPr>
                    </a:p>
                  </a:txBody>
                  <a:tcPr marL="108000" marR="108000" marT="72000" marB="72000" anchor="ctr">
                    <a:lnL>
                      <a:noFill/>
                    </a:lnL>
                    <a:lnR w="9525" cap="flat" cmpd="sng" algn="ctr">
                      <a:noFill/>
                      <a:prstDash val="solid"/>
                    </a:lnR>
                    <a:lnT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001900654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algn="l" fontAlgn="b"/>
                      <a:r>
                        <a:rPr b="0" i="0" sz="1200" u="none">
                          <a:solidFill>
                            <a:schemeClr val="tx2"/>
                          </a:solidFill>
                          <a:latin typeface="Calibri Bold"/>
                        </a:rPr>
                        <a:t>ProducerConfig.$block1</a:t>
                      </a:r>
                      <a:endParaRPr lang="en-US" sz="1200" b="0" i="0" u="none" strike="noStrike" noProof="0" dirty="0">
                        <a:solidFill>
                          <a:schemeClr val="tx2"/>
                        </a:solidFill>
                        <a:effectLst/>
                        <a:latin typeface="Calibri Regular"/>
                      </a:endParaRPr>
                    </a:p>
                  </a:txBody>
                  <a:tcPr marL="108000" marR="108000" marT="72000" marB="72000" anchor="ctr">
                    <a:lnL w="9525" cap="flat" cmpd="sng" algn="ctr">
                      <a:noFill/>
                      <a:prstDash val="solid"/>
                    </a:lnL>
                    <a:lnR>
                      <a:noFill/>
                    </a:lnR>
                    <a:lnT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b="0" i="0" sz="1200" u="none">
                          <a:solidFill>
                            <a:schemeClr val="tx2"/>
                          </a:solidFill>
                          <a:latin typeface="Calibri Regular"/>
                        </a:rPr>
                        <a:t>192</a:t>
                      </a:r>
                      <a:endParaRPr lang="en-US" sz="1200" b="0" i="0" u="none" strike="noStrike" noProof="0" dirty="0">
                        <a:solidFill>
                          <a:schemeClr val="tx2"/>
                        </a:solidFill>
                        <a:effectLst/>
                        <a:latin typeface="Calibri Regular"/>
                      </a:endParaRPr>
                    </a:p>
                  </a:txBody>
                  <a:tcPr marL="108000" marR="108000" marT="72000" marB="72000" anchor="ctr">
                    <a:lnL>
                      <a:noFill/>
                    </a:lnL>
                    <a:lnR>
                      <a:noFill/>
                    </a:lnR>
                    <a:lnT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EF5BA"/>
                    </a:solidFill>
                  </a:tcPr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b="0" i="0" sz="1200" u="none">
                          <a:solidFill>
                            <a:schemeClr val="tx1">
                              <a:lumMod val="60000"/>
                              <a:lumOff val="40000"/>
                            </a:schemeClr>
                          </a:solidFill>
                          <a:latin typeface="Calibri Regular"/>
                        </a:rPr>
                        <a:t>1</a:t>
                      </a:r>
                      <a:endParaRPr lang="en-US" sz="1200" b="0" i="0" u="none" strike="noStrike" noProof="0" dirty="0">
                        <a:solidFill>
                          <a:schemeClr val="tx1">
                            <a:lumMod val="60000"/>
                            <a:lumOff val="40000"/>
                          </a:schemeClr>
                        </a:solidFill>
                        <a:effectLst/>
                        <a:latin typeface="Calibri Regular"/>
                      </a:endParaRPr>
                    </a:p>
                  </a:txBody>
                  <a:tcPr marL="108000" marR="108000" marT="72000" marB="72000" anchor="ctr">
                    <a:lnL>
                      <a:noFill/>
                    </a:lnL>
                    <a:lnR w="9525" cap="flat" cmpd="sng" algn="ctr">
                      <a:noFill/>
                      <a:prstDash val="solid"/>
                    </a:lnR>
                    <a:lnT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b="0" i="0" sz="1200" u="none">
                          <a:solidFill>
                            <a:schemeClr val="tx1">
                              <a:lumMod val="60000"/>
                              <a:lumOff val="40000"/>
                            </a:schemeClr>
                          </a:solidFill>
                          <a:latin typeface="Calibri Regular"/>
                        </a:rPr>
                        <a:t>0</a:t>
                      </a:r>
                      <a:endParaRPr lang="en-US" sz="1200" b="0" i="0" u="none" strike="noStrike" noProof="0" dirty="0">
                        <a:solidFill>
                          <a:schemeClr val="tx1">
                            <a:lumMod val="60000"/>
                            <a:lumOff val="40000"/>
                          </a:schemeClr>
                        </a:solidFill>
                        <a:effectLst/>
                        <a:latin typeface="Calibri Regular"/>
                      </a:endParaRPr>
                    </a:p>
                  </a:txBody>
                  <a:tcPr marL="108000" marR="108000" marT="72000" marB="72000" anchor="ctr">
                    <a:lnL>
                      <a:noFill/>
                    </a:lnL>
                    <a:lnR w="9525" cap="flat" cmpd="sng" algn="ctr">
                      <a:noFill/>
                      <a:prstDash val="solid"/>
                    </a:lnR>
                    <a:lnT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b"/>
                      <a:r>
                        <a:rPr b="0" i="0" sz="1200" u="none">
                          <a:solidFill>
                            <a:schemeClr val="tx1">
                              <a:lumMod val="60000"/>
                              <a:lumOff val="40000"/>
                            </a:schemeClr>
                          </a:solidFill>
                          <a:latin typeface="Calibri Regular"/>
                        </a:rPr>
                        <a:t>clients</a:t>
                      </a:r>
                      <a:endParaRPr lang="en-US" sz="1200" b="0" i="0" u="none" strike="noStrike" noProof="0" dirty="0">
                        <a:solidFill>
                          <a:schemeClr val="tx1">
                            <a:lumMod val="60000"/>
                            <a:lumOff val="40000"/>
                          </a:schemeClr>
                        </a:solidFill>
                        <a:effectLst/>
                        <a:latin typeface="Calibri Regular"/>
                      </a:endParaRPr>
                    </a:p>
                  </a:txBody>
                  <a:tcPr marL="108000" marR="108000" marT="72000" marB="72000" anchor="ctr">
                    <a:lnL>
                      <a:noFill/>
                    </a:lnL>
                    <a:lnR w="9525" cap="flat" cmpd="sng" algn="ctr">
                      <a:noFill/>
                      <a:prstDash val="solid"/>
                    </a:lnR>
                    <a:lnT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b"/>
                      <a:r>
                        <a:rPr b="0" i="0" sz="1200" u="none">
                          <a:solidFill>
                            <a:schemeClr val="tx1">
                              <a:lumMod val="60000"/>
                              <a:lumOff val="40000"/>
                            </a:schemeClr>
                          </a:solidFill>
                          <a:latin typeface="Calibri Regular"/>
                        </a:rPr>
                        <a:t>Java</a:t>
                      </a:r>
                      <a:endParaRPr lang="en-US" sz="1200" b="0" i="0" u="none" strike="noStrike" noProof="0" dirty="0">
                        <a:solidFill>
                          <a:schemeClr val="tx1">
                            <a:lumMod val="60000"/>
                            <a:lumOff val="40000"/>
                          </a:schemeClr>
                        </a:solidFill>
                        <a:effectLst/>
                        <a:latin typeface="Calibri Regular"/>
                      </a:endParaRPr>
                    </a:p>
                  </a:txBody>
                  <a:tcPr marL="108000" marR="108000" marT="72000" marB="72000" anchor="ctr">
                    <a:lnL>
                      <a:noFill/>
                    </a:lnL>
                    <a:lnR w="9525" cap="flat" cmpd="sng" algn="ctr">
                      <a:noFill/>
                      <a:prstDash val="solid"/>
                    </a:lnR>
                    <a:lnT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928811833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algn="l" fontAlgn="b"/>
                      <a:r>
                        <a:rPr b="0" i="0" sz="1200" u="none">
                          <a:solidFill>
                            <a:schemeClr val="tx2"/>
                          </a:solidFill>
                          <a:latin typeface="Calibri Bold"/>
                        </a:rPr>
                        <a:t>MessageDataGenerator.generateClassWriter(String,StructSpec,Versions)</a:t>
                      </a:r>
                      <a:endParaRPr lang="en-US" sz="1200" b="0" i="0" u="none" strike="noStrike" noProof="0" dirty="0">
                        <a:solidFill>
                          <a:schemeClr val="tx2"/>
                        </a:solidFill>
                        <a:effectLst/>
                        <a:latin typeface="Calibri Regular"/>
                      </a:endParaRPr>
                    </a:p>
                  </a:txBody>
                  <a:tcPr marL="108000" marR="108000" marT="72000" marB="72000" anchor="ctr">
                    <a:lnL w="9525" cap="flat" cmpd="sng" algn="ctr">
                      <a:noFill/>
                      <a:prstDash val="solid"/>
                    </a:lnL>
                    <a:lnR>
                      <a:noFill/>
                    </a:lnR>
                    <a:lnT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b="0" i="0" sz="1200" u="none">
                          <a:solidFill>
                            <a:schemeClr val="tx2"/>
                          </a:solidFill>
                          <a:latin typeface="Calibri Regular"/>
                        </a:rPr>
                        <a:t>187</a:t>
                      </a:r>
                      <a:endParaRPr lang="en-US" sz="1200" b="0" i="0" u="none" strike="noStrike" noProof="0" dirty="0">
                        <a:solidFill>
                          <a:schemeClr val="tx2"/>
                        </a:solidFill>
                        <a:effectLst/>
                        <a:latin typeface="Calibri Regular"/>
                      </a:endParaRPr>
                    </a:p>
                  </a:txBody>
                  <a:tcPr marL="108000" marR="108000" marT="72000" marB="72000" anchor="ctr">
                    <a:lnL>
                      <a:noFill/>
                    </a:lnL>
                    <a:lnR>
                      <a:noFill/>
                    </a:lnR>
                    <a:lnT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EF5BA"/>
                    </a:solidFill>
                  </a:tcPr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b="0" i="0" sz="1200" u="none">
                          <a:solidFill>
                            <a:schemeClr val="tx1">
                              <a:lumMod val="60000"/>
                              <a:lumOff val="40000"/>
                            </a:schemeClr>
                          </a:solidFill>
                          <a:latin typeface="Calibri Regular"/>
                        </a:rPr>
                        <a:t>20</a:t>
                      </a:r>
                      <a:endParaRPr lang="en-US" sz="1200" b="0" i="0" u="none" strike="noStrike" noProof="0" dirty="0">
                        <a:solidFill>
                          <a:schemeClr val="tx1">
                            <a:lumMod val="60000"/>
                            <a:lumOff val="40000"/>
                          </a:schemeClr>
                        </a:solidFill>
                        <a:effectLst/>
                        <a:latin typeface="Calibri Regular"/>
                      </a:endParaRPr>
                    </a:p>
                  </a:txBody>
                  <a:tcPr marL="108000" marR="108000" marT="72000" marB="72000" anchor="ctr">
                    <a:lnL>
                      <a:noFill/>
                    </a:lnL>
                    <a:lnR w="9525" cap="flat" cmpd="sng" algn="ctr">
                      <a:noFill/>
                      <a:prstDash val="solid"/>
                    </a:lnR>
                    <a:lnT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b="0" i="0" sz="1200" u="none">
                          <a:solidFill>
                            <a:schemeClr val="tx1">
                              <a:lumMod val="60000"/>
                              <a:lumOff val="40000"/>
                            </a:schemeClr>
                          </a:solidFill>
                          <a:latin typeface="Calibri Regular"/>
                        </a:rPr>
                        <a:t>3</a:t>
                      </a:r>
                      <a:endParaRPr lang="en-US" sz="1200" b="0" i="0" u="none" strike="noStrike" noProof="0" dirty="0">
                        <a:solidFill>
                          <a:schemeClr val="tx1">
                            <a:lumMod val="60000"/>
                            <a:lumOff val="40000"/>
                          </a:schemeClr>
                        </a:solidFill>
                        <a:effectLst/>
                        <a:latin typeface="Calibri Regular"/>
                      </a:endParaRPr>
                    </a:p>
                  </a:txBody>
                  <a:tcPr marL="108000" marR="108000" marT="72000" marB="72000" anchor="ctr">
                    <a:lnL>
                      <a:noFill/>
                    </a:lnL>
                    <a:lnR w="9525" cap="flat" cmpd="sng" algn="ctr">
                      <a:noFill/>
                      <a:prstDash val="solid"/>
                    </a:lnR>
                    <a:lnT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b"/>
                      <a:r>
                        <a:rPr b="0" i="0" sz="1200" u="none">
                          <a:solidFill>
                            <a:schemeClr val="tx1">
                              <a:lumMod val="60000"/>
                              <a:lumOff val="40000"/>
                            </a:schemeClr>
                          </a:solidFill>
                          <a:latin typeface="Calibri Regular"/>
                        </a:rPr>
                        <a:t>generator</a:t>
                      </a:r>
                      <a:endParaRPr lang="en-US" sz="1200" b="0" i="0" u="none" strike="noStrike" noProof="0" dirty="0">
                        <a:solidFill>
                          <a:schemeClr val="tx1">
                            <a:lumMod val="60000"/>
                            <a:lumOff val="40000"/>
                          </a:schemeClr>
                        </a:solidFill>
                        <a:effectLst/>
                        <a:latin typeface="Calibri Regular"/>
                      </a:endParaRPr>
                    </a:p>
                  </a:txBody>
                  <a:tcPr marL="108000" marR="108000" marT="72000" marB="72000" anchor="ctr">
                    <a:lnL>
                      <a:noFill/>
                    </a:lnL>
                    <a:lnR w="9525" cap="flat" cmpd="sng" algn="ctr">
                      <a:noFill/>
                      <a:prstDash val="solid"/>
                    </a:lnR>
                    <a:lnT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b"/>
                      <a:r>
                        <a:rPr b="0" i="0" sz="1200" u="none">
                          <a:solidFill>
                            <a:schemeClr val="tx1">
                              <a:lumMod val="60000"/>
                              <a:lumOff val="40000"/>
                            </a:schemeClr>
                          </a:solidFill>
                          <a:latin typeface="Calibri Regular"/>
                        </a:rPr>
                        <a:t>Java</a:t>
                      </a:r>
                      <a:endParaRPr lang="en-US" sz="1200" b="0" i="0" u="none" strike="noStrike" noProof="0" dirty="0">
                        <a:solidFill>
                          <a:schemeClr val="tx1">
                            <a:lumMod val="60000"/>
                            <a:lumOff val="40000"/>
                          </a:schemeClr>
                        </a:solidFill>
                        <a:effectLst/>
                        <a:latin typeface="Calibri Regular"/>
                      </a:endParaRPr>
                    </a:p>
                  </a:txBody>
                  <a:tcPr marL="108000" marR="108000" marT="72000" marB="72000" anchor="ctr">
                    <a:lnL>
                      <a:noFill/>
                    </a:lnL>
                    <a:lnR w="9525" cap="flat" cmpd="sng" algn="ctr">
                      <a:noFill/>
                      <a:prstDash val="solid"/>
                    </a:lnR>
                    <a:lnT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060795780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algn="l" fontAlgn="b"/>
                      <a:r>
                        <a:rPr b="0" i="0" sz="1200" u="none">
                          <a:solidFill>
                            <a:schemeClr val="tx2"/>
                          </a:solidFill>
                          <a:latin typeface="Calibri Bold"/>
                        </a:rPr>
                        <a:t>FieldSpec.fieldDefault(HeaderGenerator,StructRegistry)</a:t>
                      </a:r>
                      <a:endParaRPr lang="en-US" sz="1200" b="0" i="0" u="none" strike="noStrike" noProof="0" dirty="0">
                        <a:solidFill>
                          <a:schemeClr val="tx2"/>
                        </a:solidFill>
                        <a:effectLst/>
                        <a:latin typeface="Calibri Regular"/>
                      </a:endParaRPr>
                    </a:p>
                  </a:txBody>
                  <a:tcPr marL="108000" marR="108000" marT="72000" marB="72000" anchor="ctr">
                    <a:lnL w="9525" cap="flat" cmpd="sng" algn="ctr">
                      <a:noFill/>
                      <a:prstDash val="solid"/>
                    </a:lnL>
                    <a:lnR>
                      <a:noFill/>
                    </a:lnR>
                    <a:lnT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b="0" i="0" sz="1200" u="none">
                          <a:solidFill>
                            <a:schemeClr val="tx2"/>
                          </a:solidFill>
                          <a:latin typeface="Calibri Regular"/>
                        </a:rPr>
                        <a:t>185</a:t>
                      </a:r>
                      <a:endParaRPr lang="en-US" sz="1200" b="0" i="0" u="none" strike="noStrike" noProof="0" dirty="0">
                        <a:solidFill>
                          <a:schemeClr val="tx2"/>
                        </a:solidFill>
                        <a:effectLst/>
                        <a:latin typeface="Calibri Regular"/>
                      </a:endParaRPr>
                    </a:p>
                  </a:txBody>
                  <a:tcPr marL="108000" marR="108000" marT="72000" marB="72000" anchor="ctr">
                    <a:lnL>
                      <a:noFill/>
                    </a:lnL>
                    <a:lnR>
                      <a:noFill/>
                    </a:lnR>
                    <a:lnT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EF5BA"/>
                    </a:solidFill>
                  </a:tcPr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b="0" i="0" sz="1200" u="none">
                          <a:solidFill>
                            <a:schemeClr val="tx1">
                              <a:lumMod val="60000"/>
                              <a:lumOff val="40000"/>
                            </a:schemeClr>
                          </a:solidFill>
                          <a:latin typeface="Calibri Regular"/>
                        </a:rPr>
                        <a:t>53</a:t>
                      </a:r>
                      <a:endParaRPr lang="en-US" sz="1200" b="0" i="0" u="none" strike="noStrike" noProof="0" dirty="0">
                        <a:solidFill>
                          <a:schemeClr val="tx1">
                            <a:lumMod val="60000"/>
                            <a:lumOff val="40000"/>
                          </a:schemeClr>
                        </a:solidFill>
                        <a:effectLst/>
                        <a:latin typeface="Calibri Regular"/>
                      </a:endParaRPr>
                    </a:p>
                  </a:txBody>
                  <a:tcPr marL="108000" marR="108000" marT="72000" marB="72000" anchor="ctr">
                    <a:lnL>
                      <a:noFill/>
                    </a:lnL>
                    <a:lnR w="9525" cap="flat" cmpd="sng" algn="ctr">
                      <a:noFill/>
                      <a:prstDash val="solid"/>
                    </a:lnR>
                    <a:lnT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b="0" i="0" sz="1200" u="none">
                          <a:solidFill>
                            <a:schemeClr val="tx1">
                              <a:lumMod val="60000"/>
                              <a:lumOff val="40000"/>
                            </a:schemeClr>
                          </a:solidFill>
                          <a:latin typeface="Calibri Regular"/>
                        </a:rPr>
                        <a:t>2</a:t>
                      </a:r>
                      <a:endParaRPr lang="en-US" sz="1200" b="0" i="0" u="none" strike="noStrike" noProof="0" dirty="0">
                        <a:solidFill>
                          <a:schemeClr val="tx1">
                            <a:lumMod val="60000"/>
                            <a:lumOff val="40000"/>
                          </a:schemeClr>
                        </a:solidFill>
                        <a:effectLst/>
                        <a:latin typeface="Calibri Regular"/>
                      </a:endParaRPr>
                    </a:p>
                  </a:txBody>
                  <a:tcPr marL="108000" marR="108000" marT="72000" marB="72000" anchor="ctr">
                    <a:lnL>
                      <a:noFill/>
                    </a:lnL>
                    <a:lnR w="9525" cap="flat" cmpd="sng" algn="ctr">
                      <a:noFill/>
                      <a:prstDash val="solid"/>
                    </a:lnR>
                    <a:lnT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b"/>
                      <a:r>
                        <a:rPr b="0" i="0" sz="1200" u="none">
                          <a:solidFill>
                            <a:schemeClr val="tx1">
                              <a:lumMod val="60000"/>
                              <a:lumOff val="40000"/>
                            </a:schemeClr>
                          </a:solidFill>
                          <a:latin typeface="Calibri Regular"/>
                        </a:rPr>
                        <a:t>generator</a:t>
                      </a:r>
                      <a:endParaRPr lang="en-US" sz="1200" b="0" i="0" u="none" strike="noStrike" noProof="0" dirty="0">
                        <a:solidFill>
                          <a:schemeClr val="tx1">
                            <a:lumMod val="60000"/>
                            <a:lumOff val="40000"/>
                          </a:schemeClr>
                        </a:solidFill>
                        <a:effectLst/>
                        <a:latin typeface="Calibri Regular"/>
                      </a:endParaRPr>
                    </a:p>
                  </a:txBody>
                  <a:tcPr marL="108000" marR="108000" marT="72000" marB="72000" anchor="ctr">
                    <a:lnL>
                      <a:noFill/>
                    </a:lnL>
                    <a:lnR w="9525" cap="flat" cmpd="sng" algn="ctr">
                      <a:noFill/>
                      <a:prstDash val="solid"/>
                    </a:lnR>
                    <a:lnT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b"/>
                      <a:r>
                        <a:rPr b="0" i="0" sz="1200" u="none">
                          <a:solidFill>
                            <a:schemeClr val="tx1">
                              <a:lumMod val="60000"/>
                              <a:lumOff val="40000"/>
                            </a:schemeClr>
                          </a:solidFill>
                          <a:latin typeface="Calibri Regular"/>
                        </a:rPr>
                        <a:t>Java</a:t>
                      </a:r>
                      <a:endParaRPr lang="en-US" sz="1200" b="0" i="0" u="none" strike="noStrike" noProof="0" dirty="0">
                        <a:solidFill>
                          <a:schemeClr val="tx1">
                            <a:lumMod val="60000"/>
                            <a:lumOff val="40000"/>
                          </a:schemeClr>
                        </a:solidFill>
                        <a:effectLst/>
                        <a:latin typeface="Calibri Regular"/>
                      </a:endParaRPr>
                    </a:p>
                  </a:txBody>
                  <a:tcPr marL="108000" marR="108000" marT="72000" marB="72000" anchor="ctr">
                    <a:lnL>
                      <a:noFill/>
                    </a:lnL>
                    <a:lnR w="9525" cap="flat" cmpd="sng" algn="ctr">
                      <a:noFill/>
                      <a:prstDash val="solid"/>
                    </a:lnR>
                    <a:lnT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933267410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algn="l" fontAlgn="b"/>
                      <a:r>
                        <a:rPr b="0" i="0" sz="1200" u="none">
                          <a:solidFill>
                            <a:schemeClr val="tx2"/>
                          </a:solidFill>
                          <a:latin typeface="Calibri Bold"/>
                        </a:rPr>
                        <a:t>RemoteLogManagerConfig.configDef()</a:t>
                      </a:r>
                      <a:endParaRPr lang="en-US" sz="1200" b="0" i="0" u="none" strike="noStrike" noProof="0" dirty="0">
                        <a:solidFill>
                          <a:schemeClr val="tx2"/>
                        </a:solidFill>
                        <a:effectLst/>
                        <a:latin typeface="Calibri Regular"/>
                      </a:endParaRPr>
                    </a:p>
                  </a:txBody>
                  <a:tcPr marL="108000" marR="108000" marT="72000" marB="72000" anchor="ctr">
                    <a:lnL w="9525" cap="flat" cmpd="sng" algn="ctr">
                      <a:noFill/>
                      <a:prstDash val="solid"/>
                    </a:lnL>
                    <a:lnR>
                      <a:noFill/>
                    </a:lnR>
                    <a:lnT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b="0" i="0" sz="1200" u="none">
                          <a:solidFill>
                            <a:schemeClr val="tx2"/>
                          </a:solidFill>
                          <a:latin typeface="Calibri Regular"/>
                        </a:rPr>
                        <a:t>185</a:t>
                      </a:r>
                      <a:endParaRPr lang="en-US" sz="1200" b="0" i="0" u="none" strike="noStrike" noProof="0" dirty="0">
                        <a:solidFill>
                          <a:schemeClr val="tx2"/>
                        </a:solidFill>
                        <a:effectLst/>
                        <a:latin typeface="Calibri Regular"/>
                      </a:endParaRPr>
                    </a:p>
                  </a:txBody>
                  <a:tcPr marL="108000" marR="108000" marT="72000" marB="72000" anchor="ctr">
                    <a:lnL>
                      <a:noFill/>
                    </a:lnL>
                    <a:lnR>
                      <a:noFill/>
                    </a:lnR>
                    <a:lnT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EF5BA"/>
                    </a:solidFill>
                  </a:tcPr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b="0" i="0" sz="1200" u="none">
                          <a:solidFill>
                            <a:schemeClr val="tx1">
                              <a:lumMod val="60000"/>
                              <a:lumOff val="40000"/>
                            </a:schemeClr>
                          </a:solidFill>
                          <a:latin typeface="Calibri Regular"/>
                        </a:rPr>
                        <a:t>1</a:t>
                      </a:r>
                      <a:endParaRPr lang="en-US" sz="1200" b="0" i="0" u="none" strike="noStrike" noProof="0" dirty="0">
                        <a:solidFill>
                          <a:schemeClr val="tx1">
                            <a:lumMod val="60000"/>
                            <a:lumOff val="40000"/>
                          </a:schemeClr>
                        </a:solidFill>
                        <a:effectLst/>
                        <a:latin typeface="Calibri Regular"/>
                      </a:endParaRPr>
                    </a:p>
                  </a:txBody>
                  <a:tcPr marL="108000" marR="108000" marT="72000" marB="72000" anchor="ctr">
                    <a:lnL>
                      <a:noFill/>
                    </a:lnL>
                    <a:lnR w="9525" cap="flat" cmpd="sng" algn="ctr">
                      <a:noFill/>
                      <a:prstDash val="solid"/>
                    </a:lnR>
                    <a:lnT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b="0" i="0" sz="1200" u="none">
                          <a:solidFill>
                            <a:schemeClr val="tx1">
                              <a:lumMod val="60000"/>
                              <a:lumOff val="40000"/>
                            </a:schemeClr>
                          </a:solidFill>
                          <a:latin typeface="Calibri Regular"/>
                        </a:rPr>
                        <a:t>0</a:t>
                      </a:r>
                      <a:endParaRPr lang="en-US" sz="1200" b="0" i="0" u="none" strike="noStrike" noProof="0" dirty="0">
                        <a:solidFill>
                          <a:schemeClr val="tx1">
                            <a:lumMod val="60000"/>
                            <a:lumOff val="40000"/>
                          </a:schemeClr>
                        </a:solidFill>
                        <a:effectLst/>
                        <a:latin typeface="Calibri Regular"/>
                      </a:endParaRPr>
                    </a:p>
                  </a:txBody>
                  <a:tcPr marL="108000" marR="108000" marT="72000" marB="72000" anchor="ctr">
                    <a:lnL>
                      <a:noFill/>
                    </a:lnL>
                    <a:lnR w="9525" cap="flat" cmpd="sng" algn="ctr">
                      <a:noFill/>
                      <a:prstDash val="solid"/>
                    </a:lnR>
                    <a:lnT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b"/>
                      <a:r>
                        <a:rPr b="0" i="0" sz="1200" u="none">
                          <a:solidFill>
                            <a:schemeClr val="tx1">
                              <a:lumMod val="60000"/>
                              <a:lumOff val="40000"/>
                            </a:schemeClr>
                          </a:solidFill>
                          <a:latin typeface="Calibri Regular"/>
                        </a:rPr>
                        <a:t>storage</a:t>
                      </a:r>
                      <a:endParaRPr lang="en-US" sz="1200" b="0" i="0" u="none" strike="noStrike" noProof="0" dirty="0">
                        <a:solidFill>
                          <a:schemeClr val="tx1">
                            <a:lumMod val="60000"/>
                            <a:lumOff val="40000"/>
                          </a:schemeClr>
                        </a:solidFill>
                        <a:effectLst/>
                        <a:latin typeface="Calibri Regular"/>
                      </a:endParaRPr>
                    </a:p>
                  </a:txBody>
                  <a:tcPr marL="108000" marR="108000" marT="72000" marB="72000" anchor="ctr">
                    <a:lnL>
                      <a:noFill/>
                    </a:lnL>
                    <a:lnR w="9525" cap="flat" cmpd="sng" algn="ctr">
                      <a:noFill/>
                      <a:prstDash val="solid"/>
                    </a:lnR>
                    <a:lnT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b"/>
                      <a:r>
                        <a:rPr b="0" i="0" sz="1200" u="none">
                          <a:solidFill>
                            <a:schemeClr val="tx1">
                              <a:lumMod val="60000"/>
                              <a:lumOff val="40000"/>
                            </a:schemeClr>
                          </a:solidFill>
                          <a:latin typeface="Calibri Regular"/>
                        </a:rPr>
                        <a:t>Java</a:t>
                      </a:r>
                      <a:endParaRPr lang="en-US" sz="1200" b="0" i="0" u="none" strike="noStrike" noProof="0" dirty="0">
                        <a:solidFill>
                          <a:schemeClr val="tx1">
                            <a:lumMod val="60000"/>
                            <a:lumOff val="40000"/>
                          </a:schemeClr>
                        </a:solidFill>
                        <a:effectLst/>
                        <a:latin typeface="Calibri Regular"/>
                      </a:endParaRPr>
                    </a:p>
                  </a:txBody>
                  <a:tcPr marL="108000" marR="108000" marT="72000" marB="72000" anchor="ctr">
                    <a:lnL>
                      <a:noFill/>
                    </a:lnL>
                    <a:lnR w="9525" cap="flat" cmpd="sng" algn="ctr">
                      <a:noFill/>
                      <a:prstDash val="solid"/>
                    </a:lnR>
                    <a:lnT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009910387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algn="l" fontAlgn="b"/>
                      <a:r>
                        <a:rPr b="0" i="0" sz="1200" u="none">
                          <a:solidFill>
                            <a:schemeClr val="tx2"/>
                          </a:solidFill>
                          <a:latin typeface="Calibri Bold"/>
                        </a:rPr>
                        <a:t>AbstractResponse.parseResponse(ApiKeys,Readable,short)</a:t>
                      </a:r>
                      <a:endParaRPr lang="en-US" sz="1200" b="0" i="0" u="none" strike="noStrike" noProof="0" dirty="0">
                        <a:solidFill>
                          <a:schemeClr val="tx2"/>
                        </a:solidFill>
                        <a:effectLst/>
                        <a:latin typeface="Calibri Regular"/>
                      </a:endParaRPr>
                    </a:p>
                  </a:txBody>
                  <a:tcPr marL="108000" marR="108000" marT="72000" marB="72000" anchor="ctr">
                    <a:lnL w="9525" cap="flat" cmpd="sng" algn="ctr">
                      <a:noFill/>
                      <a:prstDash val="solid"/>
                    </a:lnL>
                    <a:lnR>
                      <a:noFill/>
                    </a:lnR>
                    <a:lnT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b="0" i="0" sz="1200" u="none">
                          <a:solidFill>
                            <a:schemeClr val="tx2"/>
                          </a:solidFill>
                          <a:latin typeface="Calibri Regular"/>
                        </a:rPr>
                        <a:t>185</a:t>
                      </a:r>
                      <a:endParaRPr lang="en-US" sz="1200" b="0" i="0" u="none" strike="noStrike" noProof="0" dirty="0">
                        <a:solidFill>
                          <a:schemeClr val="tx2"/>
                        </a:solidFill>
                        <a:effectLst/>
                        <a:latin typeface="Calibri Regular"/>
                      </a:endParaRPr>
                    </a:p>
                  </a:txBody>
                  <a:tcPr marL="108000" marR="108000" marT="72000" marB="72000" anchor="ctr">
                    <a:lnL>
                      <a:noFill/>
                    </a:lnL>
                    <a:lnR>
                      <a:noFill/>
                    </a:lnR>
                    <a:lnT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EF5BA"/>
                    </a:solidFill>
                  </a:tcPr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b="0" i="0" sz="1200" u="none">
                          <a:solidFill>
                            <a:schemeClr val="tx1">
                              <a:lumMod val="60000"/>
                              <a:lumOff val="40000"/>
                            </a:schemeClr>
                          </a:solidFill>
                          <a:latin typeface="Calibri Regular"/>
                        </a:rPr>
                        <a:t>90</a:t>
                      </a:r>
                      <a:endParaRPr lang="en-US" sz="1200" b="0" i="0" u="none" strike="noStrike" noProof="0" dirty="0">
                        <a:solidFill>
                          <a:schemeClr val="tx1">
                            <a:lumMod val="60000"/>
                            <a:lumOff val="40000"/>
                          </a:schemeClr>
                        </a:solidFill>
                        <a:effectLst/>
                        <a:latin typeface="Calibri Regular"/>
                      </a:endParaRPr>
                    </a:p>
                  </a:txBody>
                  <a:tcPr marL="108000" marR="108000" marT="72000" marB="72000" anchor="ctr">
                    <a:lnL>
                      <a:noFill/>
                    </a:lnL>
                    <a:lnR w="9525" cap="flat" cmpd="sng" algn="ctr">
                      <a:noFill/>
                      <a:prstDash val="solid"/>
                    </a:lnR>
                    <a:lnT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b="0" i="0" sz="1200" u="none">
                          <a:solidFill>
                            <a:schemeClr val="tx1">
                              <a:lumMod val="60000"/>
                              <a:lumOff val="40000"/>
                            </a:schemeClr>
                          </a:solidFill>
                          <a:latin typeface="Calibri Regular"/>
                        </a:rPr>
                        <a:t>3</a:t>
                      </a:r>
                      <a:endParaRPr lang="en-US" sz="1200" b="0" i="0" u="none" strike="noStrike" noProof="0" dirty="0">
                        <a:solidFill>
                          <a:schemeClr val="tx1">
                            <a:lumMod val="60000"/>
                            <a:lumOff val="40000"/>
                          </a:schemeClr>
                        </a:solidFill>
                        <a:effectLst/>
                        <a:latin typeface="Calibri Regular"/>
                      </a:endParaRPr>
                    </a:p>
                  </a:txBody>
                  <a:tcPr marL="108000" marR="108000" marT="72000" marB="72000" anchor="ctr">
                    <a:lnL>
                      <a:noFill/>
                    </a:lnL>
                    <a:lnR w="9525" cap="flat" cmpd="sng" algn="ctr">
                      <a:noFill/>
                      <a:prstDash val="solid"/>
                    </a:lnR>
                    <a:lnT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b"/>
                      <a:r>
                        <a:rPr b="0" i="0" sz="1200" u="none">
                          <a:solidFill>
                            <a:schemeClr val="tx1">
                              <a:lumMod val="60000"/>
                              <a:lumOff val="40000"/>
                            </a:schemeClr>
                          </a:solidFill>
                          <a:latin typeface="Calibri Regular"/>
                        </a:rPr>
                        <a:t>clients</a:t>
                      </a:r>
                      <a:endParaRPr lang="en-US" sz="1200" b="0" i="0" u="none" strike="noStrike" noProof="0" dirty="0">
                        <a:solidFill>
                          <a:schemeClr val="tx1">
                            <a:lumMod val="60000"/>
                            <a:lumOff val="40000"/>
                          </a:schemeClr>
                        </a:solidFill>
                        <a:effectLst/>
                        <a:latin typeface="Calibri Regular"/>
                      </a:endParaRPr>
                    </a:p>
                  </a:txBody>
                  <a:tcPr marL="108000" marR="108000" marT="72000" marB="72000" anchor="ctr">
                    <a:lnL>
                      <a:noFill/>
                    </a:lnL>
                    <a:lnR w="9525" cap="flat" cmpd="sng" algn="ctr">
                      <a:noFill/>
                      <a:prstDash val="solid"/>
                    </a:lnR>
                    <a:lnT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b"/>
                      <a:r>
                        <a:rPr b="0" i="0" sz="1200" u="none">
                          <a:solidFill>
                            <a:schemeClr val="tx1">
                              <a:lumMod val="60000"/>
                              <a:lumOff val="40000"/>
                            </a:schemeClr>
                          </a:solidFill>
                          <a:latin typeface="Calibri Regular"/>
                        </a:rPr>
                        <a:t>Java</a:t>
                      </a:r>
                      <a:endParaRPr lang="en-US" sz="1200" b="0" i="0" u="none" strike="noStrike" noProof="0" dirty="0">
                        <a:solidFill>
                          <a:schemeClr val="tx1">
                            <a:lumMod val="60000"/>
                            <a:lumOff val="40000"/>
                          </a:schemeClr>
                        </a:solidFill>
                        <a:effectLst/>
                        <a:latin typeface="Calibri Regular"/>
                      </a:endParaRPr>
                    </a:p>
                  </a:txBody>
                  <a:tcPr marL="108000" marR="108000" marT="72000" marB="72000" anchor="ctr">
                    <a:lnL>
                      <a:noFill/>
                    </a:lnL>
                    <a:lnR w="9525" cap="flat" cmpd="sng" algn="ctr">
                      <a:noFill/>
                      <a:prstDash val="solid"/>
                    </a:lnR>
                    <a:lnT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372763307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algn="l" fontAlgn="b"/>
                      <a:r>
                        <a:rPr b="0" i="0" sz="1200" u="none">
                          <a:solidFill>
                            <a:schemeClr val="tx2"/>
                          </a:solidFill>
                          <a:latin typeface="Calibri Bold"/>
                        </a:rPr>
                        <a:t>AbstractRequest.doParseRequest(ApiKeys,short,Readable)</a:t>
                      </a:r>
                      <a:endParaRPr lang="en-US" sz="1200" b="0" i="0" u="none" strike="noStrike" noProof="0" dirty="0">
                        <a:solidFill>
                          <a:schemeClr val="tx2"/>
                        </a:solidFill>
                        <a:effectLst/>
                        <a:latin typeface="Calibri Regular"/>
                      </a:endParaRPr>
                    </a:p>
                  </a:txBody>
                  <a:tcPr marL="108000" marR="108000" marT="72000" marB="72000" anchor="ctr">
                    <a:lnL w="9525" cap="flat" cmpd="sng" algn="ctr">
                      <a:noFill/>
                      <a:prstDash val="solid"/>
                    </a:lnL>
                    <a:lnR>
                      <a:noFill/>
                    </a:lnR>
                    <a:lnT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b="0" i="0" sz="1200" u="none">
                          <a:solidFill>
                            <a:schemeClr val="tx2"/>
                          </a:solidFill>
                          <a:latin typeface="Calibri Regular"/>
                        </a:rPr>
                        <a:t>185</a:t>
                      </a:r>
                      <a:endParaRPr lang="en-US" sz="1200" b="0" i="0" u="none" strike="noStrike" noProof="0" dirty="0">
                        <a:solidFill>
                          <a:schemeClr val="tx2"/>
                        </a:solidFill>
                        <a:effectLst/>
                        <a:latin typeface="Calibri Regular"/>
                      </a:endParaRPr>
                    </a:p>
                  </a:txBody>
                  <a:tcPr marL="108000" marR="108000" marT="72000" marB="72000" anchor="ctr">
                    <a:lnL>
                      <a:noFill/>
                    </a:lnL>
                    <a:lnR>
                      <a:noFill/>
                    </a:lnR>
                    <a:lnT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EF5BA"/>
                    </a:solidFill>
                  </a:tcPr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b="0" i="0" sz="1200" u="none">
                          <a:solidFill>
                            <a:schemeClr val="tx1">
                              <a:lumMod val="60000"/>
                              <a:lumOff val="40000"/>
                            </a:schemeClr>
                          </a:solidFill>
                          <a:latin typeface="Calibri Regular"/>
                        </a:rPr>
                        <a:t>90</a:t>
                      </a:r>
                      <a:endParaRPr lang="en-US" sz="1200" b="0" i="0" u="none" strike="noStrike" noProof="0" dirty="0">
                        <a:solidFill>
                          <a:schemeClr val="tx1">
                            <a:lumMod val="60000"/>
                            <a:lumOff val="40000"/>
                          </a:schemeClr>
                        </a:solidFill>
                        <a:effectLst/>
                        <a:latin typeface="Calibri Regular"/>
                      </a:endParaRPr>
                    </a:p>
                  </a:txBody>
                  <a:tcPr marL="108000" marR="108000" marT="72000" marB="72000" anchor="ctr">
                    <a:lnL>
                      <a:noFill/>
                    </a:lnL>
                    <a:lnR w="9525" cap="flat" cmpd="sng" algn="ctr">
                      <a:noFill/>
                      <a:prstDash val="solid"/>
                    </a:lnR>
                    <a:lnT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b="0" i="0" sz="1200" u="none">
                          <a:solidFill>
                            <a:schemeClr val="tx1">
                              <a:lumMod val="60000"/>
                              <a:lumOff val="40000"/>
                            </a:schemeClr>
                          </a:solidFill>
                          <a:latin typeface="Calibri Regular"/>
                        </a:rPr>
                        <a:t>3</a:t>
                      </a:r>
                      <a:endParaRPr lang="en-US" sz="1200" b="0" i="0" u="none" strike="noStrike" noProof="0" dirty="0">
                        <a:solidFill>
                          <a:schemeClr val="tx1">
                            <a:lumMod val="60000"/>
                            <a:lumOff val="40000"/>
                          </a:schemeClr>
                        </a:solidFill>
                        <a:effectLst/>
                        <a:latin typeface="Calibri Regular"/>
                      </a:endParaRPr>
                    </a:p>
                  </a:txBody>
                  <a:tcPr marL="108000" marR="108000" marT="72000" marB="72000" anchor="ctr">
                    <a:lnL>
                      <a:noFill/>
                    </a:lnL>
                    <a:lnR w="9525" cap="flat" cmpd="sng" algn="ctr">
                      <a:noFill/>
                      <a:prstDash val="solid"/>
                    </a:lnR>
                    <a:lnT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b"/>
                      <a:r>
                        <a:rPr b="0" i="0" sz="1200" u="none">
                          <a:solidFill>
                            <a:schemeClr val="tx1">
                              <a:lumMod val="60000"/>
                              <a:lumOff val="40000"/>
                            </a:schemeClr>
                          </a:solidFill>
                          <a:latin typeface="Calibri Regular"/>
                        </a:rPr>
                        <a:t>clients</a:t>
                      </a:r>
                      <a:endParaRPr lang="en-US" sz="1200" b="0" i="0" u="none" strike="noStrike" noProof="0" dirty="0">
                        <a:solidFill>
                          <a:schemeClr val="tx1">
                            <a:lumMod val="60000"/>
                            <a:lumOff val="40000"/>
                          </a:schemeClr>
                        </a:solidFill>
                        <a:effectLst/>
                        <a:latin typeface="Calibri Regular"/>
                      </a:endParaRPr>
                    </a:p>
                  </a:txBody>
                  <a:tcPr marL="108000" marR="108000" marT="72000" marB="72000" anchor="ctr">
                    <a:lnL>
                      <a:noFill/>
                    </a:lnL>
                    <a:lnR w="9525" cap="flat" cmpd="sng" algn="ctr">
                      <a:noFill/>
                      <a:prstDash val="solid"/>
                    </a:lnR>
                    <a:lnT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b"/>
                      <a:r>
                        <a:rPr b="0" i="0" sz="1200" u="none">
                          <a:solidFill>
                            <a:schemeClr val="tx1">
                              <a:lumMod val="60000"/>
                              <a:lumOff val="40000"/>
                            </a:schemeClr>
                          </a:solidFill>
                          <a:latin typeface="Calibri Regular"/>
                        </a:rPr>
                        <a:t>Java</a:t>
                      </a:r>
                      <a:endParaRPr lang="en-US" sz="1200" b="0" i="0" u="none" strike="noStrike" noProof="0" dirty="0">
                        <a:solidFill>
                          <a:schemeClr val="tx1">
                            <a:lumMod val="60000"/>
                            <a:lumOff val="40000"/>
                          </a:schemeClr>
                        </a:solidFill>
                        <a:effectLst/>
                        <a:latin typeface="Calibri Regular"/>
                      </a:endParaRPr>
                    </a:p>
                  </a:txBody>
                  <a:tcPr marL="108000" marR="108000" marT="72000" marB="72000" anchor="ctr">
                    <a:lnL>
                      <a:noFill/>
                    </a:lnL>
                    <a:lnR w="9525" cap="flat" cmpd="sng" algn="ctr">
                      <a:noFill/>
                      <a:prstDash val="solid"/>
                    </a:lnR>
                    <a:lnT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022263985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algn="l" fontAlgn="b"/>
                      <a:r>
                        <a:rPr b="0" i="0" sz="1200" u="none">
                          <a:solidFill>
                            <a:schemeClr val="tx2"/>
                          </a:solidFill>
                          <a:latin typeface="Calibri Bold"/>
                        </a:rPr>
                        <a:t>RequestConvertToJson.request(AbstractRequest)</a:t>
                      </a:r>
                      <a:endParaRPr lang="en-US" sz="1200" b="0" i="0" u="none" strike="noStrike" noProof="0" dirty="0">
                        <a:solidFill>
                          <a:schemeClr val="tx2"/>
                        </a:solidFill>
                        <a:effectLst/>
                        <a:latin typeface="Calibri Regular"/>
                      </a:endParaRPr>
                    </a:p>
                  </a:txBody>
                  <a:tcPr marL="108000" marR="108000" marT="72000" marB="72000" anchor="ctr">
                    <a:lnL w="9525" cap="flat" cmpd="sng" algn="ctr">
                      <a:noFill/>
                      <a:prstDash val="solid"/>
                    </a:lnL>
                    <a:lnR>
                      <a:noFill/>
                    </a:lnR>
                    <a:lnT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b="0" i="0" sz="1200" u="none">
                          <a:solidFill>
                            <a:schemeClr val="tx2"/>
                          </a:solidFill>
                          <a:latin typeface="Calibri Regular"/>
                        </a:rPr>
                        <a:t>182</a:t>
                      </a:r>
                      <a:endParaRPr lang="en-US" sz="1200" b="0" i="0" u="none" strike="noStrike" noProof="0" dirty="0">
                        <a:solidFill>
                          <a:schemeClr val="tx2"/>
                        </a:solidFill>
                        <a:effectLst/>
                        <a:latin typeface="Calibri Regular"/>
                      </a:endParaRPr>
                    </a:p>
                  </a:txBody>
                  <a:tcPr marL="108000" marR="108000" marT="72000" marB="72000" anchor="ctr">
                    <a:lnL>
                      <a:noFill/>
                    </a:lnL>
                    <a:lnR>
                      <a:noFill/>
                    </a:lnR>
                    <a:lnT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EF5BA"/>
                    </a:solidFill>
                  </a:tcPr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b="0" i="0" sz="1200" u="none">
                          <a:solidFill>
                            <a:schemeClr val="tx1">
                              <a:lumMod val="60000"/>
                              <a:lumOff val="40000"/>
                            </a:schemeClr>
                          </a:solidFill>
                          <a:latin typeface="Calibri Regular"/>
                        </a:rPr>
                        <a:t>90</a:t>
                      </a:r>
                      <a:endParaRPr lang="en-US" sz="1200" b="0" i="0" u="none" strike="noStrike" noProof="0" dirty="0">
                        <a:solidFill>
                          <a:schemeClr val="tx1">
                            <a:lumMod val="60000"/>
                            <a:lumOff val="40000"/>
                          </a:schemeClr>
                        </a:solidFill>
                        <a:effectLst/>
                        <a:latin typeface="Calibri Regular"/>
                      </a:endParaRPr>
                    </a:p>
                  </a:txBody>
                  <a:tcPr marL="108000" marR="108000" marT="72000" marB="72000" anchor="ctr">
                    <a:lnL>
                      <a:noFill/>
                    </a:lnL>
                    <a:lnR w="9525" cap="flat" cmpd="sng" algn="ctr">
                      <a:noFill/>
                      <a:prstDash val="solid"/>
                    </a:lnR>
                    <a:lnT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b="0" i="0" sz="1200" u="none">
                          <a:solidFill>
                            <a:schemeClr val="tx1">
                              <a:lumMod val="60000"/>
                              <a:lumOff val="40000"/>
                            </a:schemeClr>
                          </a:solidFill>
                          <a:latin typeface="Calibri Regular"/>
                        </a:rPr>
                        <a:t>1</a:t>
                      </a:r>
                      <a:endParaRPr lang="en-US" sz="1200" b="0" i="0" u="none" strike="noStrike" noProof="0" dirty="0">
                        <a:solidFill>
                          <a:schemeClr val="tx1">
                            <a:lumMod val="60000"/>
                            <a:lumOff val="40000"/>
                          </a:schemeClr>
                        </a:solidFill>
                        <a:effectLst/>
                        <a:latin typeface="Calibri Regular"/>
                      </a:endParaRPr>
                    </a:p>
                  </a:txBody>
                  <a:tcPr marL="108000" marR="108000" marT="72000" marB="72000" anchor="ctr">
                    <a:lnL>
                      <a:noFill/>
                    </a:lnL>
                    <a:lnR w="9525" cap="flat" cmpd="sng" algn="ctr">
                      <a:noFill/>
                      <a:prstDash val="solid"/>
                    </a:lnR>
                    <a:lnT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b"/>
                      <a:r>
                        <a:rPr b="0" i="0" sz="1200" u="none">
                          <a:solidFill>
                            <a:schemeClr val="tx1">
                              <a:lumMod val="60000"/>
                              <a:lumOff val="40000"/>
                            </a:schemeClr>
                          </a:solidFill>
                          <a:latin typeface="Calibri Regular"/>
                        </a:rPr>
                        <a:t>server</a:t>
                      </a:r>
                      <a:endParaRPr lang="en-US" sz="1200" b="0" i="0" u="none" strike="noStrike" noProof="0" dirty="0">
                        <a:solidFill>
                          <a:schemeClr val="tx1">
                            <a:lumMod val="60000"/>
                            <a:lumOff val="40000"/>
                          </a:schemeClr>
                        </a:solidFill>
                        <a:effectLst/>
                        <a:latin typeface="Calibri Regular"/>
                      </a:endParaRPr>
                    </a:p>
                  </a:txBody>
                  <a:tcPr marL="108000" marR="108000" marT="72000" marB="72000" anchor="ctr">
                    <a:lnL>
                      <a:noFill/>
                    </a:lnL>
                    <a:lnR w="9525" cap="flat" cmpd="sng" algn="ctr">
                      <a:noFill/>
                      <a:prstDash val="solid"/>
                    </a:lnR>
                    <a:lnT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b"/>
                      <a:r>
                        <a:rPr b="0" i="0" sz="1200" u="none">
                          <a:solidFill>
                            <a:schemeClr val="tx1">
                              <a:lumMod val="60000"/>
                              <a:lumOff val="40000"/>
                            </a:schemeClr>
                          </a:solidFill>
                          <a:latin typeface="Calibri Regular"/>
                        </a:rPr>
                        <a:t>Java</a:t>
                      </a:r>
                      <a:endParaRPr lang="en-US" sz="1200" b="0" i="0" u="none" strike="noStrike" noProof="0" dirty="0">
                        <a:solidFill>
                          <a:schemeClr val="tx1">
                            <a:lumMod val="60000"/>
                            <a:lumOff val="40000"/>
                          </a:schemeClr>
                        </a:solidFill>
                        <a:effectLst/>
                        <a:latin typeface="Calibri Regular"/>
                      </a:endParaRPr>
                    </a:p>
                  </a:txBody>
                  <a:tcPr marL="108000" marR="108000" marT="72000" marB="72000" anchor="ctr">
                    <a:lnL>
                      <a:noFill/>
                    </a:lnL>
                    <a:lnR w="9525" cap="flat" cmpd="sng" algn="ctr">
                      <a:noFill/>
                      <a:prstDash val="solid"/>
                    </a:lnR>
                    <a:lnT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516404128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marR="0" lvl="0" indent="0" algn="l" defTabSz="914400" rtl="0" eaLnBrk="1" fontAlgn="b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b="0" i="0" sz="1200" u="none">
                          <a:solidFill>
                            <a:schemeClr val="tx2"/>
                          </a:solidFill>
                          <a:latin typeface="Calibri Bold"/>
                        </a:rPr>
                        <a:t>GroupCoordinatorMetrics.GroupCoordinatorMetrics(MetricsRegistry,Metrics)</a:t>
                      </a:r>
                      <a:endParaRPr lang="en-US" sz="1200" b="0" i="0" u="none" strike="noStrike" noProof="0" dirty="0">
                        <a:solidFill>
                          <a:schemeClr val="tx2"/>
                        </a:solidFill>
                        <a:effectLst/>
                        <a:latin typeface="Calibri Regular"/>
                      </a:endParaRPr>
                    </a:p>
                  </a:txBody>
                  <a:tcPr marL="108000" marR="108000" marT="72000" marB="72000" anchor="ctr">
                    <a:lnL w="9525" cap="flat" cmpd="sng" algn="ctr">
                      <a:noFill/>
                      <a:prstDash val="solid"/>
                    </a:lnL>
                    <a:lnR>
                      <a:noFill/>
                    </a:lnR>
                    <a:lnT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b="0" i="0" sz="1200" u="none">
                          <a:solidFill>
                            <a:schemeClr val="tx2"/>
                          </a:solidFill>
                          <a:latin typeface="Calibri Regular"/>
                        </a:rPr>
                        <a:t>178</a:t>
                      </a:r>
                      <a:endParaRPr lang="en-US" sz="1200" b="0" i="0" u="none" strike="noStrike" noProof="0" dirty="0">
                        <a:solidFill>
                          <a:schemeClr val="tx2"/>
                        </a:solidFill>
                        <a:effectLst/>
                        <a:latin typeface="+mn-lt"/>
                      </a:endParaRPr>
                    </a:p>
                  </a:txBody>
                  <a:tcPr marL="108000" marR="108000" marT="72000" marB="72000" anchor="ctr">
                    <a:lnL>
                      <a:noFill/>
                    </a:lnL>
                    <a:lnR>
                      <a:noFill/>
                    </a:lnR>
                    <a:lnT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EF5BA"/>
                    </a:solidFill>
                  </a:tcPr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b="0" i="0" sz="1200" u="none">
                          <a:solidFill>
                            <a:schemeClr val="tx1">
                              <a:lumMod val="60000"/>
                              <a:lumOff val="40000"/>
                            </a:schemeClr>
                          </a:solidFill>
                          <a:latin typeface="Calibri Regular"/>
                        </a:rPr>
                        <a:t>1</a:t>
                      </a:r>
                      <a:endParaRPr lang="en-US" sz="1200" b="0" i="0" u="none" strike="noStrike" noProof="0" dirty="0">
                        <a:solidFill>
                          <a:schemeClr val="tx1">
                            <a:lumMod val="60000"/>
                            <a:lumOff val="40000"/>
                          </a:schemeClr>
                        </a:solidFill>
                        <a:effectLst/>
                        <a:latin typeface="+mn-lt"/>
                      </a:endParaRPr>
                    </a:p>
                  </a:txBody>
                  <a:tcPr marL="108000" marR="108000" marT="72000" marB="72000" anchor="ctr">
                    <a:lnL>
                      <a:noFill/>
                    </a:lnL>
                    <a:lnR w="9525" cap="flat" cmpd="sng" algn="ctr">
                      <a:noFill/>
                      <a:prstDash val="solid"/>
                    </a:lnR>
                    <a:lnT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b="0" i="0" sz="1200" u="none">
                          <a:solidFill>
                            <a:schemeClr val="tx1">
                              <a:lumMod val="60000"/>
                              <a:lumOff val="40000"/>
                            </a:schemeClr>
                          </a:solidFill>
                          <a:latin typeface="Calibri Regular"/>
                        </a:rPr>
                        <a:t>2</a:t>
                      </a:r>
                      <a:endParaRPr lang="en-US" sz="1200" b="0" i="0" u="none" strike="noStrike" noProof="0" dirty="0">
                        <a:solidFill>
                          <a:schemeClr val="tx1">
                            <a:lumMod val="60000"/>
                            <a:lumOff val="40000"/>
                          </a:schemeClr>
                        </a:solidFill>
                        <a:effectLst/>
                        <a:latin typeface="+mn-lt"/>
                      </a:endParaRPr>
                    </a:p>
                  </a:txBody>
                  <a:tcPr marL="108000" marR="108000" marT="72000" marB="72000" anchor="ctr">
                    <a:lnL>
                      <a:noFill/>
                    </a:lnL>
                    <a:lnR w="9525" cap="flat" cmpd="sng" algn="ctr">
                      <a:noFill/>
                      <a:prstDash val="solid"/>
                    </a:lnR>
                    <a:lnT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b"/>
                      <a:r>
                        <a:rPr b="0" i="0" sz="1200" u="none">
                          <a:solidFill>
                            <a:schemeClr val="tx1">
                              <a:lumMod val="60000"/>
                              <a:lumOff val="40000"/>
                            </a:schemeClr>
                          </a:solidFill>
                          <a:latin typeface="Calibri Regular"/>
                        </a:rPr>
                        <a:t>group-coordinator</a:t>
                      </a:r>
                      <a:endParaRPr lang="en-US" sz="1200" b="0" i="0" u="none" strike="noStrike" noProof="0" dirty="0">
                        <a:solidFill>
                          <a:schemeClr val="tx1">
                            <a:lumMod val="60000"/>
                            <a:lumOff val="40000"/>
                          </a:schemeClr>
                        </a:solidFill>
                        <a:effectLst/>
                        <a:latin typeface="+mn-lt"/>
                      </a:endParaRPr>
                    </a:p>
                  </a:txBody>
                  <a:tcPr marL="108000" marR="108000" marT="72000" marB="72000" anchor="ctr">
                    <a:lnL>
                      <a:noFill/>
                    </a:lnL>
                    <a:lnR w="9525" cap="flat" cmpd="sng" algn="ctr">
                      <a:noFill/>
                      <a:prstDash val="solid"/>
                    </a:lnR>
                    <a:lnT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b"/>
                      <a:r>
                        <a:rPr b="0" i="0" sz="1200" u="none">
                          <a:solidFill>
                            <a:schemeClr val="tx1">
                              <a:lumMod val="60000"/>
                              <a:lumOff val="40000"/>
                            </a:schemeClr>
                          </a:solidFill>
                          <a:latin typeface="Calibri Regular"/>
                        </a:rPr>
                        <a:t>Java</a:t>
                      </a:r>
                      <a:endParaRPr lang="en-US" sz="1200" b="0" i="0" u="none" strike="noStrike" noProof="0" dirty="0">
                        <a:solidFill>
                          <a:schemeClr val="tx1">
                            <a:lumMod val="60000"/>
                            <a:lumOff val="40000"/>
                          </a:schemeClr>
                        </a:solidFill>
                        <a:effectLst/>
                        <a:latin typeface="+mn-lt"/>
                      </a:endParaRPr>
                    </a:p>
                  </a:txBody>
                  <a:tcPr marL="108000" marR="108000" marT="72000" marB="72000" anchor="ctr">
                    <a:lnL>
                      <a:noFill/>
                    </a:lnL>
                    <a:lnR w="9525" cap="flat" cmpd="sng" algn="ctr">
                      <a:noFill/>
                      <a:prstDash val="solid"/>
                    </a:lnR>
                    <a:lnT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255606331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3848876227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190E241-59C2-6F55-4707-FD2CC82A6C6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Number Placeholder 1">
            <a:extLst>
              <a:ext uri="{FF2B5EF4-FFF2-40B4-BE49-F238E27FC236}">
                <a16:creationId xmlns:a16="http://schemas.microsoft.com/office/drawing/2014/main" id="{3B397773-E61A-9D94-159E-FE176D511F7A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E242BD21-9B61-2246-BCB1-4BE5E1BEBE1C}" type="slidenum">
              <a:rPr lang="en-US" smtClean="0"/>
              <a:pPr/>
              <a:t>7</a:t>
            </a:fld>
            <a:endParaRPr lang="en-US"/>
          </a:p>
        </p:txBody>
      </p:sp>
      <p:sp>
        <p:nvSpPr>
          <p:cNvPr id="10" name="Text Placeholder 9">
            <a:extLst>
              <a:ext uri="{FF2B5EF4-FFF2-40B4-BE49-F238E27FC236}">
                <a16:creationId xmlns:a16="http://schemas.microsoft.com/office/drawing/2014/main" id="{C070E2EE-7B25-5041-16B6-A6265C553E99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/>
        <p:txBody>
          <a:bodyPr/>
          <a:lstStyle/>
          <a:p>
            <a:r>
              <a:rPr lang="en-US" dirty="0"/>
              <a:t>Refactoring Candidates – Unit Size</a:t>
            </a:r>
          </a:p>
        </p:txBody>
      </p:sp>
      <p:sp>
        <p:nvSpPr>
          <p:cNvPr id="5" name="Title 4">
            <a:extLst>
              <a:ext uri="{FF2B5EF4-FFF2-40B4-BE49-F238E27FC236}">
                <a16:creationId xmlns:a16="http://schemas.microsoft.com/office/drawing/2014/main" id="{7E6AFEFE-FA0F-CDBD-40F1-A3FF99211BA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An overview of the longest Java units</a:t>
            </a:r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6476392F-4A8E-477A-00F5-76B3207433B6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2669790" y="6549140"/>
            <a:ext cx="804066" cy="236406"/>
          </a:xfrm>
          <a:prstGeom prst="rect">
            <a:avLst/>
          </a:prstGeom>
          <a:noFill/>
          <a:ln w="12700" cap="flat" cmpd="sng" algn="ctr">
            <a:noFill/>
            <a:prstDash val="solid"/>
            <a:miter lim="800000"/>
          </a:ln>
        </p:spPr>
        <p:txBody>
          <a:bodyPr wrap="none" lIns="0" tIns="36000" rIns="0" rtlCol="0" anchor="ctr">
            <a:spAutoFit/>
          </a:bodyPr>
          <a:lstStyle>
            <a:defPPr>
              <a:defRPr lang="en-US"/>
            </a:defPPr>
            <a:lvl1pPr marL="0" algn="l" defTabSz="914400" rtl="0" eaLnBrk="1" latinLnBrk="0" hangingPunct="1">
              <a:defRPr lang="en-US" sz="1000" b="1" kern="1200" cap="all" spc="10" baseline="0" dirty="0">
                <a:solidFill>
                  <a:srgbClr val="B2BECD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 dirty="0"/>
              <a:t>Confidential</a:t>
            </a:r>
          </a:p>
        </p:txBody>
      </p:sp>
      <p:graphicFrame>
        <p:nvGraphicFramePr>
          <p:cNvPr id="4" name="REFACTORING_CANDIDATES_TABLE_UNIT_SIZE_TECH_1">
            <a:extLst>
              <a:ext uri="{FF2B5EF4-FFF2-40B4-BE49-F238E27FC236}">
                <a16:creationId xmlns:a16="http://schemas.microsoft.com/office/drawing/2014/main" id="{6526472F-557C-F0F9-9AC9-DA0F1F07D816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671607165"/>
              </p:ext>
            </p:extLst>
          </p:nvPr>
        </p:nvGraphicFramePr>
        <p:xfrm>
          <a:off x="514373" y="1366988"/>
          <a:ext cx="11231294" cy="4972560"/>
        </p:xfrm>
        <a:graphic>
          <a:graphicData uri="http://schemas.openxmlformats.org/drawingml/2006/table">
            <a:tbl>
              <a:tblPr firstRow="1" bandRow="1">
                <a:effectLst/>
                <a:tableStyleId>{F2DE63D5-997A-4646-A377-4702673A728D}</a:tableStyleId>
              </a:tblPr>
              <a:tblGrid>
                <a:gridCol w="6688777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630621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953621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1292001">
                  <a:extLst>
                    <a:ext uri="{9D8B030D-6E8A-4147-A177-3AD203B41FA5}">
                      <a16:colId xmlns:a16="http://schemas.microsoft.com/office/drawing/2014/main" val="3286041723"/>
                    </a:ext>
                  </a:extLst>
                </a:gridCol>
                <a:gridCol w="1666274">
                  <a:extLst>
                    <a:ext uri="{9D8B030D-6E8A-4147-A177-3AD203B41FA5}">
                      <a16:colId xmlns:a16="http://schemas.microsoft.com/office/drawing/2014/main" val="4263492041"/>
                    </a:ext>
                  </a:extLst>
                </a:gridCol>
              </a:tblGrid>
              <a:tr h="0">
                <a:tc>
                  <a:txBody>
                    <a:bodyPr/>
                    <a:lstStyle/>
                    <a:p>
                      <a:pPr marL="0" marR="0" indent="0" algn="l" defTabSz="4572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b="1" sz="1400">
                          <a:solidFill>
                            <a:schemeClr val="bg1"/>
                          </a:solidFill>
                          <a:latin typeface="+mn-lt"/>
                        </a:rPr>
                        <a:t>Unit name</a:t>
                      </a:r>
                      <a:endParaRPr lang="en-US" sz="1400" b="1" i="0" noProof="0" dirty="0">
                        <a:solidFill>
                          <a:schemeClr val="bg1"/>
                        </a:solidFill>
                        <a:latin typeface="+mn-lt"/>
                        <a:cs typeface="TheSans B4 SemiLight"/>
                      </a:endParaRPr>
                    </a:p>
                  </a:txBody>
                  <a:tcPr marL="108000" marR="108000" marT="72000" marB="72000">
                    <a:lnL w="9525" cap="flat" cmpd="sng" algn="ctr">
                      <a:noFill/>
                      <a:prstDash val="solid"/>
                    </a:lnL>
                    <a:lnR>
                      <a:noFill/>
                    </a:lnR>
                    <a:lnT w="9525" cap="flat" cmpd="sng" algn="ctr">
                      <a:noFill/>
                      <a:prstDash val="solid"/>
                    </a:lnT>
                    <a:lnB w="19050" cap="flat" cmpd="sng" algn="ctr">
                      <a:noFill/>
                      <a:prstDash val="sysDot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tx2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b="1" sz="1400">
                          <a:solidFill>
                            <a:schemeClr val="bg1"/>
                          </a:solidFill>
                          <a:latin typeface="+mn-lt"/>
                        </a:rPr>
                        <a:t>LOC</a:t>
                      </a:r>
                      <a:endParaRPr lang="en-US" sz="1400" b="1" i="0" noProof="0" dirty="0">
                        <a:solidFill>
                          <a:schemeClr val="bg1"/>
                        </a:solidFill>
                        <a:latin typeface="+mn-lt"/>
                        <a:cs typeface="TheSans B4 SemiLight"/>
                      </a:endParaRPr>
                    </a:p>
                  </a:txBody>
                  <a:tcPr marL="108000" marR="108000" marT="72000" marB="72000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noFill/>
                      <a:prstDash val="solid"/>
                    </a:lnT>
                    <a:lnB w="19050" cap="flat" cmpd="sng" algn="ctr">
                      <a:noFill/>
                      <a:prstDash val="sysDot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2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b="1" sz="1400">
                          <a:solidFill>
                            <a:schemeClr val="bg1"/>
                          </a:solidFill>
                          <a:latin typeface="+mn-lt"/>
                        </a:rPr>
                        <a:t>McCabe</a:t>
                      </a:r>
                      <a:endParaRPr lang="en-US" sz="1400" b="1" i="0" noProof="0" dirty="0">
                        <a:solidFill>
                          <a:schemeClr val="bg1"/>
                        </a:solidFill>
                        <a:latin typeface="+mn-lt"/>
                        <a:cs typeface="TheSans B4 SemiLight"/>
                      </a:endParaRPr>
                    </a:p>
                  </a:txBody>
                  <a:tcPr marL="108000" marR="108000" marT="72000" marB="72000">
                    <a:lnL>
                      <a:noFill/>
                    </a:lnL>
                    <a:lnR w="9525" cap="flat" cmpd="sng" algn="ctr">
                      <a:noFill/>
                      <a:prstDash val="solid"/>
                    </a:lnR>
                    <a:lnT w="9525" cap="flat" cmpd="sng" algn="ctr">
                      <a:noFill/>
                      <a:prstDash val="solid"/>
                    </a:lnT>
                    <a:lnB w="19050" cap="flat" cmpd="sng" algn="ctr">
                      <a:noFill/>
                      <a:prstDash val="sysDot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tx2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b="1" i="0" sz="1400">
                          <a:solidFill>
                            <a:schemeClr val="bg1"/>
                          </a:solidFill>
                          <a:latin typeface="+mn-lt"/>
                        </a:rPr>
                        <a:t>Parameters</a:t>
                      </a:r>
                    </a:p>
                  </a:txBody>
                  <a:tcPr marL="108000" marR="108000" marT="72000" marB="72000">
                    <a:lnL>
                      <a:noFill/>
                    </a:lnL>
                    <a:lnR w="9525" cap="flat" cmpd="sng" algn="ctr">
                      <a:noFill/>
                      <a:prstDash val="solid"/>
                    </a:lnR>
                    <a:lnT w="9525" cap="flat" cmpd="sng" algn="ctr">
                      <a:noFill/>
                      <a:prstDash val="solid"/>
                    </a:lnT>
                    <a:lnB w="19050" cap="flat" cmpd="sng" algn="ctr">
                      <a:noFill/>
                      <a:prstDash val="sysDot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tx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b="1" i="0" sz="1400">
                          <a:solidFill>
                            <a:schemeClr val="bg1"/>
                          </a:solidFill>
                          <a:latin typeface="+mn-lt"/>
                        </a:rPr>
                        <a:t>Component</a:t>
                      </a:r>
                    </a:p>
                  </a:txBody>
                  <a:tcPr marL="108000" marR="108000" marT="72000" marB="72000">
                    <a:lnL>
                      <a:noFill/>
                    </a:lnL>
                    <a:lnR w="9525" cap="flat" cmpd="sng" algn="ctr">
                      <a:noFill/>
                      <a:prstDash val="solid"/>
                    </a:lnR>
                    <a:lnT w="9525" cap="flat" cmpd="sng" algn="ctr">
                      <a:noFill/>
                      <a:prstDash val="solid"/>
                    </a:lnT>
                    <a:lnB w="19050" cap="flat" cmpd="sng" algn="ctr">
                      <a:noFill/>
                      <a:prstDash val="sysDot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tx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marR="0" lvl="0" indent="0" algn="l" defTabSz="914400" rtl="0" eaLnBrk="1" fontAlgn="b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b="0" i="0" sz="1200" u="none">
                          <a:solidFill>
                            <a:schemeClr val="tx2"/>
                          </a:solidFill>
                          <a:latin typeface="Calibri Bold"/>
                        </a:rPr>
                        <a:t>StreamsConfig.$block1</a:t>
                      </a:r>
                    </a:p>
                  </a:txBody>
                  <a:tcPr marL="108000" marR="108000" marT="72000" marB="72000" anchor="ctr">
                    <a:lnL w="9525" cap="flat" cmpd="sng" algn="ctr">
                      <a:noFill/>
                      <a:prstDash val="solid"/>
                    </a:lnL>
                    <a:lnR>
                      <a:noFill/>
                    </a:lnR>
                    <a:lnT w="19050" cap="flat" cmpd="sng" algn="ctr">
                      <a:noFill/>
                      <a:prstDash val="sysDot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b="0" i="0" sz="1200" u="none">
                          <a:solidFill>
                            <a:schemeClr val="tx2"/>
                          </a:solidFill>
                          <a:latin typeface="Calibri Regular"/>
                        </a:rPr>
                        <a:t>415</a:t>
                      </a:r>
                    </a:p>
                  </a:txBody>
                  <a:tcPr marL="108000" marR="108000" marT="72000" marB="72000" anchor="ctr">
                    <a:lnL>
                      <a:noFill/>
                    </a:lnL>
                    <a:lnR>
                      <a:noFill/>
                    </a:lnR>
                    <a:lnT w="19050" cap="flat" cmpd="sng" algn="ctr">
                      <a:noFill/>
                      <a:prstDash val="sysDot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EF5BA"/>
                    </a:solidFill>
                  </a:tcPr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b="0" i="0" sz="1200" u="none">
                          <a:solidFill>
                            <a:schemeClr val="tx1">
                              <a:lumMod val="60000"/>
                              <a:lumOff val="40000"/>
                            </a:schemeClr>
                          </a:solidFill>
                          <a:latin typeface="Calibri Regular"/>
                        </a:rPr>
                        <a:t>1</a:t>
                      </a:r>
                    </a:p>
                  </a:txBody>
                  <a:tcPr marL="108000" marR="108000" marT="72000" marB="72000" anchor="ctr">
                    <a:lnL>
                      <a:noFill/>
                    </a:lnL>
                    <a:lnR w="9525" cap="flat" cmpd="sng" algn="ctr">
                      <a:noFill/>
                      <a:prstDash val="solid"/>
                    </a:lnR>
                    <a:lnT w="19050" cap="flat" cmpd="sng" algn="ctr">
                      <a:noFill/>
                      <a:prstDash val="sysDot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b="0" i="0" sz="1200" u="none">
                          <a:solidFill>
                            <a:schemeClr val="tx1">
                              <a:lumMod val="60000"/>
                              <a:lumOff val="40000"/>
                            </a:schemeClr>
                          </a:solidFill>
                          <a:latin typeface="Calibri Regular"/>
                        </a:rPr>
                        <a:t>0</a:t>
                      </a:r>
                    </a:p>
                  </a:txBody>
                  <a:tcPr marL="108000" marR="108000" marT="72000" marB="72000" anchor="ctr">
                    <a:lnL>
                      <a:noFill/>
                    </a:lnL>
                    <a:lnR w="9525" cap="flat" cmpd="sng" algn="ctr">
                      <a:noFill/>
                      <a:prstDash val="solid"/>
                    </a:lnR>
                    <a:lnT w="19050" cap="flat" cmpd="sng" algn="ctr">
                      <a:noFill/>
                      <a:prstDash val="sysDot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b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b="0" i="0" sz="1200" u="none">
                          <a:solidFill>
                            <a:schemeClr val="tx1">
                              <a:lumMod val="60000"/>
                              <a:lumOff val="40000"/>
                            </a:schemeClr>
                          </a:solidFill>
                          <a:latin typeface="Calibri Regular"/>
                        </a:rPr>
                        <a:t>streams</a:t>
                      </a:r>
                    </a:p>
                  </a:txBody>
                  <a:tcPr marL="108000" marR="108000" marT="72000" marB="72000" anchor="ctr">
                    <a:lnL>
                      <a:noFill/>
                    </a:lnL>
                    <a:lnR w="9525" cap="flat" cmpd="sng" algn="ctr">
                      <a:noFill/>
                      <a:prstDash val="solid"/>
                    </a:lnR>
                    <a:lnT w="19050" cap="flat" cmpd="sng" algn="ctr">
                      <a:noFill/>
                      <a:prstDash val="sysDot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algn="l" fontAlgn="b"/>
                      <a:r>
                        <a:rPr b="0" i="0" sz="1200" u="none">
                          <a:solidFill>
                            <a:schemeClr val="tx2"/>
                          </a:solidFill>
                          <a:latin typeface="Calibri Bold"/>
                        </a:rPr>
                        <a:t>ConsumerConfig.$block1</a:t>
                      </a:r>
                      <a:endParaRPr lang="en-US" sz="1200" b="0" i="0" u="none" strike="noStrike" noProof="0" dirty="0">
                        <a:solidFill>
                          <a:schemeClr val="tx2"/>
                        </a:solidFill>
                        <a:effectLst/>
                        <a:latin typeface="Calibri Regular"/>
                      </a:endParaRPr>
                    </a:p>
                  </a:txBody>
                  <a:tcPr marL="108000" marR="108000" marT="72000" marB="72000" anchor="ctr">
                    <a:lnL w="9525" cap="flat" cmpd="sng" algn="ctr">
                      <a:noFill/>
                      <a:prstDash val="solid"/>
                    </a:lnL>
                    <a:lnR>
                      <a:noFill/>
                    </a:lnR>
                    <a:lnT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b="0" i="0" sz="1200" u="none">
                          <a:solidFill>
                            <a:schemeClr val="tx2"/>
                          </a:solidFill>
                          <a:latin typeface="Calibri Regular"/>
                        </a:rPr>
                        <a:t>294</a:t>
                      </a:r>
                      <a:endParaRPr lang="en-US" sz="1200" b="0" i="0" u="none" strike="noStrike" noProof="0" dirty="0">
                        <a:solidFill>
                          <a:schemeClr val="tx2"/>
                        </a:solidFill>
                        <a:effectLst/>
                        <a:latin typeface="Calibri Regular"/>
                      </a:endParaRPr>
                    </a:p>
                  </a:txBody>
                  <a:tcPr marL="108000" marR="108000" marT="72000" marB="72000" anchor="ctr">
                    <a:lnL>
                      <a:noFill/>
                    </a:lnL>
                    <a:lnR>
                      <a:noFill/>
                    </a:lnR>
                    <a:lnT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EF5BA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indent="0" algn="r" defTabSz="457200" rtl="0" eaLnBrk="1" fontAlgn="b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b="0" i="0" sz="1200" u="none">
                          <a:solidFill>
                            <a:schemeClr val="tx1">
                              <a:lumMod val="60000"/>
                              <a:lumOff val="40000"/>
                            </a:schemeClr>
                          </a:solidFill>
                          <a:latin typeface="Calibri Regular"/>
                        </a:rPr>
                        <a:t>1</a:t>
                      </a:r>
                      <a:endParaRPr lang="en-US" sz="1200" b="0" i="0" u="none" strike="noStrike" noProof="0" dirty="0">
                        <a:solidFill>
                          <a:schemeClr val="tx1">
                            <a:lumMod val="60000"/>
                            <a:lumOff val="40000"/>
                          </a:schemeClr>
                        </a:solidFill>
                        <a:effectLst/>
                        <a:latin typeface="Calibri Regular"/>
                      </a:endParaRPr>
                    </a:p>
                  </a:txBody>
                  <a:tcPr marL="108000" marR="108000" marT="72000" marB="72000" anchor="ctr">
                    <a:lnL>
                      <a:noFill/>
                    </a:lnL>
                    <a:lnR w="9525" cap="flat" cmpd="sng" algn="ctr">
                      <a:noFill/>
                      <a:prstDash val="solid"/>
                    </a:lnR>
                    <a:lnT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indent="0" algn="r" defTabSz="457200" rtl="0" eaLnBrk="1" fontAlgn="b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b="0" i="0" sz="1200" u="none">
                          <a:solidFill>
                            <a:schemeClr val="tx1">
                              <a:lumMod val="60000"/>
                              <a:lumOff val="40000"/>
                            </a:schemeClr>
                          </a:solidFill>
                          <a:latin typeface="Calibri Regular"/>
                        </a:rPr>
                        <a:t>0</a:t>
                      </a:r>
                      <a:endParaRPr lang="en-US" sz="1200" b="0" i="0" u="none" strike="noStrike" noProof="0" dirty="0">
                        <a:solidFill>
                          <a:schemeClr val="tx1">
                            <a:lumMod val="60000"/>
                            <a:lumOff val="40000"/>
                          </a:schemeClr>
                        </a:solidFill>
                        <a:effectLst/>
                        <a:latin typeface="Calibri Regular"/>
                      </a:endParaRPr>
                    </a:p>
                  </a:txBody>
                  <a:tcPr marL="108000" marR="108000" marT="72000" marB="72000" anchor="ctr">
                    <a:lnL>
                      <a:noFill/>
                    </a:lnL>
                    <a:lnR w="9525" cap="flat" cmpd="sng" algn="ctr">
                      <a:noFill/>
                      <a:prstDash val="solid"/>
                    </a:lnR>
                    <a:lnT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indent="0" algn="l" defTabSz="457200" rtl="0" eaLnBrk="1" fontAlgn="b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b="0" i="0" sz="1200" u="none">
                          <a:solidFill>
                            <a:schemeClr val="tx1">
                              <a:lumMod val="60000"/>
                              <a:lumOff val="40000"/>
                            </a:schemeClr>
                          </a:solidFill>
                          <a:latin typeface="Calibri Regular"/>
                        </a:rPr>
                        <a:t>clients</a:t>
                      </a:r>
                      <a:endParaRPr lang="en-US" sz="1200" b="0" i="0" u="none" strike="noStrike" noProof="0" dirty="0">
                        <a:solidFill>
                          <a:schemeClr val="tx1">
                            <a:lumMod val="60000"/>
                            <a:lumOff val="40000"/>
                          </a:schemeClr>
                        </a:solidFill>
                        <a:effectLst/>
                        <a:latin typeface="Calibri Regular"/>
                      </a:endParaRPr>
                    </a:p>
                  </a:txBody>
                  <a:tcPr marL="108000" marR="108000" marT="72000" marB="72000" anchor="ctr">
                    <a:lnL>
                      <a:noFill/>
                    </a:lnL>
                    <a:lnR w="9525" cap="flat" cmpd="sng" algn="ctr">
                      <a:noFill/>
                      <a:prstDash val="solid"/>
                    </a:lnR>
                    <a:lnT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algn="l" fontAlgn="b"/>
                      <a:r>
                        <a:rPr b="0" i="0" sz="1200" u="none">
                          <a:solidFill>
                            <a:schemeClr val="tx2"/>
                          </a:solidFill>
                          <a:latin typeface="Calibri Bold"/>
                        </a:rPr>
                        <a:t>ConnectMetricsRegistry.ConnectMetricsRegistry(Set)</a:t>
                      </a:r>
                      <a:endParaRPr lang="en-US" sz="1200" b="0" i="0" u="none" strike="noStrike" noProof="0" dirty="0">
                        <a:solidFill>
                          <a:schemeClr val="tx2"/>
                        </a:solidFill>
                        <a:effectLst/>
                        <a:latin typeface="Calibri Regular"/>
                      </a:endParaRPr>
                    </a:p>
                  </a:txBody>
                  <a:tcPr marL="108000" marR="108000" marT="72000" marB="72000" anchor="ctr">
                    <a:lnL w="9525" cap="flat" cmpd="sng" algn="ctr">
                      <a:noFill/>
                      <a:prstDash val="solid"/>
                    </a:lnL>
                    <a:lnR>
                      <a:noFill/>
                    </a:lnR>
                    <a:lnT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b="0" i="0" sz="1200" u="none">
                          <a:solidFill>
                            <a:schemeClr val="tx2"/>
                          </a:solidFill>
                          <a:latin typeface="Calibri Regular"/>
                        </a:rPr>
                        <a:t>268</a:t>
                      </a:r>
                      <a:endParaRPr lang="en-US" sz="1200" b="0" i="0" u="none" strike="noStrike" noProof="0" dirty="0">
                        <a:solidFill>
                          <a:schemeClr val="tx2"/>
                        </a:solidFill>
                        <a:effectLst/>
                        <a:latin typeface="Calibri Regular"/>
                      </a:endParaRPr>
                    </a:p>
                  </a:txBody>
                  <a:tcPr marL="108000" marR="108000" marT="72000" marB="72000" anchor="ctr">
                    <a:lnL>
                      <a:noFill/>
                    </a:lnL>
                    <a:lnR>
                      <a:noFill/>
                    </a:lnR>
                    <a:lnT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EF5BA"/>
                    </a:solidFill>
                  </a:tcPr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b="0" i="0" sz="1200" u="none">
                          <a:solidFill>
                            <a:schemeClr val="tx1">
                              <a:lumMod val="60000"/>
                              <a:lumOff val="40000"/>
                            </a:schemeClr>
                          </a:solidFill>
                          <a:latin typeface="Calibri Regular"/>
                        </a:rPr>
                        <a:t>1</a:t>
                      </a:r>
                      <a:endParaRPr lang="en-US" sz="1200" b="0" i="0" u="none" strike="noStrike" noProof="0" dirty="0">
                        <a:solidFill>
                          <a:schemeClr val="tx1">
                            <a:lumMod val="60000"/>
                            <a:lumOff val="40000"/>
                          </a:schemeClr>
                        </a:solidFill>
                        <a:effectLst/>
                        <a:latin typeface="Calibri Regular"/>
                      </a:endParaRPr>
                    </a:p>
                  </a:txBody>
                  <a:tcPr marL="108000" marR="108000" marT="72000" marB="72000" anchor="ctr">
                    <a:lnL>
                      <a:noFill/>
                    </a:lnL>
                    <a:lnR w="9525" cap="flat" cmpd="sng" algn="ctr">
                      <a:noFill/>
                      <a:prstDash val="solid"/>
                    </a:lnR>
                    <a:lnT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b="0" i="0" sz="1200" u="none">
                          <a:solidFill>
                            <a:schemeClr val="tx1">
                              <a:lumMod val="60000"/>
                              <a:lumOff val="40000"/>
                            </a:schemeClr>
                          </a:solidFill>
                          <a:latin typeface="Calibri Regular"/>
                        </a:rPr>
                        <a:t>1</a:t>
                      </a:r>
                      <a:endParaRPr lang="en-US" sz="1200" b="0" i="0" u="none" strike="noStrike" noProof="0" dirty="0">
                        <a:solidFill>
                          <a:schemeClr val="tx1">
                            <a:lumMod val="60000"/>
                            <a:lumOff val="40000"/>
                          </a:schemeClr>
                        </a:solidFill>
                        <a:effectLst/>
                        <a:latin typeface="Calibri Regular"/>
                      </a:endParaRPr>
                    </a:p>
                  </a:txBody>
                  <a:tcPr marL="108000" marR="108000" marT="72000" marB="72000" anchor="ctr">
                    <a:lnL>
                      <a:noFill/>
                    </a:lnL>
                    <a:lnR w="9525" cap="flat" cmpd="sng" algn="ctr">
                      <a:noFill/>
                      <a:prstDash val="solid"/>
                    </a:lnR>
                    <a:lnT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b"/>
                      <a:r>
                        <a:rPr b="0" i="0" sz="1200" u="none">
                          <a:solidFill>
                            <a:schemeClr val="tx1">
                              <a:lumMod val="60000"/>
                              <a:lumOff val="40000"/>
                            </a:schemeClr>
                          </a:solidFill>
                          <a:latin typeface="Calibri Regular"/>
                        </a:rPr>
                        <a:t>connect</a:t>
                      </a:r>
                      <a:endParaRPr lang="en-US" sz="1200" b="0" i="0" u="none" strike="noStrike" noProof="0" dirty="0">
                        <a:solidFill>
                          <a:schemeClr val="tx1">
                            <a:lumMod val="60000"/>
                            <a:lumOff val="40000"/>
                          </a:schemeClr>
                        </a:solidFill>
                        <a:effectLst/>
                        <a:latin typeface="Calibri Regular"/>
                      </a:endParaRPr>
                    </a:p>
                  </a:txBody>
                  <a:tcPr marL="108000" marR="108000" marT="72000" marB="72000" anchor="ctr">
                    <a:lnL>
                      <a:noFill/>
                    </a:lnL>
                    <a:lnR w="9525" cap="flat" cmpd="sng" algn="ctr">
                      <a:noFill/>
                      <a:prstDash val="solid"/>
                    </a:lnR>
                    <a:lnT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algn="l" fontAlgn="b"/>
                      <a:r>
                        <a:rPr b="0" i="0" sz="1200" u="none">
                          <a:solidFill>
                            <a:schemeClr val="tx2"/>
                          </a:solidFill>
                          <a:latin typeface="Calibri Bold"/>
                        </a:rPr>
                        <a:t>CoordinatorClient.main(String[])</a:t>
                      </a:r>
                      <a:endParaRPr lang="en-US" sz="1200" b="0" i="0" u="none" strike="noStrike" noProof="0" dirty="0">
                        <a:solidFill>
                          <a:schemeClr val="tx2"/>
                        </a:solidFill>
                        <a:effectLst/>
                        <a:latin typeface="Calibri Regular"/>
                      </a:endParaRPr>
                    </a:p>
                  </a:txBody>
                  <a:tcPr marL="108000" marR="108000" marT="72000" marB="72000" anchor="ctr">
                    <a:lnL w="9525" cap="flat" cmpd="sng" algn="ctr">
                      <a:noFill/>
                      <a:prstDash val="solid"/>
                    </a:lnL>
                    <a:lnR>
                      <a:noFill/>
                    </a:lnR>
                    <a:lnT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b="0" i="0" sz="1200" u="none">
                          <a:solidFill>
                            <a:schemeClr val="tx2"/>
                          </a:solidFill>
                          <a:latin typeface="Calibri Regular"/>
                        </a:rPr>
                        <a:t>241</a:t>
                      </a:r>
                      <a:endParaRPr lang="en-US" sz="1200" b="0" i="0" u="none" strike="noStrike" noProof="0" dirty="0">
                        <a:solidFill>
                          <a:schemeClr val="tx2"/>
                        </a:solidFill>
                        <a:effectLst/>
                        <a:latin typeface="Calibri Regular"/>
                      </a:endParaRPr>
                    </a:p>
                  </a:txBody>
                  <a:tcPr marL="108000" marR="108000" marT="72000" marB="72000" anchor="ctr">
                    <a:lnL>
                      <a:noFill/>
                    </a:lnL>
                    <a:lnR>
                      <a:noFill/>
                    </a:lnR>
                    <a:lnT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EF5BA"/>
                    </a:solidFill>
                  </a:tcPr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b="0" i="0" sz="1200" u="none">
                          <a:solidFill>
                            <a:schemeClr val="tx1">
                              <a:lumMod val="60000"/>
                              <a:lumOff val="40000"/>
                            </a:schemeClr>
                          </a:solidFill>
                          <a:latin typeface="Calibri Regular"/>
                        </a:rPr>
                        <a:t>29</a:t>
                      </a:r>
                      <a:endParaRPr lang="en-US" sz="1200" b="0" i="0" u="none" strike="noStrike" noProof="0" dirty="0">
                        <a:solidFill>
                          <a:schemeClr val="tx1">
                            <a:lumMod val="60000"/>
                            <a:lumOff val="40000"/>
                          </a:schemeClr>
                        </a:solidFill>
                        <a:effectLst/>
                        <a:latin typeface="Calibri Regular"/>
                      </a:endParaRPr>
                    </a:p>
                  </a:txBody>
                  <a:tcPr marL="108000" marR="108000" marT="72000" marB="72000" anchor="ctr">
                    <a:lnL>
                      <a:noFill/>
                    </a:lnL>
                    <a:lnR w="9525" cap="flat" cmpd="sng" algn="ctr">
                      <a:noFill/>
                      <a:prstDash val="solid"/>
                    </a:lnR>
                    <a:lnT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b="0" i="0" sz="1200" u="none">
                          <a:solidFill>
                            <a:schemeClr val="tx1">
                              <a:lumMod val="60000"/>
                              <a:lumOff val="40000"/>
                            </a:schemeClr>
                          </a:solidFill>
                          <a:latin typeface="Calibri Regular"/>
                        </a:rPr>
                        <a:t>1</a:t>
                      </a:r>
                      <a:endParaRPr lang="en-US" sz="1200" b="0" i="0" u="none" strike="noStrike" noProof="0" dirty="0">
                        <a:solidFill>
                          <a:schemeClr val="tx1">
                            <a:lumMod val="60000"/>
                            <a:lumOff val="40000"/>
                          </a:schemeClr>
                        </a:solidFill>
                        <a:effectLst/>
                        <a:latin typeface="Calibri Regular"/>
                      </a:endParaRPr>
                    </a:p>
                  </a:txBody>
                  <a:tcPr marL="108000" marR="108000" marT="72000" marB="72000" anchor="ctr">
                    <a:lnL>
                      <a:noFill/>
                    </a:lnL>
                    <a:lnR w="9525" cap="flat" cmpd="sng" algn="ctr">
                      <a:noFill/>
                      <a:prstDash val="solid"/>
                    </a:lnR>
                    <a:lnT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b"/>
                      <a:r>
                        <a:rPr b="0" i="0" sz="1200" u="none">
                          <a:solidFill>
                            <a:schemeClr val="tx1">
                              <a:lumMod val="60000"/>
                              <a:lumOff val="40000"/>
                            </a:schemeClr>
                          </a:solidFill>
                          <a:latin typeface="Calibri Regular"/>
                        </a:rPr>
                        <a:t>trogdor</a:t>
                      </a:r>
                      <a:endParaRPr lang="en-US" sz="1200" b="0" i="0" u="none" strike="noStrike" noProof="0" dirty="0">
                        <a:solidFill>
                          <a:schemeClr val="tx1">
                            <a:lumMod val="60000"/>
                            <a:lumOff val="40000"/>
                          </a:schemeClr>
                        </a:solidFill>
                        <a:effectLst/>
                        <a:latin typeface="Calibri Regular"/>
                      </a:endParaRPr>
                    </a:p>
                  </a:txBody>
                  <a:tcPr marL="108000" marR="108000" marT="72000" marB="72000" anchor="ctr">
                    <a:lnL>
                      <a:noFill/>
                    </a:lnL>
                    <a:lnR w="9525" cap="flat" cmpd="sng" algn="ctr">
                      <a:noFill/>
                      <a:prstDash val="solid"/>
                    </a:lnR>
                    <a:lnT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algn="l" fontAlgn="b"/>
                      <a:r>
                        <a:rPr b="0" i="0" sz="1200" u="none">
                          <a:solidFill>
                            <a:schemeClr val="tx2"/>
                          </a:solidFill>
                          <a:latin typeface="Calibri Bold"/>
                        </a:rPr>
                        <a:t>DistributedConfig.config(Crypto)</a:t>
                      </a:r>
                      <a:endParaRPr lang="en-US" sz="1200" b="0" i="0" u="none" strike="noStrike" noProof="0" dirty="0">
                        <a:solidFill>
                          <a:schemeClr val="tx2"/>
                        </a:solidFill>
                        <a:effectLst/>
                        <a:latin typeface="Calibri Regular"/>
                      </a:endParaRPr>
                    </a:p>
                  </a:txBody>
                  <a:tcPr marL="108000" marR="108000" marT="72000" marB="72000" anchor="ctr">
                    <a:lnL w="9525" cap="flat" cmpd="sng" algn="ctr">
                      <a:noFill/>
                      <a:prstDash val="solid"/>
                    </a:lnL>
                    <a:lnR>
                      <a:noFill/>
                    </a:lnR>
                    <a:lnT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b="0" i="0" sz="1200" u="none">
                          <a:solidFill>
                            <a:schemeClr val="tx2"/>
                          </a:solidFill>
                          <a:latin typeface="Calibri Regular"/>
                        </a:rPr>
                        <a:t>227</a:t>
                      </a:r>
                      <a:endParaRPr lang="en-US" sz="1200" b="0" i="0" u="none" strike="noStrike" noProof="0" dirty="0">
                        <a:solidFill>
                          <a:schemeClr val="tx2"/>
                        </a:solidFill>
                        <a:effectLst/>
                        <a:latin typeface="Calibri Regular"/>
                      </a:endParaRPr>
                    </a:p>
                  </a:txBody>
                  <a:tcPr marL="108000" marR="108000" marT="72000" marB="72000" anchor="ctr">
                    <a:lnL>
                      <a:noFill/>
                    </a:lnL>
                    <a:lnR>
                      <a:noFill/>
                    </a:lnR>
                    <a:lnT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EF5BA"/>
                    </a:solidFill>
                  </a:tcPr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b="0" i="0" sz="1200" u="none">
                          <a:solidFill>
                            <a:schemeClr val="tx1">
                              <a:lumMod val="60000"/>
                              <a:lumOff val="40000"/>
                            </a:schemeClr>
                          </a:solidFill>
                          <a:latin typeface="Calibri Regular"/>
                        </a:rPr>
                        <a:t>2</a:t>
                      </a:r>
                      <a:endParaRPr lang="en-US" sz="1200" b="0" i="0" u="none" strike="noStrike" noProof="0" dirty="0">
                        <a:solidFill>
                          <a:schemeClr val="tx1">
                            <a:lumMod val="60000"/>
                            <a:lumOff val="40000"/>
                          </a:schemeClr>
                        </a:solidFill>
                        <a:effectLst/>
                        <a:latin typeface="Calibri Regular"/>
                      </a:endParaRPr>
                    </a:p>
                  </a:txBody>
                  <a:tcPr marL="108000" marR="108000" marT="72000" marB="72000" anchor="ctr">
                    <a:lnL>
                      <a:noFill/>
                    </a:lnL>
                    <a:lnR w="9525" cap="flat" cmpd="sng" algn="ctr">
                      <a:noFill/>
                      <a:prstDash val="solid"/>
                    </a:lnR>
                    <a:lnT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b="0" i="0" sz="1200" u="none">
                          <a:solidFill>
                            <a:schemeClr val="tx1">
                              <a:lumMod val="60000"/>
                              <a:lumOff val="40000"/>
                            </a:schemeClr>
                          </a:solidFill>
                          <a:latin typeface="Calibri Regular"/>
                        </a:rPr>
                        <a:t>1</a:t>
                      </a:r>
                      <a:endParaRPr lang="en-US" sz="1200" b="0" i="0" u="none" strike="noStrike" noProof="0" dirty="0">
                        <a:solidFill>
                          <a:schemeClr val="tx1">
                            <a:lumMod val="60000"/>
                            <a:lumOff val="40000"/>
                          </a:schemeClr>
                        </a:solidFill>
                        <a:effectLst/>
                        <a:latin typeface="Calibri Regular"/>
                      </a:endParaRPr>
                    </a:p>
                  </a:txBody>
                  <a:tcPr marL="108000" marR="108000" marT="72000" marB="72000" anchor="ctr">
                    <a:lnL>
                      <a:noFill/>
                    </a:lnL>
                    <a:lnR w="9525" cap="flat" cmpd="sng" algn="ctr">
                      <a:noFill/>
                      <a:prstDash val="solid"/>
                    </a:lnR>
                    <a:lnT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b"/>
                      <a:r>
                        <a:rPr b="0" i="0" sz="1200" u="none">
                          <a:solidFill>
                            <a:schemeClr val="tx1">
                              <a:lumMod val="60000"/>
                              <a:lumOff val="40000"/>
                            </a:schemeClr>
                          </a:solidFill>
                          <a:latin typeface="Calibri Regular"/>
                        </a:rPr>
                        <a:t>connect</a:t>
                      </a:r>
                      <a:endParaRPr lang="en-US" sz="1200" b="0" i="0" u="none" strike="noStrike" noProof="0" dirty="0">
                        <a:solidFill>
                          <a:schemeClr val="tx1">
                            <a:lumMod val="60000"/>
                            <a:lumOff val="40000"/>
                          </a:schemeClr>
                        </a:solidFill>
                        <a:effectLst/>
                        <a:latin typeface="Calibri Regular"/>
                      </a:endParaRPr>
                    </a:p>
                  </a:txBody>
                  <a:tcPr marL="108000" marR="108000" marT="72000" marB="72000" anchor="ctr">
                    <a:lnL>
                      <a:noFill/>
                    </a:lnL>
                    <a:lnR w="9525" cap="flat" cmpd="sng" algn="ctr">
                      <a:noFill/>
                      <a:prstDash val="solid"/>
                    </a:lnR>
                    <a:lnT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001900654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algn="l" fontAlgn="b"/>
                      <a:r>
                        <a:rPr b="0" i="0" sz="1200" u="none">
                          <a:solidFill>
                            <a:schemeClr val="tx2"/>
                          </a:solidFill>
                          <a:latin typeface="Calibri Bold"/>
                        </a:rPr>
                        <a:t>ProducerConfig.$block1</a:t>
                      </a:r>
                      <a:endParaRPr lang="en-US" sz="1200" b="0" i="0" u="none" strike="noStrike" noProof="0" dirty="0">
                        <a:solidFill>
                          <a:schemeClr val="tx2"/>
                        </a:solidFill>
                        <a:effectLst/>
                        <a:latin typeface="Calibri Regular"/>
                      </a:endParaRPr>
                    </a:p>
                  </a:txBody>
                  <a:tcPr marL="108000" marR="108000" marT="72000" marB="72000" anchor="ctr">
                    <a:lnL w="9525" cap="flat" cmpd="sng" algn="ctr">
                      <a:noFill/>
                      <a:prstDash val="solid"/>
                    </a:lnL>
                    <a:lnR>
                      <a:noFill/>
                    </a:lnR>
                    <a:lnT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b="0" i="0" sz="1200" u="none">
                          <a:solidFill>
                            <a:schemeClr val="tx2"/>
                          </a:solidFill>
                          <a:latin typeface="Calibri Regular"/>
                        </a:rPr>
                        <a:t>192</a:t>
                      </a:r>
                      <a:endParaRPr lang="en-US" sz="1200" b="0" i="0" u="none" strike="noStrike" noProof="0" dirty="0">
                        <a:solidFill>
                          <a:schemeClr val="tx2"/>
                        </a:solidFill>
                        <a:effectLst/>
                        <a:latin typeface="Calibri Regular"/>
                      </a:endParaRPr>
                    </a:p>
                  </a:txBody>
                  <a:tcPr marL="108000" marR="108000" marT="72000" marB="72000" anchor="ctr">
                    <a:lnL>
                      <a:noFill/>
                    </a:lnL>
                    <a:lnR>
                      <a:noFill/>
                    </a:lnR>
                    <a:lnT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EF5BA"/>
                    </a:solidFill>
                  </a:tcPr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b="0" i="0" sz="1200" u="none">
                          <a:solidFill>
                            <a:schemeClr val="tx1">
                              <a:lumMod val="60000"/>
                              <a:lumOff val="40000"/>
                            </a:schemeClr>
                          </a:solidFill>
                          <a:latin typeface="Calibri Regular"/>
                        </a:rPr>
                        <a:t>1</a:t>
                      </a:r>
                      <a:endParaRPr lang="en-US" sz="1200" b="0" i="0" u="none" strike="noStrike" noProof="0" dirty="0">
                        <a:solidFill>
                          <a:schemeClr val="tx1">
                            <a:lumMod val="60000"/>
                            <a:lumOff val="40000"/>
                          </a:schemeClr>
                        </a:solidFill>
                        <a:effectLst/>
                        <a:latin typeface="Calibri Regular"/>
                      </a:endParaRPr>
                    </a:p>
                  </a:txBody>
                  <a:tcPr marL="108000" marR="108000" marT="72000" marB="72000" anchor="ctr">
                    <a:lnL>
                      <a:noFill/>
                    </a:lnL>
                    <a:lnR w="9525" cap="flat" cmpd="sng" algn="ctr">
                      <a:noFill/>
                      <a:prstDash val="solid"/>
                    </a:lnR>
                    <a:lnT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b="0" i="0" sz="1200" u="none">
                          <a:solidFill>
                            <a:schemeClr val="tx1">
                              <a:lumMod val="60000"/>
                              <a:lumOff val="40000"/>
                            </a:schemeClr>
                          </a:solidFill>
                          <a:latin typeface="Calibri Regular"/>
                        </a:rPr>
                        <a:t>0</a:t>
                      </a:r>
                      <a:endParaRPr lang="en-US" sz="1200" b="0" i="0" u="none" strike="noStrike" noProof="0" dirty="0">
                        <a:solidFill>
                          <a:schemeClr val="tx1">
                            <a:lumMod val="60000"/>
                            <a:lumOff val="40000"/>
                          </a:schemeClr>
                        </a:solidFill>
                        <a:effectLst/>
                        <a:latin typeface="Calibri Regular"/>
                      </a:endParaRPr>
                    </a:p>
                  </a:txBody>
                  <a:tcPr marL="108000" marR="108000" marT="72000" marB="72000" anchor="ctr">
                    <a:lnL>
                      <a:noFill/>
                    </a:lnL>
                    <a:lnR w="9525" cap="flat" cmpd="sng" algn="ctr">
                      <a:noFill/>
                      <a:prstDash val="solid"/>
                    </a:lnR>
                    <a:lnT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b"/>
                      <a:r>
                        <a:rPr b="0" i="0" sz="1200" u="none">
                          <a:solidFill>
                            <a:schemeClr val="tx1">
                              <a:lumMod val="60000"/>
                              <a:lumOff val="40000"/>
                            </a:schemeClr>
                          </a:solidFill>
                          <a:latin typeface="Calibri Regular"/>
                        </a:rPr>
                        <a:t>clients</a:t>
                      </a:r>
                      <a:endParaRPr lang="en-US" sz="1200" b="0" i="0" u="none" strike="noStrike" noProof="0" dirty="0">
                        <a:solidFill>
                          <a:schemeClr val="tx1">
                            <a:lumMod val="60000"/>
                            <a:lumOff val="40000"/>
                          </a:schemeClr>
                        </a:solidFill>
                        <a:effectLst/>
                        <a:latin typeface="Calibri Regular"/>
                      </a:endParaRPr>
                    </a:p>
                  </a:txBody>
                  <a:tcPr marL="108000" marR="108000" marT="72000" marB="72000" anchor="ctr">
                    <a:lnL>
                      <a:noFill/>
                    </a:lnL>
                    <a:lnR w="9525" cap="flat" cmpd="sng" algn="ctr">
                      <a:noFill/>
                      <a:prstDash val="solid"/>
                    </a:lnR>
                    <a:lnT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928811833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algn="l" fontAlgn="b"/>
                      <a:r>
                        <a:rPr b="0" i="0" sz="1200" u="none">
                          <a:solidFill>
                            <a:schemeClr val="tx2"/>
                          </a:solidFill>
                          <a:latin typeface="Calibri Bold"/>
                        </a:rPr>
                        <a:t>MessageDataGenerator.generateClassWriter(String,StructSpec,Versions)</a:t>
                      </a:r>
                      <a:endParaRPr lang="en-US" sz="1200" b="0" i="0" u="none" strike="noStrike" noProof="0" dirty="0">
                        <a:solidFill>
                          <a:schemeClr val="tx2"/>
                        </a:solidFill>
                        <a:effectLst/>
                        <a:latin typeface="Calibri Regular"/>
                      </a:endParaRPr>
                    </a:p>
                  </a:txBody>
                  <a:tcPr marL="108000" marR="108000" marT="72000" marB="72000" anchor="ctr">
                    <a:lnL w="9525" cap="flat" cmpd="sng" algn="ctr">
                      <a:noFill/>
                      <a:prstDash val="solid"/>
                    </a:lnL>
                    <a:lnR>
                      <a:noFill/>
                    </a:lnR>
                    <a:lnT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b="0" i="0" sz="1200" u="none">
                          <a:solidFill>
                            <a:schemeClr val="tx2"/>
                          </a:solidFill>
                          <a:latin typeface="Calibri Regular"/>
                        </a:rPr>
                        <a:t>187</a:t>
                      </a:r>
                      <a:endParaRPr lang="en-US" sz="1200" b="0" i="0" u="none" strike="noStrike" noProof="0" dirty="0">
                        <a:solidFill>
                          <a:schemeClr val="tx2"/>
                        </a:solidFill>
                        <a:effectLst/>
                        <a:latin typeface="Calibri Regular"/>
                      </a:endParaRPr>
                    </a:p>
                  </a:txBody>
                  <a:tcPr marL="108000" marR="108000" marT="72000" marB="72000" anchor="ctr">
                    <a:lnL>
                      <a:noFill/>
                    </a:lnL>
                    <a:lnR>
                      <a:noFill/>
                    </a:lnR>
                    <a:lnT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EF5BA"/>
                    </a:solidFill>
                  </a:tcPr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b="0" i="0" sz="1200" u="none">
                          <a:solidFill>
                            <a:schemeClr val="tx1">
                              <a:lumMod val="60000"/>
                              <a:lumOff val="40000"/>
                            </a:schemeClr>
                          </a:solidFill>
                          <a:latin typeface="Calibri Regular"/>
                        </a:rPr>
                        <a:t>20</a:t>
                      </a:r>
                      <a:endParaRPr lang="en-US" sz="1200" b="0" i="0" u="none" strike="noStrike" noProof="0" dirty="0">
                        <a:solidFill>
                          <a:schemeClr val="tx1">
                            <a:lumMod val="60000"/>
                            <a:lumOff val="40000"/>
                          </a:schemeClr>
                        </a:solidFill>
                        <a:effectLst/>
                        <a:latin typeface="Calibri Regular"/>
                      </a:endParaRPr>
                    </a:p>
                  </a:txBody>
                  <a:tcPr marL="108000" marR="108000" marT="72000" marB="72000" anchor="ctr">
                    <a:lnL>
                      <a:noFill/>
                    </a:lnL>
                    <a:lnR w="9525" cap="flat" cmpd="sng" algn="ctr">
                      <a:noFill/>
                      <a:prstDash val="solid"/>
                    </a:lnR>
                    <a:lnT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b="0" i="0" sz="1200" u="none">
                          <a:solidFill>
                            <a:schemeClr val="tx1">
                              <a:lumMod val="60000"/>
                              <a:lumOff val="40000"/>
                            </a:schemeClr>
                          </a:solidFill>
                          <a:latin typeface="Calibri Regular"/>
                        </a:rPr>
                        <a:t>3</a:t>
                      </a:r>
                      <a:endParaRPr lang="en-US" sz="1200" b="0" i="0" u="none" strike="noStrike" noProof="0" dirty="0">
                        <a:solidFill>
                          <a:schemeClr val="tx1">
                            <a:lumMod val="60000"/>
                            <a:lumOff val="40000"/>
                          </a:schemeClr>
                        </a:solidFill>
                        <a:effectLst/>
                        <a:latin typeface="Calibri Regular"/>
                      </a:endParaRPr>
                    </a:p>
                  </a:txBody>
                  <a:tcPr marL="108000" marR="108000" marT="72000" marB="72000" anchor="ctr">
                    <a:lnL>
                      <a:noFill/>
                    </a:lnL>
                    <a:lnR w="9525" cap="flat" cmpd="sng" algn="ctr">
                      <a:noFill/>
                      <a:prstDash val="solid"/>
                    </a:lnR>
                    <a:lnT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b"/>
                      <a:r>
                        <a:rPr b="0" i="0" sz="1200" u="none">
                          <a:solidFill>
                            <a:schemeClr val="tx1">
                              <a:lumMod val="60000"/>
                              <a:lumOff val="40000"/>
                            </a:schemeClr>
                          </a:solidFill>
                          <a:latin typeface="Calibri Regular"/>
                        </a:rPr>
                        <a:t>generator</a:t>
                      </a:r>
                      <a:endParaRPr lang="en-US" sz="1200" b="0" i="0" u="none" strike="noStrike" noProof="0" dirty="0">
                        <a:solidFill>
                          <a:schemeClr val="tx1">
                            <a:lumMod val="60000"/>
                            <a:lumOff val="40000"/>
                          </a:schemeClr>
                        </a:solidFill>
                        <a:effectLst/>
                        <a:latin typeface="Calibri Regular"/>
                      </a:endParaRPr>
                    </a:p>
                  </a:txBody>
                  <a:tcPr marL="108000" marR="108000" marT="72000" marB="72000" anchor="ctr">
                    <a:lnL>
                      <a:noFill/>
                    </a:lnL>
                    <a:lnR w="9525" cap="flat" cmpd="sng" algn="ctr">
                      <a:noFill/>
                      <a:prstDash val="solid"/>
                    </a:lnR>
                    <a:lnT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060795780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algn="l" fontAlgn="b"/>
                      <a:r>
                        <a:rPr b="0" i="0" sz="1200" u="none">
                          <a:solidFill>
                            <a:schemeClr val="tx2"/>
                          </a:solidFill>
                          <a:latin typeface="Calibri Bold"/>
                        </a:rPr>
                        <a:t>FieldSpec.fieldDefault(HeaderGenerator,StructRegistry)</a:t>
                      </a:r>
                      <a:endParaRPr lang="en-US" sz="1200" b="0" i="0" u="none" strike="noStrike" noProof="0" dirty="0">
                        <a:solidFill>
                          <a:schemeClr val="tx2"/>
                        </a:solidFill>
                        <a:effectLst/>
                        <a:latin typeface="Calibri Regular"/>
                      </a:endParaRPr>
                    </a:p>
                  </a:txBody>
                  <a:tcPr marL="108000" marR="108000" marT="72000" marB="72000" anchor="ctr">
                    <a:lnL w="9525" cap="flat" cmpd="sng" algn="ctr">
                      <a:noFill/>
                      <a:prstDash val="solid"/>
                    </a:lnL>
                    <a:lnR>
                      <a:noFill/>
                    </a:lnR>
                    <a:lnT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b="0" i="0" sz="1200" u="none">
                          <a:solidFill>
                            <a:schemeClr val="tx2"/>
                          </a:solidFill>
                          <a:latin typeface="Calibri Regular"/>
                        </a:rPr>
                        <a:t>185</a:t>
                      </a:r>
                      <a:endParaRPr lang="en-US" sz="1200" b="0" i="0" u="none" strike="noStrike" noProof="0" dirty="0">
                        <a:solidFill>
                          <a:schemeClr val="tx2"/>
                        </a:solidFill>
                        <a:effectLst/>
                        <a:latin typeface="Calibri Regular"/>
                      </a:endParaRPr>
                    </a:p>
                  </a:txBody>
                  <a:tcPr marL="108000" marR="108000" marT="72000" marB="72000" anchor="ctr">
                    <a:lnL>
                      <a:noFill/>
                    </a:lnL>
                    <a:lnR>
                      <a:noFill/>
                    </a:lnR>
                    <a:lnT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EF5BA"/>
                    </a:solidFill>
                  </a:tcPr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b="0" i="0" sz="1200" u="none">
                          <a:solidFill>
                            <a:schemeClr val="tx1">
                              <a:lumMod val="60000"/>
                              <a:lumOff val="40000"/>
                            </a:schemeClr>
                          </a:solidFill>
                          <a:latin typeface="Calibri Regular"/>
                        </a:rPr>
                        <a:t>53</a:t>
                      </a:r>
                      <a:endParaRPr lang="en-US" sz="1200" b="0" i="0" u="none" strike="noStrike" noProof="0" dirty="0">
                        <a:solidFill>
                          <a:schemeClr val="tx1">
                            <a:lumMod val="60000"/>
                            <a:lumOff val="40000"/>
                          </a:schemeClr>
                        </a:solidFill>
                        <a:effectLst/>
                        <a:latin typeface="Calibri Regular"/>
                      </a:endParaRPr>
                    </a:p>
                  </a:txBody>
                  <a:tcPr marL="108000" marR="108000" marT="72000" marB="72000" anchor="ctr">
                    <a:lnL>
                      <a:noFill/>
                    </a:lnL>
                    <a:lnR w="9525" cap="flat" cmpd="sng" algn="ctr">
                      <a:noFill/>
                      <a:prstDash val="solid"/>
                    </a:lnR>
                    <a:lnT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b="0" i="0" sz="1200" u="none">
                          <a:solidFill>
                            <a:schemeClr val="tx1">
                              <a:lumMod val="60000"/>
                              <a:lumOff val="40000"/>
                            </a:schemeClr>
                          </a:solidFill>
                          <a:latin typeface="Calibri Regular"/>
                        </a:rPr>
                        <a:t>2</a:t>
                      </a:r>
                      <a:endParaRPr lang="en-US" sz="1200" b="0" i="0" u="none" strike="noStrike" noProof="0" dirty="0">
                        <a:solidFill>
                          <a:schemeClr val="tx1">
                            <a:lumMod val="60000"/>
                            <a:lumOff val="40000"/>
                          </a:schemeClr>
                        </a:solidFill>
                        <a:effectLst/>
                        <a:latin typeface="Calibri Regular"/>
                      </a:endParaRPr>
                    </a:p>
                  </a:txBody>
                  <a:tcPr marL="108000" marR="108000" marT="72000" marB="72000" anchor="ctr">
                    <a:lnL>
                      <a:noFill/>
                    </a:lnL>
                    <a:lnR w="9525" cap="flat" cmpd="sng" algn="ctr">
                      <a:noFill/>
                      <a:prstDash val="solid"/>
                    </a:lnR>
                    <a:lnT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b"/>
                      <a:r>
                        <a:rPr b="0" i="0" sz="1200" u="none">
                          <a:solidFill>
                            <a:schemeClr val="tx1">
                              <a:lumMod val="60000"/>
                              <a:lumOff val="40000"/>
                            </a:schemeClr>
                          </a:solidFill>
                          <a:latin typeface="Calibri Regular"/>
                        </a:rPr>
                        <a:t>generator</a:t>
                      </a:r>
                      <a:endParaRPr lang="en-US" sz="1200" b="0" i="0" u="none" strike="noStrike" noProof="0" dirty="0">
                        <a:solidFill>
                          <a:schemeClr val="tx1">
                            <a:lumMod val="60000"/>
                            <a:lumOff val="40000"/>
                          </a:schemeClr>
                        </a:solidFill>
                        <a:effectLst/>
                        <a:latin typeface="Calibri Regular"/>
                      </a:endParaRPr>
                    </a:p>
                  </a:txBody>
                  <a:tcPr marL="108000" marR="108000" marT="72000" marB="72000" anchor="ctr">
                    <a:lnL>
                      <a:noFill/>
                    </a:lnL>
                    <a:lnR w="9525" cap="flat" cmpd="sng" algn="ctr">
                      <a:noFill/>
                      <a:prstDash val="solid"/>
                    </a:lnR>
                    <a:lnT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933267410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algn="l" fontAlgn="b"/>
                      <a:r>
                        <a:rPr b="0" i="0" sz="1200" u="none">
                          <a:solidFill>
                            <a:schemeClr val="tx2"/>
                          </a:solidFill>
                          <a:latin typeface="Calibri Bold"/>
                        </a:rPr>
                        <a:t>RemoteLogManagerConfig.configDef()</a:t>
                      </a:r>
                      <a:endParaRPr lang="en-US" sz="1200" b="0" i="0" u="none" strike="noStrike" noProof="0" dirty="0">
                        <a:solidFill>
                          <a:schemeClr val="tx2"/>
                        </a:solidFill>
                        <a:effectLst/>
                        <a:latin typeface="Calibri Regular"/>
                      </a:endParaRPr>
                    </a:p>
                  </a:txBody>
                  <a:tcPr marL="108000" marR="108000" marT="72000" marB="72000" anchor="ctr">
                    <a:lnL w="9525" cap="flat" cmpd="sng" algn="ctr">
                      <a:noFill/>
                      <a:prstDash val="solid"/>
                    </a:lnL>
                    <a:lnR>
                      <a:noFill/>
                    </a:lnR>
                    <a:lnT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b="0" i="0" sz="1200" u="none">
                          <a:solidFill>
                            <a:schemeClr val="tx2"/>
                          </a:solidFill>
                          <a:latin typeface="Calibri Regular"/>
                        </a:rPr>
                        <a:t>185</a:t>
                      </a:r>
                      <a:endParaRPr lang="en-US" sz="1200" b="0" i="0" u="none" strike="noStrike" noProof="0" dirty="0">
                        <a:solidFill>
                          <a:schemeClr val="tx2"/>
                        </a:solidFill>
                        <a:effectLst/>
                        <a:latin typeface="Calibri Regular"/>
                      </a:endParaRPr>
                    </a:p>
                  </a:txBody>
                  <a:tcPr marL="108000" marR="108000" marT="72000" marB="72000" anchor="ctr">
                    <a:lnL>
                      <a:noFill/>
                    </a:lnL>
                    <a:lnR>
                      <a:noFill/>
                    </a:lnR>
                    <a:lnT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EF5BA"/>
                    </a:solidFill>
                  </a:tcPr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b="0" i="0" sz="1200" u="none">
                          <a:solidFill>
                            <a:schemeClr val="tx1">
                              <a:lumMod val="60000"/>
                              <a:lumOff val="40000"/>
                            </a:schemeClr>
                          </a:solidFill>
                          <a:latin typeface="Calibri Regular"/>
                        </a:rPr>
                        <a:t>1</a:t>
                      </a:r>
                      <a:endParaRPr lang="en-US" sz="1200" b="0" i="0" u="none" strike="noStrike" noProof="0" dirty="0">
                        <a:solidFill>
                          <a:schemeClr val="tx1">
                            <a:lumMod val="60000"/>
                            <a:lumOff val="40000"/>
                          </a:schemeClr>
                        </a:solidFill>
                        <a:effectLst/>
                        <a:latin typeface="Calibri Regular"/>
                      </a:endParaRPr>
                    </a:p>
                  </a:txBody>
                  <a:tcPr marL="108000" marR="108000" marT="72000" marB="72000" anchor="ctr">
                    <a:lnL>
                      <a:noFill/>
                    </a:lnL>
                    <a:lnR w="9525" cap="flat" cmpd="sng" algn="ctr">
                      <a:noFill/>
                      <a:prstDash val="solid"/>
                    </a:lnR>
                    <a:lnT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b="0" i="0" sz="1200" u="none">
                          <a:solidFill>
                            <a:schemeClr val="tx1">
                              <a:lumMod val="60000"/>
                              <a:lumOff val="40000"/>
                            </a:schemeClr>
                          </a:solidFill>
                          <a:latin typeface="Calibri Regular"/>
                        </a:rPr>
                        <a:t>0</a:t>
                      </a:r>
                      <a:endParaRPr lang="en-US" sz="1200" b="0" i="0" u="none" strike="noStrike" noProof="0" dirty="0">
                        <a:solidFill>
                          <a:schemeClr val="tx1">
                            <a:lumMod val="60000"/>
                            <a:lumOff val="40000"/>
                          </a:schemeClr>
                        </a:solidFill>
                        <a:effectLst/>
                        <a:latin typeface="Calibri Regular"/>
                      </a:endParaRPr>
                    </a:p>
                  </a:txBody>
                  <a:tcPr marL="108000" marR="108000" marT="72000" marB="72000" anchor="ctr">
                    <a:lnL>
                      <a:noFill/>
                    </a:lnL>
                    <a:lnR w="9525" cap="flat" cmpd="sng" algn="ctr">
                      <a:noFill/>
                      <a:prstDash val="solid"/>
                    </a:lnR>
                    <a:lnT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b"/>
                      <a:r>
                        <a:rPr b="0" i="0" sz="1200" u="none">
                          <a:solidFill>
                            <a:schemeClr val="tx1">
                              <a:lumMod val="60000"/>
                              <a:lumOff val="40000"/>
                            </a:schemeClr>
                          </a:solidFill>
                          <a:latin typeface="Calibri Regular"/>
                        </a:rPr>
                        <a:t>storage</a:t>
                      </a:r>
                      <a:endParaRPr lang="en-US" sz="1200" b="0" i="0" u="none" strike="noStrike" noProof="0" dirty="0">
                        <a:solidFill>
                          <a:schemeClr val="tx1">
                            <a:lumMod val="60000"/>
                            <a:lumOff val="40000"/>
                          </a:schemeClr>
                        </a:solidFill>
                        <a:effectLst/>
                        <a:latin typeface="Calibri Regular"/>
                      </a:endParaRPr>
                    </a:p>
                  </a:txBody>
                  <a:tcPr marL="108000" marR="108000" marT="72000" marB="72000" anchor="ctr">
                    <a:lnL>
                      <a:noFill/>
                    </a:lnL>
                    <a:lnR w="9525" cap="flat" cmpd="sng" algn="ctr">
                      <a:noFill/>
                      <a:prstDash val="solid"/>
                    </a:lnR>
                    <a:lnT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009910387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algn="l" fontAlgn="b"/>
                      <a:r>
                        <a:rPr b="0" i="0" sz="1200" u="none">
                          <a:solidFill>
                            <a:schemeClr val="tx2"/>
                          </a:solidFill>
                          <a:latin typeface="Calibri Bold"/>
                        </a:rPr>
                        <a:t>AbstractResponse.parseResponse(ApiKeys,Readable,short)</a:t>
                      </a:r>
                      <a:endParaRPr lang="en-US" sz="1200" b="0" i="0" u="none" strike="noStrike" noProof="0" dirty="0">
                        <a:solidFill>
                          <a:schemeClr val="tx2"/>
                        </a:solidFill>
                        <a:effectLst/>
                        <a:latin typeface="Calibri Regular"/>
                      </a:endParaRPr>
                    </a:p>
                  </a:txBody>
                  <a:tcPr marL="108000" marR="108000" marT="72000" marB="72000" anchor="ctr">
                    <a:lnL w="9525" cap="flat" cmpd="sng" algn="ctr">
                      <a:noFill/>
                      <a:prstDash val="solid"/>
                    </a:lnL>
                    <a:lnR>
                      <a:noFill/>
                    </a:lnR>
                    <a:lnT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b="0" i="0" sz="1200" u="none">
                          <a:solidFill>
                            <a:schemeClr val="tx2"/>
                          </a:solidFill>
                          <a:latin typeface="Calibri Regular"/>
                        </a:rPr>
                        <a:t>185</a:t>
                      </a:r>
                      <a:endParaRPr lang="en-US" sz="1200" b="0" i="0" u="none" strike="noStrike" noProof="0" dirty="0">
                        <a:solidFill>
                          <a:schemeClr val="tx2"/>
                        </a:solidFill>
                        <a:effectLst/>
                        <a:latin typeface="Calibri Regular"/>
                      </a:endParaRPr>
                    </a:p>
                  </a:txBody>
                  <a:tcPr marL="108000" marR="108000" marT="72000" marB="72000" anchor="ctr">
                    <a:lnL>
                      <a:noFill/>
                    </a:lnL>
                    <a:lnR>
                      <a:noFill/>
                    </a:lnR>
                    <a:lnT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EF5BA"/>
                    </a:solidFill>
                  </a:tcPr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b="0" i="0" sz="1200" u="none">
                          <a:solidFill>
                            <a:schemeClr val="tx1">
                              <a:lumMod val="60000"/>
                              <a:lumOff val="40000"/>
                            </a:schemeClr>
                          </a:solidFill>
                          <a:latin typeface="Calibri Regular"/>
                        </a:rPr>
                        <a:t>90</a:t>
                      </a:r>
                      <a:endParaRPr lang="en-US" sz="1200" b="0" i="0" u="none" strike="noStrike" noProof="0" dirty="0">
                        <a:solidFill>
                          <a:schemeClr val="tx1">
                            <a:lumMod val="60000"/>
                            <a:lumOff val="40000"/>
                          </a:schemeClr>
                        </a:solidFill>
                        <a:effectLst/>
                        <a:latin typeface="Calibri Regular"/>
                      </a:endParaRPr>
                    </a:p>
                  </a:txBody>
                  <a:tcPr marL="108000" marR="108000" marT="72000" marB="72000" anchor="ctr">
                    <a:lnL>
                      <a:noFill/>
                    </a:lnL>
                    <a:lnR w="9525" cap="flat" cmpd="sng" algn="ctr">
                      <a:noFill/>
                      <a:prstDash val="solid"/>
                    </a:lnR>
                    <a:lnT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b="0" i="0" sz="1200" u="none">
                          <a:solidFill>
                            <a:schemeClr val="tx1">
                              <a:lumMod val="60000"/>
                              <a:lumOff val="40000"/>
                            </a:schemeClr>
                          </a:solidFill>
                          <a:latin typeface="Calibri Regular"/>
                        </a:rPr>
                        <a:t>3</a:t>
                      </a:r>
                      <a:endParaRPr lang="en-US" sz="1200" b="0" i="0" u="none" strike="noStrike" noProof="0" dirty="0">
                        <a:solidFill>
                          <a:schemeClr val="tx1">
                            <a:lumMod val="60000"/>
                            <a:lumOff val="40000"/>
                          </a:schemeClr>
                        </a:solidFill>
                        <a:effectLst/>
                        <a:latin typeface="Calibri Regular"/>
                      </a:endParaRPr>
                    </a:p>
                  </a:txBody>
                  <a:tcPr marL="108000" marR="108000" marT="72000" marB="72000" anchor="ctr">
                    <a:lnL>
                      <a:noFill/>
                    </a:lnL>
                    <a:lnR w="9525" cap="flat" cmpd="sng" algn="ctr">
                      <a:noFill/>
                      <a:prstDash val="solid"/>
                    </a:lnR>
                    <a:lnT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b"/>
                      <a:r>
                        <a:rPr b="0" i="0" sz="1200" u="none">
                          <a:solidFill>
                            <a:schemeClr val="tx1">
                              <a:lumMod val="60000"/>
                              <a:lumOff val="40000"/>
                            </a:schemeClr>
                          </a:solidFill>
                          <a:latin typeface="Calibri Regular"/>
                        </a:rPr>
                        <a:t>clients</a:t>
                      </a:r>
                      <a:endParaRPr lang="en-US" sz="1200" b="0" i="0" u="none" strike="noStrike" noProof="0" dirty="0">
                        <a:solidFill>
                          <a:schemeClr val="tx1">
                            <a:lumMod val="60000"/>
                            <a:lumOff val="40000"/>
                          </a:schemeClr>
                        </a:solidFill>
                        <a:effectLst/>
                        <a:latin typeface="Calibri Regular"/>
                      </a:endParaRPr>
                    </a:p>
                  </a:txBody>
                  <a:tcPr marL="108000" marR="108000" marT="72000" marB="72000" anchor="ctr">
                    <a:lnL>
                      <a:noFill/>
                    </a:lnL>
                    <a:lnR w="9525" cap="flat" cmpd="sng" algn="ctr">
                      <a:noFill/>
                      <a:prstDash val="solid"/>
                    </a:lnR>
                    <a:lnT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372763307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algn="l" fontAlgn="b"/>
                      <a:r>
                        <a:rPr b="0" i="0" sz="1200" u="none">
                          <a:solidFill>
                            <a:schemeClr val="tx2"/>
                          </a:solidFill>
                          <a:latin typeface="Calibri Bold"/>
                        </a:rPr>
                        <a:t>AbstractRequest.doParseRequest(ApiKeys,short,Readable)</a:t>
                      </a:r>
                      <a:endParaRPr lang="en-US" sz="1200" b="0" i="0" u="none" strike="noStrike" noProof="0" dirty="0">
                        <a:solidFill>
                          <a:schemeClr val="tx2"/>
                        </a:solidFill>
                        <a:effectLst/>
                        <a:latin typeface="Calibri Regular"/>
                      </a:endParaRPr>
                    </a:p>
                  </a:txBody>
                  <a:tcPr marL="108000" marR="108000" marT="72000" marB="72000" anchor="ctr">
                    <a:lnL w="9525" cap="flat" cmpd="sng" algn="ctr">
                      <a:noFill/>
                      <a:prstDash val="solid"/>
                    </a:lnL>
                    <a:lnR>
                      <a:noFill/>
                    </a:lnR>
                    <a:lnT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b="0" i="0" sz="1200" u="none">
                          <a:solidFill>
                            <a:schemeClr val="tx2"/>
                          </a:solidFill>
                          <a:latin typeface="Calibri Regular"/>
                        </a:rPr>
                        <a:t>185</a:t>
                      </a:r>
                      <a:endParaRPr lang="en-US" sz="1200" b="0" i="0" u="none" strike="noStrike" noProof="0" dirty="0">
                        <a:solidFill>
                          <a:schemeClr val="tx2"/>
                        </a:solidFill>
                        <a:effectLst/>
                        <a:latin typeface="Calibri Regular"/>
                      </a:endParaRPr>
                    </a:p>
                  </a:txBody>
                  <a:tcPr marL="108000" marR="108000" marT="72000" marB="72000" anchor="ctr">
                    <a:lnL>
                      <a:noFill/>
                    </a:lnL>
                    <a:lnR>
                      <a:noFill/>
                    </a:lnR>
                    <a:lnT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EF5BA"/>
                    </a:solidFill>
                  </a:tcPr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b="0" i="0" sz="1200" u="none">
                          <a:solidFill>
                            <a:schemeClr val="tx1">
                              <a:lumMod val="60000"/>
                              <a:lumOff val="40000"/>
                            </a:schemeClr>
                          </a:solidFill>
                          <a:latin typeface="Calibri Regular"/>
                        </a:rPr>
                        <a:t>90</a:t>
                      </a:r>
                      <a:endParaRPr lang="en-US" sz="1200" b="0" i="0" u="none" strike="noStrike" noProof="0" dirty="0">
                        <a:solidFill>
                          <a:schemeClr val="tx1">
                            <a:lumMod val="60000"/>
                            <a:lumOff val="40000"/>
                          </a:schemeClr>
                        </a:solidFill>
                        <a:effectLst/>
                        <a:latin typeface="Calibri Regular"/>
                      </a:endParaRPr>
                    </a:p>
                  </a:txBody>
                  <a:tcPr marL="108000" marR="108000" marT="72000" marB="72000" anchor="ctr">
                    <a:lnL>
                      <a:noFill/>
                    </a:lnL>
                    <a:lnR w="9525" cap="flat" cmpd="sng" algn="ctr">
                      <a:noFill/>
                      <a:prstDash val="solid"/>
                    </a:lnR>
                    <a:lnT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b="0" i="0" sz="1200" u="none">
                          <a:solidFill>
                            <a:schemeClr val="tx1">
                              <a:lumMod val="60000"/>
                              <a:lumOff val="40000"/>
                            </a:schemeClr>
                          </a:solidFill>
                          <a:latin typeface="Calibri Regular"/>
                        </a:rPr>
                        <a:t>3</a:t>
                      </a:r>
                      <a:endParaRPr lang="en-US" sz="1200" b="0" i="0" u="none" strike="noStrike" noProof="0" dirty="0">
                        <a:solidFill>
                          <a:schemeClr val="tx1">
                            <a:lumMod val="60000"/>
                            <a:lumOff val="40000"/>
                          </a:schemeClr>
                        </a:solidFill>
                        <a:effectLst/>
                        <a:latin typeface="Calibri Regular"/>
                      </a:endParaRPr>
                    </a:p>
                  </a:txBody>
                  <a:tcPr marL="108000" marR="108000" marT="72000" marB="72000" anchor="ctr">
                    <a:lnL>
                      <a:noFill/>
                    </a:lnL>
                    <a:lnR w="9525" cap="flat" cmpd="sng" algn="ctr">
                      <a:noFill/>
                      <a:prstDash val="solid"/>
                    </a:lnR>
                    <a:lnT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b"/>
                      <a:r>
                        <a:rPr b="0" i="0" sz="1200" u="none">
                          <a:solidFill>
                            <a:schemeClr val="tx1">
                              <a:lumMod val="60000"/>
                              <a:lumOff val="40000"/>
                            </a:schemeClr>
                          </a:solidFill>
                          <a:latin typeface="Calibri Regular"/>
                        </a:rPr>
                        <a:t>clients</a:t>
                      </a:r>
                      <a:endParaRPr lang="en-US" sz="1200" b="0" i="0" u="none" strike="noStrike" noProof="0" dirty="0">
                        <a:solidFill>
                          <a:schemeClr val="tx1">
                            <a:lumMod val="60000"/>
                            <a:lumOff val="40000"/>
                          </a:schemeClr>
                        </a:solidFill>
                        <a:effectLst/>
                        <a:latin typeface="Calibri Regular"/>
                      </a:endParaRPr>
                    </a:p>
                  </a:txBody>
                  <a:tcPr marL="108000" marR="108000" marT="72000" marB="72000" anchor="ctr">
                    <a:lnL>
                      <a:noFill/>
                    </a:lnL>
                    <a:lnR w="9525" cap="flat" cmpd="sng" algn="ctr">
                      <a:noFill/>
                      <a:prstDash val="solid"/>
                    </a:lnR>
                    <a:lnT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022263985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algn="l" fontAlgn="b"/>
                      <a:r>
                        <a:rPr b="0" i="0" sz="1200" u="none">
                          <a:solidFill>
                            <a:schemeClr val="tx2"/>
                          </a:solidFill>
                          <a:latin typeface="Calibri Bold"/>
                        </a:rPr>
                        <a:t>RequestConvertToJson.request(AbstractRequest)</a:t>
                      </a:r>
                      <a:endParaRPr lang="en-US" sz="1200" b="0" i="0" u="none" strike="noStrike" noProof="0" dirty="0">
                        <a:solidFill>
                          <a:schemeClr val="tx2"/>
                        </a:solidFill>
                        <a:effectLst/>
                        <a:latin typeface="Calibri Regular"/>
                      </a:endParaRPr>
                    </a:p>
                  </a:txBody>
                  <a:tcPr marL="108000" marR="108000" marT="72000" marB="72000" anchor="ctr">
                    <a:lnL w="9525" cap="flat" cmpd="sng" algn="ctr">
                      <a:noFill/>
                      <a:prstDash val="solid"/>
                    </a:lnL>
                    <a:lnR>
                      <a:noFill/>
                    </a:lnR>
                    <a:lnT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b="0" i="0" sz="1200" u="none">
                          <a:solidFill>
                            <a:schemeClr val="tx2"/>
                          </a:solidFill>
                          <a:latin typeface="Calibri Regular"/>
                        </a:rPr>
                        <a:t>182</a:t>
                      </a:r>
                      <a:endParaRPr lang="en-US" sz="1200" b="0" i="0" u="none" strike="noStrike" noProof="0" dirty="0">
                        <a:solidFill>
                          <a:schemeClr val="tx2"/>
                        </a:solidFill>
                        <a:effectLst/>
                        <a:latin typeface="Calibri Regular"/>
                      </a:endParaRPr>
                    </a:p>
                  </a:txBody>
                  <a:tcPr marL="108000" marR="108000" marT="72000" marB="72000" anchor="ctr">
                    <a:lnL>
                      <a:noFill/>
                    </a:lnL>
                    <a:lnR>
                      <a:noFill/>
                    </a:lnR>
                    <a:lnT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EF5BA"/>
                    </a:solidFill>
                  </a:tcPr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b="0" i="0" sz="1200" u="none">
                          <a:solidFill>
                            <a:schemeClr val="tx1">
                              <a:lumMod val="60000"/>
                              <a:lumOff val="40000"/>
                            </a:schemeClr>
                          </a:solidFill>
                          <a:latin typeface="Calibri Regular"/>
                        </a:rPr>
                        <a:t>90</a:t>
                      </a:r>
                      <a:endParaRPr lang="en-US" sz="1200" b="0" i="0" u="none" strike="noStrike" noProof="0" dirty="0">
                        <a:solidFill>
                          <a:schemeClr val="tx1">
                            <a:lumMod val="60000"/>
                            <a:lumOff val="40000"/>
                          </a:schemeClr>
                        </a:solidFill>
                        <a:effectLst/>
                        <a:latin typeface="Calibri Regular"/>
                      </a:endParaRPr>
                    </a:p>
                  </a:txBody>
                  <a:tcPr marL="108000" marR="108000" marT="72000" marB="72000" anchor="ctr">
                    <a:lnL>
                      <a:noFill/>
                    </a:lnL>
                    <a:lnR w="9525" cap="flat" cmpd="sng" algn="ctr">
                      <a:noFill/>
                      <a:prstDash val="solid"/>
                    </a:lnR>
                    <a:lnT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b="0" i="0" sz="1200" u="none">
                          <a:solidFill>
                            <a:schemeClr val="tx1">
                              <a:lumMod val="60000"/>
                              <a:lumOff val="40000"/>
                            </a:schemeClr>
                          </a:solidFill>
                          <a:latin typeface="Calibri Regular"/>
                        </a:rPr>
                        <a:t>1</a:t>
                      </a:r>
                      <a:endParaRPr lang="en-US" sz="1200" b="0" i="0" u="none" strike="noStrike" noProof="0" dirty="0">
                        <a:solidFill>
                          <a:schemeClr val="tx1">
                            <a:lumMod val="60000"/>
                            <a:lumOff val="40000"/>
                          </a:schemeClr>
                        </a:solidFill>
                        <a:effectLst/>
                        <a:latin typeface="Calibri Regular"/>
                      </a:endParaRPr>
                    </a:p>
                  </a:txBody>
                  <a:tcPr marL="108000" marR="108000" marT="72000" marB="72000" anchor="ctr">
                    <a:lnL>
                      <a:noFill/>
                    </a:lnL>
                    <a:lnR w="9525" cap="flat" cmpd="sng" algn="ctr">
                      <a:noFill/>
                      <a:prstDash val="solid"/>
                    </a:lnR>
                    <a:lnT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b"/>
                      <a:r>
                        <a:rPr b="0" i="0" sz="1200" u="none">
                          <a:solidFill>
                            <a:schemeClr val="tx1">
                              <a:lumMod val="60000"/>
                              <a:lumOff val="40000"/>
                            </a:schemeClr>
                          </a:solidFill>
                          <a:latin typeface="Calibri Regular"/>
                        </a:rPr>
                        <a:t>server</a:t>
                      </a:r>
                      <a:endParaRPr lang="en-US" sz="1200" b="0" i="0" u="none" strike="noStrike" noProof="0" dirty="0">
                        <a:solidFill>
                          <a:schemeClr val="tx1">
                            <a:lumMod val="60000"/>
                            <a:lumOff val="40000"/>
                          </a:schemeClr>
                        </a:solidFill>
                        <a:effectLst/>
                        <a:latin typeface="Calibri Regular"/>
                      </a:endParaRPr>
                    </a:p>
                  </a:txBody>
                  <a:tcPr marL="108000" marR="108000" marT="72000" marB="72000" anchor="ctr">
                    <a:lnL>
                      <a:noFill/>
                    </a:lnL>
                    <a:lnR w="9525" cap="flat" cmpd="sng" algn="ctr">
                      <a:noFill/>
                      <a:prstDash val="solid"/>
                    </a:lnR>
                    <a:lnT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516404128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marR="0" lvl="0" indent="0" algn="l" defTabSz="914400" rtl="0" eaLnBrk="1" fontAlgn="b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b="0" i="0" sz="1200" u="none">
                          <a:solidFill>
                            <a:schemeClr val="tx2"/>
                          </a:solidFill>
                          <a:latin typeface="Calibri Bold"/>
                        </a:rPr>
                        <a:t>GroupCoordinatorMetrics.GroupCoordinatorMetrics(MetricsRegistry,Metrics)</a:t>
                      </a:r>
                      <a:endParaRPr lang="en-US" sz="1200" b="0" i="0" u="none" strike="noStrike" noProof="0" dirty="0">
                        <a:solidFill>
                          <a:schemeClr val="tx2"/>
                        </a:solidFill>
                        <a:effectLst/>
                        <a:latin typeface="Calibri Regular"/>
                      </a:endParaRPr>
                    </a:p>
                  </a:txBody>
                  <a:tcPr marL="108000" marR="108000" marT="72000" marB="72000" anchor="ctr">
                    <a:lnL w="9525" cap="flat" cmpd="sng" algn="ctr">
                      <a:noFill/>
                      <a:prstDash val="solid"/>
                    </a:lnL>
                    <a:lnR>
                      <a:noFill/>
                    </a:lnR>
                    <a:lnT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b="0" i="0" sz="1200" u="none">
                          <a:solidFill>
                            <a:schemeClr val="tx2"/>
                          </a:solidFill>
                          <a:latin typeface="Calibri Regular"/>
                        </a:rPr>
                        <a:t>178</a:t>
                      </a:r>
                      <a:endParaRPr lang="en-US" sz="1200" b="0" i="0" u="none" strike="noStrike" noProof="0" dirty="0">
                        <a:solidFill>
                          <a:schemeClr val="tx2"/>
                        </a:solidFill>
                        <a:effectLst/>
                        <a:latin typeface="+mn-lt"/>
                      </a:endParaRPr>
                    </a:p>
                  </a:txBody>
                  <a:tcPr marL="108000" marR="108000" marT="72000" marB="72000" anchor="ctr">
                    <a:lnL>
                      <a:noFill/>
                    </a:lnL>
                    <a:lnR>
                      <a:noFill/>
                    </a:lnR>
                    <a:lnT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EF5BA"/>
                    </a:solidFill>
                  </a:tcPr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b="0" i="0" sz="1200" u="none">
                          <a:solidFill>
                            <a:schemeClr val="tx1">
                              <a:lumMod val="60000"/>
                              <a:lumOff val="40000"/>
                            </a:schemeClr>
                          </a:solidFill>
                          <a:latin typeface="Calibri Regular"/>
                        </a:rPr>
                        <a:t>1</a:t>
                      </a:r>
                      <a:endParaRPr lang="en-US" sz="1200" b="0" i="0" u="none" strike="noStrike" noProof="0" dirty="0">
                        <a:solidFill>
                          <a:schemeClr val="tx1">
                            <a:lumMod val="60000"/>
                            <a:lumOff val="40000"/>
                          </a:schemeClr>
                        </a:solidFill>
                        <a:effectLst/>
                        <a:latin typeface="+mn-lt"/>
                      </a:endParaRPr>
                    </a:p>
                  </a:txBody>
                  <a:tcPr marL="108000" marR="108000" marT="72000" marB="72000" anchor="ctr">
                    <a:lnL>
                      <a:noFill/>
                    </a:lnL>
                    <a:lnR w="9525" cap="flat" cmpd="sng" algn="ctr">
                      <a:noFill/>
                      <a:prstDash val="solid"/>
                    </a:lnR>
                    <a:lnT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b="0" i="0" sz="1200" u="none">
                          <a:solidFill>
                            <a:schemeClr val="tx1">
                              <a:lumMod val="60000"/>
                              <a:lumOff val="40000"/>
                            </a:schemeClr>
                          </a:solidFill>
                          <a:latin typeface="Calibri Regular"/>
                        </a:rPr>
                        <a:t>2</a:t>
                      </a:r>
                      <a:endParaRPr lang="en-US" sz="1200" b="0" i="0" u="none" strike="noStrike" noProof="0" dirty="0">
                        <a:solidFill>
                          <a:schemeClr val="tx1">
                            <a:lumMod val="60000"/>
                            <a:lumOff val="40000"/>
                          </a:schemeClr>
                        </a:solidFill>
                        <a:effectLst/>
                        <a:latin typeface="+mn-lt"/>
                      </a:endParaRPr>
                    </a:p>
                  </a:txBody>
                  <a:tcPr marL="108000" marR="108000" marT="72000" marB="72000" anchor="ctr">
                    <a:lnL>
                      <a:noFill/>
                    </a:lnL>
                    <a:lnR w="9525" cap="flat" cmpd="sng" algn="ctr">
                      <a:noFill/>
                      <a:prstDash val="solid"/>
                    </a:lnR>
                    <a:lnT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b"/>
                      <a:r>
                        <a:rPr b="0" i="0" sz="1200" u="none">
                          <a:solidFill>
                            <a:schemeClr val="tx1">
                              <a:lumMod val="60000"/>
                              <a:lumOff val="40000"/>
                            </a:schemeClr>
                          </a:solidFill>
                          <a:latin typeface="Calibri Regular"/>
                        </a:rPr>
                        <a:t>group-coordinator</a:t>
                      </a:r>
                      <a:endParaRPr lang="en-US" sz="1200" b="0" i="0" u="none" strike="noStrike" noProof="0" dirty="0">
                        <a:solidFill>
                          <a:schemeClr val="tx1">
                            <a:lumMod val="60000"/>
                            <a:lumOff val="40000"/>
                          </a:schemeClr>
                        </a:solidFill>
                        <a:effectLst/>
                        <a:latin typeface="+mn-lt"/>
                      </a:endParaRPr>
                    </a:p>
                  </a:txBody>
                  <a:tcPr marL="108000" marR="108000" marT="72000" marB="72000" anchor="ctr">
                    <a:lnL>
                      <a:noFill/>
                    </a:lnL>
                    <a:lnR w="9525" cap="flat" cmpd="sng" algn="ctr">
                      <a:noFill/>
                      <a:prstDash val="solid"/>
                    </a:lnR>
                    <a:lnT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255606331"/>
                  </a:ext>
                </a:extLst>
              </a:tr>
            </a:tbl>
          </a:graphicData>
        </a:graphic>
      </p:graphicFrame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190E241-59C2-6F55-4707-FD2CC82A6C6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Number Placeholder 1">
            <a:extLst>
              <a:ext uri="{FF2B5EF4-FFF2-40B4-BE49-F238E27FC236}">
                <a16:creationId xmlns:a16="http://schemas.microsoft.com/office/drawing/2014/main" id="{3B397773-E61A-9D94-159E-FE176D511F7A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E242BD21-9B61-2246-BCB1-4BE5E1BEBE1C}" type="slidenum">
              <a:rPr lang="en-US" smtClean="0"/>
              <a:pPr/>
              <a:t>8</a:t>
            </a:fld>
            <a:endParaRPr lang="en-US"/>
          </a:p>
        </p:txBody>
      </p:sp>
      <p:sp>
        <p:nvSpPr>
          <p:cNvPr id="10" name="Text Placeholder 9">
            <a:extLst>
              <a:ext uri="{FF2B5EF4-FFF2-40B4-BE49-F238E27FC236}">
                <a16:creationId xmlns:a16="http://schemas.microsoft.com/office/drawing/2014/main" id="{C070E2EE-7B25-5041-16B6-A6265C553E99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/>
        <p:txBody>
          <a:bodyPr/>
          <a:lstStyle/>
          <a:p>
            <a:r>
              <a:rPr lang="en-US" dirty="0"/>
              <a:t>Refactoring Candidates – Unit Size</a:t>
            </a:r>
          </a:p>
        </p:txBody>
      </p:sp>
      <p:sp>
        <p:nvSpPr>
          <p:cNvPr id="5" name="Title 4">
            <a:extLst>
              <a:ext uri="{FF2B5EF4-FFF2-40B4-BE49-F238E27FC236}">
                <a16:creationId xmlns:a16="http://schemas.microsoft.com/office/drawing/2014/main" id="{7E6AFEFE-FA0F-CDBD-40F1-A3FF99211BA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An overview of the longest Python units</a:t>
            </a:r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6476392F-4A8E-477A-00F5-76B3207433B6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2669790" y="6549140"/>
            <a:ext cx="804066" cy="236406"/>
          </a:xfrm>
          <a:prstGeom prst="rect">
            <a:avLst/>
          </a:prstGeom>
          <a:noFill/>
          <a:ln w="12700" cap="flat" cmpd="sng" algn="ctr">
            <a:noFill/>
            <a:prstDash val="solid"/>
            <a:miter lim="800000"/>
          </a:ln>
        </p:spPr>
        <p:txBody>
          <a:bodyPr wrap="none" lIns="0" tIns="36000" rIns="0" rtlCol="0" anchor="ctr">
            <a:spAutoFit/>
          </a:bodyPr>
          <a:lstStyle>
            <a:defPPr>
              <a:defRPr lang="en-US"/>
            </a:defPPr>
            <a:lvl1pPr marL="0" algn="l" defTabSz="914400" rtl="0" eaLnBrk="1" latinLnBrk="0" hangingPunct="1">
              <a:defRPr lang="en-US" sz="1000" b="1" kern="1200" cap="all" spc="10" baseline="0" dirty="0">
                <a:solidFill>
                  <a:srgbClr val="B2BECD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 dirty="0"/>
              <a:t>Confidential</a:t>
            </a:r>
          </a:p>
        </p:txBody>
      </p:sp>
      <p:graphicFrame>
        <p:nvGraphicFramePr>
          <p:cNvPr id="4" name="REFACTORING_CANDIDATES_TABLE_UNIT_SIZE_TECH_2">
            <a:extLst>
              <a:ext uri="{FF2B5EF4-FFF2-40B4-BE49-F238E27FC236}">
                <a16:creationId xmlns:a16="http://schemas.microsoft.com/office/drawing/2014/main" id="{6526472F-557C-F0F9-9AC9-DA0F1F07D816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684944148"/>
              </p:ext>
            </p:extLst>
          </p:nvPr>
        </p:nvGraphicFramePr>
        <p:xfrm>
          <a:off x="514373" y="1366988"/>
          <a:ext cx="11231294" cy="4972560"/>
        </p:xfrm>
        <a:graphic>
          <a:graphicData uri="http://schemas.openxmlformats.org/drawingml/2006/table">
            <a:tbl>
              <a:tblPr firstRow="1" bandRow="1">
                <a:effectLst/>
                <a:tableStyleId>{F2DE63D5-997A-4646-A377-4702673A728D}</a:tableStyleId>
              </a:tblPr>
              <a:tblGrid>
                <a:gridCol w="6688777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630621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953621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1292001">
                  <a:extLst>
                    <a:ext uri="{9D8B030D-6E8A-4147-A177-3AD203B41FA5}">
                      <a16:colId xmlns:a16="http://schemas.microsoft.com/office/drawing/2014/main" val="3286041723"/>
                    </a:ext>
                  </a:extLst>
                </a:gridCol>
                <a:gridCol w="1666274">
                  <a:extLst>
                    <a:ext uri="{9D8B030D-6E8A-4147-A177-3AD203B41FA5}">
                      <a16:colId xmlns:a16="http://schemas.microsoft.com/office/drawing/2014/main" val="4263492041"/>
                    </a:ext>
                  </a:extLst>
                </a:gridCol>
              </a:tblGrid>
              <a:tr h="0">
                <a:tc>
                  <a:txBody>
                    <a:bodyPr/>
                    <a:lstStyle/>
                    <a:p>
                      <a:pPr marL="0" marR="0" indent="0" algn="l" defTabSz="4572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b="1" sz="1400">
                          <a:solidFill>
                            <a:schemeClr val="bg1"/>
                          </a:solidFill>
                          <a:latin typeface="+mn-lt"/>
                        </a:rPr>
                        <a:t>Unit name</a:t>
                      </a:r>
                      <a:endParaRPr lang="en-US" sz="1400" b="1" i="0" noProof="0" dirty="0">
                        <a:solidFill>
                          <a:schemeClr val="bg1"/>
                        </a:solidFill>
                        <a:latin typeface="+mn-lt"/>
                        <a:cs typeface="TheSans B4 SemiLight"/>
                      </a:endParaRPr>
                    </a:p>
                  </a:txBody>
                  <a:tcPr marL="108000" marR="108000" marT="72000" marB="72000">
                    <a:lnL w="9525" cap="flat" cmpd="sng" algn="ctr">
                      <a:noFill/>
                      <a:prstDash val="solid"/>
                    </a:lnL>
                    <a:lnR>
                      <a:noFill/>
                    </a:lnR>
                    <a:lnT w="9525" cap="flat" cmpd="sng" algn="ctr">
                      <a:noFill/>
                      <a:prstDash val="solid"/>
                    </a:lnT>
                    <a:lnB w="19050" cap="flat" cmpd="sng" algn="ctr">
                      <a:noFill/>
                      <a:prstDash val="sysDot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tx2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b="1" sz="1400">
                          <a:solidFill>
                            <a:schemeClr val="bg1"/>
                          </a:solidFill>
                          <a:latin typeface="+mn-lt"/>
                        </a:rPr>
                        <a:t>LOC</a:t>
                      </a:r>
                      <a:endParaRPr lang="en-US" sz="1400" b="1" i="0" noProof="0" dirty="0">
                        <a:solidFill>
                          <a:schemeClr val="bg1"/>
                        </a:solidFill>
                        <a:latin typeface="+mn-lt"/>
                        <a:cs typeface="TheSans B4 SemiLight"/>
                      </a:endParaRPr>
                    </a:p>
                  </a:txBody>
                  <a:tcPr marL="108000" marR="108000" marT="72000" marB="72000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noFill/>
                      <a:prstDash val="solid"/>
                    </a:lnT>
                    <a:lnB w="19050" cap="flat" cmpd="sng" algn="ctr">
                      <a:noFill/>
                      <a:prstDash val="sysDot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2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b="1" sz="1400">
                          <a:solidFill>
                            <a:schemeClr val="bg1"/>
                          </a:solidFill>
                          <a:latin typeface="+mn-lt"/>
                        </a:rPr>
                        <a:t>McCabe</a:t>
                      </a:r>
                      <a:endParaRPr lang="en-US" sz="1400" b="1" i="0" noProof="0" dirty="0">
                        <a:solidFill>
                          <a:schemeClr val="bg1"/>
                        </a:solidFill>
                        <a:latin typeface="+mn-lt"/>
                        <a:cs typeface="TheSans B4 SemiLight"/>
                      </a:endParaRPr>
                    </a:p>
                  </a:txBody>
                  <a:tcPr marL="108000" marR="108000" marT="72000" marB="72000">
                    <a:lnL>
                      <a:noFill/>
                    </a:lnL>
                    <a:lnR w="9525" cap="flat" cmpd="sng" algn="ctr">
                      <a:noFill/>
                      <a:prstDash val="solid"/>
                    </a:lnR>
                    <a:lnT w="9525" cap="flat" cmpd="sng" algn="ctr">
                      <a:noFill/>
                      <a:prstDash val="solid"/>
                    </a:lnT>
                    <a:lnB w="19050" cap="flat" cmpd="sng" algn="ctr">
                      <a:noFill/>
                      <a:prstDash val="sysDot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tx2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b="1" i="0" sz="1400">
                          <a:solidFill>
                            <a:schemeClr val="bg1"/>
                          </a:solidFill>
                          <a:latin typeface="+mn-lt"/>
                        </a:rPr>
                        <a:t>Parameters</a:t>
                      </a:r>
                    </a:p>
                  </a:txBody>
                  <a:tcPr marL="108000" marR="108000" marT="72000" marB="72000">
                    <a:lnL>
                      <a:noFill/>
                    </a:lnL>
                    <a:lnR w="9525" cap="flat" cmpd="sng" algn="ctr">
                      <a:noFill/>
                      <a:prstDash val="solid"/>
                    </a:lnR>
                    <a:lnT w="9525" cap="flat" cmpd="sng" algn="ctr">
                      <a:noFill/>
                      <a:prstDash val="solid"/>
                    </a:lnT>
                    <a:lnB w="19050" cap="flat" cmpd="sng" algn="ctr">
                      <a:noFill/>
                      <a:prstDash val="sysDot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tx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b="1" i="0" sz="1400">
                          <a:solidFill>
                            <a:schemeClr val="bg1"/>
                          </a:solidFill>
                          <a:latin typeface="+mn-lt"/>
                        </a:rPr>
                        <a:t>Component</a:t>
                      </a:r>
                    </a:p>
                  </a:txBody>
                  <a:tcPr marL="108000" marR="108000" marT="72000" marB="72000">
                    <a:lnL>
                      <a:noFill/>
                    </a:lnL>
                    <a:lnR w="9525" cap="flat" cmpd="sng" algn="ctr">
                      <a:noFill/>
                      <a:prstDash val="solid"/>
                    </a:lnR>
                    <a:lnT w="9525" cap="flat" cmpd="sng" algn="ctr">
                      <a:noFill/>
                      <a:prstDash val="solid"/>
                    </a:lnT>
                    <a:lnB w="19050" cap="flat" cmpd="sng" algn="ctr">
                      <a:noFill/>
                      <a:prstDash val="sysDot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tx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</a:tbl>
          </a:graphicData>
        </a:graphic>
      </p:graphicFrame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190E241-59C2-6F55-4707-FD2CC82A6C6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Number Placeholder 1">
            <a:extLst>
              <a:ext uri="{FF2B5EF4-FFF2-40B4-BE49-F238E27FC236}">
                <a16:creationId xmlns:a16="http://schemas.microsoft.com/office/drawing/2014/main" id="{3B397773-E61A-9D94-159E-FE176D511F7A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E242BD21-9B61-2246-BCB1-4BE5E1BEBE1C}" type="slidenum">
              <a:rPr lang="en-US" smtClean="0"/>
              <a:pPr/>
              <a:t>9</a:t>
            </a:fld>
            <a:endParaRPr lang="en-US"/>
          </a:p>
        </p:txBody>
      </p:sp>
      <p:sp>
        <p:nvSpPr>
          <p:cNvPr id="10" name="Text Placeholder 9">
            <a:extLst>
              <a:ext uri="{FF2B5EF4-FFF2-40B4-BE49-F238E27FC236}">
                <a16:creationId xmlns:a16="http://schemas.microsoft.com/office/drawing/2014/main" id="{C070E2EE-7B25-5041-16B6-A6265C553E99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/>
        <p:txBody>
          <a:bodyPr/>
          <a:lstStyle/>
          <a:p>
            <a:r>
              <a:rPr lang="en-US" dirty="0"/>
              <a:t>Refactoring Candidates – Unit Size</a:t>
            </a:r>
          </a:p>
        </p:txBody>
      </p:sp>
      <p:sp>
        <p:nvSpPr>
          <p:cNvPr id="5" name="Title 4">
            <a:extLst>
              <a:ext uri="{FF2B5EF4-FFF2-40B4-BE49-F238E27FC236}">
                <a16:creationId xmlns:a16="http://schemas.microsoft.com/office/drawing/2014/main" id="{7E6AFEFE-FA0F-CDBD-40F1-A3FF99211BA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An overview of the longest  units</a:t>
            </a:r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6476392F-4A8E-477A-00F5-76B3207433B6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2669790" y="6549140"/>
            <a:ext cx="804066" cy="236406"/>
          </a:xfrm>
          <a:prstGeom prst="rect">
            <a:avLst/>
          </a:prstGeom>
          <a:noFill/>
          <a:ln w="12700" cap="flat" cmpd="sng" algn="ctr">
            <a:noFill/>
            <a:prstDash val="solid"/>
            <a:miter lim="800000"/>
          </a:ln>
        </p:spPr>
        <p:txBody>
          <a:bodyPr wrap="none" lIns="0" tIns="36000" rIns="0" rtlCol="0" anchor="ctr">
            <a:spAutoFit/>
          </a:bodyPr>
          <a:lstStyle>
            <a:defPPr>
              <a:defRPr lang="en-US"/>
            </a:defPPr>
            <a:lvl1pPr marL="0" algn="l" defTabSz="914400" rtl="0" eaLnBrk="1" latinLnBrk="0" hangingPunct="1">
              <a:defRPr lang="en-US" sz="1000" b="1" kern="1200" cap="all" spc="10" baseline="0" dirty="0">
                <a:solidFill>
                  <a:srgbClr val="B2BECD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 dirty="0"/>
              <a:t>Confidential</a:t>
            </a:r>
          </a:p>
        </p:txBody>
      </p:sp>
      <p:graphicFrame>
        <p:nvGraphicFramePr>
          <p:cNvPr id="4" name="REFACTORING_CANDIDATES_TABLE_UNIT_SIZE_TECH_3">
            <a:extLst>
              <a:ext uri="{FF2B5EF4-FFF2-40B4-BE49-F238E27FC236}">
                <a16:creationId xmlns:a16="http://schemas.microsoft.com/office/drawing/2014/main" id="{6526472F-557C-F0F9-9AC9-DA0F1F07D816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080570038"/>
              </p:ext>
            </p:extLst>
          </p:nvPr>
        </p:nvGraphicFramePr>
        <p:xfrm>
          <a:off x="514373" y="1366988"/>
          <a:ext cx="11231294" cy="4972560"/>
        </p:xfrm>
        <a:graphic>
          <a:graphicData uri="http://schemas.openxmlformats.org/drawingml/2006/table">
            <a:tbl>
              <a:tblPr firstRow="1" bandRow="1">
                <a:effectLst/>
                <a:tableStyleId>{F2DE63D5-997A-4646-A377-4702673A728D}</a:tableStyleId>
              </a:tblPr>
              <a:tblGrid>
                <a:gridCol w="6688777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630621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953621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1292001">
                  <a:extLst>
                    <a:ext uri="{9D8B030D-6E8A-4147-A177-3AD203B41FA5}">
                      <a16:colId xmlns:a16="http://schemas.microsoft.com/office/drawing/2014/main" val="3286041723"/>
                    </a:ext>
                  </a:extLst>
                </a:gridCol>
                <a:gridCol w="1666274">
                  <a:extLst>
                    <a:ext uri="{9D8B030D-6E8A-4147-A177-3AD203B41FA5}">
                      <a16:colId xmlns:a16="http://schemas.microsoft.com/office/drawing/2014/main" val="4263492041"/>
                    </a:ext>
                  </a:extLst>
                </a:gridCol>
              </a:tblGrid>
              <a:tr h="0">
                <a:tc>
                  <a:txBody>
                    <a:bodyPr/>
                    <a:lstStyle/>
                    <a:p>
                      <a:pPr marL="0" marR="0" indent="0" algn="l" defTabSz="4572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b="1" sz="1400">
                          <a:solidFill>
                            <a:schemeClr val="bg1"/>
                          </a:solidFill>
                          <a:latin typeface="+mn-lt"/>
                        </a:rPr>
                        <a:t>Unit name</a:t>
                      </a:r>
                      <a:endParaRPr lang="en-US" sz="1400" b="1" i="0" noProof="0" dirty="0">
                        <a:solidFill>
                          <a:schemeClr val="bg1"/>
                        </a:solidFill>
                        <a:latin typeface="+mn-lt"/>
                        <a:cs typeface="TheSans B4 SemiLight"/>
                      </a:endParaRPr>
                    </a:p>
                  </a:txBody>
                  <a:tcPr marL="108000" marR="108000" marT="72000" marB="72000">
                    <a:lnL w="9525" cap="flat" cmpd="sng" algn="ctr">
                      <a:noFill/>
                      <a:prstDash val="solid"/>
                    </a:lnL>
                    <a:lnR>
                      <a:noFill/>
                    </a:lnR>
                    <a:lnT w="9525" cap="flat" cmpd="sng" algn="ctr">
                      <a:noFill/>
                      <a:prstDash val="solid"/>
                    </a:lnT>
                    <a:lnB w="19050" cap="flat" cmpd="sng" algn="ctr">
                      <a:noFill/>
                      <a:prstDash val="sysDot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tx2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b="1" sz="1400">
                          <a:solidFill>
                            <a:schemeClr val="bg1"/>
                          </a:solidFill>
                          <a:latin typeface="+mn-lt"/>
                        </a:rPr>
                        <a:t>LOC</a:t>
                      </a:r>
                      <a:endParaRPr lang="en-US" sz="1400" b="1" i="0" noProof="0" dirty="0">
                        <a:solidFill>
                          <a:schemeClr val="bg1"/>
                        </a:solidFill>
                        <a:latin typeface="+mn-lt"/>
                        <a:cs typeface="TheSans B4 SemiLight"/>
                      </a:endParaRPr>
                    </a:p>
                  </a:txBody>
                  <a:tcPr marL="108000" marR="108000" marT="72000" marB="72000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noFill/>
                      <a:prstDash val="solid"/>
                    </a:lnT>
                    <a:lnB w="19050" cap="flat" cmpd="sng" algn="ctr">
                      <a:noFill/>
                      <a:prstDash val="sysDot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2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b="1" sz="1400">
                          <a:solidFill>
                            <a:schemeClr val="bg1"/>
                          </a:solidFill>
                          <a:latin typeface="+mn-lt"/>
                        </a:rPr>
                        <a:t>McCabe</a:t>
                      </a:r>
                      <a:endParaRPr lang="en-US" sz="1400" b="1" i="0" noProof="0" dirty="0">
                        <a:solidFill>
                          <a:schemeClr val="bg1"/>
                        </a:solidFill>
                        <a:latin typeface="+mn-lt"/>
                        <a:cs typeface="TheSans B4 SemiLight"/>
                      </a:endParaRPr>
                    </a:p>
                  </a:txBody>
                  <a:tcPr marL="108000" marR="108000" marT="72000" marB="72000">
                    <a:lnL>
                      <a:noFill/>
                    </a:lnL>
                    <a:lnR w="9525" cap="flat" cmpd="sng" algn="ctr">
                      <a:noFill/>
                      <a:prstDash val="solid"/>
                    </a:lnR>
                    <a:lnT w="9525" cap="flat" cmpd="sng" algn="ctr">
                      <a:noFill/>
                      <a:prstDash val="solid"/>
                    </a:lnT>
                    <a:lnB w="19050" cap="flat" cmpd="sng" algn="ctr">
                      <a:noFill/>
                      <a:prstDash val="sysDot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tx2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b="1" i="0" sz="1400">
                          <a:solidFill>
                            <a:schemeClr val="bg1"/>
                          </a:solidFill>
                          <a:latin typeface="+mn-lt"/>
                        </a:rPr>
                        <a:t>Parameters</a:t>
                      </a:r>
                    </a:p>
                  </a:txBody>
                  <a:tcPr marL="108000" marR="108000" marT="72000" marB="72000">
                    <a:lnL>
                      <a:noFill/>
                    </a:lnL>
                    <a:lnR w="9525" cap="flat" cmpd="sng" algn="ctr">
                      <a:noFill/>
                      <a:prstDash val="solid"/>
                    </a:lnR>
                    <a:lnT w="9525" cap="flat" cmpd="sng" algn="ctr">
                      <a:noFill/>
                      <a:prstDash val="solid"/>
                    </a:lnT>
                    <a:lnB w="19050" cap="flat" cmpd="sng" algn="ctr">
                      <a:noFill/>
                      <a:prstDash val="sysDot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tx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b="1" i="0" sz="1400">
                          <a:solidFill>
                            <a:schemeClr val="bg1"/>
                          </a:solidFill>
                          <a:latin typeface="+mn-lt"/>
                        </a:rPr>
                        <a:t>Component</a:t>
                      </a:r>
                    </a:p>
                  </a:txBody>
                  <a:tcPr marL="108000" marR="108000" marT="72000" marB="72000">
                    <a:lnL>
                      <a:noFill/>
                    </a:lnL>
                    <a:lnR w="9525" cap="flat" cmpd="sng" algn="ctr">
                      <a:noFill/>
                      <a:prstDash val="solid"/>
                    </a:lnR>
                    <a:lnT w="9525" cap="flat" cmpd="sng" algn="ctr">
                      <a:noFill/>
                      <a:prstDash val="solid"/>
                    </a:lnT>
                    <a:lnB w="19050" cap="flat" cmpd="sng" algn="ctr">
                      <a:noFill/>
                      <a:prstDash val="sysDot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tx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</a:tbl>
          </a:graphicData>
        </a:graphic>
      </p:graphicFrame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190E241-59C2-6F55-4707-FD2CC82A6C6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Number Placeholder 1">
            <a:extLst>
              <a:ext uri="{FF2B5EF4-FFF2-40B4-BE49-F238E27FC236}">
                <a16:creationId xmlns:a16="http://schemas.microsoft.com/office/drawing/2014/main" id="{3B397773-E61A-9D94-159E-FE176D511F7A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E242BD21-9B61-2246-BCB1-4BE5E1BEBE1C}" type="slidenum">
              <a:rPr lang="en-US" smtClean="0"/>
              <a:pPr/>
              <a:t>10</a:t>
            </a:fld>
            <a:endParaRPr lang="en-US"/>
          </a:p>
        </p:txBody>
      </p:sp>
      <p:sp>
        <p:nvSpPr>
          <p:cNvPr id="10" name="Text Placeholder 9">
            <a:extLst>
              <a:ext uri="{FF2B5EF4-FFF2-40B4-BE49-F238E27FC236}">
                <a16:creationId xmlns:a16="http://schemas.microsoft.com/office/drawing/2014/main" id="{C070E2EE-7B25-5041-16B6-A6265C553E99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/>
        <p:txBody>
          <a:bodyPr/>
          <a:lstStyle/>
          <a:p>
            <a:r>
              <a:rPr lang="en-US" dirty="0"/>
              <a:t>Refactoring Candidates – Unit Size</a:t>
            </a:r>
          </a:p>
        </p:txBody>
      </p:sp>
      <p:sp>
        <p:nvSpPr>
          <p:cNvPr id="5" name="Title 4">
            <a:extLst>
              <a:ext uri="{FF2B5EF4-FFF2-40B4-BE49-F238E27FC236}">
                <a16:creationId xmlns:a16="http://schemas.microsoft.com/office/drawing/2014/main" id="{7E6AFEFE-FA0F-CDBD-40F1-A3FF99211BA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An overview of the longest  units</a:t>
            </a:r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6476392F-4A8E-477A-00F5-76B3207433B6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2669790" y="6549140"/>
            <a:ext cx="804066" cy="236406"/>
          </a:xfrm>
          <a:prstGeom prst="rect">
            <a:avLst/>
          </a:prstGeom>
          <a:noFill/>
          <a:ln w="12700" cap="flat" cmpd="sng" algn="ctr">
            <a:noFill/>
            <a:prstDash val="solid"/>
            <a:miter lim="800000"/>
          </a:ln>
        </p:spPr>
        <p:txBody>
          <a:bodyPr wrap="none" lIns="0" tIns="36000" rIns="0" rtlCol="0" anchor="ctr">
            <a:spAutoFit/>
          </a:bodyPr>
          <a:lstStyle>
            <a:defPPr>
              <a:defRPr lang="en-US"/>
            </a:defPPr>
            <a:lvl1pPr marL="0" algn="l" defTabSz="914400" rtl="0" eaLnBrk="1" latinLnBrk="0" hangingPunct="1">
              <a:defRPr lang="en-US" sz="1000" b="1" kern="1200" cap="all" spc="10" baseline="0" dirty="0">
                <a:solidFill>
                  <a:srgbClr val="B2BECD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 dirty="0"/>
              <a:t>Confidential</a:t>
            </a:r>
          </a:p>
        </p:txBody>
      </p:sp>
      <p:graphicFrame>
        <p:nvGraphicFramePr>
          <p:cNvPr id="4" name="REFACTORING_CANDIDATES_TABLE_UNIT_SIZE_TECH_4">
            <a:extLst>
              <a:ext uri="{FF2B5EF4-FFF2-40B4-BE49-F238E27FC236}">
                <a16:creationId xmlns:a16="http://schemas.microsoft.com/office/drawing/2014/main" id="{6526472F-557C-F0F9-9AC9-DA0F1F07D816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789709963"/>
              </p:ext>
            </p:extLst>
          </p:nvPr>
        </p:nvGraphicFramePr>
        <p:xfrm>
          <a:off x="514373" y="1366988"/>
          <a:ext cx="11231294" cy="4972560"/>
        </p:xfrm>
        <a:graphic>
          <a:graphicData uri="http://schemas.openxmlformats.org/drawingml/2006/table">
            <a:tbl>
              <a:tblPr firstRow="1" bandRow="1">
                <a:effectLst/>
                <a:tableStyleId>{F2DE63D5-997A-4646-A377-4702673A728D}</a:tableStyleId>
              </a:tblPr>
              <a:tblGrid>
                <a:gridCol w="6688777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630621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953621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1292001">
                  <a:extLst>
                    <a:ext uri="{9D8B030D-6E8A-4147-A177-3AD203B41FA5}">
                      <a16:colId xmlns:a16="http://schemas.microsoft.com/office/drawing/2014/main" val="3286041723"/>
                    </a:ext>
                  </a:extLst>
                </a:gridCol>
                <a:gridCol w="1666274">
                  <a:extLst>
                    <a:ext uri="{9D8B030D-6E8A-4147-A177-3AD203B41FA5}">
                      <a16:colId xmlns:a16="http://schemas.microsoft.com/office/drawing/2014/main" val="4263492041"/>
                    </a:ext>
                  </a:extLst>
                </a:gridCol>
              </a:tblGrid>
              <a:tr h="0">
                <a:tc>
                  <a:txBody>
                    <a:bodyPr/>
                    <a:lstStyle/>
                    <a:p>
                      <a:pPr marL="0" marR="0" indent="0" algn="l" defTabSz="4572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b="1" sz="1400">
                          <a:solidFill>
                            <a:schemeClr val="bg1"/>
                          </a:solidFill>
                          <a:latin typeface="+mn-lt"/>
                        </a:rPr>
                        <a:t>Unit name</a:t>
                      </a:r>
                      <a:endParaRPr lang="en-US" sz="1400" b="1" i="0" noProof="0" dirty="0">
                        <a:solidFill>
                          <a:schemeClr val="bg1"/>
                        </a:solidFill>
                        <a:latin typeface="+mn-lt"/>
                        <a:cs typeface="TheSans B4 SemiLight"/>
                      </a:endParaRPr>
                    </a:p>
                  </a:txBody>
                  <a:tcPr marL="108000" marR="108000" marT="72000" marB="72000">
                    <a:lnL w="9525" cap="flat" cmpd="sng" algn="ctr">
                      <a:noFill/>
                      <a:prstDash val="solid"/>
                    </a:lnL>
                    <a:lnR>
                      <a:noFill/>
                    </a:lnR>
                    <a:lnT w="9525" cap="flat" cmpd="sng" algn="ctr">
                      <a:noFill/>
                      <a:prstDash val="solid"/>
                    </a:lnT>
                    <a:lnB w="19050" cap="flat" cmpd="sng" algn="ctr">
                      <a:noFill/>
                      <a:prstDash val="sysDot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tx2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b="1" sz="1400">
                          <a:solidFill>
                            <a:schemeClr val="bg1"/>
                          </a:solidFill>
                          <a:latin typeface="+mn-lt"/>
                        </a:rPr>
                        <a:t>LOC</a:t>
                      </a:r>
                      <a:endParaRPr lang="en-US" sz="1400" b="1" i="0" noProof="0" dirty="0">
                        <a:solidFill>
                          <a:schemeClr val="bg1"/>
                        </a:solidFill>
                        <a:latin typeface="+mn-lt"/>
                        <a:cs typeface="TheSans B4 SemiLight"/>
                      </a:endParaRPr>
                    </a:p>
                  </a:txBody>
                  <a:tcPr marL="108000" marR="108000" marT="72000" marB="72000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noFill/>
                      <a:prstDash val="solid"/>
                    </a:lnT>
                    <a:lnB w="19050" cap="flat" cmpd="sng" algn="ctr">
                      <a:noFill/>
                      <a:prstDash val="sysDot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2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b="1" sz="1400">
                          <a:solidFill>
                            <a:schemeClr val="bg1"/>
                          </a:solidFill>
                          <a:latin typeface="+mn-lt"/>
                        </a:rPr>
                        <a:t>McCabe</a:t>
                      </a:r>
                      <a:endParaRPr lang="en-US" sz="1400" b="1" i="0" noProof="0" dirty="0">
                        <a:solidFill>
                          <a:schemeClr val="bg1"/>
                        </a:solidFill>
                        <a:latin typeface="+mn-lt"/>
                        <a:cs typeface="TheSans B4 SemiLight"/>
                      </a:endParaRPr>
                    </a:p>
                  </a:txBody>
                  <a:tcPr marL="108000" marR="108000" marT="72000" marB="72000">
                    <a:lnL>
                      <a:noFill/>
                    </a:lnL>
                    <a:lnR w="9525" cap="flat" cmpd="sng" algn="ctr">
                      <a:noFill/>
                      <a:prstDash val="solid"/>
                    </a:lnR>
                    <a:lnT w="9525" cap="flat" cmpd="sng" algn="ctr">
                      <a:noFill/>
                      <a:prstDash val="solid"/>
                    </a:lnT>
                    <a:lnB w="19050" cap="flat" cmpd="sng" algn="ctr">
                      <a:noFill/>
                      <a:prstDash val="sysDot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tx2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b="1" i="0" sz="1400">
                          <a:solidFill>
                            <a:schemeClr val="bg1"/>
                          </a:solidFill>
                          <a:latin typeface="+mn-lt"/>
                        </a:rPr>
                        <a:t>Parameters</a:t>
                      </a:r>
                    </a:p>
                  </a:txBody>
                  <a:tcPr marL="108000" marR="108000" marT="72000" marB="72000">
                    <a:lnL>
                      <a:noFill/>
                    </a:lnL>
                    <a:lnR w="9525" cap="flat" cmpd="sng" algn="ctr">
                      <a:noFill/>
                      <a:prstDash val="solid"/>
                    </a:lnR>
                    <a:lnT w="9525" cap="flat" cmpd="sng" algn="ctr">
                      <a:noFill/>
                      <a:prstDash val="solid"/>
                    </a:lnT>
                    <a:lnB w="19050" cap="flat" cmpd="sng" algn="ctr">
                      <a:noFill/>
                      <a:prstDash val="sysDot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tx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b="1" i="0" sz="1400">
                          <a:solidFill>
                            <a:schemeClr val="bg1"/>
                          </a:solidFill>
                          <a:latin typeface="+mn-lt"/>
                        </a:rPr>
                        <a:t>Component</a:t>
                      </a:r>
                    </a:p>
                  </a:txBody>
                  <a:tcPr marL="108000" marR="108000" marT="72000" marB="72000">
                    <a:lnL>
                      <a:noFill/>
                    </a:lnL>
                    <a:lnR w="9525" cap="flat" cmpd="sng" algn="ctr">
                      <a:noFill/>
                      <a:prstDash val="solid"/>
                    </a:lnR>
                    <a:lnT w="9525" cap="flat" cmpd="sng" algn="ctr">
                      <a:noFill/>
                      <a:prstDash val="solid"/>
                    </a:lnT>
                    <a:lnB w="19050" cap="flat" cmpd="sng" algn="ctr">
                      <a:noFill/>
                      <a:prstDash val="sysDot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tx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</a:tbl>
          </a:graphicData>
        </a:graphic>
      </p:graphicFrame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993C50C-D5AC-B980-57E1-AB9740C2FB7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Number Placeholder 1">
            <a:extLst>
              <a:ext uri="{FF2B5EF4-FFF2-40B4-BE49-F238E27FC236}">
                <a16:creationId xmlns:a16="http://schemas.microsoft.com/office/drawing/2014/main" id="{55C47716-66EC-A5D9-AE7C-3AF047ABA03E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E242BD21-9B61-2246-BCB1-4BE5E1BEBE1C}" type="slidenum">
              <a:rPr lang="en-US" smtClean="0"/>
              <a:pPr/>
              <a:t>11</a:t>
            </a:fld>
            <a:endParaRPr lang="en-US"/>
          </a:p>
        </p:txBody>
      </p:sp>
      <p:sp>
        <p:nvSpPr>
          <p:cNvPr id="10" name="Text Placeholder 9">
            <a:extLst>
              <a:ext uri="{FF2B5EF4-FFF2-40B4-BE49-F238E27FC236}">
                <a16:creationId xmlns:a16="http://schemas.microsoft.com/office/drawing/2014/main" id="{B7D58E3A-84C6-E394-9DB2-843E3C2B420F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/>
        <p:txBody>
          <a:bodyPr/>
          <a:lstStyle/>
          <a:p>
            <a:r>
              <a:rPr lang="en-US" dirty="0"/>
              <a:t>Refactoring Candidates – Unit COMPLEXITY</a:t>
            </a:r>
          </a:p>
        </p:txBody>
      </p:sp>
      <p:sp>
        <p:nvSpPr>
          <p:cNvPr id="5" name="Title 4">
            <a:extLst>
              <a:ext uri="{FF2B5EF4-FFF2-40B4-BE49-F238E27FC236}">
                <a16:creationId xmlns:a16="http://schemas.microsoft.com/office/drawing/2014/main" id="{C1B683A4-1422-9996-73B9-EDF74B14BF7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An overview of the most complex units</a:t>
            </a:r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088D24E3-806B-1789-735C-FD0762CEDC54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2669790" y="6549140"/>
            <a:ext cx="804066" cy="236406"/>
          </a:xfrm>
          <a:prstGeom prst="rect">
            <a:avLst/>
          </a:prstGeom>
          <a:noFill/>
          <a:ln w="12700" cap="flat" cmpd="sng" algn="ctr">
            <a:noFill/>
            <a:prstDash val="solid"/>
            <a:miter lim="800000"/>
          </a:ln>
        </p:spPr>
        <p:txBody>
          <a:bodyPr wrap="none" lIns="0" tIns="36000" rIns="0" rtlCol="0" anchor="ctr">
            <a:spAutoFit/>
          </a:bodyPr>
          <a:lstStyle>
            <a:defPPr>
              <a:defRPr lang="en-US"/>
            </a:defPPr>
            <a:lvl1pPr marL="0" algn="l" defTabSz="914400" rtl="0" eaLnBrk="1" latinLnBrk="0" hangingPunct="1">
              <a:defRPr lang="en-US" sz="1000" b="1" kern="1200" cap="all" spc="10" baseline="0" dirty="0">
                <a:solidFill>
                  <a:srgbClr val="B2BECD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 dirty="0"/>
              <a:t>Confidential</a:t>
            </a:r>
          </a:p>
        </p:txBody>
      </p:sp>
      <p:graphicFrame>
        <p:nvGraphicFramePr>
          <p:cNvPr id="4" name="REFACTORING_CANDIDATES_TABLE_UNIT_COMPLEXITY">
            <a:extLst>
              <a:ext uri="{FF2B5EF4-FFF2-40B4-BE49-F238E27FC236}">
                <a16:creationId xmlns:a16="http://schemas.microsoft.com/office/drawing/2014/main" id="{B2AD6F83-29C1-E9BE-13AF-24963E398AE4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447251483"/>
              </p:ext>
            </p:extLst>
          </p:nvPr>
        </p:nvGraphicFramePr>
        <p:xfrm>
          <a:off x="514373" y="1366988"/>
          <a:ext cx="11232250" cy="4972560"/>
        </p:xfrm>
        <a:graphic>
          <a:graphicData uri="http://schemas.openxmlformats.org/drawingml/2006/table">
            <a:tbl>
              <a:tblPr firstRow="1" bandRow="1">
                <a:effectLst/>
                <a:tableStyleId>{F2DE63D5-997A-4646-A377-4702673A728D}</a:tableStyleId>
              </a:tblPr>
              <a:tblGrid>
                <a:gridCol w="6024972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568037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858982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1163781">
                  <a:extLst>
                    <a:ext uri="{9D8B030D-6E8A-4147-A177-3AD203B41FA5}">
                      <a16:colId xmlns:a16="http://schemas.microsoft.com/office/drawing/2014/main" val="3286041723"/>
                    </a:ext>
                  </a:extLst>
                </a:gridCol>
                <a:gridCol w="1500910">
                  <a:extLst>
                    <a:ext uri="{9D8B030D-6E8A-4147-A177-3AD203B41FA5}">
                      <a16:colId xmlns:a16="http://schemas.microsoft.com/office/drawing/2014/main" val="4263492041"/>
                    </a:ext>
                  </a:extLst>
                </a:gridCol>
                <a:gridCol w="1115568">
                  <a:extLst>
                    <a:ext uri="{9D8B030D-6E8A-4147-A177-3AD203B41FA5}">
                      <a16:colId xmlns:a16="http://schemas.microsoft.com/office/drawing/2014/main" val="2509092107"/>
                    </a:ext>
                  </a:extLst>
                </a:gridCol>
              </a:tblGrid>
              <a:tr h="0">
                <a:tc>
                  <a:txBody>
                    <a:bodyPr/>
                    <a:lstStyle/>
                    <a:p>
                      <a:pPr marL="0" marR="0" indent="0" algn="l" defTabSz="4572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b="1" sz="1400">
                          <a:solidFill>
                            <a:schemeClr val="bg1"/>
                          </a:solidFill>
                          <a:latin typeface="+mn-lt"/>
                        </a:rPr>
                        <a:t>Unit name</a:t>
                      </a:r>
                      <a:endParaRPr lang="en-US" sz="1400" b="1" i="0" noProof="0" dirty="0">
                        <a:solidFill>
                          <a:schemeClr val="bg1"/>
                        </a:solidFill>
                        <a:latin typeface="+mn-lt"/>
                        <a:cs typeface="TheSans B4 SemiLight"/>
                      </a:endParaRPr>
                    </a:p>
                  </a:txBody>
                  <a:tcPr marL="108000" marR="108000" marT="72000" marB="72000">
                    <a:lnL w="9525" cap="flat" cmpd="sng" algn="ctr">
                      <a:noFill/>
                      <a:prstDash val="solid"/>
                    </a:lnL>
                    <a:lnR>
                      <a:noFill/>
                    </a:lnR>
                    <a:lnT w="9525" cap="flat" cmpd="sng" algn="ctr">
                      <a:noFill/>
                      <a:prstDash val="solid"/>
                    </a:lnT>
                    <a:lnB w="19050" cap="flat" cmpd="sng" algn="ctr">
                      <a:noFill/>
                      <a:prstDash val="sysDot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tx2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b="1" sz="1400">
                          <a:solidFill>
                            <a:schemeClr val="bg1"/>
                          </a:solidFill>
                          <a:latin typeface="+mn-lt"/>
                        </a:rPr>
                        <a:t>LOC</a:t>
                      </a:r>
                      <a:endParaRPr lang="en-US" sz="1400" b="1" i="0" noProof="0" dirty="0">
                        <a:solidFill>
                          <a:schemeClr val="bg1"/>
                        </a:solidFill>
                        <a:latin typeface="+mn-lt"/>
                        <a:cs typeface="TheSans B4 SemiLight"/>
                      </a:endParaRPr>
                    </a:p>
                  </a:txBody>
                  <a:tcPr marL="108000" marR="108000" marT="72000" marB="72000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noFill/>
                      <a:prstDash val="solid"/>
                    </a:lnT>
                    <a:lnB w="19050" cap="flat" cmpd="sng" algn="ctr">
                      <a:noFill/>
                      <a:prstDash val="sysDot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1F354B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b="1" sz="1400">
                          <a:solidFill>
                            <a:schemeClr val="bg1"/>
                          </a:solidFill>
                          <a:latin typeface="+mn-lt"/>
                        </a:rPr>
                        <a:t>McCabe</a:t>
                      </a:r>
                      <a:endParaRPr lang="en-US" sz="1400" b="1" i="0" noProof="0" dirty="0">
                        <a:solidFill>
                          <a:schemeClr val="bg1"/>
                        </a:solidFill>
                        <a:latin typeface="+mn-lt"/>
                        <a:cs typeface="TheSans B4 SemiLight"/>
                      </a:endParaRPr>
                    </a:p>
                  </a:txBody>
                  <a:tcPr marL="108000" marR="108000" marT="72000" marB="72000">
                    <a:lnL>
                      <a:noFill/>
                    </a:lnL>
                    <a:lnR w="9525" cap="flat" cmpd="sng" algn="ctr">
                      <a:noFill/>
                      <a:prstDash val="solid"/>
                    </a:lnR>
                    <a:lnT w="9525" cap="flat" cmpd="sng" algn="ctr">
                      <a:noFill/>
                      <a:prstDash val="solid"/>
                    </a:lnT>
                    <a:lnB w="19050" cap="flat" cmpd="sng" algn="ctr">
                      <a:noFill/>
                      <a:prstDash val="sysDot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2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b="1" i="0" sz="1400">
                          <a:solidFill>
                            <a:schemeClr val="bg1"/>
                          </a:solidFill>
                          <a:latin typeface="+mn-lt"/>
                        </a:rPr>
                        <a:t>Parameters</a:t>
                      </a:r>
                    </a:p>
                  </a:txBody>
                  <a:tcPr marL="108000" marR="108000" marT="72000" marB="72000">
                    <a:lnL>
                      <a:noFill/>
                    </a:lnL>
                    <a:lnR w="9525" cap="flat" cmpd="sng" algn="ctr">
                      <a:noFill/>
                      <a:prstDash val="solid"/>
                    </a:lnR>
                    <a:lnT w="9525" cap="flat" cmpd="sng" algn="ctr">
                      <a:noFill/>
                      <a:prstDash val="solid"/>
                    </a:lnT>
                    <a:lnB w="19050" cap="flat" cmpd="sng" algn="ctr">
                      <a:noFill/>
                      <a:prstDash val="sysDot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tx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b="1" i="0" sz="1400">
                          <a:solidFill>
                            <a:schemeClr val="bg1"/>
                          </a:solidFill>
                          <a:latin typeface="+mn-lt"/>
                        </a:rPr>
                        <a:t>Component</a:t>
                      </a:r>
                    </a:p>
                  </a:txBody>
                  <a:tcPr marL="108000" marR="108000" marT="72000" marB="72000">
                    <a:lnL>
                      <a:noFill/>
                    </a:lnL>
                    <a:lnR w="9525" cap="flat" cmpd="sng" algn="ctr">
                      <a:noFill/>
                      <a:prstDash val="solid"/>
                    </a:lnR>
                    <a:lnT w="9525" cap="flat" cmpd="sng" algn="ctr">
                      <a:noFill/>
                      <a:prstDash val="solid"/>
                    </a:lnT>
                    <a:lnB w="19050" cap="flat" cmpd="sng" algn="ctr">
                      <a:noFill/>
                      <a:prstDash val="sysDot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tx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b="1" i="0" sz="1400">
                          <a:solidFill>
                            <a:schemeClr val="bg1"/>
                          </a:solidFill>
                          <a:latin typeface="+mn-lt"/>
                        </a:rPr>
                        <a:t>Technology</a:t>
                      </a:r>
                    </a:p>
                  </a:txBody>
                  <a:tcPr marL="108000" marR="108000" marT="72000" marB="72000">
                    <a:lnL>
                      <a:noFill/>
                    </a:lnL>
                    <a:lnR w="9525" cap="flat" cmpd="sng" algn="ctr">
                      <a:noFill/>
                      <a:prstDash val="solid"/>
                    </a:lnR>
                    <a:lnT w="9525" cap="flat" cmpd="sng" algn="ctr">
                      <a:noFill/>
                      <a:prstDash val="solid"/>
                    </a:lnT>
                    <a:lnB w="19050" cap="flat" cmpd="sng" algn="ctr">
                      <a:noFill/>
                      <a:prstDash val="sysDot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tx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marR="0" lvl="0" indent="0" algn="l" defTabSz="914400" rtl="0" eaLnBrk="1" fontAlgn="b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b="0" i="0" sz="1200" u="none">
                          <a:solidFill>
                            <a:schemeClr val="tx2"/>
                          </a:solidFill>
                          <a:latin typeface="Calibri Bold"/>
                        </a:rPr>
                        <a:t>CoordinatorClient.main(String[])</a:t>
                      </a:r>
                    </a:p>
                  </a:txBody>
                  <a:tcPr marL="108000" marR="108000" marT="72000" marB="72000" anchor="ctr">
                    <a:lnL w="9525" cap="flat" cmpd="sng" algn="ctr">
                      <a:noFill/>
                      <a:prstDash val="solid"/>
                    </a:lnL>
                    <a:lnR>
                      <a:noFill/>
                    </a:lnR>
                    <a:lnT w="19050" cap="flat" cmpd="sng" algn="ctr">
                      <a:noFill/>
                      <a:prstDash val="sysDot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algn="r" defTabSz="914400" rtl="0" eaLnBrk="1" fontAlgn="b" latinLnBrk="0" hangingPunct="1"/>
                      <a:r>
                        <a:rPr b="0" i="0" sz="1200" u="none">
                          <a:solidFill>
                            <a:schemeClr val="tx1">
                              <a:lumMod val="60000"/>
                              <a:lumOff val="40000"/>
                            </a:schemeClr>
                          </a:solidFill>
                          <a:latin typeface="Calibri Regular"/>
                        </a:rPr>
                        <a:t>241</a:t>
                      </a:r>
                    </a:p>
                  </a:txBody>
                  <a:tcPr marL="108000" marR="108000" marT="72000" marB="72000" anchor="ctr">
                    <a:lnL>
                      <a:noFill/>
                    </a:lnL>
                    <a:lnR>
                      <a:noFill/>
                    </a:lnR>
                    <a:lnT w="19050" cap="flat" cmpd="sng" algn="ctr">
                      <a:noFill/>
                      <a:prstDash val="sysDot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algn="r" defTabSz="914400" rtl="0" eaLnBrk="1" fontAlgn="b" latinLnBrk="0" hangingPunct="1"/>
                      <a:r>
                        <a:rPr b="0" i="0" sz="1200" u="none">
                          <a:solidFill>
                            <a:schemeClr val="tx2"/>
                          </a:solidFill>
                          <a:latin typeface="Calibri Regular"/>
                        </a:rPr>
                        <a:t>29</a:t>
                      </a:r>
                    </a:p>
                  </a:txBody>
                  <a:tcPr marL="108000" marR="108000" marT="72000" marB="72000" anchor="ctr">
                    <a:lnL>
                      <a:noFill/>
                    </a:lnL>
                    <a:lnR w="9525" cap="flat" cmpd="sng" algn="ctr">
                      <a:noFill/>
                      <a:prstDash val="solid"/>
                    </a:lnR>
                    <a:lnT w="19050" cap="flat" cmpd="sng" algn="ctr">
                      <a:noFill/>
                      <a:prstDash val="sysDot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EF5BA"/>
                    </a:solidFill>
                  </a:tcPr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b="0" i="0" sz="1200" u="none">
                          <a:solidFill>
                            <a:schemeClr val="tx1">
                              <a:lumMod val="60000"/>
                              <a:lumOff val="40000"/>
                            </a:schemeClr>
                          </a:solidFill>
                          <a:latin typeface="Calibri Regular"/>
                        </a:rPr>
                        <a:t>1</a:t>
                      </a:r>
                    </a:p>
                  </a:txBody>
                  <a:tcPr marL="108000" marR="108000" marT="72000" marB="72000" anchor="ctr">
                    <a:lnL>
                      <a:noFill/>
                    </a:lnL>
                    <a:lnR w="9525" cap="flat" cmpd="sng" algn="ctr">
                      <a:noFill/>
                      <a:prstDash val="solid"/>
                    </a:lnR>
                    <a:lnT w="19050" cap="flat" cmpd="sng" algn="ctr">
                      <a:noFill/>
                      <a:prstDash val="sysDot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b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b="0" i="0" sz="1200" u="none">
                          <a:solidFill>
                            <a:schemeClr val="tx1">
                              <a:lumMod val="60000"/>
                              <a:lumOff val="40000"/>
                            </a:schemeClr>
                          </a:solidFill>
                          <a:latin typeface="Calibri Regular"/>
                        </a:rPr>
                        <a:t>trogdor</a:t>
                      </a:r>
                    </a:p>
                  </a:txBody>
                  <a:tcPr marL="108000" marR="108000" marT="72000" marB="72000" anchor="ctr">
                    <a:lnL>
                      <a:noFill/>
                    </a:lnL>
                    <a:lnR w="9525" cap="flat" cmpd="sng" algn="ctr">
                      <a:noFill/>
                      <a:prstDash val="solid"/>
                    </a:lnR>
                    <a:lnT w="19050" cap="flat" cmpd="sng" algn="ctr">
                      <a:noFill/>
                      <a:prstDash val="sysDot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b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b="0" i="0" sz="1200" u="none">
                          <a:solidFill>
                            <a:schemeClr val="tx1">
                              <a:lumMod val="60000"/>
                              <a:lumOff val="40000"/>
                            </a:schemeClr>
                          </a:solidFill>
                          <a:latin typeface="Calibri Regular"/>
                        </a:rPr>
                        <a:t>Java</a:t>
                      </a:r>
                    </a:p>
                  </a:txBody>
                  <a:tcPr marL="108000" marR="108000" marT="72000" marB="72000" anchor="ctr">
                    <a:lnL>
                      <a:noFill/>
                    </a:lnL>
                    <a:lnR w="9525" cap="flat" cmpd="sng" algn="ctr">
                      <a:noFill/>
                      <a:prstDash val="solid"/>
                    </a:lnR>
                    <a:lnT w="19050" cap="flat" cmpd="sng" algn="ctr">
                      <a:noFill/>
                      <a:prstDash val="sysDot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algn="l" fontAlgn="b"/>
                      <a:r>
                        <a:rPr b="0" i="0" sz="1200" u="none">
                          <a:solidFill>
                            <a:schemeClr val="tx2"/>
                          </a:solidFill>
                          <a:latin typeface="Calibri Bold"/>
                        </a:rPr>
                        <a:t>AbstractResponse.parseResponse(ApiKeys,Readable,short)</a:t>
                      </a:r>
                      <a:endParaRPr lang="en-US" sz="1200" b="0" i="0" u="none" strike="noStrike" noProof="0" dirty="0">
                        <a:solidFill>
                          <a:schemeClr val="tx2"/>
                        </a:solidFill>
                        <a:effectLst/>
                        <a:latin typeface="Calibri Regular"/>
                      </a:endParaRPr>
                    </a:p>
                  </a:txBody>
                  <a:tcPr marL="108000" marR="108000" marT="72000" marB="72000" anchor="ctr">
                    <a:lnL w="9525" cap="flat" cmpd="sng" algn="ctr">
                      <a:noFill/>
                      <a:prstDash val="solid"/>
                    </a:lnL>
                    <a:lnR>
                      <a:noFill/>
                    </a:lnR>
                    <a:lnT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algn="r" defTabSz="914400" rtl="0" eaLnBrk="1" fontAlgn="b" latinLnBrk="0" hangingPunct="1"/>
                      <a:r>
                        <a:rPr b="0" i="0" sz="1200" u="none">
                          <a:solidFill>
                            <a:schemeClr val="tx1">
                              <a:lumMod val="60000"/>
                              <a:lumOff val="40000"/>
                            </a:schemeClr>
                          </a:solidFill>
                          <a:latin typeface="Calibri Regular"/>
                        </a:rPr>
                        <a:t>185</a:t>
                      </a:r>
                      <a:endParaRPr lang="en-US" sz="1200" b="0" i="0" u="none" strike="noStrike" kern="1200" noProof="0" dirty="0">
                        <a:solidFill>
                          <a:schemeClr val="tx1">
                            <a:lumMod val="60000"/>
                            <a:lumOff val="40000"/>
                          </a:schemeClr>
                        </a:solidFill>
                        <a:effectLst/>
                        <a:latin typeface="Calibri Regular"/>
                        <a:ea typeface="+mn-ea"/>
                        <a:cs typeface="+mn-cs"/>
                      </a:endParaRPr>
                    </a:p>
                  </a:txBody>
                  <a:tcPr marL="108000" marR="108000" marT="72000" marB="72000" anchor="ctr">
                    <a:lnL>
                      <a:noFill/>
                    </a:lnL>
                    <a:lnR>
                      <a:noFill/>
                    </a:lnR>
                    <a:lnT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indent="0" algn="r" defTabSz="914400" rtl="0" eaLnBrk="1" fontAlgn="b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b="0" i="0" sz="1200" u="none">
                          <a:solidFill>
                            <a:schemeClr val="tx2"/>
                          </a:solidFill>
                          <a:latin typeface="Calibri Regular"/>
                        </a:rPr>
                        <a:t>90</a:t>
                      </a:r>
                      <a:endParaRPr lang="en-US" sz="1200" b="0" i="0" u="none" strike="noStrike" kern="1200" noProof="0" dirty="0">
                        <a:solidFill>
                          <a:schemeClr val="tx2"/>
                        </a:solidFill>
                        <a:effectLst/>
                        <a:latin typeface="Calibri Regular"/>
                        <a:ea typeface="+mn-ea"/>
                        <a:cs typeface="+mn-cs"/>
                      </a:endParaRPr>
                    </a:p>
                  </a:txBody>
                  <a:tcPr marL="108000" marR="108000" marT="72000" marB="72000" anchor="ctr">
                    <a:lnL>
                      <a:noFill/>
                    </a:lnL>
                    <a:lnR w="9525" cap="flat" cmpd="sng" algn="ctr">
                      <a:noFill/>
                      <a:prstDash val="solid"/>
                    </a:lnR>
                    <a:lnT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EF5BA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indent="0" algn="r" defTabSz="457200" rtl="0" eaLnBrk="1" fontAlgn="b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b="0" i="0" sz="1200" u="none">
                          <a:solidFill>
                            <a:schemeClr val="tx1">
                              <a:lumMod val="60000"/>
                              <a:lumOff val="40000"/>
                            </a:schemeClr>
                          </a:solidFill>
                          <a:latin typeface="Calibri Regular"/>
                        </a:rPr>
                        <a:t>3</a:t>
                      </a:r>
                      <a:endParaRPr lang="en-US" sz="1200" b="0" i="0" u="none" strike="noStrike" noProof="0" dirty="0">
                        <a:solidFill>
                          <a:schemeClr val="tx1">
                            <a:lumMod val="60000"/>
                            <a:lumOff val="40000"/>
                          </a:schemeClr>
                        </a:solidFill>
                        <a:effectLst/>
                        <a:latin typeface="Calibri Regular"/>
                      </a:endParaRPr>
                    </a:p>
                  </a:txBody>
                  <a:tcPr marL="108000" marR="108000" marT="72000" marB="72000" anchor="ctr">
                    <a:lnL>
                      <a:noFill/>
                    </a:lnL>
                    <a:lnR w="9525" cap="flat" cmpd="sng" algn="ctr">
                      <a:noFill/>
                      <a:prstDash val="solid"/>
                    </a:lnR>
                    <a:lnT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indent="0" algn="l" defTabSz="457200" rtl="0" eaLnBrk="1" fontAlgn="b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b="0" i="0" sz="1200" u="none">
                          <a:solidFill>
                            <a:schemeClr val="tx1">
                              <a:lumMod val="60000"/>
                              <a:lumOff val="40000"/>
                            </a:schemeClr>
                          </a:solidFill>
                          <a:latin typeface="Calibri Regular"/>
                        </a:rPr>
                        <a:t>clients</a:t>
                      </a:r>
                      <a:endParaRPr lang="en-US" sz="1200" b="0" i="0" u="none" strike="noStrike" noProof="0" dirty="0">
                        <a:solidFill>
                          <a:schemeClr val="tx1">
                            <a:lumMod val="60000"/>
                            <a:lumOff val="40000"/>
                          </a:schemeClr>
                        </a:solidFill>
                        <a:effectLst/>
                        <a:latin typeface="Calibri Regular"/>
                      </a:endParaRPr>
                    </a:p>
                  </a:txBody>
                  <a:tcPr marL="108000" marR="108000" marT="72000" marB="72000" anchor="ctr">
                    <a:lnL>
                      <a:noFill/>
                    </a:lnL>
                    <a:lnR w="9525" cap="flat" cmpd="sng" algn="ctr">
                      <a:noFill/>
                      <a:prstDash val="solid"/>
                    </a:lnR>
                    <a:lnT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indent="0" algn="l" defTabSz="457200" rtl="0" eaLnBrk="1" fontAlgn="b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b="0" i="0" sz="1200" u="none">
                          <a:solidFill>
                            <a:schemeClr val="tx1">
                              <a:lumMod val="60000"/>
                              <a:lumOff val="40000"/>
                            </a:schemeClr>
                          </a:solidFill>
                          <a:latin typeface="Calibri Regular"/>
                        </a:rPr>
                        <a:t>Java</a:t>
                      </a:r>
                      <a:endParaRPr lang="en-US" sz="1200" b="0" i="0" u="none" strike="noStrike" noProof="0" dirty="0">
                        <a:solidFill>
                          <a:schemeClr val="tx1">
                            <a:lumMod val="60000"/>
                            <a:lumOff val="40000"/>
                          </a:schemeClr>
                        </a:solidFill>
                        <a:effectLst/>
                        <a:latin typeface="Calibri Regular"/>
                      </a:endParaRPr>
                    </a:p>
                  </a:txBody>
                  <a:tcPr marL="108000" marR="108000" marT="72000" marB="72000" anchor="ctr">
                    <a:lnL>
                      <a:noFill/>
                    </a:lnL>
                    <a:lnR w="9525" cap="flat" cmpd="sng" algn="ctr">
                      <a:noFill/>
                      <a:prstDash val="solid"/>
                    </a:lnR>
                    <a:lnT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algn="l" fontAlgn="b"/>
                      <a:r>
                        <a:rPr b="0" i="0" sz="1200" u="none">
                          <a:solidFill>
                            <a:schemeClr val="tx2"/>
                          </a:solidFill>
                          <a:latin typeface="Calibri Bold"/>
                        </a:rPr>
                        <a:t>AbstractRequest.doParseRequest(ApiKeys,short,Readable)</a:t>
                      </a:r>
                      <a:endParaRPr lang="en-US" sz="1200" b="0" i="0" u="none" strike="noStrike" noProof="0" dirty="0">
                        <a:solidFill>
                          <a:schemeClr val="tx2"/>
                        </a:solidFill>
                        <a:effectLst/>
                        <a:latin typeface="Calibri Regular"/>
                      </a:endParaRPr>
                    </a:p>
                  </a:txBody>
                  <a:tcPr marL="108000" marR="108000" marT="72000" marB="72000" anchor="ctr">
                    <a:lnL w="9525" cap="flat" cmpd="sng" algn="ctr">
                      <a:noFill/>
                      <a:prstDash val="solid"/>
                    </a:lnL>
                    <a:lnR>
                      <a:noFill/>
                    </a:lnR>
                    <a:lnT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algn="r" defTabSz="914400" rtl="0" eaLnBrk="1" fontAlgn="b" latinLnBrk="0" hangingPunct="1"/>
                      <a:r>
                        <a:rPr b="0" i="0" sz="1200" u="none">
                          <a:solidFill>
                            <a:schemeClr val="tx1">
                              <a:lumMod val="60000"/>
                              <a:lumOff val="40000"/>
                            </a:schemeClr>
                          </a:solidFill>
                          <a:latin typeface="Calibri Regular"/>
                        </a:rPr>
                        <a:t>185</a:t>
                      </a:r>
                      <a:endParaRPr lang="en-US" sz="1200" b="0" i="0" u="none" strike="noStrike" kern="1200" noProof="0" dirty="0">
                        <a:solidFill>
                          <a:schemeClr val="tx1">
                            <a:lumMod val="60000"/>
                            <a:lumOff val="40000"/>
                          </a:schemeClr>
                        </a:solidFill>
                        <a:effectLst/>
                        <a:latin typeface="Calibri Regular"/>
                        <a:ea typeface="+mn-ea"/>
                        <a:cs typeface="+mn-cs"/>
                      </a:endParaRPr>
                    </a:p>
                  </a:txBody>
                  <a:tcPr marL="108000" marR="108000" marT="72000" marB="72000" anchor="ctr">
                    <a:lnL>
                      <a:noFill/>
                    </a:lnL>
                    <a:lnR>
                      <a:noFill/>
                    </a:lnR>
                    <a:lnT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algn="r" defTabSz="914400" rtl="0" eaLnBrk="1" fontAlgn="b" latinLnBrk="0" hangingPunct="1"/>
                      <a:r>
                        <a:rPr b="0" i="0" sz="1200" u="none">
                          <a:solidFill>
                            <a:schemeClr val="tx2"/>
                          </a:solidFill>
                          <a:latin typeface="Calibri Regular"/>
                        </a:rPr>
                        <a:t>90</a:t>
                      </a:r>
                      <a:endParaRPr lang="en-US" sz="1200" b="0" i="0" u="none" strike="noStrike" kern="1200" noProof="0" dirty="0">
                        <a:solidFill>
                          <a:schemeClr val="tx2"/>
                        </a:solidFill>
                        <a:effectLst/>
                        <a:latin typeface="Calibri Regular"/>
                        <a:ea typeface="+mn-ea"/>
                        <a:cs typeface="+mn-cs"/>
                      </a:endParaRPr>
                    </a:p>
                  </a:txBody>
                  <a:tcPr marL="108000" marR="108000" marT="72000" marB="72000" anchor="ctr">
                    <a:lnL>
                      <a:noFill/>
                    </a:lnL>
                    <a:lnR w="9525" cap="flat" cmpd="sng" algn="ctr">
                      <a:noFill/>
                      <a:prstDash val="solid"/>
                    </a:lnR>
                    <a:lnT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EF5BA"/>
                    </a:solidFill>
                  </a:tcPr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b="0" i="0" sz="1200" u="none">
                          <a:solidFill>
                            <a:schemeClr val="tx1">
                              <a:lumMod val="60000"/>
                              <a:lumOff val="40000"/>
                            </a:schemeClr>
                          </a:solidFill>
                          <a:latin typeface="Calibri Regular"/>
                        </a:rPr>
                        <a:t>3</a:t>
                      </a:r>
                      <a:endParaRPr lang="en-US" sz="1200" b="0" i="0" u="none" strike="noStrike" noProof="0" dirty="0">
                        <a:solidFill>
                          <a:schemeClr val="tx1">
                            <a:lumMod val="60000"/>
                            <a:lumOff val="40000"/>
                          </a:schemeClr>
                        </a:solidFill>
                        <a:effectLst/>
                        <a:latin typeface="Calibri Regular"/>
                      </a:endParaRPr>
                    </a:p>
                  </a:txBody>
                  <a:tcPr marL="108000" marR="108000" marT="72000" marB="72000" anchor="ctr">
                    <a:lnL>
                      <a:noFill/>
                    </a:lnL>
                    <a:lnR w="9525" cap="flat" cmpd="sng" algn="ctr">
                      <a:noFill/>
                      <a:prstDash val="solid"/>
                    </a:lnR>
                    <a:lnT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b"/>
                      <a:r>
                        <a:rPr b="0" i="0" sz="1200" u="none">
                          <a:solidFill>
                            <a:schemeClr val="tx1">
                              <a:lumMod val="60000"/>
                              <a:lumOff val="40000"/>
                            </a:schemeClr>
                          </a:solidFill>
                          <a:latin typeface="Calibri Regular"/>
                        </a:rPr>
                        <a:t>clients</a:t>
                      </a:r>
                      <a:endParaRPr lang="en-US" sz="1200" b="0" i="0" u="none" strike="noStrike" noProof="0" dirty="0">
                        <a:solidFill>
                          <a:schemeClr val="tx1">
                            <a:lumMod val="60000"/>
                            <a:lumOff val="40000"/>
                          </a:schemeClr>
                        </a:solidFill>
                        <a:effectLst/>
                        <a:latin typeface="Calibri Regular"/>
                      </a:endParaRPr>
                    </a:p>
                  </a:txBody>
                  <a:tcPr marL="108000" marR="108000" marT="72000" marB="72000" anchor="ctr">
                    <a:lnL>
                      <a:noFill/>
                    </a:lnL>
                    <a:lnR w="9525" cap="flat" cmpd="sng" algn="ctr">
                      <a:noFill/>
                      <a:prstDash val="solid"/>
                    </a:lnR>
                    <a:lnT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b"/>
                      <a:r>
                        <a:rPr b="0" i="0" sz="1200" u="none">
                          <a:solidFill>
                            <a:schemeClr val="tx1">
                              <a:lumMod val="60000"/>
                              <a:lumOff val="40000"/>
                            </a:schemeClr>
                          </a:solidFill>
                          <a:latin typeface="Calibri Regular"/>
                        </a:rPr>
                        <a:t>Java</a:t>
                      </a:r>
                      <a:endParaRPr lang="en-US" sz="1200" b="0" i="0" u="none" strike="noStrike" noProof="0" dirty="0">
                        <a:solidFill>
                          <a:schemeClr val="tx1">
                            <a:lumMod val="60000"/>
                            <a:lumOff val="40000"/>
                          </a:schemeClr>
                        </a:solidFill>
                        <a:effectLst/>
                        <a:latin typeface="Calibri Regular"/>
                      </a:endParaRPr>
                    </a:p>
                  </a:txBody>
                  <a:tcPr marL="108000" marR="108000" marT="72000" marB="72000" anchor="ctr">
                    <a:lnL>
                      <a:noFill/>
                    </a:lnL>
                    <a:lnR w="9525" cap="flat" cmpd="sng" algn="ctr">
                      <a:noFill/>
                      <a:prstDash val="solid"/>
                    </a:lnR>
                    <a:lnT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algn="l" fontAlgn="b"/>
                      <a:r>
                        <a:rPr b="0" i="0" sz="1200" u="none">
                          <a:solidFill>
                            <a:schemeClr val="tx2"/>
                          </a:solidFill>
                          <a:latin typeface="Calibri Bold"/>
                        </a:rPr>
                        <a:t>FieldSpec.fieldDefault(HeaderGenerator,StructRegistry)</a:t>
                      </a:r>
                      <a:endParaRPr lang="en-US" sz="1200" b="0" i="0" u="none" strike="noStrike" noProof="0" dirty="0">
                        <a:solidFill>
                          <a:schemeClr val="tx2"/>
                        </a:solidFill>
                        <a:effectLst/>
                        <a:latin typeface="Calibri Regular"/>
                      </a:endParaRPr>
                    </a:p>
                  </a:txBody>
                  <a:tcPr marL="108000" marR="108000" marT="72000" marB="72000" anchor="ctr">
                    <a:lnL w="9525" cap="flat" cmpd="sng" algn="ctr">
                      <a:noFill/>
                      <a:prstDash val="solid"/>
                    </a:lnL>
                    <a:lnR>
                      <a:noFill/>
                    </a:lnR>
                    <a:lnT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algn="r" defTabSz="914400" rtl="0" eaLnBrk="1" fontAlgn="b" latinLnBrk="0" hangingPunct="1"/>
                      <a:r>
                        <a:rPr b="0" i="0" sz="1200" u="none">
                          <a:solidFill>
                            <a:schemeClr val="tx1">
                              <a:lumMod val="60000"/>
                              <a:lumOff val="40000"/>
                            </a:schemeClr>
                          </a:solidFill>
                          <a:latin typeface="Calibri Regular"/>
                        </a:rPr>
                        <a:t>185</a:t>
                      </a:r>
                      <a:endParaRPr lang="en-US" sz="1200" b="0" i="0" u="none" strike="noStrike" kern="1200" noProof="0" dirty="0">
                        <a:solidFill>
                          <a:schemeClr val="tx1">
                            <a:lumMod val="60000"/>
                            <a:lumOff val="40000"/>
                          </a:schemeClr>
                        </a:solidFill>
                        <a:effectLst/>
                        <a:latin typeface="Calibri Regular"/>
                        <a:ea typeface="+mn-ea"/>
                        <a:cs typeface="+mn-cs"/>
                      </a:endParaRPr>
                    </a:p>
                  </a:txBody>
                  <a:tcPr marL="108000" marR="108000" marT="72000" marB="72000" anchor="ctr">
                    <a:lnL>
                      <a:noFill/>
                    </a:lnL>
                    <a:lnR>
                      <a:noFill/>
                    </a:lnR>
                    <a:lnT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algn="r" defTabSz="914400" rtl="0" eaLnBrk="1" fontAlgn="b" latinLnBrk="0" hangingPunct="1"/>
                      <a:r>
                        <a:rPr b="0" i="0" sz="1200" u="none">
                          <a:solidFill>
                            <a:schemeClr val="tx2"/>
                          </a:solidFill>
                          <a:latin typeface="Calibri Regular"/>
                        </a:rPr>
                        <a:t>53</a:t>
                      </a:r>
                      <a:endParaRPr lang="en-US" sz="1200" b="0" i="0" u="none" strike="noStrike" kern="1200" noProof="0" dirty="0">
                        <a:solidFill>
                          <a:schemeClr val="tx2"/>
                        </a:solidFill>
                        <a:effectLst/>
                        <a:latin typeface="Calibri Regular"/>
                        <a:ea typeface="+mn-ea"/>
                        <a:cs typeface="+mn-cs"/>
                      </a:endParaRPr>
                    </a:p>
                  </a:txBody>
                  <a:tcPr marL="108000" marR="108000" marT="72000" marB="72000" anchor="ctr">
                    <a:lnL>
                      <a:noFill/>
                    </a:lnL>
                    <a:lnR w="9525" cap="flat" cmpd="sng" algn="ctr">
                      <a:noFill/>
                      <a:prstDash val="solid"/>
                    </a:lnR>
                    <a:lnT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EF5BA"/>
                    </a:solidFill>
                  </a:tcPr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b="0" i="0" sz="1200" u="none">
                          <a:solidFill>
                            <a:schemeClr val="tx1">
                              <a:lumMod val="60000"/>
                              <a:lumOff val="40000"/>
                            </a:schemeClr>
                          </a:solidFill>
                          <a:latin typeface="Calibri Regular"/>
                        </a:rPr>
                        <a:t>2</a:t>
                      </a:r>
                      <a:endParaRPr lang="en-US" sz="1200" b="0" i="0" u="none" strike="noStrike" noProof="0" dirty="0">
                        <a:solidFill>
                          <a:schemeClr val="tx1">
                            <a:lumMod val="60000"/>
                            <a:lumOff val="40000"/>
                          </a:schemeClr>
                        </a:solidFill>
                        <a:effectLst/>
                        <a:latin typeface="Calibri Regular"/>
                      </a:endParaRPr>
                    </a:p>
                  </a:txBody>
                  <a:tcPr marL="108000" marR="108000" marT="72000" marB="72000" anchor="ctr">
                    <a:lnL>
                      <a:noFill/>
                    </a:lnL>
                    <a:lnR w="9525" cap="flat" cmpd="sng" algn="ctr">
                      <a:noFill/>
                      <a:prstDash val="solid"/>
                    </a:lnR>
                    <a:lnT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b"/>
                      <a:r>
                        <a:rPr b="0" i="0" sz="1200" u="none">
                          <a:solidFill>
                            <a:schemeClr val="tx1">
                              <a:lumMod val="60000"/>
                              <a:lumOff val="40000"/>
                            </a:schemeClr>
                          </a:solidFill>
                          <a:latin typeface="Calibri Regular"/>
                        </a:rPr>
                        <a:t>generator</a:t>
                      </a:r>
                      <a:endParaRPr lang="en-US" sz="1200" b="0" i="0" u="none" strike="noStrike" noProof="0" dirty="0">
                        <a:solidFill>
                          <a:schemeClr val="tx1">
                            <a:lumMod val="60000"/>
                            <a:lumOff val="40000"/>
                          </a:schemeClr>
                        </a:solidFill>
                        <a:effectLst/>
                        <a:latin typeface="Calibri Regular"/>
                      </a:endParaRPr>
                    </a:p>
                  </a:txBody>
                  <a:tcPr marL="108000" marR="108000" marT="72000" marB="72000" anchor="ctr">
                    <a:lnL>
                      <a:noFill/>
                    </a:lnL>
                    <a:lnR w="9525" cap="flat" cmpd="sng" algn="ctr">
                      <a:noFill/>
                      <a:prstDash val="solid"/>
                    </a:lnR>
                    <a:lnT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b"/>
                      <a:r>
                        <a:rPr b="0" i="0" sz="1200" u="none">
                          <a:solidFill>
                            <a:schemeClr val="tx1">
                              <a:lumMod val="60000"/>
                              <a:lumOff val="40000"/>
                            </a:schemeClr>
                          </a:solidFill>
                          <a:latin typeface="Calibri Regular"/>
                        </a:rPr>
                        <a:t>Java</a:t>
                      </a:r>
                      <a:endParaRPr lang="en-US" sz="1200" b="0" i="0" u="none" strike="noStrike" noProof="0" dirty="0">
                        <a:solidFill>
                          <a:schemeClr val="tx1">
                            <a:lumMod val="60000"/>
                            <a:lumOff val="40000"/>
                          </a:schemeClr>
                        </a:solidFill>
                        <a:effectLst/>
                        <a:latin typeface="Calibri Regular"/>
                      </a:endParaRPr>
                    </a:p>
                  </a:txBody>
                  <a:tcPr marL="108000" marR="108000" marT="72000" marB="72000" anchor="ctr">
                    <a:lnL>
                      <a:noFill/>
                    </a:lnL>
                    <a:lnR w="9525" cap="flat" cmpd="sng" algn="ctr">
                      <a:noFill/>
                      <a:prstDash val="solid"/>
                    </a:lnR>
                    <a:lnT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algn="l" fontAlgn="b"/>
                      <a:r>
                        <a:rPr b="0" i="0" sz="1200" u="none">
                          <a:solidFill>
                            <a:schemeClr val="tx2"/>
                          </a:solidFill>
                          <a:latin typeface="Calibri Bold"/>
                        </a:rPr>
                        <a:t>RequestConvertToJson.request(AbstractRequest)</a:t>
                      </a:r>
                      <a:endParaRPr lang="en-US" sz="1200" b="0" i="0" u="none" strike="noStrike" noProof="0" dirty="0">
                        <a:solidFill>
                          <a:schemeClr val="tx2"/>
                        </a:solidFill>
                        <a:effectLst/>
                        <a:latin typeface="Calibri Regular"/>
                      </a:endParaRPr>
                    </a:p>
                  </a:txBody>
                  <a:tcPr marL="108000" marR="108000" marT="72000" marB="72000" anchor="ctr">
                    <a:lnL w="9525" cap="flat" cmpd="sng" algn="ctr">
                      <a:noFill/>
                      <a:prstDash val="solid"/>
                    </a:lnL>
                    <a:lnR>
                      <a:noFill/>
                    </a:lnR>
                    <a:lnT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algn="r" defTabSz="914400" rtl="0" eaLnBrk="1" fontAlgn="b" latinLnBrk="0" hangingPunct="1"/>
                      <a:r>
                        <a:rPr b="0" i="0" sz="1200" u="none">
                          <a:solidFill>
                            <a:schemeClr val="tx1">
                              <a:lumMod val="60000"/>
                              <a:lumOff val="40000"/>
                            </a:schemeClr>
                          </a:solidFill>
                          <a:latin typeface="Calibri Regular"/>
                        </a:rPr>
                        <a:t>182</a:t>
                      </a:r>
                      <a:endParaRPr lang="en-US" sz="1200" b="0" i="0" u="none" strike="noStrike" kern="1200" noProof="0" dirty="0">
                        <a:solidFill>
                          <a:schemeClr val="tx1">
                            <a:lumMod val="60000"/>
                            <a:lumOff val="40000"/>
                          </a:schemeClr>
                        </a:solidFill>
                        <a:effectLst/>
                        <a:latin typeface="Calibri Regular"/>
                        <a:ea typeface="+mn-ea"/>
                        <a:cs typeface="+mn-cs"/>
                      </a:endParaRPr>
                    </a:p>
                  </a:txBody>
                  <a:tcPr marL="108000" marR="108000" marT="72000" marB="72000" anchor="ctr">
                    <a:lnL>
                      <a:noFill/>
                    </a:lnL>
                    <a:lnR>
                      <a:noFill/>
                    </a:lnR>
                    <a:lnT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algn="r" defTabSz="914400" rtl="0" eaLnBrk="1" fontAlgn="b" latinLnBrk="0" hangingPunct="1"/>
                      <a:r>
                        <a:rPr b="0" i="0" sz="1200" u="none">
                          <a:solidFill>
                            <a:schemeClr val="tx2"/>
                          </a:solidFill>
                          <a:latin typeface="Calibri Regular"/>
                        </a:rPr>
                        <a:t>90</a:t>
                      </a:r>
                      <a:endParaRPr lang="en-US" sz="1200" b="0" i="0" u="none" strike="noStrike" kern="1200" noProof="0" dirty="0">
                        <a:solidFill>
                          <a:schemeClr val="tx2"/>
                        </a:solidFill>
                        <a:effectLst/>
                        <a:latin typeface="Calibri Regular"/>
                        <a:ea typeface="+mn-ea"/>
                        <a:cs typeface="+mn-cs"/>
                      </a:endParaRPr>
                    </a:p>
                  </a:txBody>
                  <a:tcPr marL="108000" marR="108000" marT="72000" marB="72000" anchor="ctr">
                    <a:lnL>
                      <a:noFill/>
                    </a:lnL>
                    <a:lnR w="9525" cap="flat" cmpd="sng" algn="ctr">
                      <a:noFill/>
                      <a:prstDash val="solid"/>
                    </a:lnR>
                    <a:lnT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EF5BA"/>
                    </a:solidFill>
                  </a:tcPr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b="0" i="0" sz="1200" u="none">
                          <a:solidFill>
                            <a:schemeClr val="tx1">
                              <a:lumMod val="60000"/>
                              <a:lumOff val="40000"/>
                            </a:schemeClr>
                          </a:solidFill>
                          <a:latin typeface="Calibri Regular"/>
                        </a:rPr>
                        <a:t>1</a:t>
                      </a:r>
                      <a:endParaRPr lang="en-US" sz="1200" b="0" i="0" u="none" strike="noStrike" noProof="0" dirty="0">
                        <a:solidFill>
                          <a:schemeClr val="tx1">
                            <a:lumMod val="60000"/>
                            <a:lumOff val="40000"/>
                          </a:schemeClr>
                        </a:solidFill>
                        <a:effectLst/>
                        <a:latin typeface="Calibri Regular"/>
                      </a:endParaRPr>
                    </a:p>
                  </a:txBody>
                  <a:tcPr marL="108000" marR="108000" marT="72000" marB="72000" anchor="ctr">
                    <a:lnL>
                      <a:noFill/>
                    </a:lnL>
                    <a:lnR w="9525" cap="flat" cmpd="sng" algn="ctr">
                      <a:noFill/>
                      <a:prstDash val="solid"/>
                    </a:lnR>
                    <a:lnT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b"/>
                      <a:r>
                        <a:rPr b="0" i="0" sz="1200" u="none">
                          <a:solidFill>
                            <a:schemeClr val="tx1">
                              <a:lumMod val="60000"/>
                              <a:lumOff val="40000"/>
                            </a:schemeClr>
                          </a:solidFill>
                          <a:latin typeface="Calibri Regular"/>
                        </a:rPr>
                        <a:t>server</a:t>
                      </a:r>
                      <a:endParaRPr lang="en-US" sz="1200" b="0" i="0" u="none" strike="noStrike" noProof="0" dirty="0">
                        <a:solidFill>
                          <a:schemeClr val="tx1">
                            <a:lumMod val="60000"/>
                            <a:lumOff val="40000"/>
                          </a:schemeClr>
                        </a:solidFill>
                        <a:effectLst/>
                        <a:latin typeface="Calibri Regular"/>
                      </a:endParaRPr>
                    </a:p>
                  </a:txBody>
                  <a:tcPr marL="108000" marR="108000" marT="72000" marB="72000" anchor="ctr">
                    <a:lnL>
                      <a:noFill/>
                    </a:lnL>
                    <a:lnR w="9525" cap="flat" cmpd="sng" algn="ctr">
                      <a:noFill/>
                      <a:prstDash val="solid"/>
                    </a:lnR>
                    <a:lnT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b"/>
                      <a:r>
                        <a:rPr b="0" i="0" sz="1200" u="none">
                          <a:solidFill>
                            <a:schemeClr val="tx1">
                              <a:lumMod val="60000"/>
                              <a:lumOff val="40000"/>
                            </a:schemeClr>
                          </a:solidFill>
                          <a:latin typeface="Calibri Regular"/>
                        </a:rPr>
                        <a:t>Java</a:t>
                      </a:r>
                      <a:endParaRPr lang="en-US" sz="1200" b="0" i="0" u="none" strike="noStrike" noProof="0" dirty="0">
                        <a:solidFill>
                          <a:schemeClr val="tx1">
                            <a:lumMod val="60000"/>
                            <a:lumOff val="40000"/>
                          </a:schemeClr>
                        </a:solidFill>
                        <a:effectLst/>
                        <a:latin typeface="Calibri Regular"/>
                      </a:endParaRPr>
                    </a:p>
                  </a:txBody>
                  <a:tcPr marL="108000" marR="108000" marT="72000" marB="72000" anchor="ctr">
                    <a:lnL>
                      <a:noFill/>
                    </a:lnL>
                    <a:lnR w="9525" cap="flat" cmpd="sng" algn="ctr">
                      <a:noFill/>
                      <a:prstDash val="solid"/>
                    </a:lnR>
                    <a:lnT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001900654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algn="l" fontAlgn="b"/>
                      <a:r>
                        <a:rPr b="0" i="0" sz="1200" u="none">
                          <a:solidFill>
                            <a:schemeClr val="tx2"/>
                          </a:solidFill>
                          <a:latin typeface="Calibri Bold"/>
                        </a:rPr>
                        <a:t>RequestConvertToJson.response(AbstractResponse,short)</a:t>
                      </a:r>
                      <a:endParaRPr lang="en-US" sz="1200" b="0" i="0" u="none" strike="noStrike" noProof="0" dirty="0">
                        <a:solidFill>
                          <a:schemeClr val="tx2"/>
                        </a:solidFill>
                        <a:effectLst/>
                        <a:latin typeface="Calibri Regular"/>
                      </a:endParaRPr>
                    </a:p>
                  </a:txBody>
                  <a:tcPr marL="108000" marR="108000" marT="72000" marB="72000" anchor="ctr">
                    <a:lnL w="9525" cap="flat" cmpd="sng" algn="ctr">
                      <a:noFill/>
                      <a:prstDash val="solid"/>
                    </a:lnL>
                    <a:lnR>
                      <a:noFill/>
                    </a:lnR>
                    <a:lnT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algn="r" defTabSz="914400" rtl="0" eaLnBrk="1" fontAlgn="b" latinLnBrk="0" hangingPunct="1"/>
                      <a:r>
                        <a:rPr b="0" i="0" sz="1200" u="none">
                          <a:solidFill>
                            <a:schemeClr val="tx1">
                              <a:lumMod val="60000"/>
                              <a:lumOff val="40000"/>
                            </a:schemeClr>
                          </a:solidFill>
                          <a:latin typeface="Calibri Regular"/>
                        </a:rPr>
                        <a:t>176</a:t>
                      </a:r>
                      <a:endParaRPr lang="en-US" sz="1200" b="0" i="0" u="none" strike="noStrike" kern="1200" noProof="0" dirty="0">
                        <a:solidFill>
                          <a:schemeClr val="tx1">
                            <a:lumMod val="60000"/>
                            <a:lumOff val="40000"/>
                          </a:schemeClr>
                        </a:solidFill>
                        <a:effectLst/>
                        <a:latin typeface="Calibri Regular"/>
                        <a:ea typeface="+mn-ea"/>
                        <a:cs typeface="+mn-cs"/>
                      </a:endParaRPr>
                    </a:p>
                  </a:txBody>
                  <a:tcPr marL="108000" marR="108000" marT="72000" marB="72000" anchor="ctr">
                    <a:lnL>
                      <a:noFill/>
                    </a:lnL>
                    <a:lnR>
                      <a:noFill/>
                    </a:lnR>
                    <a:lnT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algn="r" defTabSz="914400" rtl="0" eaLnBrk="1" fontAlgn="b" latinLnBrk="0" hangingPunct="1"/>
                      <a:r>
                        <a:rPr b="0" i="0" sz="1200" u="none">
                          <a:solidFill>
                            <a:schemeClr val="tx2"/>
                          </a:solidFill>
                          <a:latin typeface="Calibri Regular"/>
                        </a:rPr>
                        <a:t>90</a:t>
                      </a:r>
                      <a:endParaRPr lang="en-US" sz="1200" b="0" i="0" u="none" strike="noStrike" kern="1200" noProof="0" dirty="0">
                        <a:solidFill>
                          <a:schemeClr val="tx2"/>
                        </a:solidFill>
                        <a:effectLst/>
                        <a:latin typeface="Calibri Regular"/>
                        <a:ea typeface="+mn-ea"/>
                        <a:cs typeface="+mn-cs"/>
                      </a:endParaRPr>
                    </a:p>
                  </a:txBody>
                  <a:tcPr marL="108000" marR="108000" marT="72000" marB="72000" anchor="ctr">
                    <a:lnL>
                      <a:noFill/>
                    </a:lnL>
                    <a:lnR w="9525" cap="flat" cmpd="sng" algn="ctr">
                      <a:noFill/>
                      <a:prstDash val="solid"/>
                    </a:lnR>
                    <a:lnT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EF5BA"/>
                    </a:solidFill>
                  </a:tcPr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b="0" i="0" sz="1200" u="none">
                          <a:solidFill>
                            <a:schemeClr val="tx1">
                              <a:lumMod val="60000"/>
                              <a:lumOff val="40000"/>
                            </a:schemeClr>
                          </a:solidFill>
                          <a:latin typeface="Calibri Regular"/>
                        </a:rPr>
                        <a:t>2</a:t>
                      </a:r>
                      <a:endParaRPr lang="en-US" sz="1200" b="0" i="0" u="none" strike="noStrike" noProof="0" dirty="0">
                        <a:solidFill>
                          <a:schemeClr val="tx1">
                            <a:lumMod val="60000"/>
                            <a:lumOff val="40000"/>
                          </a:schemeClr>
                        </a:solidFill>
                        <a:effectLst/>
                        <a:latin typeface="Calibri Regular"/>
                      </a:endParaRPr>
                    </a:p>
                  </a:txBody>
                  <a:tcPr marL="108000" marR="108000" marT="72000" marB="72000" anchor="ctr">
                    <a:lnL>
                      <a:noFill/>
                    </a:lnL>
                    <a:lnR w="9525" cap="flat" cmpd="sng" algn="ctr">
                      <a:noFill/>
                      <a:prstDash val="solid"/>
                    </a:lnR>
                    <a:lnT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b"/>
                      <a:r>
                        <a:rPr b="0" i="0" sz="1200" u="none">
                          <a:solidFill>
                            <a:schemeClr val="tx1">
                              <a:lumMod val="60000"/>
                              <a:lumOff val="40000"/>
                            </a:schemeClr>
                          </a:solidFill>
                          <a:latin typeface="Calibri Regular"/>
                        </a:rPr>
                        <a:t>server</a:t>
                      </a:r>
                      <a:endParaRPr lang="en-US" sz="1200" b="0" i="0" u="none" strike="noStrike" noProof="0" dirty="0">
                        <a:solidFill>
                          <a:schemeClr val="tx1">
                            <a:lumMod val="60000"/>
                            <a:lumOff val="40000"/>
                          </a:schemeClr>
                        </a:solidFill>
                        <a:effectLst/>
                        <a:latin typeface="Calibri Regular"/>
                      </a:endParaRPr>
                    </a:p>
                  </a:txBody>
                  <a:tcPr marL="108000" marR="108000" marT="72000" marB="72000" anchor="ctr">
                    <a:lnL>
                      <a:noFill/>
                    </a:lnL>
                    <a:lnR w="9525" cap="flat" cmpd="sng" algn="ctr">
                      <a:noFill/>
                      <a:prstDash val="solid"/>
                    </a:lnR>
                    <a:lnT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b"/>
                      <a:r>
                        <a:rPr b="0" i="0" sz="1200" u="none">
                          <a:solidFill>
                            <a:schemeClr val="tx1">
                              <a:lumMod val="60000"/>
                              <a:lumOff val="40000"/>
                            </a:schemeClr>
                          </a:solidFill>
                          <a:latin typeface="Calibri Regular"/>
                        </a:rPr>
                        <a:t>Java</a:t>
                      </a:r>
                      <a:endParaRPr lang="en-US" sz="1200" b="0" i="0" u="none" strike="noStrike" noProof="0" dirty="0">
                        <a:solidFill>
                          <a:schemeClr val="tx1">
                            <a:lumMod val="60000"/>
                            <a:lumOff val="40000"/>
                          </a:schemeClr>
                        </a:solidFill>
                        <a:effectLst/>
                        <a:latin typeface="Calibri Regular"/>
                      </a:endParaRPr>
                    </a:p>
                  </a:txBody>
                  <a:tcPr marL="108000" marR="108000" marT="72000" marB="72000" anchor="ctr">
                    <a:lnL>
                      <a:noFill/>
                    </a:lnL>
                    <a:lnR w="9525" cap="flat" cmpd="sng" algn="ctr">
                      <a:noFill/>
                      <a:prstDash val="solid"/>
                    </a:lnR>
                    <a:lnT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928811833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algn="l" fontAlgn="b"/>
                      <a:r>
                        <a:rPr b="0" i="0" sz="1200" u="none">
                          <a:solidFill>
                            <a:schemeClr val="tx2"/>
                          </a:solidFill>
                          <a:latin typeface="Calibri Bold"/>
                        </a:rPr>
                        <a:t>MessageDataGenerator.generateVariableLengthFieldSize(FieldSpec,Versions,boolean)</a:t>
                      </a:r>
                      <a:endParaRPr lang="en-US" sz="1200" b="0" i="0" u="none" strike="noStrike" noProof="0" dirty="0">
                        <a:solidFill>
                          <a:schemeClr val="tx2"/>
                        </a:solidFill>
                        <a:effectLst/>
                        <a:latin typeface="Calibri Regular"/>
                      </a:endParaRPr>
                    </a:p>
                  </a:txBody>
                  <a:tcPr marL="108000" marR="108000" marT="72000" marB="72000" anchor="ctr">
                    <a:lnL w="9525" cap="flat" cmpd="sng" algn="ctr">
                      <a:noFill/>
                      <a:prstDash val="solid"/>
                    </a:lnL>
                    <a:lnR>
                      <a:noFill/>
                    </a:lnR>
                    <a:lnT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algn="r" defTabSz="914400" rtl="0" eaLnBrk="1" fontAlgn="b" latinLnBrk="0" hangingPunct="1"/>
                      <a:r>
                        <a:rPr b="0" i="0" sz="1200" u="none">
                          <a:solidFill>
                            <a:schemeClr val="tx1">
                              <a:lumMod val="60000"/>
                              <a:lumOff val="40000"/>
                            </a:schemeClr>
                          </a:solidFill>
                          <a:latin typeface="Calibri Regular"/>
                        </a:rPr>
                        <a:t>170</a:t>
                      </a:r>
                      <a:endParaRPr lang="en-US" sz="1200" b="0" i="0" u="none" strike="noStrike" kern="1200" noProof="0" dirty="0">
                        <a:solidFill>
                          <a:schemeClr val="tx1">
                            <a:lumMod val="60000"/>
                            <a:lumOff val="40000"/>
                          </a:schemeClr>
                        </a:solidFill>
                        <a:effectLst/>
                        <a:latin typeface="Calibri Regular"/>
                        <a:ea typeface="+mn-ea"/>
                        <a:cs typeface="+mn-cs"/>
                      </a:endParaRPr>
                    </a:p>
                  </a:txBody>
                  <a:tcPr marL="108000" marR="108000" marT="72000" marB="72000" anchor="ctr">
                    <a:lnL>
                      <a:noFill/>
                    </a:lnL>
                    <a:lnR>
                      <a:noFill/>
                    </a:lnR>
                    <a:lnT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algn="r" defTabSz="914400" rtl="0" eaLnBrk="1" fontAlgn="b" latinLnBrk="0" hangingPunct="1"/>
                      <a:r>
                        <a:rPr b="0" i="0" sz="1200" u="none">
                          <a:solidFill>
                            <a:schemeClr val="tx2"/>
                          </a:solidFill>
                          <a:latin typeface="Calibri Regular"/>
                        </a:rPr>
                        <a:t>27</a:t>
                      </a:r>
                      <a:endParaRPr lang="en-US" sz="1200" b="0" i="0" u="none" strike="noStrike" kern="1200" noProof="0" dirty="0">
                        <a:solidFill>
                          <a:schemeClr val="tx2"/>
                        </a:solidFill>
                        <a:effectLst/>
                        <a:latin typeface="Calibri Regular"/>
                        <a:ea typeface="+mn-ea"/>
                        <a:cs typeface="+mn-cs"/>
                      </a:endParaRPr>
                    </a:p>
                  </a:txBody>
                  <a:tcPr marL="108000" marR="108000" marT="72000" marB="72000" anchor="ctr">
                    <a:lnL>
                      <a:noFill/>
                    </a:lnL>
                    <a:lnR w="9525" cap="flat" cmpd="sng" algn="ctr">
                      <a:noFill/>
                      <a:prstDash val="solid"/>
                    </a:lnR>
                    <a:lnT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EF5BA"/>
                    </a:solidFill>
                  </a:tcPr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b="0" i="0" sz="1200" u="none">
                          <a:solidFill>
                            <a:schemeClr val="tx1">
                              <a:lumMod val="60000"/>
                              <a:lumOff val="40000"/>
                            </a:schemeClr>
                          </a:solidFill>
                          <a:latin typeface="Calibri Regular"/>
                        </a:rPr>
                        <a:t>3</a:t>
                      </a:r>
                      <a:endParaRPr lang="en-US" sz="1200" b="0" i="0" u="none" strike="noStrike" noProof="0" dirty="0">
                        <a:solidFill>
                          <a:schemeClr val="tx1">
                            <a:lumMod val="60000"/>
                            <a:lumOff val="40000"/>
                          </a:schemeClr>
                        </a:solidFill>
                        <a:effectLst/>
                        <a:latin typeface="Calibri Regular"/>
                      </a:endParaRPr>
                    </a:p>
                  </a:txBody>
                  <a:tcPr marL="108000" marR="108000" marT="72000" marB="72000" anchor="ctr">
                    <a:lnL>
                      <a:noFill/>
                    </a:lnL>
                    <a:lnR w="9525" cap="flat" cmpd="sng" algn="ctr">
                      <a:noFill/>
                      <a:prstDash val="solid"/>
                    </a:lnR>
                    <a:lnT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b"/>
                      <a:r>
                        <a:rPr b="0" i="0" sz="1200" u="none">
                          <a:solidFill>
                            <a:schemeClr val="tx1">
                              <a:lumMod val="60000"/>
                              <a:lumOff val="40000"/>
                            </a:schemeClr>
                          </a:solidFill>
                          <a:latin typeface="Calibri Regular"/>
                        </a:rPr>
                        <a:t>generator</a:t>
                      </a:r>
                      <a:endParaRPr lang="en-US" sz="1200" b="0" i="0" u="none" strike="noStrike" noProof="0" dirty="0">
                        <a:solidFill>
                          <a:schemeClr val="tx1">
                            <a:lumMod val="60000"/>
                            <a:lumOff val="40000"/>
                          </a:schemeClr>
                        </a:solidFill>
                        <a:effectLst/>
                        <a:latin typeface="Calibri Regular"/>
                      </a:endParaRPr>
                    </a:p>
                  </a:txBody>
                  <a:tcPr marL="108000" marR="108000" marT="72000" marB="72000" anchor="ctr">
                    <a:lnL>
                      <a:noFill/>
                    </a:lnL>
                    <a:lnR w="9525" cap="flat" cmpd="sng" algn="ctr">
                      <a:noFill/>
                      <a:prstDash val="solid"/>
                    </a:lnR>
                    <a:lnT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b"/>
                      <a:r>
                        <a:rPr b="0" i="0" sz="1200" u="none">
                          <a:solidFill>
                            <a:schemeClr val="tx1">
                              <a:lumMod val="60000"/>
                              <a:lumOff val="40000"/>
                            </a:schemeClr>
                          </a:solidFill>
                          <a:latin typeface="Calibri Regular"/>
                        </a:rPr>
                        <a:t>Java</a:t>
                      </a:r>
                      <a:endParaRPr lang="en-US" sz="1200" b="0" i="0" u="none" strike="noStrike" noProof="0" dirty="0">
                        <a:solidFill>
                          <a:schemeClr val="tx1">
                            <a:lumMod val="60000"/>
                            <a:lumOff val="40000"/>
                          </a:schemeClr>
                        </a:solidFill>
                        <a:effectLst/>
                        <a:latin typeface="Calibri Regular"/>
                      </a:endParaRPr>
                    </a:p>
                  </a:txBody>
                  <a:tcPr marL="108000" marR="108000" marT="72000" marB="72000" anchor="ctr">
                    <a:lnL>
                      <a:noFill/>
                    </a:lnL>
                    <a:lnR w="9525" cap="flat" cmpd="sng" algn="ctr">
                      <a:noFill/>
                      <a:prstDash val="solid"/>
                    </a:lnR>
                    <a:lnT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060795780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algn="l" fontAlgn="b"/>
                      <a:r>
                        <a:rPr b="0" i="0" sz="1200" u="none">
                          <a:solidFill>
                            <a:schemeClr val="tx2"/>
                          </a:solidFill>
                          <a:latin typeface="Calibri Bold"/>
                        </a:rPr>
                        <a:t>KerberosLogin.login()</a:t>
                      </a:r>
                      <a:endParaRPr lang="en-US" sz="1200" b="0" i="0" u="none" strike="noStrike" noProof="0" dirty="0">
                        <a:solidFill>
                          <a:schemeClr val="tx2"/>
                        </a:solidFill>
                        <a:effectLst/>
                        <a:latin typeface="Calibri Regular"/>
                      </a:endParaRPr>
                    </a:p>
                  </a:txBody>
                  <a:tcPr marL="108000" marR="108000" marT="72000" marB="72000" anchor="ctr">
                    <a:lnL w="9525" cap="flat" cmpd="sng" algn="ctr">
                      <a:noFill/>
                      <a:prstDash val="solid"/>
                    </a:lnL>
                    <a:lnR>
                      <a:noFill/>
                    </a:lnR>
                    <a:lnT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algn="r" defTabSz="914400" rtl="0" eaLnBrk="1" fontAlgn="b" latinLnBrk="0" hangingPunct="1"/>
                      <a:r>
                        <a:rPr b="0" i="0" sz="1200" u="none">
                          <a:solidFill>
                            <a:schemeClr val="tx1">
                              <a:lumMod val="60000"/>
                              <a:lumOff val="40000"/>
                            </a:schemeClr>
                          </a:solidFill>
                          <a:latin typeface="Calibri Regular"/>
                        </a:rPr>
                        <a:t>146</a:t>
                      </a:r>
                      <a:endParaRPr lang="en-US" sz="1200" b="0" i="0" u="none" strike="noStrike" kern="1200" noProof="0" dirty="0">
                        <a:solidFill>
                          <a:schemeClr val="tx1">
                            <a:lumMod val="60000"/>
                            <a:lumOff val="40000"/>
                          </a:schemeClr>
                        </a:solidFill>
                        <a:effectLst/>
                        <a:latin typeface="Calibri Regular"/>
                        <a:ea typeface="+mn-ea"/>
                        <a:cs typeface="+mn-cs"/>
                      </a:endParaRPr>
                    </a:p>
                  </a:txBody>
                  <a:tcPr marL="108000" marR="108000" marT="72000" marB="72000" anchor="ctr">
                    <a:lnL>
                      <a:noFill/>
                    </a:lnL>
                    <a:lnR>
                      <a:noFill/>
                    </a:lnR>
                    <a:lnT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algn="r" defTabSz="914400" rtl="0" eaLnBrk="1" fontAlgn="b" latinLnBrk="0" hangingPunct="1"/>
                      <a:r>
                        <a:rPr b="0" i="0" sz="1200" u="none">
                          <a:solidFill>
                            <a:schemeClr val="tx2"/>
                          </a:solidFill>
                          <a:latin typeface="Calibri Regular"/>
                        </a:rPr>
                        <a:t>26</a:t>
                      </a:r>
                      <a:endParaRPr lang="en-US" sz="1200" b="0" i="0" u="none" strike="noStrike" kern="1200" noProof="0" dirty="0">
                        <a:solidFill>
                          <a:schemeClr val="tx2"/>
                        </a:solidFill>
                        <a:effectLst/>
                        <a:latin typeface="Calibri Regular"/>
                        <a:ea typeface="+mn-ea"/>
                        <a:cs typeface="+mn-cs"/>
                      </a:endParaRPr>
                    </a:p>
                  </a:txBody>
                  <a:tcPr marL="108000" marR="108000" marT="72000" marB="72000" anchor="ctr">
                    <a:lnL>
                      <a:noFill/>
                    </a:lnL>
                    <a:lnR w="9525" cap="flat" cmpd="sng" algn="ctr">
                      <a:noFill/>
                      <a:prstDash val="solid"/>
                    </a:lnR>
                    <a:lnT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EF5BA"/>
                    </a:solidFill>
                  </a:tcPr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b="0" i="0" sz="1200" u="none">
                          <a:solidFill>
                            <a:schemeClr val="tx1">
                              <a:lumMod val="60000"/>
                              <a:lumOff val="40000"/>
                            </a:schemeClr>
                          </a:solidFill>
                          <a:latin typeface="Calibri Regular"/>
                        </a:rPr>
                        <a:t>0</a:t>
                      </a:r>
                      <a:endParaRPr lang="en-US" sz="1200" b="0" i="0" u="none" strike="noStrike" noProof="0" dirty="0">
                        <a:solidFill>
                          <a:schemeClr val="tx1">
                            <a:lumMod val="60000"/>
                            <a:lumOff val="40000"/>
                          </a:schemeClr>
                        </a:solidFill>
                        <a:effectLst/>
                        <a:latin typeface="Calibri Regular"/>
                      </a:endParaRPr>
                    </a:p>
                  </a:txBody>
                  <a:tcPr marL="108000" marR="108000" marT="72000" marB="72000" anchor="ctr">
                    <a:lnL>
                      <a:noFill/>
                    </a:lnL>
                    <a:lnR w="9525" cap="flat" cmpd="sng" algn="ctr">
                      <a:noFill/>
                      <a:prstDash val="solid"/>
                    </a:lnR>
                    <a:lnT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b"/>
                      <a:r>
                        <a:rPr b="0" i="0" sz="1200" u="none">
                          <a:solidFill>
                            <a:schemeClr val="tx1">
                              <a:lumMod val="60000"/>
                              <a:lumOff val="40000"/>
                            </a:schemeClr>
                          </a:solidFill>
                          <a:latin typeface="Calibri Regular"/>
                        </a:rPr>
                        <a:t>clients</a:t>
                      </a:r>
                      <a:endParaRPr lang="en-US" sz="1200" b="0" i="0" u="none" strike="noStrike" noProof="0" dirty="0">
                        <a:solidFill>
                          <a:schemeClr val="tx1">
                            <a:lumMod val="60000"/>
                            <a:lumOff val="40000"/>
                          </a:schemeClr>
                        </a:solidFill>
                        <a:effectLst/>
                        <a:latin typeface="Calibri Regular"/>
                      </a:endParaRPr>
                    </a:p>
                  </a:txBody>
                  <a:tcPr marL="108000" marR="108000" marT="72000" marB="72000" anchor="ctr">
                    <a:lnL>
                      <a:noFill/>
                    </a:lnL>
                    <a:lnR w="9525" cap="flat" cmpd="sng" algn="ctr">
                      <a:noFill/>
                      <a:prstDash val="solid"/>
                    </a:lnR>
                    <a:lnT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b"/>
                      <a:r>
                        <a:rPr b="0" i="0" sz="1200" u="none">
                          <a:solidFill>
                            <a:schemeClr val="tx1">
                              <a:lumMod val="60000"/>
                              <a:lumOff val="40000"/>
                            </a:schemeClr>
                          </a:solidFill>
                          <a:latin typeface="Calibri Regular"/>
                        </a:rPr>
                        <a:t>Java</a:t>
                      </a:r>
                      <a:endParaRPr lang="en-US" sz="1200" b="0" i="0" u="none" strike="noStrike" noProof="0" dirty="0">
                        <a:solidFill>
                          <a:schemeClr val="tx1">
                            <a:lumMod val="60000"/>
                            <a:lumOff val="40000"/>
                          </a:schemeClr>
                        </a:solidFill>
                        <a:effectLst/>
                        <a:latin typeface="Calibri Regular"/>
                      </a:endParaRPr>
                    </a:p>
                  </a:txBody>
                  <a:tcPr marL="108000" marR="108000" marT="72000" marB="72000" anchor="ctr">
                    <a:lnL>
                      <a:noFill/>
                    </a:lnL>
                    <a:lnR w="9525" cap="flat" cmpd="sng" algn="ctr">
                      <a:noFill/>
                      <a:prstDash val="solid"/>
                    </a:lnR>
                    <a:lnT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933267410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algn="l" fontAlgn="b"/>
                      <a:r>
                        <a:rPr b="0" i="0" sz="1200" u="none">
                          <a:solidFill>
                            <a:schemeClr val="tx2"/>
                          </a:solidFill>
                          <a:latin typeface="Calibri Bold"/>
                        </a:rPr>
                        <a:t>SharePartition.acquire(String,ShareAcquireMode,int,int,long,FetchPartitionData,FetchIsolation)</a:t>
                      </a:r>
                      <a:endParaRPr lang="en-US" sz="1200" b="0" i="0" u="none" strike="noStrike" noProof="0" dirty="0">
                        <a:solidFill>
                          <a:schemeClr val="tx2"/>
                        </a:solidFill>
                        <a:effectLst/>
                        <a:latin typeface="Calibri Regular"/>
                      </a:endParaRPr>
                    </a:p>
                  </a:txBody>
                  <a:tcPr marL="108000" marR="108000" marT="72000" marB="72000" anchor="ctr">
                    <a:lnL w="9525" cap="flat" cmpd="sng" algn="ctr">
                      <a:noFill/>
                      <a:prstDash val="solid"/>
                    </a:lnL>
                    <a:lnR>
                      <a:noFill/>
                    </a:lnR>
                    <a:lnT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algn="r" defTabSz="914400" rtl="0" eaLnBrk="1" fontAlgn="b" latinLnBrk="0" hangingPunct="1"/>
                      <a:r>
                        <a:rPr b="0" i="0" sz="1200" u="none">
                          <a:solidFill>
                            <a:schemeClr val="tx1">
                              <a:lumMod val="60000"/>
                              <a:lumOff val="40000"/>
                            </a:schemeClr>
                          </a:solidFill>
                          <a:latin typeface="Calibri Regular"/>
                        </a:rPr>
                        <a:t>134</a:t>
                      </a:r>
                      <a:endParaRPr lang="en-US" sz="1200" b="0" i="0" u="none" strike="noStrike" kern="1200" noProof="0" dirty="0">
                        <a:solidFill>
                          <a:schemeClr val="tx1">
                            <a:lumMod val="60000"/>
                            <a:lumOff val="40000"/>
                          </a:schemeClr>
                        </a:solidFill>
                        <a:effectLst/>
                        <a:latin typeface="Calibri Regular"/>
                        <a:ea typeface="+mn-ea"/>
                        <a:cs typeface="+mn-cs"/>
                      </a:endParaRPr>
                    </a:p>
                  </a:txBody>
                  <a:tcPr marL="108000" marR="108000" marT="72000" marB="72000" anchor="ctr">
                    <a:lnL>
                      <a:noFill/>
                    </a:lnL>
                    <a:lnR>
                      <a:noFill/>
                    </a:lnR>
                    <a:lnT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algn="r" defTabSz="914400" rtl="0" eaLnBrk="1" fontAlgn="b" latinLnBrk="0" hangingPunct="1"/>
                      <a:r>
                        <a:rPr b="0" i="0" sz="1200" u="none">
                          <a:solidFill>
                            <a:schemeClr val="tx2"/>
                          </a:solidFill>
                          <a:latin typeface="Calibri Regular"/>
                        </a:rPr>
                        <a:t>34</a:t>
                      </a:r>
                      <a:endParaRPr lang="en-US" sz="1200" b="0" i="0" u="none" strike="noStrike" kern="1200" noProof="0" dirty="0">
                        <a:solidFill>
                          <a:schemeClr val="tx2"/>
                        </a:solidFill>
                        <a:effectLst/>
                        <a:latin typeface="Calibri Regular"/>
                        <a:ea typeface="+mn-ea"/>
                        <a:cs typeface="+mn-cs"/>
                      </a:endParaRPr>
                    </a:p>
                  </a:txBody>
                  <a:tcPr marL="108000" marR="108000" marT="72000" marB="72000" anchor="ctr">
                    <a:lnL>
                      <a:noFill/>
                    </a:lnL>
                    <a:lnR w="9525" cap="flat" cmpd="sng" algn="ctr">
                      <a:noFill/>
                      <a:prstDash val="solid"/>
                    </a:lnR>
                    <a:lnT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EF5BA"/>
                    </a:solidFill>
                  </a:tcPr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b="0" i="0" sz="1200" u="none">
                          <a:solidFill>
                            <a:schemeClr val="tx1">
                              <a:lumMod val="60000"/>
                              <a:lumOff val="40000"/>
                            </a:schemeClr>
                          </a:solidFill>
                          <a:latin typeface="Calibri Regular"/>
                        </a:rPr>
                        <a:t>7</a:t>
                      </a:r>
                      <a:endParaRPr lang="en-US" sz="1200" b="0" i="0" u="none" strike="noStrike" noProof="0" dirty="0">
                        <a:solidFill>
                          <a:schemeClr val="tx1">
                            <a:lumMod val="60000"/>
                            <a:lumOff val="40000"/>
                          </a:schemeClr>
                        </a:solidFill>
                        <a:effectLst/>
                        <a:latin typeface="Calibri Regular"/>
                      </a:endParaRPr>
                    </a:p>
                  </a:txBody>
                  <a:tcPr marL="108000" marR="108000" marT="72000" marB="72000" anchor="ctr">
                    <a:lnL>
                      <a:noFill/>
                    </a:lnL>
                    <a:lnR w="9525" cap="flat" cmpd="sng" algn="ctr">
                      <a:noFill/>
                      <a:prstDash val="solid"/>
                    </a:lnR>
                    <a:lnT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b"/>
                      <a:r>
                        <a:rPr b="0" i="0" sz="1200" u="none">
                          <a:solidFill>
                            <a:schemeClr val="tx1">
                              <a:lumMod val="60000"/>
                              <a:lumOff val="40000"/>
                            </a:schemeClr>
                          </a:solidFill>
                          <a:latin typeface="Calibri Regular"/>
                        </a:rPr>
                        <a:t>core</a:t>
                      </a:r>
                      <a:endParaRPr lang="en-US" sz="1200" b="0" i="0" u="none" strike="noStrike" noProof="0" dirty="0">
                        <a:solidFill>
                          <a:schemeClr val="tx1">
                            <a:lumMod val="60000"/>
                            <a:lumOff val="40000"/>
                          </a:schemeClr>
                        </a:solidFill>
                        <a:effectLst/>
                        <a:latin typeface="Calibri Regular"/>
                      </a:endParaRPr>
                    </a:p>
                  </a:txBody>
                  <a:tcPr marL="108000" marR="108000" marT="72000" marB="72000" anchor="ctr">
                    <a:lnL>
                      <a:noFill/>
                    </a:lnL>
                    <a:lnR w="9525" cap="flat" cmpd="sng" algn="ctr">
                      <a:noFill/>
                      <a:prstDash val="solid"/>
                    </a:lnR>
                    <a:lnT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b"/>
                      <a:r>
                        <a:rPr b="0" i="0" sz="1200" u="none">
                          <a:solidFill>
                            <a:schemeClr val="tx1">
                              <a:lumMod val="60000"/>
                              <a:lumOff val="40000"/>
                            </a:schemeClr>
                          </a:solidFill>
                          <a:latin typeface="Calibri Regular"/>
                        </a:rPr>
                        <a:t>Java</a:t>
                      </a:r>
                      <a:endParaRPr lang="en-US" sz="1200" b="0" i="0" u="none" strike="noStrike" noProof="0" dirty="0">
                        <a:solidFill>
                          <a:schemeClr val="tx1">
                            <a:lumMod val="60000"/>
                            <a:lumOff val="40000"/>
                          </a:schemeClr>
                        </a:solidFill>
                        <a:effectLst/>
                        <a:latin typeface="Calibri Regular"/>
                      </a:endParaRPr>
                    </a:p>
                  </a:txBody>
                  <a:tcPr marL="108000" marR="108000" marT="72000" marB="72000" anchor="ctr">
                    <a:lnL>
                      <a:noFill/>
                    </a:lnL>
                    <a:lnR w="9525" cap="flat" cmpd="sng" algn="ctr">
                      <a:noFill/>
                      <a:prstDash val="solid"/>
                    </a:lnR>
                    <a:lnT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009910387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algn="l" fontAlgn="b"/>
                      <a:r>
                        <a:rPr b="0" i="0" sz="1200" u="none">
                          <a:solidFill>
                            <a:schemeClr val="tx2"/>
                          </a:solidFill>
                          <a:latin typeface="Calibri Bold"/>
                        </a:rPr>
                        <a:t>RemoteLogManager.RLMExpirationTask.cleanupExpiredRemoteLogSegments()</a:t>
                      </a:r>
                      <a:endParaRPr lang="en-US" sz="1200" b="0" i="0" u="none" strike="noStrike" noProof="0" dirty="0">
                        <a:solidFill>
                          <a:schemeClr val="tx2"/>
                        </a:solidFill>
                        <a:effectLst/>
                        <a:latin typeface="Calibri Regular"/>
                      </a:endParaRPr>
                    </a:p>
                  </a:txBody>
                  <a:tcPr marL="108000" marR="108000" marT="72000" marB="72000" anchor="ctr">
                    <a:lnL w="9525" cap="flat" cmpd="sng" algn="ctr">
                      <a:noFill/>
                      <a:prstDash val="solid"/>
                    </a:lnL>
                    <a:lnR>
                      <a:noFill/>
                    </a:lnR>
                    <a:lnT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algn="r" defTabSz="914400" rtl="0" eaLnBrk="1" fontAlgn="b" latinLnBrk="0" hangingPunct="1"/>
                      <a:r>
                        <a:rPr b="0" i="0" sz="1200" u="none">
                          <a:solidFill>
                            <a:schemeClr val="tx1">
                              <a:lumMod val="60000"/>
                              <a:lumOff val="40000"/>
                            </a:schemeClr>
                          </a:solidFill>
                          <a:latin typeface="Calibri Regular"/>
                        </a:rPr>
                        <a:t>125</a:t>
                      </a:r>
                      <a:endParaRPr lang="en-US" sz="1200" b="0" i="0" u="none" strike="noStrike" kern="1200" noProof="0" dirty="0">
                        <a:solidFill>
                          <a:schemeClr val="tx1">
                            <a:lumMod val="60000"/>
                            <a:lumOff val="40000"/>
                          </a:schemeClr>
                        </a:solidFill>
                        <a:effectLst/>
                        <a:latin typeface="Calibri Regular"/>
                        <a:ea typeface="+mn-ea"/>
                        <a:cs typeface="+mn-cs"/>
                      </a:endParaRPr>
                    </a:p>
                  </a:txBody>
                  <a:tcPr marL="108000" marR="108000" marT="72000" marB="72000" anchor="ctr">
                    <a:lnL>
                      <a:noFill/>
                    </a:lnL>
                    <a:lnR>
                      <a:noFill/>
                    </a:lnR>
                    <a:lnT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algn="r" defTabSz="914400" rtl="0" eaLnBrk="1" fontAlgn="b" latinLnBrk="0" hangingPunct="1"/>
                      <a:r>
                        <a:rPr b="0" i="0" sz="1200" u="none">
                          <a:solidFill>
                            <a:schemeClr val="tx2"/>
                          </a:solidFill>
                          <a:latin typeface="Calibri Regular"/>
                        </a:rPr>
                        <a:t>28</a:t>
                      </a:r>
                      <a:endParaRPr lang="en-US" sz="1200" b="0" i="0" u="none" strike="noStrike" kern="1200" noProof="0" dirty="0">
                        <a:solidFill>
                          <a:schemeClr val="tx2"/>
                        </a:solidFill>
                        <a:effectLst/>
                        <a:latin typeface="Calibri Regular"/>
                        <a:ea typeface="+mn-ea"/>
                        <a:cs typeface="+mn-cs"/>
                      </a:endParaRPr>
                    </a:p>
                  </a:txBody>
                  <a:tcPr marL="108000" marR="108000" marT="72000" marB="72000" anchor="ctr">
                    <a:lnL>
                      <a:noFill/>
                    </a:lnL>
                    <a:lnR w="9525" cap="flat" cmpd="sng" algn="ctr">
                      <a:noFill/>
                      <a:prstDash val="solid"/>
                    </a:lnR>
                    <a:lnT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EF5BA"/>
                    </a:solidFill>
                  </a:tcPr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b="0" i="0" sz="1200" u="none">
                          <a:solidFill>
                            <a:schemeClr val="tx1">
                              <a:lumMod val="60000"/>
                              <a:lumOff val="40000"/>
                            </a:schemeClr>
                          </a:solidFill>
                          <a:latin typeface="Calibri Regular"/>
                        </a:rPr>
                        <a:t>0</a:t>
                      </a:r>
                      <a:endParaRPr lang="en-US" sz="1200" b="0" i="0" u="none" strike="noStrike" noProof="0" dirty="0">
                        <a:solidFill>
                          <a:schemeClr val="tx1">
                            <a:lumMod val="60000"/>
                            <a:lumOff val="40000"/>
                          </a:schemeClr>
                        </a:solidFill>
                        <a:effectLst/>
                        <a:latin typeface="Calibri Regular"/>
                      </a:endParaRPr>
                    </a:p>
                  </a:txBody>
                  <a:tcPr marL="108000" marR="108000" marT="72000" marB="72000" anchor="ctr">
                    <a:lnL>
                      <a:noFill/>
                    </a:lnL>
                    <a:lnR w="9525" cap="flat" cmpd="sng" algn="ctr">
                      <a:noFill/>
                      <a:prstDash val="solid"/>
                    </a:lnR>
                    <a:lnT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b"/>
                      <a:r>
                        <a:rPr b="0" i="0" sz="1200" u="none">
                          <a:solidFill>
                            <a:schemeClr val="tx1">
                              <a:lumMod val="60000"/>
                              <a:lumOff val="40000"/>
                            </a:schemeClr>
                          </a:solidFill>
                          <a:latin typeface="Calibri Regular"/>
                        </a:rPr>
                        <a:t>storage</a:t>
                      </a:r>
                      <a:endParaRPr lang="en-US" sz="1200" b="0" i="0" u="none" strike="noStrike" noProof="0" dirty="0">
                        <a:solidFill>
                          <a:schemeClr val="tx1">
                            <a:lumMod val="60000"/>
                            <a:lumOff val="40000"/>
                          </a:schemeClr>
                        </a:solidFill>
                        <a:effectLst/>
                        <a:latin typeface="Calibri Regular"/>
                      </a:endParaRPr>
                    </a:p>
                  </a:txBody>
                  <a:tcPr marL="108000" marR="108000" marT="72000" marB="72000" anchor="ctr">
                    <a:lnL>
                      <a:noFill/>
                    </a:lnL>
                    <a:lnR w="9525" cap="flat" cmpd="sng" algn="ctr">
                      <a:noFill/>
                      <a:prstDash val="solid"/>
                    </a:lnR>
                    <a:lnT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b"/>
                      <a:r>
                        <a:rPr b="0" i="0" sz="1200" u="none">
                          <a:solidFill>
                            <a:schemeClr val="tx1">
                              <a:lumMod val="60000"/>
                              <a:lumOff val="40000"/>
                            </a:schemeClr>
                          </a:solidFill>
                          <a:latin typeface="Calibri Regular"/>
                        </a:rPr>
                        <a:t>Java</a:t>
                      </a:r>
                      <a:endParaRPr lang="en-US" sz="1200" b="0" i="0" u="none" strike="noStrike" noProof="0" dirty="0">
                        <a:solidFill>
                          <a:schemeClr val="tx1">
                            <a:lumMod val="60000"/>
                            <a:lumOff val="40000"/>
                          </a:schemeClr>
                        </a:solidFill>
                        <a:effectLst/>
                        <a:latin typeface="Calibri Regular"/>
                      </a:endParaRPr>
                    </a:p>
                  </a:txBody>
                  <a:tcPr marL="108000" marR="108000" marT="72000" marB="72000" anchor="ctr">
                    <a:lnL>
                      <a:noFill/>
                    </a:lnL>
                    <a:lnR w="9525" cap="flat" cmpd="sng" algn="ctr">
                      <a:noFill/>
                      <a:prstDash val="solid"/>
                    </a:lnR>
                    <a:lnT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372763307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algn="l" fontAlgn="b"/>
                      <a:r>
                        <a:rPr b="0" i="0" sz="1200" u="none">
                          <a:solidFill>
                            <a:schemeClr val="tx2"/>
                          </a:solidFill>
                          <a:latin typeface="Calibri Bold"/>
                        </a:rPr>
                        <a:t>DistributedHerder.tick()</a:t>
                      </a:r>
                      <a:endParaRPr lang="en-US" sz="1200" b="0" i="0" u="none" strike="noStrike" noProof="0" dirty="0">
                        <a:solidFill>
                          <a:schemeClr val="tx2"/>
                        </a:solidFill>
                        <a:effectLst/>
                        <a:latin typeface="Calibri Regular"/>
                      </a:endParaRPr>
                    </a:p>
                  </a:txBody>
                  <a:tcPr marL="108000" marR="108000" marT="72000" marB="72000" anchor="ctr">
                    <a:lnL w="9525" cap="flat" cmpd="sng" algn="ctr">
                      <a:noFill/>
                      <a:prstDash val="solid"/>
                    </a:lnL>
                    <a:lnR>
                      <a:noFill/>
                    </a:lnR>
                    <a:lnT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algn="r" defTabSz="914400" rtl="0" eaLnBrk="1" fontAlgn="b" latinLnBrk="0" hangingPunct="1"/>
                      <a:r>
                        <a:rPr b="0" i="0" sz="1200" u="none">
                          <a:solidFill>
                            <a:schemeClr val="tx1">
                              <a:lumMod val="60000"/>
                              <a:lumOff val="40000"/>
                            </a:schemeClr>
                          </a:solidFill>
                          <a:latin typeface="Calibri Regular"/>
                        </a:rPr>
                        <a:t>124</a:t>
                      </a:r>
                      <a:endParaRPr lang="en-US" sz="1200" b="0" i="0" u="none" strike="noStrike" kern="1200" noProof="0" dirty="0">
                        <a:solidFill>
                          <a:schemeClr val="tx1">
                            <a:lumMod val="60000"/>
                            <a:lumOff val="40000"/>
                          </a:schemeClr>
                        </a:solidFill>
                        <a:effectLst/>
                        <a:latin typeface="Calibri Regular"/>
                        <a:ea typeface="+mn-ea"/>
                        <a:cs typeface="+mn-cs"/>
                      </a:endParaRPr>
                    </a:p>
                  </a:txBody>
                  <a:tcPr marL="108000" marR="108000" marT="72000" marB="72000" anchor="ctr">
                    <a:lnL>
                      <a:noFill/>
                    </a:lnL>
                    <a:lnR>
                      <a:noFill/>
                    </a:lnR>
                    <a:lnT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algn="r" defTabSz="914400" rtl="0" eaLnBrk="1" fontAlgn="b" latinLnBrk="0" hangingPunct="1"/>
                      <a:r>
                        <a:rPr b="0" i="0" sz="1200" u="none">
                          <a:solidFill>
                            <a:schemeClr val="tx2"/>
                          </a:solidFill>
                          <a:latin typeface="Calibri Regular"/>
                        </a:rPr>
                        <a:t>30</a:t>
                      </a:r>
                      <a:endParaRPr lang="en-US" sz="1200" b="0" i="0" u="none" strike="noStrike" kern="1200" noProof="0" dirty="0">
                        <a:solidFill>
                          <a:schemeClr val="tx2"/>
                        </a:solidFill>
                        <a:effectLst/>
                        <a:latin typeface="Calibri Regular"/>
                        <a:ea typeface="+mn-ea"/>
                        <a:cs typeface="+mn-cs"/>
                      </a:endParaRPr>
                    </a:p>
                  </a:txBody>
                  <a:tcPr marL="108000" marR="108000" marT="72000" marB="72000" anchor="ctr">
                    <a:lnL>
                      <a:noFill/>
                    </a:lnL>
                    <a:lnR w="9525" cap="flat" cmpd="sng" algn="ctr">
                      <a:noFill/>
                      <a:prstDash val="solid"/>
                    </a:lnR>
                    <a:lnT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EF5BA"/>
                    </a:solidFill>
                  </a:tcPr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b="0" i="0" sz="1200" u="none">
                          <a:solidFill>
                            <a:schemeClr val="tx1">
                              <a:lumMod val="60000"/>
                              <a:lumOff val="40000"/>
                            </a:schemeClr>
                          </a:solidFill>
                          <a:latin typeface="Calibri Regular"/>
                        </a:rPr>
                        <a:t>0</a:t>
                      </a:r>
                      <a:endParaRPr lang="en-US" sz="1200" b="0" i="0" u="none" strike="noStrike" noProof="0" dirty="0">
                        <a:solidFill>
                          <a:schemeClr val="tx1">
                            <a:lumMod val="60000"/>
                            <a:lumOff val="40000"/>
                          </a:schemeClr>
                        </a:solidFill>
                        <a:effectLst/>
                        <a:latin typeface="Calibri Regular"/>
                      </a:endParaRPr>
                    </a:p>
                  </a:txBody>
                  <a:tcPr marL="108000" marR="108000" marT="72000" marB="72000" anchor="ctr">
                    <a:lnL>
                      <a:noFill/>
                    </a:lnL>
                    <a:lnR w="9525" cap="flat" cmpd="sng" algn="ctr">
                      <a:noFill/>
                      <a:prstDash val="solid"/>
                    </a:lnR>
                    <a:lnT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b"/>
                      <a:r>
                        <a:rPr b="0" i="0" sz="1200" u="none">
                          <a:solidFill>
                            <a:schemeClr val="tx1">
                              <a:lumMod val="60000"/>
                              <a:lumOff val="40000"/>
                            </a:schemeClr>
                          </a:solidFill>
                          <a:latin typeface="Calibri Regular"/>
                        </a:rPr>
                        <a:t>connect</a:t>
                      </a:r>
                      <a:endParaRPr lang="en-US" sz="1200" b="0" i="0" u="none" strike="noStrike" noProof="0" dirty="0">
                        <a:solidFill>
                          <a:schemeClr val="tx1">
                            <a:lumMod val="60000"/>
                            <a:lumOff val="40000"/>
                          </a:schemeClr>
                        </a:solidFill>
                        <a:effectLst/>
                        <a:latin typeface="Calibri Regular"/>
                      </a:endParaRPr>
                    </a:p>
                  </a:txBody>
                  <a:tcPr marL="108000" marR="108000" marT="72000" marB="72000" anchor="ctr">
                    <a:lnL>
                      <a:noFill/>
                    </a:lnL>
                    <a:lnR w="9525" cap="flat" cmpd="sng" algn="ctr">
                      <a:noFill/>
                      <a:prstDash val="solid"/>
                    </a:lnR>
                    <a:lnT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b"/>
                      <a:r>
                        <a:rPr b="0" i="0" sz="1200" u="none">
                          <a:solidFill>
                            <a:schemeClr val="tx1">
                              <a:lumMod val="60000"/>
                              <a:lumOff val="40000"/>
                            </a:schemeClr>
                          </a:solidFill>
                          <a:latin typeface="Calibri Regular"/>
                        </a:rPr>
                        <a:t>Java</a:t>
                      </a:r>
                      <a:endParaRPr lang="en-US" sz="1200" b="0" i="0" u="none" strike="noStrike" noProof="0" dirty="0">
                        <a:solidFill>
                          <a:schemeClr val="tx1">
                            <a:lumMod val="60000"/>
                            <a:lumOff val="40000"/>
                          </a:schemeClr>
                        </a:solidFill>
                        <a:effectLst/>
                        <a:latin typeface="Calibri Regular"/>
                      </a:endParaRPr>
                    </a:p>
                  </a:txBody>
                  <a:tcPr marL="108000" marR="108000" marT="72000" marB="72000" anchor="ctr">
                    <a:lnL>
                      <a:noFill/>
                    </a:lnL>
                    <a:lnR w="9525" cap="flat" cmpd="sng" algn="ctr">
                      <a:noFill/>
                      <a:prstDash val="solid"/>
                    </a:lnR>
                    <a:lnT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022263985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algn="l" fontAlgn="b"/>
                      <a:r>
                        <a:rPr b="0" i="0" sz="1200" u="none">
                          <a:solidFill>
                            <a:schemeClr val="tx2"/>
                          </a:solidFill>
                          <a:latin typeface="Calibri Bold"/>
                        </a:rPr>
                        <a:t>ApplicationEventProcessor.process(ApplicationEvent)</a:t>
                      </a:r>
                      <a:endParaRPr lang="en-US" sz="1200" b="0" i="0" u="none" strike="noStrike" noProof="0" dirty="0">
                        <a:solidFill>
                          <a:schemeClr val="tx2"/>
                        </a:solidFill>
                        <a:effectLst/>
                        <a:latin typeface="Calibri Regular"/>
                      </a:endParaRPr>
                    </a:p>
                  </a:txBody>
                  <a:tcPr marL="108000" marR="108000" marT="72000" marB="72000" anchor="ctr">
                    <a:lnL w="9525" cap="flat" cmpd="sng" algn="ctr">
                      <a:noFill/>
                      <a:prstDash val="solid"/>
                    </a:lnL>
                    <a:lnR>
                      <a:noFill/>
                    </a:lnR>
                    <a:lnT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algn="r" defTabSz="914400" rtl="0" eaLnBrk="1" fontAlgn="b" latinLnBrk="0" hangingPunct="1"/>
                      <a:r>
                        <a:rPr b="0" i="0" sz="1200" u="none">
                          <a:solidFill>
                            <a:schemeClr val="tx1">
                              <a:lumMod val="60000"/>
                              <a:lumOff val="40000"/>
                            </a:schemeClr>
                          </a:solidFill>
                          <a:latin typeface="Calibri Regular"/>
                        </a:rPr>
                        <a:t>111</a:t>
                      </a:r>
                      <a:endParaRPr lang="en-US" sz="1200" b="0" i="0" u="none" strike="noStrike" kern="1200" noProof="0" dirty="0">
                        <a:solidFill>
                          <a:schemeClr val="tx1">
                            <a:lumMod val="60000"/>
                            <a:lumOff val="40000"/>
                          </a:schemeClr>
                        </a:solidFill>
                        <a:effectLst/>
                        <a:latin typeface="Calibri Regular"/>
                        <a:ea typeface="+mn-ea"/>
                        <a:cs typeface="+mn-cs"/>
                      </a:endParaRPr>
                    </a:p>
                  </a:txBody>
                  <a:tcPr marL="108000" marR="108000" marT="72000" marB="72000" anchor="ctr">
                    <a:lnL>
                      <a:noFill/>
                    </a:lnL>
                    <a:lnR>
                      <a:noFill/>
                    </a:lnR>
                    <a:lnT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algn="r" defTabSz="914400" rtl="0" eaLnBrk="1" fontAlgn="b" latinLnBrk="0" hangingPunct="1"/>
                      <a:r>
                        <a:rPr b="0" i="0" sz="1200" u="none">
                          <a:solidFill>
                            <a:schemeClr val="tx2"/>
                          </a:solidFill>
                          <a:latin typeface="Calibri Regular"/>
                        </a:rPr>
                        <a:t>36</a:t>
                      </a:r>
                      <a:endParaRPr lang="en-US" sz="1200" b="0" i="0" u="none" strike="noStrike" kern="1200" noProof="0" dirty="0">
                        <a:solidFill>
                          <a:schemeClr val="tx2"/>
                        </a:solidFill>
                        <a:effectLst/>
                        <a:latin typeface="Calibri Regular"/>
                        <a:ea typeface="+mn-ea"/>
                        <a:cs typeface="+mn-cs"/>
                      </a:endParaRPr>
                    </a:p>
                  </a:txBody>
                  <a:tcPr marL="108000" marR="108000" marT="72000" marB="72000" anchor="ctr">
                    <a:lnL>
                      <a:noFill/>
                    </a:lnL>
                    <a:lnR w="9525" cap="flat" cmpd="sng" algn="ctr">
                      <a:noFill/>
                      <a:prstDash val="solid"/>
                    </a:lnR>
                    <a:lnT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EF5BA"/>
                    </a:solidFill>
                  </a:tcPr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b="0" i="0" sz="1200" u="none">
                          <a:solidFill>
                            <a:schemeClr val="tx1">
                              <a:lumMod val="60000"/>
                              <a:lumOff val="40000"/>
                            </a:schemeClr>
                          </a:solidFill>
                          <a:latin typeface="Calibri Regular"/>
                        </a:rPr>
                        <a:t>1</a:t>
                      </a:r>
                      <a:endParaRPr lang="en-US" sz="1200" b="0" i="0" u="none" strike="noStrike" noProof="0" dirty="0">
                        <a:solidFill>
                          <a:schemeClr val="tx1">
                            <a:lumMod val="60000"/>
                            <a:lumOff val="40000"/>
                          </a:schemeClr>
                        </a:solidFill>
                        <a:effectLst/>
                        <a:latin typeface="Calibri Regular"/>
                      </a:endParaRPr>
                    </a:p>
                  </a:txBody>
                  <a:tcPr marL="108000" marR="108000" marT="72000" marB="72000" anchor="ctr">
                    <a:lnL>
                      <a:noFill/>
                    </a:lnL>
                    <a:lnR w="9525" cap="flat" cmpd="sng" algn="ctr">
                      <a:noFill/>
                      <a:prstDash val="solid"/>
                    </a:lnR>
                    <a:lnT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b"/>
                      <a:r>
                        <a:rPr b="0" i="0" sz="1200" u="none">
                          <a:solidFill>
                            <a:schemeClr val="tx1">
                              <a:lumMod val="60000"/>
                              <a:lumOff val="40000"/>
                            </a:schemeClr>
                          </a:solidFill>
                          <a:latin typeface="Calibri Regular"/>
                        </a:rPr>
                        <a:t>clients</a:t>
                      </a:r>
                      <a:endParaRPr lang="en-US" sz="1200" b="0" i="0" u="none" strike="noStrike" noProof="0" dirty="0">
                        <a:solidFill>
                          <a:schemeClr val="tx1">
                            <a:lumMod val="60000"/>
                            <a:lumOff val="40000"/>
                          </a:schemeClr>
                        </a:solidFill>
                        <a:effectLst/>
                        <a:latin typeface="Calibri Regular"/>
                      </a:endParaRPr>
                    </a:p>
                  </a:txBody>
                  <a:tcPr marL="108000" marR="108000" marT="72000" marB="72000" anchor="ctr">
                    <a:lnL>
                      <a:noFill/>
                    </a:lnL>
                    <a:lnR w="9525" cap="flat" cmpd="sng" algn="ctr">
                      <a:noFill/>
                      <a:prstDash val="solid"/>
                    </a:lnR>
                    <a:lnT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b"/>
                      <a:r>
                        <a:rPr b="0" i="0" sz="1200" u="none">
                          <a:solidFill>
                            <a:schemeClr val="tx1">
                              <a:lumMod val="60000"/>
                              <a:lumOff val="40000"/>
                            </a:schemeClr>
                          </a:solidFill>
                          <a:latin typeface="Calibri Regular"/>
                        </a:rPr>
                        <a:t>Java</a:t>
                      </a:r>
                      <a:endParaRPr lang="en-US" sz="1200" b="0" i="0" u="none" strike="noStrike" noProof="0" dirty="0">
                        <a:solidFill>
                          <a:schemeClr val="tx1">
                            <a:lumMod val="60000"/>
                            <a:lumOff val="40000"/>
                          </a:schemeClr>
                        </a:solidFill>
                        <a:effectLst/>
                        <a:latin typeface="Calibri Regular"/>
                      </a:endParaRPr>
                    </a:p>
                  </a:txBody>
                  <a:tcPr marL="108000" marR="108000" marT="72000" marB="72000" anchor="ctr">
                    <a:lnL>
                      <a:noFill/>
                    </a:lnL>
                    <a:lnR w="9525" cap="flat" cmpd="sng" algn="ctr">
                      <a:noFill/>
                      <a:prstDash val="solid"/>
                    </a:lnR>
                    <a:lnT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516404128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marR="0" lvl="0" indent="0" algn="l" defTabSz="914400" rtl="0" eaLnBrk="1" fontAlgn="b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b="0" i="0" sz="1200" u="none">
                          <a:solidFill>
                            <a:schemeClr val="tx2"/>
                          </a:solidFill>
                          <a:latin typeface="Calibri Bold"/>
                        </a:rPr>
                        <a:t>JsonConverter.convertToJson(Schema,Object)</a:t>
                      </a:r>
                      <a:endParaRPr lang="en-US" sz="1200" b="0" i="0" u="none" strike="noStrike" noProof="0" dirty="0">
                        <a:solidFill>
                          <a:schemeClr val="tx2"/>
                        </a:solidFill>
                        <a:effectLst/>
                        <a:latin typeface="Calibri Regular"/>
                      </a:endParaRPr>
                    </a:p>
                  </a:txBody>
                  <a:tcPr marL="108000" marR="108000" marT="72000" marB="72000" anchor="ctr">
                    <a:lnL w="9525" cap="flat" cmpd="sng" algn="ctr">
                      <a:noFill/>
                      <a:prstDash val="solid"/>
                    </a:lnL>
                    <a:lnR>
                      <a:noFill/>
                    </a:lnR>
                    <a:lnT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algn="r" defTabSz="914400" rtl="0" eaLnBrk="1" fontAlgn="b" latinLnBrk="0" hangingPunct="1"/>
                      <a:r>
                        <a:rPr b="0" i="0" sz="1200" u="none">
                          <a:solidFill>
                            <a:schemeClr val="tx1">
                              <a:lumMod val="60000"/>
                              <a:lumOff val="40000"/>
                            </a:schemeClr>
                          </a:solidFill>
                          <a:latin typeface="Calibri Regular"/>
                        </a:rPr>
                        <a:t>108</a:t>
                      </a:r>
                      <a:endParaRPr lang="en-US" sz="1200" b="0" i="0" u="none" strike="noStrike" kern="1200" noProof="0" dirty="0">
                        <a:solidFill>
                          <a:schemeClr val="tx1">
                            <a:lumMod val="60000"/>
                            <a:lumOff val="40000"/>
                          </a:schemeClr>
                        </a:solidFill>
                        <a:effectLst/>
                        <a:latin typeface="Calibri Regular"/>
                        <a:ea typeface="+mn-ea"/>
                        <a:cs typeface="+mn-cs"/>
                      </a:endParaRPr>
                    </a:p>
                  </a:txBody>
                  <a:tcPr marL="108000" marR="108000" marT="72000" marB="72000" anchor="ctr">
                    <a:lnL>
                      <a:noFill/>
                    </a:lnL>
                    <a:lnR>
                      <a:noFill/>
                    </a:lnR>
                    <a:lnT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algn="r" defTabSz="914400" rtl="0" eaLnBrk="1" fontAlgn="b" latinLnBrk="0" hangingPunct="1"/>
                      <a:r>
                        <a:rPr b="0" i="0" sz="1200" u="none">
                          <a:solidFill>
                            <a:schemeClr val="tx2"/>
                          </a:solidFill>
                          <a:latin typeface="Calibri Regular"/>
                        </a:rPr>
                        <a:t>40</a:t>
                      </a:r>
                      <a:endParaRPr lang="en-US" sz="1200" b="0" i="0" u="none" strike="noStrike" kern="1200" noProof="0" dirty="0">
                        <a:solidFill>
                          <a:schemeClr val="tx2"/>
                        </a:solidFill>
                        <a:effectLst/>
                        <a:latin typeface="Calibri Regular"/>
                        <a:ea typeface="+mn-ea"/>
                        <a:cs typeface="+mn-cs"/>
                      </a:endParaRPr>
                    </a:p>
                  </a:txBody>
                  <a:tcPr marL="108000" marR="108000" marT="72000" marB="72000" anchor="ctr">
                    <a:lnL>
                      <a:noFill/>
                    </a:lnL>
                    <a:lnR w="9525" cap="flat" cmpd="sng" algn="ctr">
                      <a:noFill/>
                      <a:prstDash val="solid"/>
                    </a:lnR>
                    <a:lnT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EF5BA"/>
                    </a:solidFill>
                  </a:tcPr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b="0" i="0" sz="1200" u="none">
                          <a:solidFill>
                            <a:schemeClr val="tx1">
                              <a:lumMod val="60000"/>
                              <a:lumOff val="40000"/>
                            </a:schemeClr>
                          </a:solidFill>
                          <a:latin typeface="Calibri Regular"/>
                        </a:rPr>
                        <a:t>2</a:t>
                      </a:r>
                      <a:endParaRPr lang="en-US" sz="1200" b="0" i="0" u="none" strike="noStrike" noProof="0" dirty="0">
                        <a:solidFill>
                          <a:schemeClr val="tx1">
                            <a:lumMod val="60000"/>
                            <a:lumOff val="40000"/>
                          </a:schemeClr>
                        </a:solidFill>
                        <a:effectLst/>
                        <a:latin typeface="+mn-lt"/>
                      </a:endParaRPr>
                    </a:p>
                  </a:txBody>
                  <a:tcPr marL="108000" marR="108000" marT="72000" marB="72000" anchor="ctr">
                    <a:lnL>
                      <a:noFill/>
                    </a:lnL>
                    <a:lnR w="9525" cap="flat" cmpd="sng" algn="ctr">
                      <a:noFill/>
                      <a:prstDash val="solid"/>
                    </a:lnR>
                    <a:lnT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b"/>
                      <a:r>
                        <a:rPr b="0" i="0" sz="1200" u="none">
                          <a:solidFill>
                            <a:schemeClr val="tx1">
                              <a:lumMod val="60000"/>
                              <a:lumOff val="40000"/>
                            </a:schemeClr>
                          </a:solidFill>
                          <a:latin typeface="Calibri Regular"/>
                        </a:rPr>
                        <a:t>connect</a:t>
                      </a:r>
                      <a:endParaRPr lang="en-US" sz="1200" b="0" i="0" u="none" strike="noStrike" noProof="0" dirty="0">
                        <a:solidFill>
                          <a:schemeClr val="tx1">
                            <a:lumMod val="60000"/>
                            <a:lumOff val="40000"/>
                          </a:schemeClr>
                        </a:solidFill>
                        <a:effectLst/>
                        <a:latin typeface="+mn-lt"/>
                      </a:endParaRPr>
                    </a:p>
                  </a:txBody>
                  <a:tcPr marL="108000" marR="108000" marT="72000" marB="72000" anchor="ctr">
                    <a:lnL>
                      <a:noFill/>
                    </a:lnL>
                    <a:lnR w="9525" cap="flat" cmpd="sng" algn="ctr">
                      <a:noFill/>
                      <a:prstDash val="solid"/>
                    </a:lnR>
                    <a:lnT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b"/>
                      <a:r>
                        <a:rPr b="0" i="0" sz="1200" u="none">
                          <a:solidFill>
                            <a:schemeClr val="tx1">
                              <a:lumMod val="60000"/>
                              <a:lumOff val="40000"/>
                            </a:schemeClr>
                          </a:solidFill>
                          <a:latin typeface="Calibri Regular"/>
                        </a:rPr>
                        <a:t>Java</a:t>
                      </a:r>
                      <a:endParaRPr lang="en-US" sz="1200" b="0" i="0" u="none" strike="noStrike" noProof="0" dirty="0">
                        <a:solidFill>
                          <a:schemeClr val="tx1">
                            <a:lumMod val="60000"/>
                            <a:lumOff val="40000"/>
                          </a:schemeClr>
                        </a:solidFill>
                        <a:effectLst/>
                        <a:latin typeface="+mn-lt"/>
                      </a:endParaRPr>
                    </a:p>
                  </a:txBody>
                  <a:tcPr marL="108000" marR="108000" marT="72000" marB="72000" anchor="ctr">
                    <a:lnL>
                      <a:noFill/>
                    </a:lnL>
                    <a:lnR w="9525" cap="flat" cmpd="sng" algn="ctr">
                      <a:noFill/>
                      <a:prstDash val="solid"/>
                    </a:lnR>
                    <a:lnT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255606331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1334173610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993C50C-D5AC-B980-57E1-AB9740C2FB7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Number Placeholder 1">
            <a:extLst>
              <a:ext uri="{FF2B5EF4-FFF2-40B4-BE49-F238E27FC236}">
                <a16:creationId xmlns:a16="http://schemas.microsoft.com/office/drawing/2014/main" id="{55C47716-66EC-A5D9-AE7C-3AF047ABA03E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E242BD21-9B61-2246-BCB1-4BE5E1BEBE1C}" type="slidenum">
              <a:rPr lang="en-US" smtClean="0"/>
              <a:pPr/>
              <a:t>12</a:t>
            </a:fld>
            <a:endParaRPr lang="en-US"/>
          </a:p>
        </p:txBody>
      </p:sp>
      <p:sp>
        <p:nvSpPr>
          <p:cNvPr id="10" name="Text Placeholder 9">
            <a:extLst>
              <a:ext uri="{FF2B5EF4-FFF2-40B4-BE49-F238E27FC236}">
                <a16:creationId xmlns:a16="http://schemas.microsoft.com/office/drawing/2014/main" id="{B7D58E3A-84C6-E394-9DB2-843E3C2B420F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/>
        <p:txBody>
          <a:bodyPr/>
          <a:lstStyle/>
          <a:p>
            <a:r>
              <a:rPr lang="en-US" dirty="0"/>
              <a:t>Refactoring Candidates – Unit COMPLEXITY</a:t>
            </a:r>
          </a:p>
        </p:txBody>
      </p:sp>
      <p:sp>
        <p:nvSpPr>
          <p:cNvPr id="5" name="Title 4">
            <a:extLst>
              <a:ext uri="{FF2B5EF4-FFF2-40B4-BE49-F238E27FC236}">
                <a16:creationId xmlns:a16="http://schemas.microsoft.com/office/drawing/2014/main" id="{C1B683A4-1422-9996-73B9-EDF74B14BF7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An overview of the most complex Java units</a:t>
            </a:r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088D24E3-806B-1789-735C-FD0762CEDC54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2669790" y="6549140"/>
            <a:ext cx="804066" cy="236406"/>
          </a:xfrm>
          <a:prstGeom prst="rect">
            <a:avLst/>
          </a:prstGeom>
          <a:noFill/>
          <a:ln w="12700" cap="flat" cmpd="sng" algn="ctr">
            <a:noFill/>
            <a:prstDash val="solid"/>
            <a:miter lim="800000"/>
          </a:ln>
        </p:spPr>
        <p:txBody>
          <a:bodyPr wrap="none" lIns="0" tIns="36000" rIns="0" rtlCol="0" anchor="ctr">
            <a:spAutoFit/>
          </a:bodyPr>
          <a:lstStyle>
            <a:defPPr>
              <a:defRPr lang="en-US"/>
            </a:defPPr>
            <a:lvl1pPr marL="0" algn="l" defTabSz="914400" rtl="0" eaLnBrk="1" latinLnBrk="0" hangingPunct="1">
              <a:defRPr lang="en-US" sz="1000" b="1" kern="1200" cap="all" spc="10" baseline="0" dirty="0">
                <a:solidFill>
                  <a:srgbClr val="B2BECD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 dirty="0"/>
              <a:t>Confidential</a:t>
            </a:r>
          </a:p>
        </p:txBody>
      </p:sp>
      <p:graphicFrame>
        <p:nvGraphicFramePr>
          <p:cNvPr id="4" name="REFACTORING_CANDIDATES_TABLE_UNIT_COMPLEXITY_TECH_1">
            <a:extLst>
              <a:ext uri="{FF2B5EF4-FFF2-40B4-BE49-F238E27FC236}">
                <a16:creationId xmlns:a16="http://schemas.microsoft.com/office/drawing/2014/main" id="{B2AD6F83-29C1-E9BE-13AF-24963E398AE4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014721663"/>
              </p:ext>
            </p:extLst>
          </p:nvPr>
        </p:nvGraphicFramePr>
        <p:xfrm>
          <a:off x="514373" y="1366988"/>
          <a:ext cx="11231294" cy="4972560"/>
        </p:xfrm>
        <a:graphic>
          <a:graphicData uri="http://schemas.openxmlformats.org/drawingml/2006/table">
            <a:tbl>
              <a:tblPr firstRow="1" bandRow="1">
                <a:effectLst/>
                <a:tableStyleId>{F2DE63D5-997A-4646-A377-4702673A728D}</a:tableStyleId>
              </a:tblPr>
              <a:tblGrid>
                <a:gridCol w="6688777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630621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953621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1292001">
                  <a:extLst>
                    <a:ext uri="{9D8B030D-6E8A-4147-A177-3AD203B41FA5}">
                      <a16:colId xmlns:a16="http://schemas.microsoft.com/office/drawing/2014/main" val="3286041723"/>
                    </a:ext>
                  </a:extLst>
                </a:gridCol>
                <a:gridCol w="1666274">
                  <a:extLst>
                    <a:ext uri="{9D8B030D-6E8A-4147-A177-3AD203B41FA5}">
                      <a16:colId xmlns:a16="http://schemas.microsoft.com/office/drawing/2014/main" val="4263492041"/>
                    </a:ext>
                  </a:extLst>
                </a:gridCol>
              </a:tblGrid>
              <a:tr h="0">
                <a:tc>
                  <a:txBody>
                    <a:bodyPr/>
                    <a:lstStyle/>
                    <a:p>
                      <a:pPr marL="0" marR="0" indent="0" algn="l" defTabSz="4572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b="1" sz="1400">
                          <a:solidFill>
                            <a:schemeClr val="bg1"/>
                          </a:solidFill>
                          <a:latin typeface="+mn-lt"/>
                        </a:rPr>
                        <a:t>Unit name</a:t>
                      </a:r>
                      <a:endParaRPr lang="en-US" sz="1400" b="1" i="0" noProof="0" dirty="0">
                        <a:solidFill>
                          <a:schemeClr val="bg1"/>
                        </a:solidFill>
                        <a:latin typeface="+mn-lt"/>
                        <a:cs typeface="TheSans B4 SemiLight"/>
                      </a:endParaRPr>
                    </a:p>
                  </a:txBody>
                  <a:tcPr marL="108000" marR="108000" marT="72000" marB="72000">
                    <a:lnL w="9525" cap="flat" cmpd="sng" algn="ctr">
                      <a:noFill/>
                      <a:prstDash val="solid"/>
                    </a:lnL>
                    <a:lnR>
                      <a:noFill/>
                    </a:lnR>
                    <a:lnT w="9525" cap="flat" cmpd="sng" algn="ctr">
                      <a:noFill/>
                      <a:prstDash val="solid"/>
                    </a:lnT>
                    <a:lnB w="19050" cap="flat" cmpd="sng" algn="ctr">
                      <a:noFill/>
                      <a:prstDash val="sysDot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tx2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b="1" sz="1400">
                          <a:solidFill>
                            <a:schemeClr val="bg1"/>
                          </a:solidFill>
                          <a:latin typeface="+mn-lt"/>
                        </a:rPr>
                        <a:t>LOC</a:t>
                      </a:r>
                      <a:endParaRPr lang="en-US" sz="1400" b="1" i="0" noProof="0" dirty="0">
                        <a:solidFill>
                          <a:schemeClr val="bg1"/>
                        </a:solidFill>
                        <a:latin typeface="+mn-lt"/>
                        <a:cs typeface="TheSans B4 SemiLight"/>
                      </a:endParaRPr>
                    </a:p>
                  </a:txBody>
                  <a:tcPr marL="108000" marR="108000" marT="72000" marB="72000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noFill/>
                      <a:prstDash val="solid"/>
                    </a:lnT>
                    <a:lnB w="19050" cap="flat" cmpd="sng" algn="ctr">
                      <a:noFill/>
                      <a:prstDash val="sysDot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1F354B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b="1" sz="1400">
                          <a:solidFill>
                            <a:schemeClr val="bg1"/>
                          </a:solidFill>
                          <a:latin typeface="+mn-lt"/>
                        </a:rPr>
                        <a:t>McCabe</a:t>
                      </a:r>
                      <a:endParaRPr lang="en-US" sz="1400" b="1" i="0" noProof="0" dirty="0">
                        <a:solidFill>
                          <a:schemeClr val="bg1"/>
                        </a:solidFill>
                        <a:latin typeface="+mn-lt"/>
                        <a:cs typeface="TheSans B4 SemiLight"/>
                      </a:endParaRPr>
                    </a:p>
                  </a:txBody>
                  <a:tcPr marL="108000" marR="108000" marT="72000" marB="72000">
                    <a:lnL>
                      <a:noFill/>
                    </a:lnL>
                    <a:lnR w="9525" cap="flat" cmpd="sng" algn="ctr">
                      <a:noFill/>
                      <a:prstDash val="solid"/>
                    </a:lnR>
                    <a:lnT w="9525" cap="flat" cmpd="sng" algn="ctr">
                      <a:noFill/>
                      <a:prstDash val="solid"/>
                    </a:lnT>
                    <a:lnB w="19050" cap="flat" cmpd="sng" algn="ctr">
                      <a:noFill/>
                      <a:prstDash val="sysDot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2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b="1" i="0" sz="1400">
                          <a:solidFill>
                            <a:schemeClr val="bg1"/>
                          </a:solidFill>
                          <a:latin typeface="+mn-lt"/>
                        </a:rPr>
                        <a:t>Parameters</a:t>
                      </a:r>
                    </a:p>
                  </a:txBody>
                  <a:tcPr marL="108000" marR="108000" marT="72000" marB="72000">
                    <a:lnL>
                      <a:noFill/>
                    </a:lnL>
                    <a:lnR w="9525" cap="flat" cmpd="sng" algn="ctr">
                      <a:noFill/>
                      <a:prstDash val="solid"/>
                    </a:lnR>
                    <a:lnT w="9525" cap="flat" cmpd="sng" algn="ctr">
                      <a:noFill/>
                      <a:prstDash val="solid"/>
                    </a:lnT>
                    <a:lnB w="19050" cap="flat" cmpd="sng" algn="ctr">
                      <a:noFill/>
                      <a:prstDash val="sysDot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tx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b="1" i="0" sz="1400">
                          <a:solidFill>
                            <a:schemeClr val="bg1"/>
                          </a:solidFill>
                          <a:latin typeface="+mn-lt"/>
                        </a:rPr>
                        <a:t>Component</a:t>
                      </a:r>
                    </a:p>
                  </a:txBody>
                  <a:tcPr marL="108000" marR="108000" marT="72000" marB="72000">
                    <a:lnL>
                      <a:noFill/>
                    </a:lnL>
                    <a:lnR w="9525" cap="flat" cmpd="sng" algn="ctr">
                      <a:noFill/>
                      <a:prstDash val="solid"/>
                    </a:lnR>
                    <a:lnT w="9525" cap="flat" cmpd="sng" algn="ctr">
                      <a:noFill/>
                      <a:prstDash val="solid"/>
                    </a:lnT>
                    <a:lnB w="19050" cap="flat" cmpd="sng" algn="ctr">
                      <a:noFill/>
                      <a:prstDash val="sysDot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tx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marR="0" lvl="0" indent="0" algn="l" defTabSz="914400" rtl="0" eaLnBrk="1" fontAlgn="b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b="0" i="0" sz="1200" u="none">
                          <a:solidFill>
                            <a:schemeClr val="tx2"/>
                          </a:solidFill>
                          <a:latin typeface="Calibri Bold"/>
                        </a:rPr>
                        <a:t>CoordinatorClient.main(String[])</a:t>
                      </a:r>
                    </a:p>
                  </a:txBody>
                  <a:tcPr marL="108000" marR="108000" marT="72000" marB="72000" anchor="ctr">
                    <a:lnL w="9525" cap="flat" cmpd="sng" algn="ctr">
                      <a:noFill/>
                      <a:prstDash val="solid"/>
                    </a:lnL>
                    <a:lnR>
                      <a:noFill/>
                    </a:lnR>
                    <a:lnT w="19050" cap="flat" cmpd="sng" algn="ctr">
                      <a:noFill/>
                      <a:prstDash val="sysDot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algn="r" defTabSz="914400" rtl="0" eaLnBrk="1" fontAlgn="b" latinLnBrk="0" hangingPunct="1"/>
                      <a:r>
                        <a:rPr b="0" i="0" sz="1200" u="none">
                          <a:solidFill>
                            <a:schemeClr val="tx1">
                              <a:lumMod val="60000"/>
                              <a:lumOff val="40000"/>
                            </a:schemeClr>
                          </a:solidFill>
                          <a:latin typeface="Calibri Regular"/>
                        </a:rPr>
                        <a:t>241</a:t>
                      </a:r>
                    </a:p>
                  </a:txBody>
                  <a:tcPr marL="108000" marR="108000" marT="72000" marB="72000" anchor="ctr">
                    <a:lnL>
                      <a:noFill/>
                    </a:lnL>
                    <a:lnR>
                      <a:noFill/>
                    </a:lnR>
                    <a:lnT w="19050" cap="flat" cmpd="sng" algn="ctr">
                      <a:noFill/>
                      <a:prstDash val="sysDot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algn="r" defTabSz="914400" rtl="0" eaLnBrk="1" fontAlgn="b" latinLnBrk="0" hangingPunct="1"/>
                      <a:r>
                        <a:rPr b="0" i="0" sz="1200" u="none">
                          <a:solidFill>
                            <a:schemeClr val="tx2"/>
                          </a:solidFill>
                          <a:latin typeface="Calibri Regular"/>
                        </a:rPr>
                        <a:t>29</a:t>
                      </a:r>
                    </a:p>
                  </a:txBody>
                  <a:tcPr marL="108000" marR="108000" marT="72000" marB="72000" anchor="ctr">
                    <a:lnL>
                      <a:noFill/>
                    </a:lnL>
                    <a:lnR w="9525" cap="flat" cmpd="sng" algn="ctr">
                      <a:noFill/>
                      <a:prstDash val="solid"/>
                    </a:lnR>
                    <a:lnT w="19050" cap="flat" cmpd="sng" algn="ctr">
                      <a:noFill/>
                      <a:prstDash val="sysDot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EF5BA"/>
                    </a:solidFill>
                  </a:tcPr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b="0" i="0" sz="1200" u="none">
                          <a:solidFill>
                            <a:schemeClr val="tx1">
                              <a:lumMod val="60000"/>
                              <a:lumOff val="40000"/>
                            </a:schemeClr>
                          </a:solidFill>
                          <a:latin typeface="Calibri Regular"/>
                        </a:rPr>
                        <a:t>1</a:t>
                      </a:r>
                    </a:p>
                  </a:txBody>
                  <a:tcPr marL="108000" marR="108000" marT="72000" marB="72000" anchor="ctr">
                    <a:lnL>
                      <a:noFill/>
                    </a:lnL>
                    <a:lnR w="9525" cap="flat" cmpd="sng" algn="ctr">
                      <a:noFill/>
                      <a:prstDash val="solid"/>
                    </a:lnR>
                    <a:lnT w="19050" cap="flat" cmpd="sng" algn="ctr">
                      <a:noFill/>
                      <a:prstDash val="sysDot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b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b="0" i="0" sz="1200" u="none">
                          <a:solidFill>
                            <a:schemeClr val="tx1">
                              <a:lumMod val="60000"/>
                              <a:lumOff val="40000"/>
                            </a:schemeClr>
                          </a:solidFill>
                          <a:latin typeface="Calibri Regular"/>
                        </a:rPr>
                        <a:t>trogdor</a:t>
                      </a:r>
                    </a:p>
                  </a:txBody>
                  <a:tcPr marL="108000" marR="108000" marT="72000" marB="72000" anchor="ctr">
                    <a:lnL>
                      <a:noFill/>
                    </a:lnL>
                    <a:lnR w="9525" cap="flat" cmpd="sng" algn="ctr">
                      <a:noFill/>
                      <a:prstDash val="solid"/>
                    </a:lnR>
                    <a:lnT w="19050" cap="flat" cmpd="sng" algn="ctr">
                      <a:noFill/>
                      <a:prstDash val="sysDot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algn="l" fontAlgn="b"/>
                      <a:r>
                        <a:rPr b="0" i="0" sz="1200" u="none">
                          <a:solidFill>
                            <a:schemeClr val="tx2"/>
                          </a:solidFill>
                          <a:latin typeface="Calibri Bold"/>
                        </a:rPr>
                        <a:t>AbstractResponse.parseResponse(ApiKeys,Readable,short)</a:t>
                      </a:r>
                      <a:endParaRPr lang="en-US" sz="1200" b="0" i="0" u="none" strike="noStrike" noProof="0" dirty="0">
                        <a:solidFill>
                          <a:schemeClr val="tx2"/>
                        </a:solidFill>
                        <a:effectLst/>
                        <a:latin typeface="Calibri Regular"/>
                      </a:endParaRPr>
                    </a:p>
                  </a:txBody>
                  <a:tcPr marL="108000" marR="108000" marT="72000" marB="72000" anchor="ctr">
                    <a:lnL w="9525" cap="flat" cmpd="sng" algn="ctr">
                      <a:noFill/>
                      <a:prstDash val="solid"/>
                    </a:lnL>
                    <a:lnR>
                      <a:noFill/>
                    </a:lnR>
                    <a:lnT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algn="r" defTabSz="914400" rtl="0" eaLnBrk="1" fontAlgn="b" latinLnBrk="0" hangingPunct="1"/>
                      <a:r>
                        <a:rPr b="0" i="0" sz="1200" u="none">
                          <a:solidFill>
                            <a:schemeClr val="tx1">
                              <a:lumMod val="60000"/>
                              <a:lumOff val="40000"/>
                            </a:schemeClr>
                          </a:solidFill>
                          <a:latin typeface="Calibri Regular"/>
                        </a:rPr>
                        <a:t>185</a:t>
                      </a:r>
                      <a:endParaRPr lang="en-US" sz="1200" b="0" i="0" u="none" strike="noStrike" kern="1200" noProof="0" dirty="0">
                        <a:solidFill>
                          <a:schemeClr val="tx1">
                            <a:lumMod val="60000"/>
                            <a:lumOff val="40000"/>
                          </a:schemeClr>
                        </a:solidFill>
                        <a:effectLst/>
                        <a:latin typeface="Calibri Regular"/>
                        <a:ea typeface="+mn-ea"/>
                        <a:cs typeface="+mn-cs"/>
                      </a:endParaRPr>
                    </a:p>
                  </a:txBody>
                  <a:tcPr marL="108000" marR="108000" marT="72000" marB="72000" anchor="ctr">
                    <a:lnL>
                      <a:noFill/>
                    </a:lnL>
                    <a:lnR>
                      <a:noFill/>
                    </a:lnR>
                    <a:lnT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indent="0" algn="r" defTabSz="914400" rtl="0" eaLnBrk="1" fontAlgn="b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b="0" i="0" sz="1200" u="none">
                          <a:solidFill>
                            <a:schemeClr val="tx2"/>
                          </a:solidFill>
                          <a:latin typeface="Calibri Regular"/>
                        </a:rPr>
                        <a:t>90</a:t>
                      </a:r>
                      <a:endParaRPr lang="en-US" sz="1200" b="0" i="0" u="none" strike="noStrike" kern="1200" noProof="0" dirty="0">
                        <a:solidFill>
                          <a:schemeClr val="tx2"/>
                        </a:solidFill>
                        <a:effectLst/>
                        <a:latin typeface="Calibri Regular"/>
                        <a:ea typeface="+mn-ea"/>
                        <a:cs typeface="+mn-cs"/>
                      </a:endParaRPr>
                    </a:p>
                  </a:txBody>
                  <a:tcPr marL="108000" marR="108000" marT="72000" marB="72000" anchor="ctr">
                    <a:lnL>
                      <a:noFill/>
                    </a:lnL>
                    <a:lnR w="9525" cap="flat" cmpd="sng" algn="ctr">
                      <a:noFill/>
                      <a:prstDash val="solid"/>
                    </a:lnR>
                    <a:lnT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EF5BA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indent="0" algn="r" defTabSz="457200" rtl="0" eaLnBrk="1" fontAlgn="b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b="0" i="0" sz="1200" u="none">
                          <a:solidFill>
                            <a:schemeClr val="tx1">
                              <a:lumMod val="60000"/>
                              <a:lumOff val="40000"/>
                            </a:schemeClr>
                          </a:solidFill>
                          <a:latin typeface="Calibri Regular"/>
                        </a:rPr>
                        <a:t>3</a:t>
                      </a:r>
                      <a:endParaRPr lang="en-US" sz="1200" b="0" i="0" u="none" strike="noStrike" noProof="0" dirty="0">
                        <a:solidFill>
                          <a:schemeClr val="tx1">
                            <a:lumMod val="60000"/>
                            <a:lumOff val="40000"/>
                          </a:schemeClr>
                        </a:solidFill>
                        <a:effectLst/>
                        <a:latin typeface="Calibri Regular"/>
                      </a:endParaRPr>
                    </a:p>
                  </a:txBody>
                  <a:tcPr marL="108000" marR="108000" marT="72000" marB="72000" anchor="ctr">
                    <a:lnL>
                      <a:noFill/>
                    </a:lnL>
                    <a:lnR w="9525" cap="flat" cmpd="sng" algn="ctr">
                      <a:noFill/>
                      <a:prstDash val="solid"/>
                    </a:lnR>
                    <a:lnT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indent="0" algn="l" defTabSz="457200" rtl="0" eaLnBrk="1" fontAlgn="b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b="0" i="0" sz="1200" u="none">
                          <a:solidFill>
                            <a:schemeClr val="tx1">
                              <a:lumMod val="60000"/>
                              <a:lumOff val="40000"/>
                            </a:schemeClr>
                          </a:solidFill>
                          <a:latin typeface="Calibri Regular"/>
                        </a:rPr>
                        <a:t>clients</a:t>
                      </a:r>
                      <a:endParaRPr lang="en-US" sz="1200" b="0" i="0" u="none" strike="noStrike" noProof="0" dirty="0">
                        <a:solidFill>
                          <a:schemeClr val="tx1">
                            <a:lumMod val="60000"/>
                            <a:lumOff val="40000"/>
                          </a:schemeClr>
                        </a:solidFill>
                        <a:effectLst/>
                        <a:latin typeface="Calibri Regular"/>
                      </a:endParaRPr>
                    </a:p>
                  </a:txBody>
                  <a:tcPr marL="108000" marR="108000" marT="72000" marB="72000" anchor="ctr">
                    <a:lnL>
                      <a:noFill/>
                    </a:lnL>
                    <a:lnR w="9525" cap="flat" cmpd="sng" algn="ctr">
                      <a:noFill/>
                      <a:prstDash val="solid"/>
                    </a:lnR>
                    <a:lnT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algn="l" fontAlgn="b"/>
                      <a:r>
                        <a:rPr b="0" i="0" sz="1200" u="none">
                          <a:solidFill>
                            <a:schemeClr val="tx2"/>
                          </a:solidFill>
                          <a:latin typeface="Calibri Bold"/>
                        </a:rPr>
                        <a:t>AbstractRequest.doParseRequest(ApiKeys,short,Readable)</a:t>
                      </a:r>
                      <a:endParaRPr lang="en-US" sz="1200" b="0" i="0" u="none" strike="noStrike" noProof="0" dirty="0">
                        <a:solidFill>
                          <a:schemeClr val="tx2"/>
                        </a:solidFill>
                        <a:effectLst/>
                        <a:latin typeface="Calibri Regular"/>
                      </a:endParaRPr>
                    </a:p>
                  </a:txBody>
                  <a:tcPr marL="108000" marR="108000" marT="72000" marB="72000" anchor="ctr">
                    <a:lnL w="9525" cap="flat" cmpd="sng" algn="ctr">
                      <a:noFill/>
                      <a:prstDash val="solid"/>
                    </a:lnL>
                    <a:lnR>
                      <a:noFill/>
                    </a:lnR>
                    <a:lnT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algn="r" defTabSz="914400" rtl="0" eaLnBrk="1" fontAlgn="b" latinLnBrk="0" hangingPunct="1"/>
                      <a:r>
                        <a:rPr b="0" i="0" sz="1200" u="none">
                          <a:solidFill>
                            <a:schemeClr val="tx1">
                              <a:lumMod val="60000"/>
                              <a:lumOff val="40000"/>
                            </a:schemeClr>
                          </a:solidFill>
                          <a:latin typeface="Calibri Regular"/>
                        </a:rPr>
                        <a:t>185</a:t>
                      </a:r>
                      <a:endParaRPr lang="en-US" sz="1200" b="0" i="0" u="none" strike="noStrike" kern="1200" noProof="0" dirty="0">
                        <a:solidFill>
                          <a:schemeClr val="tx1">
                            <a:lumMod val="60000"/>
                            <a:lumOff val="40000"/>
                          </a:schemeClr>
                        </a:solidFill>
                        <a:effectLst/>
                        <a:latin typeface="Calibri Regular"/>
                        <a:ea typeface="+mn-ea"/>
                        <a:cs typeface="+mn-cs"/>
                      </a:endParaRPr>
                    </a:p>
                  </a:txBody>
                  <a:tcPr marL="108000" marR="108000" marT="72000" marB="72000" anchor="ctr">
                    <a:lnL>
                      <a:noFill/>
                    </a:lnL>
                    <a:lnR>
                      <a:noFill/>
                    </a:lnR>
                    <a:lnT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algn="r" defTabSz="914400" rtl="0" eaLnBrk="1" fontAlgn="b" latinLnBrk="0" hangingPunct="1"/>
                      <a:r>
                        <a:rPr b="0" i="0" sz="1200" u="none">
                          <a:solidFill>
                            <a:schemeClr val="tx2"/>
                          </a:solidFill>
                          <a:latin typeface="Calibri Regular"/>
                        </a:rPr>
                        <a:t>90</a:t>
                      </a:r>
                      <a:endParaRPr lang="en-US" sz="1200" b="0" i="0" u="none" strike="noStrike" kern="1200" noProof="0" dirty="0">
                        <a:solidFill>
                          <a:schemeClr val="tx2"/>
                        </a:solidFill>
                        <a:effectLst/>
                        <a:latin typeface="Calibri Regular"/>
                        <a:ea typeface="+mn-ea"/>
                        <a:cs typeface="+mn-cs"/>
                      </a:endParaRPr>
                    </a:p>
                  </a:txBody>
                  <a:tcPr marL="108000" marR="108000" marT="72000" marB="72000" anchor="ctr">
                    <a:lnL>
                      <a:noFill/>
                    </a:lnL>
                    <a:lnR w="9525" cap="flat" cmpd="sng" algn="ctr">
                      <a:noFill/>
                      <a:prstDash val="solid"/>
                    </a:lnR>
                    <a:lnT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EF5BA"/>
                    </a:solidFill>
                  </a:tcPr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b="0" i="0" sz="1200" u="none">
                          <a:solidFill>
                            <a:schemeClr val="tx1">
                              <a:lumMod val="60000"/>
                              <a:lumOff val="40000"/>
                            </a:schemeClr>
                          </a:solidFill>
                          <a:latin typeface="Calibri Regular"/>
                        </a:rPr>
                        <a:t>3</a:t>
                      </a:r>
                      <a:endParaRPr lang="en-US" sz="1200" b="0" i="0" u="none" strike="noStrike" noProof="0" dirty="0">
                        <a:solidFill>
                          <a:schemeClr val="tx1">
                            <a:lumMod val="60000"/>
                            <a:lumOff val="40000"/>
                          </a:schemeClr>
                        </a:solidFill>
                        <a:effectLst/>
                        <a:latin typeface="Calibri Regular"/>
                      </a:endParaRPr>
                    </a:p>
                  </a:txBody>
                  <a:tcPr marL="108000" marR="108000" marT="72000" marB="72000" anchor="ctr">
                    <a:lnL>
                      <a:noFill/>
                    </a:lnL>
                    <a:lnR w="9525" cap="flat" cmpd="sng" algn="ctr">
                      <a:noFill/>
                      <a:prstDash val="solid"/>
                    </a:lnR>
                    <a:lnT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b"/>
                      <a:r>
                        <a:rPr b="0" i="0" sz="1200" u="none">
                          <a:solidFill>
                            <a:schemeClr val="tx1">
                              <a:lumMod val="60000"/>
                              <a:lumOff val="40000"/>
                            </a:schemeClr>
                          </a:solidFill>
                          <a:latin typeface="Calibri Regular"/>
                        </a:rPr>
                        <a:t>clients</a:t>
                      </a:r>
                      <a:endParaRPr lang="en-US" sz="1200" b="0" i="0" u="none" strike="noStrike" noProof="0" dirty="0">
                        <a:solidFill>
                          <a:schemeClr val="tx1">
                            <a:lumMod val="60000"/>
                            <a:lumOff val="40000"/>
                          </a:schemeClr>
                        </a:solidFill>
                        <a:effectLst/>
                        <a:latin typeface="Calibri Regular"/>
                      </a:endParaRPr>
                    </a:p>
                  </a:txBody>
                  <a:tcPr marL="108000" marR="108000" marT="72000" marB="72000" anchor="ctr">
                    <a:lnL>
                      <a:noFill/>
                    </a:lnL>
                    <a:lnR w="9525" cap="flat" cmpd="sng" algn="ctr">
                      <a:noFill/>
                      <a:prstDash val="solid"/>
                    </a:lnR>
                    <a:lnT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algn="l" fontAlgn="b"/>
                      <a:r>
                        <a:rPr b="0" i="0" sz="1200" u="none">
                          <a:solidFill>
                            <a:schemeClr val="tx2"/>
                          </a:solidFill>
                          <a:latin typeface="Calibri Bold"/>
                        </a:rPr>
                        <a:t>FieldSpec.fieldDefault(HeaderGenerator,StructRegistry)</a:t>
                      </a:r>
                      <a:endParaRPr lang="en-US" sz="1200" b="0" i="0" u="none" strike="noStrike" noProof="0" dirty="0">
                        <a:solidFill>
                          <a:schemeClr val="tx2"/>
                        </a:solidFill>
                        <a:effectLst/>
                        <a:latin typeface="Calibri Regular"/>
                      </a:endParaRPr>
                    </a:p>
                  </a:txBody>
                  <a:tcPr marL="108000" marR="108000" marT="72000" marB="72000" anchor="ctr">
                    <a:lnL w="9525" cap="flat" cmpd="sng" algn="ctr">
                      <a:noFill/>
                      <a:prstDash val="solid"/>
                    </a:lnL>
                    <a:lnR>
                      <a:noFill/>
                    </a:lnR>
                    <a:lnT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algn="r" defTabSz="914400" rtl="0" eaLnBrk="1" fontAlgn="b" latinLnBrk="0" hangingPunct="1"/>
                      <a:r>
                        <a:rPr b="0" i="0" sz="1200" u="none">
                          <a:solidFill>
                            <a:schemeClr val="tx1">
                              <a:lumMod val="60000"/>
                              <a:lumOff val="40000"/>
                            </a:schemeClr>
                          </a:solidFill>
                          <a:latin typeface="Calibri Regular"/>
                        </a:rPr>
                        <a:t>185</a:t>
                      </a:r>
                      <a:endParaRPr lang="en-US" sz="1200" b="0" i="0" u="none" strike="noStrike" kern="1200" noProof="0" dirty="0">
                        <a:solidFill>
                          <a:schemeClr val="tx1">
                            <a:lumMod val="60000"/>
                            <a:lumOff val="40000"/>
                          </a:schemeClr>
                        </a:solidFill>
                        <a:effectLst/>
                        <a:latin typeface="Calibri Regular"/>
                        <a:ea typeface="+mn-ea"/>
                        <a:cs typeface="+mn-cs"/>
                      </a:endParaRPr>
                    </a:p>
                  </a:txBody>
                  <a:tcPr marL="108000" marR="108000" marT="72000" marB="72000" anchor="ctr">
                    <a:lnL>
                      <a:noFill/>
                    </a:lnL>
                    <a:lnR>
                      <a:noFill/>
                    </a:lnR>
                    <a:lnT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algn="r" defTabSz="914400" rtl="0" eaLnBrk="1" fontAlgn="b" latinLnBrk="0" hangingPunct="1"/>
                      <a:r>
                        <a:rPr b="0" i="0" sz="1200" u="none">
                          <a:solidFill>
                            <a:schemeClr val="tx2"/>
                          </a:solidFill>
                          <a:latin typeface="Calibri Regular"/>
                        </a:rPr>
                        <a:t>53</a:t>
                      </a:r>
                      <a:endParaRPr lang="en-US" sz="1200" b="0" i="0" u="none" strike="noStrike" kern="1200" noProof="0" dirty="0">
                        <a:solidFill>
                          <a:schemeClr val="tx2"/>
                        </a:solidFill>
                        <a:effectLst/>
                        <a:latin typeface="Calibri Regular"/>
                        <a:ea typeface="+mn-ea"/>
                        <a:cs typeface="+mn-cs"/>
                      </a:endParaRPr>
                    </a:p>
                  </a:txBody>
                  <a:tcPr marL="108000" marR="108000" marT="72000" marB="72000" anchor="ctr">
                    <a:lnL>
                      <a:noFill/>
                    </a:lnL>
                    <a:lnR w="9525" cap="flat" cmpd="sng" algn="ctr">
                      <a:noFill/>
                      <a:prstDash val="solid"/>
                    </a:lnR>
                    <a:lnT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EF5BA"/>
                    </a:solidFill>
                  </a:tcPr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b="0" i="0" sz="1200" u="none">
                          <a:solidFill>
                            <a:schemeClr val="tx1">
                              <a:lumMod val="60000"/>
                              <a:lumOff val="40000"/>
                            </a:schemeClr>
                          </a:solidFill>
                          <a:latin typeface="Calibri Regular"/>
                        </a:rPr>
                        <a:t>2</a:t>
                      </a:r>
                      <a:endParaRPr lang="en-US" sz="1200" b="0" i="0" u="none" strike="noStrike" noProof="0" dirty="0">
                        <a:solidFill>
                          <a:schemeClr val="tx1">
                            <a:lumMod val="60000"/>
                            <a:lumOff val="40000"/>
                          </a:schemeClr>
                        </a:solidFill>
                        <a:effectLst/>
                        <a:latin typeface="Calibri Regular"/>
                      </a:endParaRPr>
                    </a:p>
                  </a:txBody>
                  <a:tcPr marL="108000" marR="108000" marT="72000" marB="72000" anchor="ctr">
                    <a:lnL>
                      <a:noFill/>
                    </a:lnL>
                    <a:lnR w="9525" cap="flat" cmpd="sng" algn="ctr">
                      <a:noFill/>
                      <a:prstDash val="solid"/>
                    </a:lnR>
                    <a:lnT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b"/>
                      <a:r>
                        <a:rPr b="0" i="0" sz="1200" u="none">
                          <a:solidFill>
                            <a:schemeClr val="tx1">
                              <a:lumMod val="60000"/>
                              <a:lumOff val="40000"/>
                            </a:schemeClr>
                          </a:solidFill>
                          <a:latin typeface="Calibri Regular"/>
                        </a:rPr>
                        <a:t>generator</a:t>
                      </a:r>
                      <a:endParaRPr lang="en-US" sz="1200" b="0" i="0" u="none" strike="noStrike" noProof="0" dirty="0">
                        <a:solidFill>
                          <a:schemeClr val="tx1">
                            <a:lumMod val="60000"/>
                            <a:lumOff val="40000"/>
                          </a:schemeClr>
                        </a:solidFill>
                        <a:effectLst/>
                        <a:latin typeface="Calibri Regular"/>
                      </a:endParaRPr>
                    </a:p>
                  </a:txBody>
                  <a:tcPr marL="108000" marR="108000" marT="72000" marB="72000" anchor="ctr">
                    <a:lnL>
                      <a:noFill/>
                    </a:lnL>
                    <a:lnR w="9525" cap="flat" cmpd="sng" algn="ctr">
                      <a:noFill/>
                      <a:prstDash val="solid"/>
                    </a:lnR>
                    <a:lnT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algn="l" fontAlgn="b"/>
                      <a:r>
                        <a:rPr b="0" i="0" sz="1200" u="none">
                          <a:solidFill>
                            <a:schemeClr val="tx2"/>
                          </a:solidFill>
                          <a:latin typeface="Calibri Bold"/>
                        </a:rPr>
                        <a:t>RequestConvertToJson.request(AbstractRequest)</a:t>
                      </a:r>
                      <a:endParaRPr lang="en-US" sz="1200" b="0" i="0" u="none" strike="noStrike" noProof="0" dirty="0">
                        <a:solidFill>
                          <a:schemeClr val="tx2"/>
                        </a:solidFill>
                        <a:effectLst/>
                        <a:latin typeface="Calibri Regular"/>
                      </a:endParaRPr>
                    </a:p>
                  </a:txBody>
                  <a:tcPr marL="108000" marR="108000" marT="72000" marB="72000" anchor="ctr">
                    <a:lnL w="9525" cap="flat" cmpd="sng" algn="ctr">
                      <a:noFill/>
                      <a:prstDash val="solid"/>
                    </a:lnL>
                    <a:lnR>
                      <a:noFill/>
                    </a:lnR>
                    <a:lnT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algn="r" defTabSz="914400" rtl="0" eaLnBrk="1" fontAlgn="b" latinLnBrk="0" hangingPunct="1"/>
                      <a:r>
                        <a:rPr b="0" i="0" sz="1200" u="none">
                          <a:solidFill>
                            <a:schemeClr val="tx1">
                              <a:lumMod val="60000"/>
                              <a:lumOff val="40000"/>
                            </a:schemeClr>
                          </a:solidFill>
                          <a:latin typeface="Calibri Regular"/>
                        </a:rPr>
                        <a:t>182</a:t>
                      </a:r>
                      <a:endParaRPr lang="en-US" sz="1200" b="0" i="0" u="none" strike="noStrike" kern="1200" noProof="0" dirty="0">
                        <a:solidFill>
                          <a:schemeClr val="tx1">
                            <a:lumMod val="60000"/>
                            <a:lumOff val="40000"/>
                          </a:schemeClr>
                        </a:solidFill>
                        <a:effectLst/>
                        <a:latin typeface="Calibri Regular"/>
                        <a:ea typeface="+mn-ea"/>
                        <a:cs typeface="+mn-cs"/>
                      </a:endParaRPr>
                    </a:p>
                  </a:txBody>
                  <a:tcPr marL="108000" marR="108000" marT="72000" marB="72000" anchor="ctr">
                    <a:lnL>
                      <a:noFill/>
                    </a:lnL>
                    <a:lnR>
                      <a:noFill/>
                    </a:lnR>
                    <a:lnT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algn="r" defTabSz="914400" rtl="0" eaLnBrk="1" fontAlgn="b" latinLnBrk="0" hangingPunct="1"/>
                      <a:r>
                        <a:rPr b="0" i="0" sz="1200" u="none">
                          <a:solidFill>
                            <a:schemeClr val="tx2"/>
                          </a:solidFill>
                          <a:latin typeface="Calibri Regular"/>
                        </a:rPr>
                        <a:t>90</a:t>
                      </a:r>
                      <a:endParaRPr lang="en-US" sz="1200" b="0" i="0" u="none" strike="noStrike" kern="1200" noProof="0" dirty="0">
                        <a:solidFill>
                          <a:schemeClr val="tx2"/>
                        </a:solidFill>
                        <a:effectLst/>
                        <a:latin typeface="Calibri Regular"/>
                        <a:ea typeface="+mn-ea"/>
                        <a:cs typeface="+mn-cs"/>
                      </a:endParaRPr>
                    </a:p>
                  </a:txBody>
                  <a:tcPr marL="108000" marR="108000" marT="72000" marB="72000" anchor="ctr">
                    <a:lnL>
                      <a:noFill/>
                    </a:lnL>
                    <a:lnR w="9525" cap="flat" cmpd="sng" algn="ctr">
                      <a:noFill/>
                      <a:prstDash val="solid"/>
                    </a:lnR>
                    <a:lnT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EF5BA"/>
                    </a:solidFill>
                  </a:tcPr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b="0" i="0" sz="1200" u="none">
                          <a:solidFill>
                            <a:schemeClr val="tx1">
                              <a:lumMod val="60000"/>
                              <a:lumOff val="40000"/>
                            </a:schemeClr>
                          </a:solidFill>
                          <a:latin typeface="Calibri Regular"/>
                        </a:rPr>
                        <a:t>1</a:t>
                      </a:r>
                      <a:endParaRPr lang="en-US" sz="1200" b="0" i="0" u="none" strike="noStrike" noProof="0" dirty="0">
                        <a:solidFill>
                          <a:schemeClr val="tx1">
                            <a:lumMod val="60000"/>
                            <a:lumOff val="40000"/>
                          </a:schemeClr>
                        </a:solidFill>
                        <a:effectLst/>
                        <a:latin typeface="Calibri Regular"/>
                      </a:endParaRPr>
                    </a:p>
                  </a:txBody>
                  <a:tcPr marL="108000" marR="108000" marT="72000" marB="72000" anchor="ctr">
                    <a:lnL>
                      <a:noFill/>
                    </a:lnL>
                    <a:lnR w="9525" cap="flat" cmpd="sng" algn="ctr">
                      <a:noFill/>
                      <a:prstDash val="solid"/>
                    </a:lnR>
                    <a:lnT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b"/>
                      <a:r>
                        <a:rPr b="0" i="0" sz="1200" u="none">
                          <a:solidFill>
                            <a:schemeClr val="tx1">
                              <a:lumMod val="60000"/>
                              <a:lumOff val="40000"/>
                            </a:schemeClr>
                          </a:solidFill>
                          <a:latin typeface="Calibri Regular"/>
                        </a:rPr>
                        <a:t>server</a:t>
                      </a:r>
                      <a:endParaRPr lang="en-US" sz="1200" b="0" i="0" u="none" strike="noStrike" noProof="0" dirty="0">
                        <a:solidFill>
                          <a:schemeClr val="tx1">
                            <a:lumMod val="60000"/>
                            <a:lumOff val="40000"/>
                          </a:schemeClr>
                        </a:solidFill>
                        <a:effectLst/>
                        <a:latin typeface="Calibri Regular"/>
                      </a:endParaRPr>
                    </a:p>
                  </a:txBody>
                  <a:tcPr marL="108000" marR="108000" marT="72000" marB="72000" anchor="ctr">
                    <a:lnL>
                      <a:noFill/>
                    </a:lnL>
                    <a:lnR w="9525" cap="flat" cmpd="sng" algn="ctr">
                      <a:noFill/>
                      <a:prstDash val="solid"/>
                    </a:lnR>
                    <a:lnT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001900654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algn="l" fontAlgn="b"/>
                      <a:r>
                        <a:rPr b="0" i="0" sz="1200" u="none">
                          <a:solidFill>
                            <a:schemeClr val="tx2"/>
                          </a:solidFill>
                          <a:latin typeface="Calibri Bold"/>
                        </a:rPr>
                        <a:t>RequestConvertToJson.response(AbstractResponse,short)</a:t>
                      </a:r>
                      <a:endParaRPr lang="en-US" sz="1200" b="0" i="0" u="none" strike="noStrike" noProof="0" dirty="0">
                        <a:solidFill>
                          <a:schemeClr val="tx2"/>
                        </a:solidFill>
                        <a:effectLst/>
                        <a:latin typeface="Calibri Regular"/>
                      </a:endParaRPr>
                    </a:p>
                  </a:txBody>
                  <a:tcPr marL="108000" marR="108000" marT="72000" marB="72000" anchor="ctr">
                    <a:lnL w="9525" cap="flat" cmpd="sng" algn="ctr">
                      <a:noFill/>
                      <a:prstDash val="solid"/>
                    </a:lnL>
                    <a:lnR>
                      <a:noFill/>
                    </a:lnR>
                    <a:lnT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algn="r" defTabSz="914400" rtl="0" eaLnBrk="1" fontAlgn="b" latinLnBrk="0" hangingPunct="1"/>
                      <a:r>
                        <a:rPr b="0" i="0" sz="1200" u="none">
                          <a:solidFill>
                            <a:schemeClr val="tx1">
                              <a:lumMod val="60000"/>
                              <a:lumOff val="40000"/>
                            </a:schemeClr>
                          </a:solidFill>
                          <a:latin typeface="Calibri Regular"/>
                        </a:rPr>
                        <a:t>176</a:t>
                      </a:r>
                      <a:endParaRPr lang="en-US" sz="1200" b="0" i="0" u="none" strike="noStrike" kern="1200" noProof="0" dirty="0">
                        <a:solidFill>
                          <a:schemeClr val="tx1">
                            <a:lumMod val="60000"/>
                            <a:lumOff val="40000"/>
                          </a:schemeClr>
                        </a:solidFill>
                        <a:effectLst/>
                        <a:latin typeface="Calibri Regular"/>
                        <a:ea typeface="+mn-ea"/>
                        <a:cs typeface="+mn-cs"/>
                      </a:endParaRPr>
                    </a:p>
                  </a:txBody>
                  <a:tcPr marL="108000" marR="108000" marT="72000" marB="72000" anchor="ctr">
                    <a:lnL>
                      <a:noFill/>
                    </a:lnL>
                    <a:lnR>
                      <a:noFill/>
                    </a:lnR>
                    <a:lnT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algn="r" defTabSz="914400" rtl="0" eaLnBrk="1" fontAlgn="b" latinLnBrk="0" hangingPunct="1"/>
                      <a:r>
                        <a:rPr b="0" i="0" sz="1200" u="none">
                          <a:solidFill>
                            <a:schemeClr val="tx2"/>
                          </a:solidFill>
                          <a:latin typeface="Calibri Regular"/>
                        </a:rPr>
                        <a:t>90</a:t>
                      </a:r>
                      <a:endParaRPr lang="en-US" sz="1200" b="0" i="0" u="none" strike="noStrike" kern="1200" noProof="0" dirty="0">
                        <a:solidFill>
                          <a:schemeClr val="tx2"/>
                        </a:solidFill>
                        <a:effectLst/>
                        <a:latin typeface="Calibri Regular"/>
                        <a:ea typeface="+mn-ea"/>
                        <a:cs typeface="+mn-cs"/>
                      </a:endParaRPr>
                    </a:p>
                  </a:txBody>
                  <a:tcPr marL="108000" marR="108000" marT="72000" marB="72000" anchor="ctr">
                    <a:lnL>
                      <a:noFill/>
                    </a:lnL>
                    <a:lnR w="9525" cap="flat" cmpd="sng" algn="ctr">
                      <a:noFill/>
                      <a:prstDash val="solid"/>
                    </a:lnR>
                    <a:lnT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EF5BA"/>
                    </a:solidFill>
                  </a:tcPr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b="0" i="0" sz="1200" u="none">
                          <a:solidFill>
                            <a:schemeClr val="tx1">
                              <a:lumMod val="60000"/>
                              <a:lumOff val="40000"/>
                            </a:schemeClr>
                          </a:solidFill>
                          <a:latin typeface="Calibri Regular"/>
                        </a:rPr>
                        <a:t>2</a:t>
                      </a:r>
                      <a:endParaRPr lang="en-US" sz="1200" b="0" i="0" u="none" strike="noStrike" noProof="0" dirty="0">
                        <a:solidFill>
                          <a:schemeClr val="tx1">
                            <a:lumMod val="60000"/>
                            <a:lumOff val="40000"/>
                          </a:schemeClr>
                        </a:solidFill>
                        <a:effectLst/>
                        <a:latin typeface="Calibri Regular"/>
                      </a:endParaRPr>
                    </a:p>
                  </a:txBody>
                  <a:tcPr marL="108000" marR="108000" marT="72000" marB="72000" anchor="ctr">
                    <a:lnL>
                      <a:noFill/>
                    </a:lnL>
                    <a:lnR w="9525" cap="flat" cmpd="sng" algn="ctr">
                      <a:noFill/>
                      <a:prstDash val="solid"/>
                    </a:lnR>
                    <a:lnT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b"/>
                      <a:r>
                        <a:rPr b="0" i="0" sz="1200" u="none">
                          <a:solidFill>
                            <a:schemeClr val="tx1">
                              <a:lumMod val="60000"/>
                              <a:lumOff val="40000"/>
                            </a:schemeClr>
                          </a:solidFill>
                          <a:latin typeface="Calibri Regular"/>
                        </a:rPr>
                        <a:t>server</a:t>
                      </a:r>
                      <a:endParaRPr lang="en-US" sz="1200" b="0" i="0" u="none" strike="noStrike" noProof="0" dirty="0">
                        <a:solidFill>
                          <a:schemeClr val="tx1">
                            <a:lumMod val="60000"/>
                            <a:lumOff val="40000"/>
                          </a:schemeClr>
                        </a:solidFill>
                        <a:effectLst/>
                        <a:latin typeface="Calibri Regular"/>
                      </a:endParaRPr>
                    </a:p>
                  </a:txBody>
                  <a:tcPr marL="108000" marR="108000" marT="72000" marB="72000" anchor="ctr">
                    <a:lnL>
                      <a:noFill/>
                    </a:lnL>
                    <a:lnR w="9525" cap="flat" cmpd="sng" algn="ctr">
                      <a:noFill/>
                      <a:prstDash val="solid"/>
                    </a:lnR>
                    <a:lnT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928811833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algn="l" fontAlgn="b"/>
                      <a:r>
                        <a:rPr b="0" i="0" sz="1200" u="none">
                          <a:solidFill>
                            <a:schemeClr val="tx2"/>
                          </a:solidFill>
                          <a:latin typeface="Calibri Bold"/>
                        </a:rPr>
                        <a:t>MessageDataGenerator.generateVariableLengthFieldSize(FieldSpec,Versions,boolean)</a:t>
                      </a:r>
                      <a:endParaRPr lang="en-US" sz="1200" b="0" i="0" u="none" strike="noStrike" noProof="0" dirty="0">
                        <a:solidFill>
                          <a:schemeClr val="tx2"/>
                        </a:solidFill>
                        <a:effectLst/>
                        <a:latin typeface="Calibri Regular"/>
                      </a:endParaRPr>
                    </a:p>
                  </a:txBody>
                  <a:tcPr marL="108000" marR="108000" marT="72000" marB="72000" anchor="ctr">
                    <a:lnL w="9525" cap="flat" cmpd="sng" algn="ctr">
                      <a:noFill/>
                      <a:prstDash val="solid"/>
                    </a:lnL>
                    <a:lnR>
                      <a:noFill/>
                    </a:lnR>
                    <a:lnT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algn="r" defTabSz="914400" rtl="0" eaLnBrk="1" fontAlgn="b" latinLnBrk="0" hangingPunct="1"/>
                      <a:r>
                        <a:rPr b="0" i="0" sz="1200" u="none">
                          <a:solidFill>
                            <a:schemeClr val="tx1">
                              <a:lumMod val="60000"/>
                              <a:lumOff val="40000"/>
                            </a:schemeClr>
                          </a:solidFill>
                          <a:latin typeface="Calibri Regular"/>
                        </a:rPr>
                        <a:t>170</a:t>
                      </a:r>
                      <a:endParaRPr lang="en-US" sz="1200" b="0" i="0" u="none" strike="noStrike" kern="1200" noProof="0" dirty="0">
                        <a:solidFill>
                          <a:schemeClr val="tx1">
                            <a:lumMod val="60000"/>
                            <a:lumOff val="40000"/>
                          </a:schemeClr>
                        </a:solidFill>
                        <a:effectLst/>
                        <a:latin typeface="Calibri Regular"/>
                        <a:ea typeface="+mn-ea"/>
                        <a:cs typeface="+mn-cs"/>
                      </a:endParaRPr>
                    </a:p>
                  </a:txBody>
                  <a:tcPr marL="108000" marR="108000" marT="72000" marB="72000" anchor="ctr">
                    <a:lnL>
                      <a:noFill/>
                    </a:lnL>
                    <a:lnR>
                      <a:noFill/>
                    </a:lnR>
                    <a:lnT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algn="r" defTabSz="914400" rtl="0" eaLnBrk="1" fontAlgn="b" latinLnBrk="0" hangingPunct="1"/>
                      <a:r>
                        <a:rPr b="0" i="0" sz="1200" u="none">
                          <a:solidFill>
                            <a:schemeClr val="tx2"/>
                          </a:solidFill>
                          <a:latin typeface="Calibri Regular"/>
                        </a:rPr>
                        <a:t>27</a:t>
                      </a:r>
                      <a:endParaRPr lang="en-US" sz="1200" b="0" i="0" u="none" strike="noStrike" kern="1200" noProof="0" dirty="0">
                        <a:solidFill>
                          <a:schemeClr val="tx2"/>
                        </a:solidFill>
                        <a:effectLst/>
                        <a:latin typeface="Calibri Regular"/>
                        <a:ea typeface="+mn-ea"/>
                        <a:cs typeface="+mn-cs"/>
                      </a:endParaRPr>
                    </a:p>
                  </a:txBody>
                  <a:tcPr marL="108000" marR="108000" marT="72000" marB="72000" anchor="ctr">
                    <a:lnL>
                      <a:noFill/>
                    </a:lnL>
                    <a:lnR w="9525" cap="flat" cmpd="sng" algn="ctr">
                      <a:noFill/>
                      <a:prstDash val="solid"/>
                    </a:lnR>
                    <a:lnT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EF5BA"/>
                    </a:solidFill>
                  </a:tcPr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b="0" i="0" sz="1200" u="none">
                          <a:solidFill>
                            <a:schemeClr val="tx1">
                              <a:lumMod val="60000"/>
                              <a:lumOff val="40000"/>
                            </a:schemeClr>
                          </a:solidFill>
                          <a:latin typeface="Calibri Regular"/>
                        </a:rPr>
                        <a:t>3</a:t>
                      </a:r>
                      <a:endParaRPr lang="en-US" sz="1200" b="0" i="0" u="none" strike="noStrike" noProof="0" dirty="0">
                        <a:solidFill>
                          <a:schemeClr val="tx1">
                            <a:lumMod val="60000"/>
                            <a:lumOff val="40000"/>
                          </a:schemeClr>
                        </a:solidFill>
                        <a:effectLst/>
                        <a:latin typeface="Calibri Regular"/>
                      </a:endParaRPr>
                    </a:p>
                  </a:txBody>
                  <a:tcPr marL="108000" marR="108000" marT="72000" marB="72000" anchor="ctr">
                    <a:lnL>
                      <a:noFill/>
                    </a:lnL>
                    <a:lnR w="9525" cap="flat" cmpd="sng" algn="ctr">
                      <a:noFill/>
                      <a:prstDash val="solid"/>
                    </a:lnR>
                    <a:lnT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b"/>
                      <a:r>
                        <a:rPr b="0" i="0" sz="1200" u="none">
                          <a:solidFill>
                            <a:schemeClr val="tx1">
                              <a:lumMod val="60000"/>
                              <a:lumOff val="40000"/>
                            </a:schemeClr>
                          </a:solidFill>
                          <a:latin typeface="Calibri Regular"/>
                        </a:rPr>
                        <a:t>generator</a:t>
                      </a:r>
                      <a:endParaRPr lang="en-US" sz="1200" b="0" i="0" u="none" strike="noStrike" noProof="0" dirty="0">
                        <a:solidFill>
                          <a:schemeClr val="tx1">
                            <a:lumMod val="60000"/>
                            <a:lumOff val="40000"/>
                          </a:schemeClr>
                        </a:solidFill>
                        <a:effectLst/>
                        <a:latin typeface="Calibri Regular"/>
                      </a:endParaRPr>
                    </a:p>
                  </a:txBody>
                  <a:tcPr marL="108000" marR="108000" marT="72000" marB="72000" anchor="ctr">
                    <a:lnL>
                      <a:noFill/>
                    </a:lnL>
                    <a:lnR w="9525" cap="flat" cmpd="sng" algn="ctr">
                      <a:noFill/>
                      <a:prstDash val="solid"/>
                    </a:lnR>
                    <a:lnT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060795780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algn="l" fontAlgn="b"/>
                      <a:r>
                        <a:rPr b="0" i="0" sz="1200" u="none">
                          <a:solidFill>
                            <a:schemeClr val="tx2"/>
                          </a:solidFill>
                          <a:latin typeface="Calibri Bold"/>
                        </a:rPr>
                        <a:t>KerberosLogin.login()</a:t>
                      </a:r>
                      <a:endParaRPr lang="en-US" sz="1200" b="0" i="0" u="none" strike="noStrike" noProof="0" dirty="0">
                        <a:solidFill>
                          <a:schemeClr val="tx2"/>
                        </a:solidFill>
                        <a:effectLst/>
                        <a:latin typeface="Calibri Regular"/>
                      </a:endParaRPr>
                    </a:p>
                  </a:txBody>
                  <a:tcPr marL="108000" marR="108000" marT="72000" marB="72000" anchor="ctr">
                    <a:lnL w="9525" cap="flat" cmpd="sng" algn="ctr">
                      <a:noFill/>
                      <a:prstDash val="solid"/>
                    </a:lnL>
                    <a:lnR>
                      <a:noFill/>
                    </a:lnR>
                    <a:lnT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algn="r" defTabSz="914400" rtl="0" eaLnBrk="1" fontAlgn="b" latinLnBrk="0" hangingPunct="1"/>
                      <a:r>
                        <a:rPr b="0" i="0" sz="1200" u="none">
                          <a:solidFill>
                            <a:schemeClr val="tx1">
                              <a:lumMod val="60000"/>
                              <a:lumOff val="40000"/>
                            </a:schemeClr>
                          </a:solidFill>
                          <a:latin typeface="Calibri Regular"/>
                        </a:rPr>
                        <a:t>146</a:t>
                      </a:r>
                      <a:endParaRPr lang="en-US" sz="1200" b="0" i="0" u="none" strike="noStrike" kern="1200" noProof="0" dirty="0">
                        <a:solidFill>
                          <a:schemeClr val="tx1">
                            <a:lumMod val="60000"/>
                            <a:lumOff val="40000"/>
                          </a:schemeClr>
                        </a:solidFill>
                        <a:effectLst/>
                        <a:latin typeface="Calibri Regular"/>
                        <a:ea typeface="+mn-ea"/>
                        <a:cs typeface="+mn-cs"/>
                      </a:endParaRPr>
                    </a:p>
                  </a:txBody>
                  <a:tcPr marL="108000" marR="108000" marT="72000" marB="72000" anchor="ctr">
                    <a:lnL>
                      <a:noFill/>
                    </a:lnL>
                    <a:lnR>
                      <a:noFill/>
                    </a:lnR>
                    <a:lnT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algn="r" defTabSz="914400" rtl="0" eaLnBrk="1" fontAlgn="b" latinLnBrk="0" hangingPunct="1"/>
                      <a:r>
                        <a:rPr b="0" i="0" sz="1200" u="none">
                          <a:solidFill>
                            <a:schemeClr val="tx2"/>
                          </a:solidFill>
                          <a:latin typeface="Calibri Regular"/>
                        </a:rPr>
                        <a:t>26</a:t>
                      </a:r>
                      <a:endParaRPr lang="en-US" sz="1200" b="0" i="0" u="none" strike="noStrike" kern="1200" noProof="0" dirty="0">
                        <a:solidFill>
                          <a:schemeClr val="tx2"/>
                        </a:solidFill>
                        <a:effectLst/>
                        <a:latin typeface="Calibri Regular"/>
                        <a:ea typeface="+mn-ea"/>
                        <a:cs typeface="+mn-cs"/>
                      </a:endParaRPr>
                    </a:p>
                  </a:txBody>
                  <a:tcPr marL="108000" marR="108000" marT="72000" marB="72000" anchor="ctr">
                    <a:lnL>
                      <a:noFill/>
                    </a:lnL>
                    <a:lnR w="9525" cap="flat" cmpd="sng" algn="ctr">
                      <a:noFill/>
                      <a:prstDash val="solid"/>
                    </a:lnR>
                    <a:lnT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EF5BA"/>
                    </a:solidFill>
                  </a:tcPr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b="0" i="0" sz="1200" u="none">
                          <a:solidFill>
                            <a:schemeClr val="tx1">
                              <a:lumMod val="60000"/>
                              <a:lumOff val="40000"/>
                            </a:schemeClr>
                          </a:solidFill>
                          <a:latin typeface="Calibri Regular"/>
                        </a:rPr>
                        <a:t>0</a:t>
                      </a:r>
                      <a:endParaRPr lang="en-US" sz="1200" b="0" i="0" u="none" strike="noStrike" noProof="0" dirty="0">
                        <a:solidFill>
                          <a:schemeClr val="tx1">
                            <a:lumMod val="60000"/>
                            <a:lumOff val="40000"/>
                          </a:schemeClr>
                        </a:solidFill>
                        <a:effectLst/>
                        <a:latin typeface="Calibri Regular"/>
                      </a:endParaRPr>
                    </a:p>
                  </a:txBody>
                  <a:tcPr marL="108000" marR="108000" marT="72000" marB="72000" anchor="ctr">
                    <a:lnL>
                      <a:noFill/>
                    </a:lnL>
                    <a:lnR w="9525" cap="flat" cmpd="sng" algn="ctr">
                      <a:noFill/>
                      <a:prstDash val="solid"/>
                    </a:lnR>
                    <a:lnT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b"/>
                      <a:r>
                        <a:rPr b="0" i="0" sz="1200" u="none">
                          <a:solidFill>
                            <a:schemeClr val="tx1">
                              <a:lumMod val="60000"/>
                              <a:lumOff val="40000"/>
                            </a:schemeClr>
                          </a:solidFill>
                          <a:latin typeface="Calibri Regular"/>
                        </a:rPr>
                        <a:t>clients</a:t>
                      </a:r>
                      <a:endParaRPr lang="en-US" sz="1200" b="0" i="0" u="none" strike="noStrike" noProof="0" dirty="0">
                        <a:solidFill>
                          <a:schemeClr val="tx1">
                            <a:lumMod val="60000"/>
                            <a:lumOff val="40000"/>
                          </a:schemeClr>
                        </a:solidFill>
                        <a:effectLst/>
                        <a:latin typeface="Calibri Regular"/>
                      </a:endParaRPr>
                    </a:p>
                  </a:txBody>
                  <a:tcPr marL="108000" marR="108000" marT="72000" marB="72000" anchor="ctr">
                    <a:lnL>
                      <a:noFill/>
                    </a:lnL>
                    <a:lnR w="9525" cap="flat" cmpd="sng" algn="ctr">
                      <a:noFill/>
                      <a:prstDash val="solid"/>
                    </a:lnR>
                    <a:lnT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933267410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algn="l" fontAlgn="b"/>
                      <a:r>
                        <a:rPr b="0" i="0" sz="1200" u="none">
                          <a:solidFill>
                            <a:schemeClr val="tx2"/>
                          </a:solidFill>
                          <a:latin typeface="Calibri Bold"/>
                        </a:rPr>
                        <a:t>SharePartition.acquire(String,ShareAcquireMode,int,int,long,FetchPartitionData,FetchIsolation)</a:t>
                      </a:r>
                      <a:endParaRPr lang="en-US" sz="1200" b="0" i="0" u="none" strike="noStrike" noProof="0" dirty="0">
                        <a:solidFill>
                          <a:schemeClr val="tx2"/>
                        </a:solidFill>
                        <a:effectLst/>
                        <a:latin typeface="Calibri Regular"/>
                      </a:endParaRPr>
                    </a:p>
                  </a:txBody>
                  <a:tcPr marL="108000" marR="108000" marT="72000" marB="72000" anchor="ctr">
                    <a:lnL w="9525" cap="flat" cmpd="sng" algn="ctr">
                      <a:noFill/>
                      <a:prstDash val="solid"/>
                    </a:lnL>
                    <a:lnR>
                      <a:noFill/>
                    </a:lnR>
                    <a:lnT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algn="r" defTabSz="914400" rtl="0" eaLnBrk="1" fontAlgn="b" latinLnBrk="0" hangingPunct="1"/>
                      <a:r>
                        <a:rPr b="0" i="0" sz="1200" u="none">
                          <a:solidFill>
                            <a:schemeClr val="tx1">
                              <a:lumMod val="60000"/>
                              <a:lumOff val="40000"/>
                            </a:schemeClr>
                          </a:solidFill>
                          <a:latin typeface="Calibri Regular"/>
                        </a:rPr>
                        <a:t>134</a:t>
                      </a:r>
                      <a:endParaRPr lang="en-US" sz="1200" b="0" i="0" u="none" strike="noStrike" kern="1200" noProof="0" dirty="0">
                        <a:solidFill>
                          <a:schemeClr val="tx1">
                            <a:lumMod val="60000"/>
                            <a:lumOff val="40000"/>
                          </a:schemeClr>
                        </a:solidFill>
                        <a:effectLst/>
                        <a:latin typeface="Calibri Regular"/>
                        <a:ea typeface="+mn-ea"/>
                        <a:cs typeface="+mn-cs"/>
                      </a:endParaRPr>
                    </a:p>
                  </a:txBody>
                  <a:tcPr marL="108000" marR="108000" marT="72000" marB="72000" anchor="ctr">
                    <a:lnL>
                      <a:noFill/>
                    </a:lnL>
                    <a:lnR>
                      <a:noFill/>
                    </a:lnR>
                    <a:lnT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algn="r" defTabSz="914400" rtl="0" eaLnBrk="1" fontAlgn="b" latinLnBrk="0" hangingPunct="1"/>
                      <a:r>
                        <a:rPr b="0" i="0" sz="1200" u="none">
                          <a:solidFill>
                            <a:schemeClr val="tx2"/>
                          </a:solidFill>
                          <a:latin typeface="Calibri Regular"/>
                        </a:rPr>
                        <a:t>34</a:t>
                      </a:r>
                      <a:endParaRPr lang="en-US" sz="1200" b="0" i="0" u="none" strike="noStrike" kern="1200" noProof="0" dirty="0">
                        <a:solidFill>
                          <a:schemeClr val="tx2"/>
                        </a:solidFill>
                        <a:effectLst/>
                        <a:latin typeface="Calibri Regular"/>
                        <a:ea typeface="+mn-ea"/>
                        <a:cs typeface="+mn-cs"/>
                      </a:endParaRPr>
                    </a:p>
                  </a:txBody>
                  <a:tcPr marL="108000" marR="108000" marT="72000" marB="72000" anchor="ctr">
                    <a:lnL>
                      <a:noFill/>
                    </a:lnL>
                    <a:lnR w="9525" cap="flat" cmpd="sng" algn="ctr">
                      <a:noFill/>
                      <a:prstDash val="solid"/>
                    </a:lnR>
                    <a:lnT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EF5BA"/>
                    </a:solidFill>
                  </a:tcPr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b="0" i="0" sz="1200" u="none">
                          <a:solidFill>
                            <a:schemeClr val="tx1">
                              <a:lumMod val="60000"/>
                              <a:lumOff val="40000"/>
                            </a:schemeClr>
                          </a:solidFill>
                          <a:latin typeface="Calibri Regular"/>
                        </a:rPr>
                        <a:t>7</a:t>
                      </a:r>
                      <a:endParaRPr lang="en-US" sz="1200" b="0" i="0" u="none" strike="noStrike" noProof="0" dirty="0">
                        <a:solidFill>
                          <a:schemeClr val="tx1">
                            <a:lumMod val="60000"/>
                            <a:lumOff val="40000"/>
                          </a:schemeClr>
                        </a:solidFill>
                        <a:effectLst/>
                        <a:latin typeface="Calibri Regular"/>
                      </a:endParaRPr>
                    </a:p>
                  </a:txBody>
                  <a:tcPr marL="108000" marR="108000" marT="72000" marB="72000" anchor="ctr">
                    <a:lnL>
                      <a:noFill/>
                    </a:lnL>
                    <a:lnR w="9525" cap="flat" cmpd="sng" algn="ctr">
                      <a:noFill/>
                      <a:prstDash val="solid"/>
                    </a:lnR>
                    <a:lnT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b"/>
                      <a:r>
                        <a:rPr b="0" i="0" sz="1200" u="none">
                          <a:solidFill>
                            <a:schemeClr val="tx1">
                              <a:lumMod val="60000"/>
                              <a:lumOff val="40000"/>
                            </a:schemeClr>
                          </a:solidFill>
                          <a:latin typeface="Calibri Regular"/>
                        </a:rPr>
                        <a:t>core</a:t>
                      </a:r>
                      <a:endParaRPr lang="en-US" sz="1200" b="0" i="0" u="none" strike="noStrike" noProof="0" dirty="0">
                        <a:solidFill>
                          <a:schemeClr val="tx1">
                            <a:lumMod val="60000"/>
                            <a:lumOff val="40000"/>
                          </a:schemeClr>
                        </a:solidFill>
                        <a:effectLst/>
                        <a:latin typeface="Calibri Regular"/>
                      </a:endParaRPr>
                    </a:p>
                  </a:txBody>
                  <a:tcPr marL="108000" marR="108000" marT="72000" marB="72000" anchor="ctr">
                    <a:lnL>
                      <a:noFill/>
                    </a:lnL>
                    <a:lnR w="9525" cap="flat" cmpd="sng" algn="ctr">
                      <a:noFill/>
                      <a:prstDash val="solid"/>
                    </a:lnR>
                    <a:lnT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009910387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algn="l" fontAlgn="b"/>
                      <a:r>
                        <a:rPr b="0" i="0" sz="1200" u="none">
                          <a:solidFill>
                            <a:schemeClr val="tx2"/>
                          </a:solidFill>
                          <a:latin typeface="Calibri Bold"/>
                        </a:rPr>
                        <a:t>RemoteLogManager.RLMExpirationTask.cleanupExpiredRemoteLogSegments()</a:t>
                      </a:r>
                      <a:endParaRPr lang="en-US" sz="1200" b="0" i="0" u="none" strike="noStrike" noProof="0" dirty="0">
                        <a:solidFill>
                          <a:schemeClr val="tx2"/>
                        </a:solidFill>
                        <a:effectLst/>
                        <a:latin typeface="Calibri Regular"/>
                      </a:endParaRPr>
                    </a:p>
                  </a:txBody>
                  <a:tcPr marL="108000" marR="108000" marT="72000" marB="72000" anchor="ctr">
                    <a:lnL w="9525" cap="flat" cmpd="sng" algn="ctr">
                      <a:noFill/>
                      <a:prstDash val="solid"/>
                    </a:lnL>
                    <a:lnR>
                      <a:noFill/>
                    </a:lnR>
                    <a:lnT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algn="r" defTabSz="914400" rtl="0" eaLnBrk="1" fontAlgn="b" latinLnBrk="0" hangingPunct="1"/>
                      <a:r>
                        <a:rPr b="0" i="0" sz="1200" u="none">
                          <a:solidFill>
                            <a:schemeClr val="tx1">
                              <a:lumMod val="60000"/>
                              <a:lumOff val="40000"/>
                            </a:schemeClr>
                          </a:solidFill>
                          <a:latin typeface="Calibri Regular"/>
                        </a:rPr>
                        <a:t>125</a:t>
                      </a:r>
                      <a:endParaRPr lang="en-US" sz="1200" b="0" i="0" u="none" strike="noStrike" kern="1200" noProof="0" dirty="0">
                        <a:solidFill>
                          <a:schemeClr val="tx1">
                            <a:lumMod val="60000"/>
                            <a:lumOff val="40000"/>
                          </a:schemeClr>
                        </a:solidFill>
                        <a:effectLst/>
                        <a:latin typeface="Calibri Regular"/>
                        <a:ea typeface="+mn-ea"/>
                        <a:cs typeface="+mn-cs"/>
                      </a:endParaRPr>
                    </a:p>
                  </a:txBody>
                  <a:tcPr marL="108000" marR="108000" marT="72000" marB="72000" anchor="ctr">
                    <a:lnL>
                      <a:noFill/>
                    </a:lnL>
                    <a:lnR>
                      <a:noFill/>
                    </a:lnR>
                    <a:lnT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algn="r" defTabSz="914400" rtl="0" eaLnBrk="1" fontAlgn="b" latinLnBrk="0" hangingPunct="1"/>
                      <a:r>
                        <a:rPr b="0" i="0" sz="1200" u="none">
                          <a:solidFill>
                            <a:schemeClr val="tx2"/>
                          </a:solidFill>
                          <a:latin typeface="Calibri Regular"/>
                        </a:rPr>
                        <a:t>28</a:t>
                      </a:r>
                      <a:endParaRPr lang="en-US" sz="1200" b="0" i="0" u="none" strike="noStrike" kern="1200" noProof="0" dirty="0">
                        <a:solidFill>
                          <a:schemeClr val="tx2"/>
                        </a:solidFill>
                        <a:effectLst/>
                        <a:latin typeface="Calibri Regular"/>
                        <a:ea typeface="+mn-ea"/>
                        <a:cs typeface="+mn-cs"/>
                      </a:endParaRPr>
                    </a:p>
                  </a:txBody>
                  <a:tcPr marL="108000" marR="108000" marT="72000" marB="72000" anchor="ctr">
                    <a:lnL>
                      <a:noFill/>
                    </a:lnL>
                    <a:lnR w="9525" cap="flat" cmpd="sng" algn="ctr">
                      <a:noFill/>
                      <a:prstDash val="solid"/>
                    </a:lnR>
                    <a:lnT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EF5BA"/>
                    </a:solidFill>
                  </a:tcPr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b="0" i="0" sz="1200" u="none">
                          <a:solidFill>
                            <a:schemeClr val="tx1">
                              <a:lumMod val="60000"/>
                              <a:lumOff val="40000"/>
                            </a:schemeClr>
                          </a:solidFill>
                          <a:latin typeface="Calibri Regular"/>
                        </a:rPr>
                        <a:t>0</a:t>
                      </a:r>
                      <a:endParaRPr lang="en-US" sz="1200" b="0" i="0" u="none" strike="noStrike" noProof="0" dirty="0">
                        <a:solidFill>
                          <a:schemeClr val="tx1">
                            <a:lumMod val="60000"/>
                            <a:lumOff val="40000"/>
                          </a:schemeClr>
                        </a:solidFill>
                        <a:effectLst/>
                        <a:latin typeface="Calibri Regular"/>
                      </a:endParaRPr>
                    </a:p>
                  </a:txBody>
                  <a:tcPr marL="108000" marR="108000" marT="72000" marB="72000" anchor="ctr">
                    <a:lnL>
                      <a:noFill/>
                    </a:lnL>
                    <a:lnR w="9525" cap="flat" cmpd="sng" algn="ctr">
                      <a:noFill/>
                      <a:prstDash val="solid"/>
                    </a:lnR>
                    <a:lnT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b"/>
                      <a:r>
                        <a:rPr b="0" i="0" sz="1200" u="none">
                          <a:solidFill>
                            <a:schemeClr val="tx1">
                              <a:lumMod val="60000"/>
                              <a:lumOff val="40000"/>
                            </a:schemeClr>
                          </a:solidFill>
                          <a:latin typeface="Calibri Regular"/>
                        </a:rPr>
                        <a:t>storage</a:t>
                      </a:r>
                      <a:endParaRPr lang="en-US" sz="1200" b="0" i="0" u="none" strike="noStrike" noProof="0" dirty="0">
                        <a:solidFill>
                          <a:schemeClr val="tx1">
                            <a:lumMod val="60000"/>
                            <a:lumOff val="40000"/>
                          </a:schemeClr>
                        </a:solidFill>
                        <a:effectLst/>
                        <a:latin typeface="Calibri Regular"/>
                      </a:endParaRPr>
                    </a:p>
                  </a:txBody>
                  <a:tcPr marL="108000" marR="108000" marT="72000" marB="72000" anchor="ctr">
                    <a:lnL>
                      <a:noFill/>
                    </a:lnL>
                    <a:lnR w="9525" cap="flat" cmpd="sng" algn="ctr">
                      <a:noFill/>
                      <a:prstDash val="solid"/>
                    </a:lnR>
                    <a:lnT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372763307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algn="l" fontAlgn="b"/>
                      <a:r>
                        <a:rPr b="0" i="0" sz="1200" u="none">
                          <a:solidFill>
                            <a:schemeClr val="tx2"/>
                          </a:solidFill>
                          <a:latin typeface="Calibri Bold"/>
                        </a:rPr>
                        <a:t>DistributedHerder.tick()</a:t>
                      </a:r>
                      <a:endParaRPr lang="en-US" sz="1200" b="0" i="0" u="none" strike="noStrike" noProof="0" dirty="0">
                        <a:solidFill>
                          <a:schemeClr val="tx2"/>
                        </a:solidFill>
                        <a:effectLst/>
                        <a:latin typeface="Calibri Regular"/>
                      </a:endParaRPr>
                    </a:p>
                  </a:txBody>
                  <a:tcPr marL="108000" marR="108000" marT="72000" marB="72000" anchor="ctr">
                    <a:lnL w="9525" cap="flat" cmpd="sng" algn="ctr">
                      <a:noFill/>
                      <a:prstDash val="solid"/>
                    </a:lnL>
                    <a:lnR>
                      <a:noFill/>
                    </a:lnR>
                    <a:lnT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algn="r" defTabSz="914400" rtl="0" eaLnBrk="1" fontAlgn="b" latinLnBrk="0" hangingPunct="1"/>
                      <a:r>
                        <a:rPr b="0" i="0" sz="1200" u="none">
                          <a:solidFill>
                            <a:schemeClr val="tx1">
                              <a:lumMod val="60000"/>
                              <a:lumOff val="40000"/>
                            </a:schemeClr>
                          </a:solidFill>
                          <a:latin typeface="Calibri Regular"/>
                        </a:rPr>
                        <a:t>124</a:t>
                      </a:r>
                      <a:endParaRPr lang="en-US" sz="1200" b="0" i="0" u="none" strike="noStrike" kern="1200" noProof="0" dirty="0">
                        <a:solidFill>
                          <a:schemeClr val="tx1">
                            <a:lumMod val="60000"/>
                            <a:lumOff val="40000"/>
                          </a:schemeClr>
                        </a:solidFill>
                        <a:effectLst/>
                        <a:latin typeface="Calibri Regular"/>
                        <a:ea typeface="+mn-ea"/>
                        <a:cs typeface="+mn-cs"/>
                      </a:endParaRPr>
                    </a:p>
                  </a:txBody>
                  <a:tcPr marL="108000" marR="108000" marT="72000" marB="72000" anchor="ctr">
                    <a:lnL>
                      <a:noFill/>
                    </a:lnL>
                    <a:lnR>
                      <a:noFill/>
                    </a:lnR>
                    <a:lnT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algn="r" defTabSz="914400" rtl="0" eaLnBrk="1" fontAlgn="b" latinLnBrk="0" hangingPunct="1"/>
                      <a:r>
                        <a:rPr b="0" i="0" sz="1200" u="none">
                          <a:solidFill>
                            <a:schemeClr val="tx2"/>
                          </a:solidFill>
                          <a:latin typeface="Calibri Regular"/>
                        </a:rPr>
                        <a:t>30</a:t>
                      </a:r>
                      <a:endParaRPr lang="en-US" sz="1200" b="0" i="0" u="none" strike="noStrike" kern="1200" noProof="0" dirty="0">
                        <a:solidFill>
                          <a:schemeClr val="tx2"/>
                        </a:solidFill>
                        <a:effectLst/>
                        <a:latin typeface="Calibri Regular"/>
                        <a:ea typeface="+mn-ea"/>
                        <a:cs typeface="+mn-cs"/>
                      </a:endParaRPr>
                    </a:p>
                  </a:txBody>
                  <a:tcPr marL="108000" marR="108000" marT="72000" marB="72000" anchor="ctr">
                    <a:lnL>
                      <a:noFill/>
                    </a:lnL>
                    <a:lnR w="9525" cap="flat" cmpd="sng" algn="ctr">
                      <a:noFill/>
                      <a:prstDash val="solid"/>
                    </a:lnR>
                    <a:lnT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EF5BA"/>
                    </a:solidFill>
                  </a:tcPr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b="0" i="0" sz="1200" u="none">
                          <a:solidFill>
                            <a:schemeClr val="tx1">
                              <a:lumMod val="60000"/>
                              <a:lumOff val="40000"/>
                            </a:schemeClr>
                          </a:solidFill>
                          <a:latin typeface="Calibri Regular"/>
                        </a:rPr>
                        <a:t>0</a:t>
                      </a:r>
                      <a:endParaRPr lang="en-US" sz="1200" b="0" i="0" u="none" strike="noStrike" noProof="0" dirty="0">
                        <a:solidFill>
                          <a:schemeClr val="tx1">
                            <a:lumMod val="60000"/>
                            <a:lumOff val="40000"/>
                          </a:schemeClr>
                        </a:solidFill>
                        <a:effectLst/>
                        <a:latin typeface="Calibri Regular"/>
                      </a:endParaRPr>
                    </a:p>
                  </a:txBody>
                  <a:tcPr marL="108000" marR="108000" marT="72000" marB="72000" anchor="ctr">
                    <a:lnL>
                      <a:noFill/>
                    </a:lnL>
                    <a:lnR w="9525" cap="flat" cmpd="sng" algn="ctr">
                      <a:noFill/>
                      <a:prstDash val="solid"/>
                    </a:lnR>
                    <a:lnT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b"/>
                      <a:r>
                        <a:rPr b="0" i="0" sz="1200" u="none">
                          <a:solidFill>
                            <a:schemeClr val="tx1">
                              <a:lumMod val="60000"/>
                              <a:lumOff val="40000"/>
                            </a:schemeClr>
                          </a:solidFill>
                          <a:latin typeface="Calibri Regular"/>
                        </a:rPr>
                        <a:t>connect</a:t>
                      </a:r>
                      <a:endParaRPr lang="en-US" sz="1200" b="0" i="0" u="none" strike="noStrike" noProof="0" dirty="0">
                        <a:solidFill>
                          <a:schemeClr val="tx1">
                            <a:lumMod val="60000"/>
                            <a:lumOff val="40000"/>
                          </a:schemeClr>
                        </a:solidFill>
                        <a:effectLst/>
                        <a:latin typeface="Calibri Regular"/>
                      </a:endParaRPr>
                    </a:p>
                  </a:txBody>
                  <a:tcPr marL="108000" marR="108000" marT="72000" marB="72000" anchor="ctr">
                    <a:lnL>
                      <a:noFill/>
                    </a:lnL>
                    <a:lnR w="9525" cap="flat" cmpd="sng" algn="ctr">
                      <a:noFill/>
                      <a:prstDash val="solid"/>
                    </a:lnR>
                    <a:lnT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022263985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algn="l" fontAlgn="b"/>
                      <a:r>
                        <a:rPr b="0" i="0" sz="1200" u="none">
                          <a:solidFill>
                            <a:schemeClr val="tx2"/>
                          </a:solidFill>
                          <a:latin typeface="Calibri Bold"/>
                        </a:rPr>
                        <a:t>ApplicationEventProcessor.process(ApplicationEvent)</a:t>
                      </a:r>
                      <a:endParaRPr lang="en-US" sz="1200" b="0" i="0" u="none" strike="noStrike" noProof="0" dirty="0">
                        <a:solidFill>
                          <a:schemeClr val="tx2"/>
                        </a:solidFill>
                        <a:effectLst/>
                        <a:latin typeface="Calibri Regular"/>
                      </a:endParaRPr>
                    </a:p>
                  </a:txBody>
                  <a:tcPr marL="108000" marR="108000" marT="72000" marB="72000" anchor="ctr">
                    <a:lnL w="9525" cap="flat" cmpd="sng" algn="ctr">
                      <a:noFill/>
                      <a:prstDash val="solid"/>
                    </a:lnL>
                    <a:lnR>
                      <a:noFill/>
                    </a:lnR>
                    <a:lnT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algn="r" defTabSz="914400" rtl="0" eaLnBrk="1" fontAlgn="b" latinLnBrk="0" hangingPunct="1"/>
                      <a:r>
                        <a:rPr b="0" i="0" sz="1200" u="none">
                          <a:solidFill>
                            <a:schemeClr val="tx1">
                              <a:lumMod val="60000"/>
                              <a:lumOff val="40000"/>
                            </a:schemeClr>
                          </a:solidFill>
                          <a:latin typeface="Calibri Regular"/>
                        </a:rPr>
                        <a:t>111</a:t>
                      </a:r>
                      <a:endParaRPr lang="en-US" sz="1200" b="0" i="0" u="none" strike="noStrike" kern="1200" noProof="0" dirty="0">
                        <a:solidFill>
                          <a:schemeClr val="tx1">
                            <a:lumMod val="60000"/>
                            <a:lumOff val="40000"/>
                          </a:schemeClr>
                        </a:solidFill>
                        <a:effectLst/>
                        <a:latin typeface="Calibri Regular"/>
                        <a:ea typeface="+mn-ea"/>
                        <a:cs typeface="+mn-cs"/>
                      </a:endParaRPr>
                    </a:p>
                  </a:txBody>
                  <a:tcPr marL="108000" marR="108000" marT="72000" marB="72000" anchor="ctr">
                    <a:lnL>
                      <a:noFill/>
                    </a:lnL>
                    <a:lnR>
                      <a:noFill/>
                    </a:lnR>
                    <a:lnT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algn="r" defTabSz="914400" rtl="0" eaLnBrk="1" fontAlgn="b" latinLnBrk="0" hangingPunct="1"/>
                      <a:r>
                        <a:rPr b="0" i="0" sz="1200" u="none">
                          <a:solidFill>
                            <a:schemeClr val="tx2"/>
                          </a:solidFill>
                          <a:latin typeface="Calibri Regular"/>
                        </a:rPr>
                        <a:t>36</a:t>
                      </a:r>
                      <a:endParaRPr lang="en-US" sz="1200" b="0" i="0" u="none" strike="noStrike" kern="1200" noProof="0" dirty="0">
                        <a:solidFill>
                          <a:schemeClr val="tx2"/>
                        </a:solidFill>
                        <a:effectLst/>
                        <a:latin typeface="Calibri Regular"/>
                        <a:ea typeface="+mn-ea"/>
                        <a:cs typeface="+mn-cs"/>
                      </a:endParaRPr>
                    </a:p>
                  </a:txBody>
                  <a:tcPr marL="108000" marR="108000" marT="72000" marB="72000" anchor="ctr">
                    <a:lnL>
                      <a:noFill/>
                    </a:lnL>
                    <a:lnR w="9525" cap="flat" cmpd="sng" algn="ctr">
                      <a:noFill/>
                      <a:prstDash val="solid"/>
                    </a:lnR>
                    <a:lnT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EF5BA"/>
                    </a:solidFill>
                  </a:tcPr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b="0" i="0" sz="1200" u="none">
                          <a:solidFill>
                            <a:schemeClr val="tx1">
                              <a:lumMod val="60000"/>
                              <a:lumOff val="40000"/>
                            </a:schemeClr>
                          </a:solidFill>
                          <a:latin typeface="Calibri Regular"/>
                        </a:rPr>
                        <a:t>1</a:t>
                      </a:r>
                      <a:endParaRPr lang="en-US" sz="1200" b="0" i="0" u="none" strike="noStrike" noProof="0" dirty="0">
                        <a:solidFill>
                          <a:schemeClr val="tx1">
                            <a:lumMod val="60000"/>
                            <a:lumOff val="40000"/>
                          </a:schemeClr>
                        </a:solidFill>
                        <a:effectLst/>
                        <a:latin typeface="Calibri Regular"/>
                      </a:endParaRPr>
                    </a:p>
                  </a:txBody>
                  <a:tcPr marL="108000" marR="108000" marT="72000" marB="72000" anchor="ctr">
                    <a:lnL>
                      <a:noFill/>
                    </a:lnL>
                    <a:lnR w="9525" cap="flat" cmpd="sng" algn="ctr">
                      <a:noFill/>
                      <a:prstDash val="solid"/>
                    </a:lnR>
                    <a:lnT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b"/>
                      <a:r>
                        <a:rPr b="0" i="0" sz="1200" u="none">
                          <a:solidFill>
                            <a:schemeClr val="tx1">
                              <a:lumMod val="60000"/>
                              <a:lumOff val="40000"/>
                            </a:schemeClr>
                          </a:solidFill>
                          <a:latin typeface="Calibri Regular"/>
                        </a:rPr>
                        <a:t>clients</a:t>
                      </a:r>
                      <a:endParaRPr lang="en-US" sz="1200" b="0" i="0" u="none" strike="noStrike" noProof="0" dirty="0">
                        <a:solidFill>
                          <a:schemeClr val="tx1">
                            <a:lumMod val="60000"/>
                            <a:lumOff val="40000"/>
                          </a:schemeClr>
                        </a:solidFill>
                        <a:effectLst/>
                        <a:latin typeface="Calibri Regular"/>
                      </a:endParaRPr>
                    </a:p>
                  </a:txBody>
                  <a:tcPr marL="108000" marR="108000" marT="72000" marB="72000" anchor="ctr">
                    <a:lnL>
                      <a:noFill/>
                    </a:lnL>
                    <a:lnR w="9525" cap="flat" cmpd="sng" algn="ctr">
                      <a:noFill/>
                      <a:prstDash val="solid"/>
                    </a:lnR>
                    <a:lnT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516404128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marR="0" lvl="0" indent="0" algn="l" defTabSz="914400" rtl="0" eaLnBrk="1" fontAlgn="b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b="0" i="0" sz="1200" u="none">
                          <a:solidFill>
                            <a:schemeClr val="tx2"/>
                          </a:solidFill>
                          <a:latin typeface="Calibri Bold"/>
                        </a:rPr>
                        <a:t>JsonConverter.convertToJson(Schema,Object)</a:t>
                      </a:r>
                      <a:endParaRPr lang="en-US" sz="1200" b="0" i="0" u="none" strike="noStrike" noProof="0" dirty="0">
                        <a:solidFill>
                          <a:schemeClr val="tx2"/>
                        </a:solidFill>
                        <a:effectLst/>
                        <a:latin typeface="Calibri Regular"/>
                      </a:endParaRPr>
                    </a:p>
                  </a:txBody>
                  <a:tcPr marL="108000" marR="108000" marT="72000" marB="72000" anchor="ctr">
                    <a:lnL w="9525" cap="flat" cmpd="sng" algn="ctr">
                      <a:noFill/>
                      <a:prstDash val="solid"/>
                    </a:lnL>
                    <a:lnR>
                      <a:noFill/>
                    </a:lnR>
                    <a:lnT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algn="r" defTabSz="914400" rtl="0" eaLnBrk="1" fontAlgn="b" latinLnBrk="0" hangingPunct="1"/>
                      <a:r>
                        <a:rPr b="0" i="0" sz="1200" u="none">
                          <a:solidFill>
                            <a:schemeClr val="tx1">
                              <a:lumMod val="60000"/>
                              <a:lumOff val="40000"/>
                            </a:schemeClr>
                          </a:solidFill>
                          <a:latin typeface="Calibri Regular"/>
                        </a:rPr>
                        <a:t>108</a:t>
                      </a:r>
                      <a:endParaRPr lang="en-US" sz="1200" b="0" i="0" u="none" strike="noStrike" kern="1200" noProof="0" dirty="0">
                        <a:solidFill>
                          <a:schemeClr val="tx1">
                            <a:lumMod val="60000"/>
                            <a:lumOff val="40000"/>
                          </a:schemeClr>
                        </a:solidFill>
                        <a:effectLst/>
                        <a:latin typeface="Calibri Regular"/>
                        <a:ea typeface="+mn-ea"/>
                        <a:cs typeface="+mn-cs"/>
                      </a:endParaRPr>
                    </a:p>
                  </a:txBody>
                  <a:tcPr marL="108000" marR="108000" marT="72000" marB="72000" anchor="ctr">
                    <a:lnL>
                      <a:noFill/>
                    </a:lnL>
                    <a:lnR>
                      <a:noFill/>
                    </a:lnR>
                    <a:lnT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algn="r" defTabSz="914400" rtl="0" eaLnBrk="1" fontAlgn="b" latinLnBrk="0" hangingPunct="1"/>
                      <a:r>
                        <a:rPr b="0" i="0" sz="1200" u="none">
                          <a:solidFill>
                            <a:schemeClr val="tx2"/>
                          </a:solidFill>
                          <a:latin typeface="Calibri Regular"/>
                        </a:rPr>
                        <a:t>40</a:t>
                      </a:r>
                      <a:endParaRPr lang="en-US" sz="1200" b="0" i="0" u="none" strike="noStrike" kern="1200" noProof="0" dirty="0">
                        <a:solidFill>
                          <a:schemeClr val="tx2"/>
                        </a:solidFill>
                        <a:effectLst/>
                        <a:latin typeface="Calibri Regular"/>
                        <a:ea typeface="+mn-ea"/>
                        <a:cs typeface="+mn-cs"/>
                      </a:endParaRPr>
                    </a:p>
                  </a:txBody>
                  <a:tcPr marL="108000" marR="108000" marT="72000" marB="72000" anchor="ctr">
                    <a:lnL>
                      <a:noFill/>
                    </a:lnL>
                    <a:lnR w="9525" cap="flat" cmpd="sng" algn="ctr">
                      <a:noFill/>
                      <a:prstDash val="solid"/>
                    </a:lnR>
                    <a:lnT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EF5BA"/>
                    </a:solidFill>
                  </a:tcPr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b="0" i="0" sz="1200" u="none">
                          <a:solidFill>
                            <a:schemeClr val="tx1">
                              <a:lumMod val="60000"/>
                              <a:lumOff val="40000"/>
                            </a:schemeClr>
                          </a:solidFill>
                          <a:latin typeface="Calibri Regular"/>
                        </a:rPr>
                        <a:t>2</a:t>
                      </a:r>
                      <a:endParaRPr lang="en-US" sz="1200" b="0" i="0" u="none" strike="noStrike" noProof="0" dirty="0">
                        <a:solidFill>
                          <a:schemeClr val="tx1">
                            <a:lumMod val="60000"/>
                            <a:lumOff val="40000"/>
                          </a:schemeClr>
                        </a:solidFill>
                        <a:effectLst/>
                        <a:latin typeface="+mn-lt"/>
                      </a:endParaRPr>
                    </a:p>
                  </a:txBody>
                  <a:tcPr marL="108000" marR="108000" marT="72000" marB="72000" anchor="ctr">
                    <a:lnL>
                      <a:noFill/>
                    </a:lnL>
                    <a:lnR w="9525" cap="flat" cmpd="sng" algn="ctr">
                      <a:noFill/>
                      <a:prstDash val="solid"/>
                    </a:lnR>
                    <a:lnT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b"/>
                      <a:r>
                        <a:rPr b="0" i="0" sz="1200" u="none">
                          <a:solidFill>
                            <a:schemeClr val="tx1">
                              <a:lumMod val="60000"/>
                              <a:lumOff val="40000"/>
                            </a:schemeClr>
                          </a:solidFill>
                          <a:latin typeface="Calibri Regular"/>
                        </a:rPr>
                        <a:t>connect</a:t>
                      </a:r>
                      <a:endParaRPr lang="en-US" sz="1200" b="0" i="0" u="none" strike="noStrike" noProof="0" dirty="0">
                        <a:solidFill>
                          <a:schemeClr val="tx1">
                            <a:lumMod val="60000"/>
                            <a:lumOff val="40000"/>
                          </a:schemeClr>
                        </a:solidFill>
                        <a:effectLst/>
                        <a:latin typeface="+mn-lt"/>
                      </a:endParaRPr>
                    </a:p>
                  </a:txBody>
                  <a:tcPr marL="108000" marR="108000" marT="72000" marB="72000" anchor="ctr">
                    <a:lnL>
                      <a:noFill/>
                    </a:lnL>
                    <a:lnR w="9525" cap="flat" cmpd="sng" algn="ctr">
                      <a:noFill/>
                      <a:prstDash val="solid"/>
                    </a:lnR>
                    <a:lnT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255606331"/>
                  </a:ext>
                </a:extLst>
              </a:tr>
            </a:tbl>
          </a:graphicData>
        </a:graphic>
      </p:graphicFrame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993C50C-D5AC-B980-57E1-AB9740C2FB7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Number Placeholder 1">
            <a:extLst>
              <a:ext uri="{FF2B5EF4-FFF2-40B4-BE49-F238E27FC236}">
                <a16:creationId xmlns:a16="http://schemas.microsoft.com/office/drawing/2014/main" id="{55C47716-66EC-A5D9-AE7C-3AF047ABA03E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E242BD21-9B61-2246-BCB1-4BE5E1BEBE1C}" type="slidenum">
              <a:rPr lang="en-US" smtClean="0"/>
              <a:pPr/>
              <a:t>13</a:t>
            </a:fld>
            <a:endParaRPr lang="en-US"/>
          </a:p>
        </p:txBody>
      </p:sp>
      <p:sp>
        <p:nvSpPr>
          <p:cNvPr id="10" name="Text Placeholder 9">
            <a:extLst>
              <a:ext uri="{FF2B5EF4-FFF2-40B4-BE49-F238E27FC236}">
                <a16:creationId xmlns:a16="http://schemas.microsoft.com/office/drawing/2014/main" id="{B7D58E3A-84C6-E394-9DB2-843E3C2B420F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/>
        <p:txBody>
          <a:bodyPr/>
          <a:lstStyle/>
          <a:p>
            <a:r>
              <a:rPr lang="en-US" dirty="0"/>
              <a:t>Refactoring Candidates – Unit COMPLEXITY</a:t>
            </a:r>
          </a:p>
        </p:txBody>
      </p:sp>
      <p:sp>
        <p:nvSpPr>
          <p:cNvPr id="5" name="Title 4">
            <a:extLst>
              <a:ext uri="{FF2B5EF4-FFF2-40B4-BE49-F238E27FC236}">
                <a16:creationId xmlns:a16="http://schemas.microsoft.com/office/drawing/2014/main" id="{C1B683A4-1422-9996-73B9-EDF74B14BF7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An overview of the most complex Python units</a:t>
            </a:r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088D24E3-806B-1789-735C-FD0762CEDC54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2669790" y="6549140"/>
            <a:ext cx="804066" cy="236406"/>
          </a:xfrm>
          <a:prstGeom prst="rect">
            <a:avLst/>
          </a:prstGeom>
          <a:noFill/>
          <a:ln w="12700" cap="flat" cmpd="sng" algn="ctr">
            <a:noFill/>
            <a:prstDash val="solid"/>
            <a:miter lim="800000"/>
          </a:ln>
        </p:spPr>
        <p:txBody>
          <a:bodyPr wrap="none" lIns="0" tIns="36000" rIns="0" rtlCol="0" anchor="ctr">
            <a:spAutoFit/>
          </a:bodyPr>
          <a:lstStyle>
            <a:defPPr>
              <a:defRPr lang="en-US"/>
            </a:defPPr>
            <a:lvl1pPr marL="0" algn="l" defTabSz="914400" rtl="0" eaLnBrk="1" latinLnBrk="0" hangingPunct="1">
              <a:defRPr lang="en-US" sz="1000" b="1" kern="1200" cap="all" spc="10" baseline="0" dirty="0">
                <a:solidFill>
                  <a:srgbClr val="B2BECD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 dirty="0"/>
              <a:t>Confidential</a:t>
            </a:r>
          </a:p>
        </p:txBody>
      </p:sp>
      <p:graphicFrame>
        <p:nvGraphicFramePr>
          <p:cNvPr id="4" name="REFACTORING_CANDIDATES_TABLE_UNIT_COMPLEXITY_TECH_2">
            <a:extLst>
              <a:ext uri="{FF2B5EF4-FFF2-40B4-BE49-F238E27FC236}">
                <a16:creationId xmlns:a16="http://schemas.microsoft.com/office/drawing/2014/main" id="{B2AD6F83-29C1-E9BE-13AF-24963E398AE4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127175964"/>
              </p:ext>
            </p:extLst>
          </p:nvPr>
        </p:nvGraphicFramePr>
        <p:xfrm>
          <a:off x="514373" y="1366988"/>
          <a:ext cx="11231294" cy="4972560"/>
        </p:xfrm>
        <a:graphic>
          <a:graphicData uri="http://schemas.openxmlformats.org/drawingml/2006/table">
            <a:tbl>
              <a:tblPr firstRow="1" bandRow="1">
                <a:effectLst/>
                <a:tableStyleId>{F2DE63D5-997A-4646-A377-4702673A728D}</a:tableStyleId>
              </a:tblPr>
              <a:tblGrid>
                <a:gridCol w="6688777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630621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953621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1292001">
                  <a:extLst>
                    <a:ext uri="{9D8B030D-6E8A-4147-A177-3AD203B41FA5}">
                      <a16:colId xmlns:a16="http://schemas.microsoft.com/office/drawing/2014/main" val="3286041723"/>
                    </a:ext>
                  </a:extLst>
                </a:gridCol>
                <a:gridCol w="1666274">
                  <a:extLst>
                    <a:ext uri="{9D8B030D-6E8A-4147-A177-3AD203B41FA5}">
                      <a16:colId xmlns:a16="http://schemas.microsoft.com/office/drawing/2014/main" val="4263492041"/>
                    </a:ext>
                  </a:extLst>
                </a:gridCol>
              </a:tblGrid>
              <a:tr h="0">
                <a:tc>
                  <a:txBody>
                    <a:bodyPr/>
                    <a:lstStyle/>
                    <a:p>
                      <a:pPr marL="0" marR="0" indent="0" algn="l" defTabSz="4572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b="1" sz="1400">
                          <a:solidFill>
                            <a:schemeClr val="bg1"/>
                          </a:solidFill>
                          <a:latin typeface="+mn-lt"/>
                        </a:rPr>
                        <a:t>Unit name</a:t>
                      </a:r>
                      <a:endParaRPr lang="en-US" sz="1400" b="1" i="0" noProof="0" dirty="0">
                        <a:solidFill>
                          <a:schemeClr val="bg1"/>
                        </a:solidFill>
                        <a:latin typeface="+mn-lt"/>
                        <a:cs typeface="TheSans B4 SemiLight"/>
                      </a:endParaRPr>
                    </a:p>
                  </a:txBody>
                  <a:tcPr marL="108000" marR="108000" marT="72000" marB="72000">
                    <a:lnL w="9525" cap="flat" cmpd="sng" algn="ctr">
                      <a:noFill/>
                      <a:prstDash val="solid"/>
                    </a:lnL>
                    <a:lnR>
                      <a:noFill/>
                    </a:lnR>
                    <a:lnT w="9525" cap="flat" cmpd="sng" algn="ctr">
                      <a:noFill/>
                      <a:prstDash val="solid"/>
                    </a:lnT>
                    <a:lnB w="19050" cap="flat" cmpd="sng" algn="ctr">
                      <a:noFill/>
                      <a:prstDash val="sysDot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tx2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b="1" sz="1400">
                          <a:solidFill>
                            <a:schemeClr val="bg1"/>
                          </a:solidFill>
                          <a:latin typeface="+mn-lt"/>
                        </a:rPr>
                        <a:t>LOC</a:t>
                      </a:r>
                      <a:endParaRPr lang="en-US" sz="1400" b="1" i="0" noProof="0" dirty="0">
                        <a:solidFill>
                          <a:schemeClr val="bg1"/>
                        </a:solidFill>
                        <a:latin typeface="+mn-lt"/>
                        <a:cs typeface="TheSans B4 SemiLight"/>
                      </a:endParaRPr>
                    </a:p>
                  </a:txBody>
                  <a:tcPr marL="108000" marR="108000" marT="72000" marB="72000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noFill/>
                      <a:prstDash val="solid"/>
                    </a:lnT>
                    <a:lnB w="19050" cap="flat" cmpd="sng" algn="ctr">
                      <a:noFill/>
                      <a:prstDash val="sysDot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1F354B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b="1" sz="1400">
                          <a:solidFill>
                            <a:schemeClr val="bg1"/>
                          </a:solidFill>
                          <a:latin typeface="+mn-lt"/>
                        </a:rPr>
                        <a:t>McCabe</a:t>
                      </a:r>
                      <a:endParaRPr lang="en-US" sz="1400" b="1" i="0" noProof="0" dirty="0">
                        <a:solidFill>
                          <a:schemeClr val="bg1"/>
                        </a:solidFill>
                        <a:latin typeface="+mn-lt"/>
                        <a:cs typeface="TheSans B4 SemiLight"/>
                      </a:endParaRPr>
                    </a:p>
                  </a:txBody>
                  <a:tcPr marL="108000" marR="108000" marT="72000" marB="72000">
                    <a:lnL>
                      <a:noFill/>
                    </a:lnL>
                    <a:lnR w="9525" cap="flat" cmpd="sng" algn="ctr">
                      <a:noFill/>
                      <a:prstDash val="solid"/>
                    </a:lnR>
                    <a:lnT w="9525" cap="flat" cmpd="sng" algn="ctr">
                      <a:noFill/>
                      <a:prstDash val="solid"/>
                    </a:lnT>
                    <a:lnB w="19050" cap="flat" cmpd="sng" algn="ctr">
                      <a:noFill/>
                      <a:prstDash val="sysDot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2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b="1" i="0" sz="1400">
                          <a:solidFill>
                            <a:schemeClr val="bg1"/>
                          </a:solidFill>
                          <a:latin typeface="+mn-lt"/>
                        </a:rPr>
                        <a:t>Parameters</a:t>
                      </a:r>
                    </a:p>
                  </a:txBody>
                  <a:tcPr marL="108000" marR="108000" marT="72000" marB="72000">
                    <a:lnL>
                      <a:noFill/>
                    </a:lnL>
                    <a:lnR w="9525" cap="flat" cmpd="sng" algn="ctr">
                      <a:noFill/>
                      <a:prstDash val="solid"/>
                    </a:lnR>
                    <a:lnT w="9525" cap="flat" cmpd="sng" algn="ctr">
                      <a:noFill/>
                      <a:prstDash val="solid"/>
                    </a:lnT>
                    <a:lnB w="19050" cap="flat" cmpd="sng" algn="ctr">
                      <a:noFill/>
                      <a:prstDash val="sysDot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tx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b="1" i="0" sz="1400">
                          <a:solidFill>
                            <a:schemeClr val="bg1"/>
                          </a:solidFill>
                          <a:latin typeface="+mn-lt"/>
                        </a:rPr>
                        <a:t>Component</a:t>
                      </a:r>
                    </a:p>
                  </a:txBody>
                  <a:tcPr marL="108000" marR="108000" marT="72000" marB="72000">
                    <a:lnL>
                      <a:noFill/>
                    </a:lnL>
                    <a:lnR w="9525" cap="flat" cmpd="sng" algn="ctr">
                      <a:noFill/>
                      <a:prstDash val="solid"/>
                    </a:lnR>
                    <a:lnT w="9525" cap="flat" cmpd="sng" algn="ctr">
                      <a:noFill/>
                      <a:prstDash val="solid"/>
                    </a:lnT>
                    <a:lnB w="19050" cap="flat" cmpd="sng" algn="ctr">
                      <a:noFill/>
                      <a:prstDash val="sysDot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tx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</a:tbl>
          </a:graphicData>
        </a:graphic>
      </p:graphicFrame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993C50C-D5AC-B980-57E1-AB9740C2FB7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Number Placeholder 1">
            <a:extLst>
              <a:ext uri="{FF2B5EF4-FFF2-40B4-BE49-F238E27FC236}">
                <a16:creationId xmlns:a16="http://schemas.microsoft.com/office/drawing/2014/main" id="{55C47716-66EC-A5D9-AE7C-3AF047ABA03E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E242BD21-9B61-2246-BCB1-4BE5E1BEBE1C}" type="slidenum">
              <a:rPr lang="en-US" smtClean="0"/>
              <a:pPr/>
              <a:t>14</a:t>
            </a:fld>
            <a:endParaRPr lang="en-US"/>
          </a:p>
        </p:txBody>
      </p:sp>
      <p:sp>
        <p:nvSpPr>
          <p:cNvPr id="10" name="Text Placeholder 9">
            <a:extLst>
              <a:ext uri="{FF2B5EF4-FFF2-40B4-BE49-F238E27FC236}">
                <a16:creationId xmlns:a16="http://schemas.microsoft.com/office/drawing/2014/main" id="{B7D58E3A-84C6-E394-9DB2-843E3C2B420F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/>
        <p:txBody>
          <a:bodyPr/>
          <a:lstStyle/>
          <a:p>
            <a:r>
              <a:rPr lang="en-US" dirty="0"/>
              <a:t>Refactoring Candidates – Unit COMPLEXITY</a:t>
            </a:r>
          </a:p>
        </p:txBody>
      </p:sp>
      <p:sp>
        <p:nvSpPr>
          <p:cNvPr id="5" name="Title 4">
            <a:extLst>
              <a:ext uri="{FF2B5EF4-FFF2-40B4-BE49-F238E27FC236}">
                <a16:creationId xmlns:a16="http://schemas.microsoft.com/office/drawing/2014/main" id="{C1B683A4-1422-9996-73B9-EDF74B14BF7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An overview of the most complex  units</a:t>
            </a:r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088D24E3-806B-1789-735C-FD0762CEDC54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2669790" y="6549140"/>
            <a:ext cx="804066" cy="236406"/>
          </a:xfrm>
          <a:prstGeom prst="rect">
            <a:avLst/>
          </a:prstGeom>
          <a:noFill/>
          <a:ln w="12700" cap="flat" cmpd="sng" algn="ctr">
            <a:noFill/>
            <a:prstDash val="solid"/>
            <a:miter lim="800000"/>
          </a:ln>
        </p:spPr>
        <p:txBody>
          <a:bodyPr wrap="none" lIns="0" tIns="36000" rIns="0" rtlCol="0" anchor="ctr">
            <a:spAutoFit/>
          </a:bodyPr>
          <a:lstStyle>
            <a:defPPr>
              <a:defRPr lang="en-US"/>
            </a:defPPr>
            <a:lvl1pPr marL="0" algn="l" defTabSz="914400" rtl="0" eaLnBrk="1" latinLnBrk="0" hangingPunct="1">
              <a:defRPr lang="en-US" sz="1000" b="1" kern="1200" cap="all" spc="10" baseline="0" dirty="0">
                <a:solidFill>
                  <a:srgbClr val="B2BECD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 dirty="0"/>
              <a:t>Confidential</a:t>
            </a:r>
          </a:p>
        </p:txBody>
      </p:sp>
      <p:graphicFrame>
        <p:nvGraphicFramePr>
          <p:cNvPr id="4" name="REFACTORING_CANDIDATES_TABLE_UNIT_COMPLEXITY_TECH_3">
            <a:extLst>
              <a:ext uri="{FF2B5EF4-FFF2-40B4-BE49-F238E27FC236}">
                <a16:creationId xmlns:a16="http://schemas.microsoft.com/office/drawing/2014/main" id="{B2AD6F83-29C1-E9BE-13AF-24963E398AE4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669421662"/>
              </p:ext>
            </p:extLst>
          </p:nvPr>
        </p:nvGraphicFramePr>
        <p:xfrm>
          <a:off x="514373" y="1366988"/>
          <a:ext cx="11231294" cy="4972560"/>
        </p:xfrm>
        <a:graphic>
          <a:graphicData uri="http://schemas.openxmlformats.org/drawingml/2006/table">
            <a:tbl>
              <a:tblPr firstRow="1" bandRow="1">
                <a:effectLst/>
                <a:tableStyleId>{F2DE63D5-997A-4646-A377-4702673A728D}</a:tableStyleId>
              </a:tblPr>
              <a:tblGrid>
                <a:gridCol w="6688777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630621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953621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1292001">
                  <a:extLst>
                    <a:ext uri="{9D8B030D-6E8A-4147-A177-3AD203B41FA5}">
                      <a16:colId xmlns:a16="http://schemas.microsoft.com/office/drawing/2014/main" val="3286041723"/>
                    </a:ext>
                  </a:extLst>
                </a:gridCol>
                <a:gridCol w="1666274">
                  <a:extLst>
                    <a:ext uri="{9D8B030D-6E8A-4147-A177-3AD203B41FA5}">
                      <a16:colId xmlns:a16="http://schemas.microsoft.com/office/drawing/2014/main" val="4263492041"/>
                    </a:ext>
                  </a:extLst>
                </a:gridCol>
              </a:tblGrid>
              <a:tr h="0">
                <a:tc>
                  <a:txBody>
                    <a:bodyPr/>
                    <a:lstStyle/>
                    <a:p>
                      <a:pPr marL="0" marR="0" indent="0" algn="l" defTabSz="4572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b="1" sz="1400">
                          <a:solidFill>
                            <a:schemeClr val="bg1"/>
                          </a:solidFill>
                          <a:latin typeface="+mn-lt"/>
                        </a:rPr>
                        <a:t>Unit name</a:t>
                      </a:r>
                      <a:endParaRPr lang="en-US" sz="1400" b="1" i="0" noProof="0" dirty="0">
                        <a:solidFill>
                          <a:schemeClr val="bg1"/>
                        </a:solidFill>
                        <a:latin typeface="+mn-lt"/>
                        <a:cs typeface="TheSans B4 SemiLight"/>
                      </a:endParaRPr>
                    </a:p>
                  </a:txBody>
                  <a:tcPr marL="108000" marR="108000" marT="72000" marB="72000">
                    <a:lnL w="9525" cap="flat" cmpd="sng" algn="ctr">
                      <a:noFill/>
                      <a:prstDash val="solid"/>
                    </a:lnL>
                    <a:lnR>
                      <a:noFill/>
                    </a:lnR>
                    <a:lnT w="9525" cap="flat" cmpd="sng" algn="ctr">
                      <a:noFill/>
                      <a:prstDash val="solid"/>
                    </a:lnT>
                    <a:lnB w="19050" cap="flat" cmpd="sng" algn="ctr">
                      <a:noFill/>
                      <a:prstDash val="sysDot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tx2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b="1" sz="1400">
                          <a:solidFill>
                            <a:schemeClr val="bg1"/>
                          </a:solidFill>
                          <a:latin typeface="+mn-lt"/>
                        </a:rPr>
                        <a:t>LOC</a:t>
                      </a:r>
                      <a:endParaRPr lang="en-US" sz="1400" b="1" i="0" noProof="0" dirty="0">
                        <a:solidFill>
                          <a:schemeClr val="bg1"/>
                        </a:solidFill>
                        <a:latin typeface="+mn-lt"/>
                        <a:cs typeface="TheSans B4 SemiLight"/>
                      </a:endParaRPr>
                    </a:p>
                  </a:txBody>
                  <a:tcPr marL="108000" marR="108000" marT="72000" marB="72000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noFill/>
                      <a:prstDash val="solid"/>
                    </a:lnT>
                    <a:lnB w="19050" cap="flat" cmpd="sng" algn="ctr">
                      <a:noFill/>
                      <a:prstDash val="sysDot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1F354B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b="1" sz="1400">
                          <a:solidFill>
                            <a:schemeClr val="bg1"/>
                          </a:solidFill>
                          <a:latin typeface="+mn-lt"/>
                        </a:rPr>
                        <a:t>McCabe</a:t>
                      </a:r>
                      <a:endParaRPr lang="en-US" sz="1400" b="1" i="0" noProof="0" dirty="0">
                        <a:solidFill>
                          <a:schemeClr val="bg1"/>
                        </a:solidFill>
                        <a:latin typeface="+mn-lt"/>
                        <a:cs typeface="TheSans B4 SemiLight"/>
                      </a:endParaRPr>
                    </a:p>
                  </a:txBody>
                  <a:tcPr marL="108000" marR="108000" marT="72000" marB="72000">
                    <a:lnL>
                      <a:noFill/>
                    </a:lnL>
                    <a:lnR w="9525" cap="flat" cmpd="sng" algn="ctr">
                      <a:noFill/>
                      <a:prstDash val="solid"/>
                    </a:lnR>
                    <a:lnT w="9525" cap="flat" cmpd="sng" algn="ctr">
                      <a:noFill/>
                      <a:prstDash val="solid"/>
                    </a:lnT>
                    <a:lnB w="19050" cap="flat" cmpd="sng" algn="ctr">
                      <a:noFill/>
                      <a:prstDash val="sysDot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2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b="1" i="0" sz="1400">
                          <a:solidFill>
                            <a:schemeClr val="bg1"/>
                          </a:solidFill>
                          <a:latin typeface="+mn-lt"/>
                        </a:rPr>
                        <a:t>Parameters</a:t>
                      </a:r>
                    </a:p>
                  </a:txBody>
                  <a:tcPr marL="108000" marR="108000" marT="72000" marB="72000">
                    <a:lnL>
                      <a:noFill/>
                    </a:lnL>
                    <a:lnR w="9525" cap="flat" cmpd="sng" algn="ctr">
                      <a:noFill/>
                      <a:prstDash val="solid"/>
                    </a:lnR>
                    <a:lnT w="9525" cap="flat" cmpd="sng" algn="ctr">
                      <a:noFill/>
                      <a:prstDash val="solid"/>
                    </a:lnT>
                    <a:lnB w="19050" cap="flat" cmpd="sng" algn="ctr">
                      <a:noFill/>
                      <a:prstDash val="sysDot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tx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b="1" i="0" sz="1400">
                          <a:solidFill>
                            <a:schemeClr val="bg1"/>
                          </a:solidFill>
                          <a:latin typeface="+mn-lt"/>
                        </a:rPr>
                        <a:t>Component</a:t>
                      </a:r>
                    </a:p>
                  </a:txBody>
                  <a:tcPr marL="108000" marR="108000" marT="72000" marB="72000">
                    <a:lnL>
                      <a:noFill/>
                    </a:lnL>
                    <a:lnR w="9525" cap="flat" cmpd="sng" algn="ctr">
                      <a:noFill/>
                      <a:prstDash val="solid"/>
                    </a:lnR>
                    <a:lnT w="9525" cap="flat" cmpd="sng" algn="ctr">
                      <a:noFill/>
                      <a:prstDash val="solid"/>
                    </a:lnT>
                    <a:lnB w="19050" cap="flat" cmpd="sng" algn="ctr">
                      <a:noFill/>
                      <a:prstDash val="sysDot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tx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</a:tbl>
          </a:graphicData>
        </a:graphic>
      </p:graphicFrame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993C50C-D5AC-B980-57E1-AB9740C2FB7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Number Placeholder 1">
            <a:extLst>
              <a:ext uri="{FF2B5EF4-FFF2-40B4-BE49-F238E27FC236}">
                <a16:creationId xmlns:a16="http://schemas.microsoft.com/office/drawing/2014/main" id="{55C47716-66EC-A5D9-AE7C-3AF047ABA03E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E242BD21-9B61-2246-BCB1-4BE5E1BEBE1C}" type="slidenum">
              <a:rPr lang="en-US" smtClean="0"/>
              <a:pPr/>
              <a:t>15</a:t>
            </a:fld>
            <a:endParaRPr lang="en-US"/>
          </a:p>
        </p:txBody>
      </p:sp>
      <p:sp>
        <p:nvSpPr>
          <p:cNvPr id="10" name="Text Placeholder 9">
            <a:extLst>
              <a:ext uri="{FF2B5EF4-FFF2-40B4-BE49-F238E27FC236}">
                <a16:creationId xmlns:a16="http://schemas.microsoft.com/office/drawing/2014/main" id="{B7D58E3A-84C6-E394-9DB2-843E3C2B420F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/>
        <p:txBody>
          <a:bodyPr/>
          <a:lstStyle/>
          <a:p>
            <a:r>
              <a:rPr lang="en-US" dirty="0"/>
              <a:t>Refactoring Candidates – Unit COMPLEXITY</a:t>
            </a:r>
          </a:p>
        </p:txBody>
      </p:sp>
      <p:sp>
        <p:nvSpPr>
          <p:cNvPr id="5" name="Title 4">
            <a:extLst>
              <a:ext uri="{FF2B5EF4-FFF2-40B4-BE49-F238E27FC236}">
                <a16:creationId xmlns:a16="http://schemas.microsoft.com/office/drawing/2014/main" id="{C1B683A4-1422-9996-73B9-EDF74B14BF7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An overview of the most complex  units</a:t>
            </a:r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088D24E3-806B-1789-735C-FD0762CEDC54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2669790" y="6549140"/>
            <a:ext cx="804066" cy="236406"/>
          </a:xfrm>
          <a:prstGeom prst="rect">
            <a:avLst/>
          </a:prstGeom>
          <a:noFill/>
          <a:ln w="12700" cap="flat" cmpd="sng" algn="ctr">
            <a:noFill/>
            <a:prstDash val="solid"/>
            <a:miter lim="800000"/>
          </a:ln>
        </p:spPr>
        <p:txBody>
          <a:bodyPr wrap="none" lIns="0" tIns="36000" rIns="0" rtlCol="0" anchor="ctr">
            <a:spAutoFit/>
          </a:bodyPr>
          <a:lstStyle>
            <a:defPPr>
              <a:defRPr lang="en-US"/>
            </a:defPPr>
            <a:lvl1pPr marL="0" algn="l" defTabSz="914400" rtl="0" eaLnBrk="1" latinLnBrk="0" hangingPunct="1">
              <a:defRPr lang="en-US" sz="1000" b="1" kern="1200" cap="all" spc="10" baseline="0" dirty="0">
                <a:solidFill>
                  <a:srgbClr val="B2BECD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 dirty="0"/>
              <a:t>Confidential</a:t>
            </a:r>
          </a:p>
        </p:txBody>
      </p:sp>
      <p:graphicFrame>
        <p:nvGraphicFramePr>
          <p:cNvPr id="4" name="REFACTORING_CANDIDATES_TABLE_UNIT_COMPLEXITY_TECH_4">
            <a:extLst>
              <a:ext uri="{FF2B5EF4-FFF2-40B4-BE49-F238E27FC236}">
                <a16:creationId xmlns:a16="http://schemas.microsoft.com/office/drawing/2014/main" id="{B2AD6F83-29C1-E9BE-13AF-24963E398AE4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468108133"/>
              </p:ext>
            </p:extLst>
          </p:nvPr>
        </p:nvGraphicFramePr>
        <p:xfrm>
          <a:off x="514373" y="1366988"/>
          <a:ext cx="11231294" cy="4972560"/>
        </p:xfrm>
        <a:graphic>
          <a:graphicData uri="http://schemas.openxmlformats.org/drawingml/2006/table">
            <a:tbl>
              <a:tblPr firstRow="1" bandRow="1">
                <a:effectLst/>
                <a:tableStyleId>{F2DE63D5-997A-4646-A377-4702673A728D}</a:tableStyleId>
              </a:tblPr>
              <a:tblGrid>
                <a:gridCol w="6688777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630621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953621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1292001">
                  <a:extLst>
                    <a:ext uri="{9D8B030D-6E8A-4147-A177-3AD203B41FA5}">
                      <a16:colId xmlns:a16="http://schemas.microsoft.com/office/drawing/2014/main" val="3286041723"/>
                    </a:ext>
                  </a:extLst>
                </a:gridCol>
                <a:gridCol w="1666274">
                  <a:extLst>
                    <a:ext uri="{9D8B030D-6E8A-4147-A177-3AD203B41FA5}">
                      <a16:colId xmlns:a16="http://schemas.microsoft.com/office/drawing/2014/main" val="4263492041"/>
                    </a:ext>
                  </a:extLst>
                </a:gridCol>
              </a:tblGrid>
              <a:tr h="0">
                <a:tc>
                  <a:txBody>
                    <a:bodyPr/>
                    <a:lstStyle/>
                    <a:p>
                      <a:pPr marL="0" marR="0" indent="0" algn="l" defTabSz="4572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b="1" sz="1400">
                          <a:solidFill>
                            <a:schemeClr val="bg1"/>
                          </a:solidFill>
                          <a:latin typeface="+mn-lt"/>
                        </a:rPr>
                        <a:t>Unit name</a:t>
                      </a:r>
                      <a:endParaRPr lang="en-US" sz="1400" b="1" i="0" noProof="0" dirty="0">
                        <a:solidFill>
                          <a:schemeClr val="bg1"/>
                        </a:solidFill>
                        <a:latin typeface="+mn-lt"/>
                        <a:cs typeface="TheSans B4 SemiLight"/>
                      </a:endParaRPr>
                    </a:p>
                  </a:txBody>
                  <a:tcPr marL="108000" marR="108000" marT="72000" marB="72000">
                    <a:lnL w="9525" cap="flat" cmpd="sng" algn="ctr">
                      <a:noFill/>
                      <a:prstDash val="solid"/>
                    </a:lnL>
                    <a:lnR>
                      <a:noFill/>
                    </a:lnR>
                    <a:lnT w="9525" cap="flat" cmpd="sng" algn="ctr">
                      <a:noFill/>
                      <a:prstDash val="solid"/>
                    </a:lnT>
                    <a:lnB w="19050" cap="flat" cmpd="sng" algn="ctr">
                      <a:noFill/>
                      <a:prstDash val="sysDot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tx2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b="1" sz="1400">
                          <a:solidFill>
                            <a:schemeClr val="bg1"/>
                          </a:solidFill>
                          <a:latin typeface="+mn-lt"/>
                        </a:rPr>
                        <a:t>LOC</a:t>
                      </a:r>
                      <a:endParaRPr lang="en-US" sz="1400" b="1" i="0" noProof="0" dirty="0">
                        <a:solidFill>
                          <a:schemeClr val="bg1"/>
                        </a:solidFill>
                        <a:latin typeface="+mn-lt"/>
                        <a:cs typeface="TheSans B4 SemiLight"/>
                      </a:endParaRPr>
                    </a:p>
                  </a:txBody>
                  <a:tcPr marL="108000" marR="108000" marT="72000" marB="72000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noFill/>
                      <a:prstDash val="solid"/>
                    </a:lnT>
                    <a:lnB w="19050" cap="flat" cmpd="sng" algn="ctr">
                      <a:noFill/>
                      <a:prstDash val="sysDot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1F354B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b="1" sz="1400">
                          <a:solidFill>
                            <a:schemeClr val="bg1"/>
                          </a:solidFill>
                          <a:latin typeface="+mn-lt"/>
                        </a:rPr>
                        <a:t>McCabe</a:t>
                      </a:r>
                      <a:endParaRPr lang="en-US" sz="1400" b="1" i="0" noProof="0" dirty="0">
                        <a:solidFill>
                          <a:schemeClr val="bg1"/>
                        </a:solidFill>
                        <a:latin typeface="+mn-lt"/>
                        <a:cs typeface="TheSans B4 SemiLight"/>
                      </a:endParaRPr>
                    </a:p>
                  </a:txBody>
                  <a:tcPr marL="108000" marR="108000" marT="72000" marB="72000">
                    <a:lnL>
                      <a:noFill/>
                    </a:lnL>
                    <a:lnR w="9525" cap="flat" cmpd="sng" algn="ctr">
                      <a:noFill/>
                      <a:prstDash val="solid"/>
                    </a:lnR>
                    <a:lnT w="9525" cap="flat" cmpd="sng" algn="ctr">
                      <a:noFill/>
                      <a:prstDash val="solid"/>
                    </a:lnT>
                    <a:lnB w="19050" cap="flat" cmpd="sng" algn="ctr">
                      <a:noFill/>
                      <a:prstDash val="sysDot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2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b="1" i="0" sz="1400">
                          <a:solidFill>
                            <a:schemeClr val="bg1"/>
                          </a:solidFill>
                          <a:latin typeface="+mn-lt"/>
                        </a:rPr>
                        <a:t>Parameters</a:t>
                      </a:r>
                    </a:p>
                  </a:txBody>
                  <a:tcPr marL="108000" marR="108000" marT="72000" marB="72000">
                    <a:lnL>
                      <a:noFill/>
                    </a:lnL>
                    <a:lnR w="9525" cap="flat" cmpd="sng" algn="ctr">
                      <a:noFill/>
                      <a:prstDash val="solid"/>
                    </a:lnR>
                    <a:lnT w="9525" cap="flat" cmpd="sng" algn="ctr">
                      <a:noFill/>
                      <a:prstDash val="solid"/>
                    </a:lnT>
                    <a:lnB w="19050" cap="flat" cmpd="sng" algn="ctr">
                      <a:noFill/>
                      <a:prstDash val="sysDot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tx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b="1" i="0" sz="1400">
                          <a:solidFill>
                            <a:schemeClr val="bg1"/>
                          </a:solidFill>
                          <a:latin typeface="+mn-lt"/>
                        </a:rPr>
                        <a:t>Component</a:t>
                      </a:r>
                    </a:p>
                  </a:txBody>
                  <a:tcPr marL="108000" marR="108000" marT="72000" marB="72000">
                    <a:lnL>
                      <a:noFill/>
                    </a:lnL>
                    <a:lnR w="9525" cap="flat" cmpd="sng" algn="ctr">
                      <a:noFill/>
                      <a:prstDash val="solid"/>
                    </a:lnR>
                    <a:lnT w="9525" cap="flat" cmpd="sng" algn="ctr">
                      <a:noFill/>
                      <a:prstDash val="solid"/>
                    </a:lnT>
                    <a:lnB w="19050" cap="flat" cmpd="sng" algn="ctr">
                      <a:noFill/>
                      <a:prstDash val="sysDot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tx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</a:tbl>
          </a:graphicData>
        </a:graphic>
      </p:graphicFrame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C9E5DF8-42C2-D9A0-C581-926F88850EE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Number Placeholder 1">
            <a:extLst>
              <a:ext uri="{FF2B5EF4-FFF2-40B4-BE49-F238E27FC236}">
                <a16:creationId xmlns:a16="http://schemas.microsoft.com/office/drawing/2014/main" id="{CC384C2E-E259-D449-D3FC-4501B83DD586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E242BD21-9B61-2246-BCB1-4BE5E1BEBE1C}" type="slidenum">
              <a:rPr lang="en-US" smtClean="0"/>
              <a:pPr/>
              <a:t>16</a:t>
            </a:fld>
            <a:endParaRPr lang="en-US"/>
          </a:p>
        </p:txBody>
      </p:sp>
      <p:sp>
        <p:nvSpPr>
          <p:cNvPr id="10" name="Text Placeholder 9">
            <a:extLst>
              <a:ext uri="{FF2B5EF4-FFF2-40B4-BE49-F238E27FC236}">
                <a16:creationId xmlns:a16="http://schemas.microsoft.com/office/drawing/2014/main" id="{192E8F9D-227D-DE48-28FD-49E58F9EE84A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/>
        <p:txBody>
          <a:bodyPr/>
          <a:lstStyle/>
          <a:p>
            <a:r>
              <a:rPr lang="en-US" dirty="0"/>
              <a:t>Refactoring Candidates – Unit INTERFACING</a:t>
            </a:r>
          </a:p>
        </p:txBody>
      </p:sp>
      <p:sp>
        <p:nvSpPr>
          <p:cNvPr id="5" name="Title 4">
            <a:extLst>
              <a:ext uri="{FF2B5EF4-FFF2-40B4-BE49-F238E27FC236}">
                <a16:creationId xmlns:a16="http://schemas.microsoft.com/office/drawing/2014/main" id="{936CF5EF-9D37-AF0B-8482-89079D5C2E2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An overview of the units with the largest interfaces</a:t>
            </a:r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0B3E2457-37D9-7B56-B0F1-9C62576D55BE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2669790" y="6549140"/>
            <a:ext cx="804066" cy="236406"/>
          </a:xfrm>
          <a:prstGeom prst="rect">
            <a:avLst/>
          </a:prstGeom>
          <a:noFill/>
          <a:ln w="12700" cap="flat" cmpd="sng" algn="ctr">
            <a:noFill/>
            <a:prstDash val="solid"/>
            <a:miter lim="800000"/>
          </a:ln>
        </p:spPr>
        <p:txBody>
          <a:bodyPr wrap="none" lIns="0" tIns="36000" rIns="0" rtlCol="0" anchor="ctr">
            <a:spAutoFit/>
          </a:bodyPr>
          <a:lstStyle>
            <a:defPPr>
              <a:defRPr lang="en-US"/>
            </a:defPPr>
            <a:lvl1pPr marL="0" algn="l" defTabSz="914400" rtl="0" eaLnBrk="1" latinLnBrk="0" hangingPunct="1">
              <a:defRPr lang="en-US" sz="1000" b="1" kern="1200" cap="all" spc="10" baseline="0" dirty="0">
                <a:solidFill>
                  <a:srgbClr val="B2BECD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 dirty="0"/>
              <a:t>Confidential</a:t>
            </a:r>
          </a:p>
        </p:txBody>
      </p:sp>
      <p:graphicFrame>
        <p:nvGraphicFramePr>
          <p:cNvPr id="4" name="REFACTORING_CANDIDATES_TABLE_UNIT_INTERFACING">
            <a:extLst>
              <a:ext uri="{FF2B5EF4-FFF2-40B4-BE49-F238E27FC236}">
                <a16:creationId xmlns:a16="http://schemas.microsoft.com/office/drawing/2014/main" id="{886DDEFD-B6CA-D10A-3710-9F71507BA754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014690946"/>
              </p:ext>
            </p:extLst>
          </p:nvPr>
        </p:nvGraphicFramePr>
        <p:xfrm>
          <a:off x="514373" y="1366988"/>
          <a:ext cx="11232250" cy="4972560"/>
        </p:xfrm>
        <a:graphic>
          <a:graphicData uri="http://schemas.openxmlformats.org/drawingml/2006/table">
            <a:tbl>
              <a:tblPr firstRow="1" bandRow="1">
                <a:effectLst/>
                <a:tableStyleId>{F2DE63D5-997A-4646-A377-4702673A728D}</a:tableStyleId>
              </a:tblPr>
              <a:tblGrid>
                <a:gridCol w="6024972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568037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858982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1163781">
                  <a:extLst>
                    <a:ext uri="{9D8B030D-6E8A-4147-A177-3AD203B41FA5}">
                      <a16:colId xmlns:a16="http://schemas.microsoft.com/office/drawing/2014/main" val="3286041723"/>
                    </a:ext>
                  </a:extLst>
                </a:gridCol>
                <a:gridCol w="1500910">
                  <a:extLst>
                    <a:ext uri="{9D8B030D-6E8A-4147-A177-3AD203B41FA5}">
                      <a16:colId xmlns:a16="http://schemas.microsoft.com/office/drawing/2014/main" val="4263492041"/>
                    </a:ext>
                  </a:extLst>
                </a:gridCol>
                <a:gridCol w="1115568">
                  <a:extLst>
                    <a:ext uri="{9D8B030D-6E8A-4147-A177-3AD203B41FA5}">
                      <a16:colId xmlns:a16="http://schemas.microsoft.com/office/drawing/2014/main" val="2509092107"/>
                    </a:ext>
                  </a:extLst>
                </a:gridCol>
              </a:tblGrid>
              <a:tr h="0">
                <a:tc>
                  <a:txBody>
                    <a:bodyPr/>
                    <a:lstStyle/>
                    <a:p>
                      <a:pPr marL="0" marR="0" indent="0" algn="l" defTabSz="4572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b="1" sz="1400">
                          <a:solidFill>
                            <a:schemeClr val="bg1"/>
                          </a:solidFill>
                          <a:latin typeface="+mn-lt"/>
                        </a:rPr>
                        <a:t>Unit name</a:t>
                      </a:r>
                      <a:endParaRPr lang="en-US" sz="1400" b="1" i="0" noProof="0" dirty="0">
                        <a:solidFill>
                          <a:schemeClr val="bg1"/>
                        </a:solidFill>
                        <a:latin typeface="+mn-lt"/>
                        <a:cs typeface="TheSans B4 SemiLight"/>
                      </a:endParaRPr>
                    </a:p>
                  </a:txBody>
                  <a:tcPr marL="108000" marR="108000" marT="72000" marB="72000">
                    <a:lnL w="9525" cap="flat" cmpd="sng" algn="ctr">
                      <a:noFill/>
                      <a:prstDash val="solid"/>
                    </a:lnL>
                    <a:lnR>
                      <a:noFill/>
                    </a:lnR>
                    <a:lnT w="9525" cap="flat" cmpd="sng" algn="ctr">
                      <a:noFill/>
                      <a:prstDash val="solid"/>
                    </a:lnT>
                    <a:lnB w="19050" cap="flat" cmpd="sng" algn="ctr">
                      <a:noFill/>
                      <a:prstDash val="sysDot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tx2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b="1" sz="1400">
                          <a:solidFill>
                            <a:schemeClr val="bg1"/>
                          </a:solidFill>
                          <a:latin typeface="+mn-lt"/>
                        </a:rPr>
                        <a:t>LOC</a:t>
                      </a:r>
                      <a:endParaRPr lang="en-US" sz="1400" b="1" i="0" noProof="0" dirty="0">
                        <a:solidFill>
                          <a:schemeClr val="bg1"/>
                        </a:solidFill>
                        <a:latin typeface="+mn-lt"/>
                        <a:cs typeface="TheSans B4 SemiLight"/>
                      </a:endParaRPr>
                    </a:p>
                  </a:txBody>
                  <a:tcPr marL="108000" marR="108000" marT="72000" marB="72000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noFill/>
                      <a:prstDash val="solid"/>
                    </a:lnT>
                    <a:lnB w="19050" cap="flat" cmpd="sng" algn="ctr">
                      <a:noFill/>
                      <a:prstDash val="sysDot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1F354B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b="1" sz="1400">
                          <a:solidFill>
                            <a:schemeClr val="bg1"/>
                          </a:solidFill>
                          <a:latin typeface="+mn-lt"/>
                        </a:rPr>
                        <a:t>McCabe</a:t>
                      </a:r>
                      <a:endParaRPr lang="en-US" sz="1400" b="1" i="0" noProof="0" dirty="0">
                        <a:solidFill>
                          <a:schemeClr val="bg1"/>
                        </a:solidFill>
                        <a:latin typeface="+mn-lt"/>
                        <a:cs typeface="TheSans B4 SemiLight"/>
                      </a:endParaRPr>
                    </a:p>
                  </a:txBody>
                  <a:tcPr marL="108000" marR="108000" marT="72000" marB="72000">
                    <a:lnL>
                      <a:noFill/>
                    </a:lnL>
                    <a:lnR w="9525" cap="flat" cmpd="sng" algn="ctr">
                      <a:noFill/>
                      <a:prstDash val="solid"/>
                    </a:lnR>
                    <a:lnT w="9525" cap="flat" cmpd="sng" algn="ctr">
                      <a:noFill/>
                      <a:prstDash val="solid"/>
                    </a:lnT>
                    <a:lnB w="19050" cap="flat" cmpd="sng" algn="ctr">
                      <a:noFill/>
                      <a:prstDash val="sysDot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tx2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b="1" i="0" sz="1400">
                          <a:solidFill>
                            <a:schemeClr val="bg1"/>
                          </a:solidFill>
                          <a:latin typeface="+mn-lt"/>
                        </a:rPr>
                        <a:t>Parameters</a:t>
                      </a:r>
                    </a:p>
                  </a:txBody>
                  <a:tcPr marL="108000" marR="108000" marT="72000" marB="72000">
                    <a:lnL>
                      <a:noFill/>
                    </a:lnL>
                    <a:lnR w="9525" cap="flat" cmpd="sng" algn="ctr">
                      <a:noFill/>
                      <a:prstDash val="solid"/>
                    </a:lnR>
                    <a:lnT w="9525" cap="flat" cmpd="sng" algn="ctr">
                      <a:noFill/>
                      <a:prstDash val="solid"/>
                    </a:lnT>
                    <a:lnB w="19050" cap="flat" cmpd="sng" algn="ctr">
                      <a:noFill/>
                      <a:prstDash val="sysDot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DFC100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b="1" i="0" sz="1400">
                          <a:solidFill>
                            <a:schemeClr val="bg1"/>
                          </a:solidFill>
                          <a:latin typeface="+mn-lt"/>
                        </a:rPr>
                        <a:t>Component</a:t>
                      </a:r>
                    </a:p>
                  </a:txBody>
                  <a:tcPr marL="108000" marR="108000" marT="72000" marB="72000">
                    <a:lnL>
                      <a:noFill/>
                    </a:lnL>
                    <a:lnR w="9525" cap="flat" cmpd="sng" algn="ctr">
                      <a:noFill/>
                      <a:prstDash val="solid"/>
                    </a:lnR>
                    <a:lnT w="9525" cap="flat" cmpd="sng" algn="ctr">
                      <a:noFill/>
                      <a:prstDash val="solid"/>
                    </a:lnT>
                    <a:lnB w="19050" cap="flat" cmpd="sng" algn="ctr">
                      <a:noFill/>
                      <a:prstDash val="sysDot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tx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b="1" i="0" sz="1400">
                          <a:solidFill>
                            <a:schemeClr val="bg1"/>
                          </a:solidFill>
                          <a:latin typeface="+mn-lt"/>
                        </a:rPr>
                        <a:t>Technology</a:t>
                      </a:r>
                    </a:p>
                  </a:txBody>
                  <a:tcPr marL="108000" marR="108000" marT="72000" marB="72000">
                    <a:lnL>
                      <a:noFill/>
                    </a:lnL>
                    <a:lnR w="9525" cap="flat" cmpd="sng" algn="ctr">
                      <a:noFill/>
                      <a:prstDash val="solid"/>
                    </a:lnR>
                    <a:lnT w="9525" cap="flat" cmpd="sng" algn="ctr">
                      <a:noFill/>
                      <a:prstDash val="solid"/>
                    </a:lnT>
                    <a:lnB w="19050" cap="flat" cmpd="sng" algn="ctr">
                      <a:noFill/>
                      <a:prstDash val="sysDot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tx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marR="0" lvl="0" indent="0" algn="l" defTabSz="914400" rtl="0" eaLnBrk="1" fontAlgn="b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b="0" i="0" sz="1200" u="none">
                          <a:solidFill>
                            <a:schemeClr val="tx2"/>
                          </a:solidFill>
                          <a:latin typeface="Calibri Bold"/>
                        </a:rPr>
                        <a:t>GroupMetadataManager.streamsGroupHeartbeat(String,String,int,String,String,int,String,String,StreamsGroupHeartbeatRequestData.Topology,String,Endpoint,boolean,int)</a:t>
                      </a:r>
                    </a:p>
                  </a:txBody>
                  <a:tcPr marL="108000" marR="108000" marT="72000" marB="72000" anchor="ctr">
                    <a:lnL w="9525" cap="flat" cmpd="sng" algn="ctr">
                      <a:noFill/>
                      <a:prstDash val="solid"/>
                    </a:lnL>
                    <a:lnR>
                      <a:noFill/>
                    </a:lnR>
                    <a:lnT w="19050" cap="flat" cmpd="sng" algn="ctr">
                      <a:noFill/>
                      <a:prstDash val="sysDot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algn="r" defTabSz="914400" rtl="0" eaLnBrk="1" fontAlgn="b" latinLnBrk="0" hangingPunct="1"/>
                      <a:r>
                        <a:rPr b="0" i="0" sz="1200" u="none">
                          <a:solidFill>
                            <a:schemeClr val="tx1">
                              <a:lumMod val="60000"/>
                              <a:lumOff val="40000"/>
                            </a:schemeClr>
                          </a:solidFill>
                          <a:latin typeface="Calibri Regular"/>
                        </a:rPr>
                        <a:t>170</a:t>
                      </a:r>
                    </a:p>
                  </a:txBody>
                  <a:tcPr marL="108000" marR="108000" marT="72000" marB="72000" anchor="ctr">
                    <a:lnL>
                      <a:noFill/>
                    </a:lnL>
                    <a:lnR>
                      <a:noFill/>
                    </a:lnR>
                    <a:lnT w="19050" cap="flat" cmpd="sng" algn="ctr">
                      <a:noFill/>
                      <a:prstDash val="sysDot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b="0" i="0" sz="1200" u="none">
                          <a:solidFill>
                            <a:schemeClr val="tx1">
                              <a:lumMod val="60000"/>
                              <a:lumOff val="40000"/>
                            </a:schemeClr>
                          </a:solidFill>
                          <a:latin typeface="Calibri Regular"/>
                        </a:rPr>
                        <a:t>24</a:t>
                      </a:r>
                    </a:p>
                  </a:txBody>
                  <a:tcPr marL="108000" marR="108000" marT="72000" marB="72000" anchor="ctr">
                    <a:lnL>
                      <a:noFill/>
                    </a:lnL>
                    <a:lnR w="9525" cap="flat" cmpd="sng" algn="ctr">
                      <a:noFill/>
                      <a:prstDash val="solid"/>
                    </a:lnR>
                    <a:lnT w="19050" cap="flat" cmpd="sng" algn="ctr">
                      <a:noFill/>
                      <a:prstDash val="sysDot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algn="r" defTabSz="914400" rtl="0" eaLnBrk="1" fontAlgn="b" latinLnBrk="0" hangingPunct="1"/>
                      <a:r>
                        <a:rPr b="0" i="0" sz="1200" u="none">
                          <a:solidFill>
                            <a:schemeClr val="tx2"/>
                          </a:solidFill>
                          <a:latin typeface="Calibri Regular"/>
                        </a:rPr>
                        <a:t>13</a:t>
                      </a:r>
                    </a:p>
                  </a:txBody>
                  <a:tcPr marL="108000" marR="108000" marT="72000" marB="72000" anchor="ctr">
                    <a:lnL>
                      <a:noFill/>
                    </a:lnL>
                    <a:lnR w="9525" cap="flat" cmpd="sng" algn="ctr">
                      <a:noFill/>
                      <a:prstDash val="solid"/>
                    </a:lnR>
                    <a:lnT w="19050" cap="flat" cmpd="sng" algn="ctr">
                      <a:noFill/>
                      <a:prstDash val="sysDot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EF5BA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b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b="0" i="0" sz="1200" u="none">
                          <a:solidFill>
                            <a:schemeClr val="tx1">
                              <a:lumMod val="60000"/>
                              <a:lumOff val="40000"/>
                            </a:schemeClr>
                          </a:solidFill>
                          <a:latin typeface="Calibri Regular"/>
                        </a:rPr>
                        <a:t>group-coordinator</a:t>
                      </a:r>
                    </a:p>
                  </a:txBody>
                  <a:tcPr marL="108000" marR="108000" marT="72000" marB="72000" anchor="ctr">
                    <a:lnL>
                      <a:noFill/>
                    </a:lnL>
                    <a:lnR w="9525" cap="flat" cmpd="sng" algn="ctr">
                      <a:noFill/>
                      <a:prstDash val="solid"/>
                    </a:lnR>
                    <a:lnT w="19050" cap="flat" cmpd="sng" algn="ctr">
                      <a:noFill/>
                      <a:prstDash val="sysDot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b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b="0" i="0" sz="1200" u="none">
                          <a:solidFill>
                            <a:schemeClr val="tx1">
                              <a:lumMod val="60000"/>
                              <a:lumOff val="40000"/>
                            </a:schemeClr>
                          </a:solidFill>
                          <a:latin typeface="Calibri Regular"/>
                        </a:rPr>
                        <a:t>Java</a:t>
                      </a:r>
                    </a:p>
                  </a:txBody>
                  <a:tcPr marL="108000" marR="108000" marT="72000" marB="72000" anchor="ctr">
                    <a:lnL>
                      <a:noFill/>
                    </a:lnL>
                    <a:lnR w="9525" cap="flat" cmpd="sng" algn="ctr">
                      <a:noFill/>
                      <a:prstDash val="solid"/>
                    </a:lnR>
                    <a:lnT w="19050" cap="flat" cmpd="sng" algn="ctr">
                      <a:noFill/>
                      <a:prstDash val="sysDot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algn="l" fontAlgn="b"/>
                      <a:r>
                        <a:rPr b="0" i="0" sz="1200" u="none">
                          <a:solidFill>
                            <a:schemeClr val="tx2"/>
                          </a:solidFill>
                          <a:latin typeface="Calibri Bold"/>
                        </a:rPr>
                        <a:t>SharePartition.acquire(String,ShareAcquireMode,int,int,long,FetchPartitionData,FetchIsolation)</a:t>
                      </a:r>
                      <a:endParaRPr lang="en-US" sz="1200" b="0" i="0" u="none" strike="noStrike" noProof="0" dirty="0">
                        <a:solidFill>
                          <a:schemeClr val="tx2"/>
                        </a:solidFill>
                        <a:effectLst/>
                        <a:latin typeface="Calibri Regular"/>
                      </a:endParaRPr>
                    </a:p>
                  </a:txBody>
                  <a:tcPr marL="108000" marR="108000" marT="72000" marB="72000" anchor="ctr">
                    <a:lnL w="9525" cap="flat" cmpd="sng" algn="ctr">
                      <a:noFill/>
                      <a:prstDash val="solid"/>
                    </a:lnL>
                    <a:lnR>
                      <a:noFill/>
                    </a:lnR>
                    <a:lnT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algn="r" defTabSz="914400" rtl="0" eaLnBrk="1" fontAlgn="b" latinLnBrk="0" hangingPunct="1"/>
                      <a:r>
                        <a:rPr b="0" i="0" sz="1200" u="none">
                          <a:solidFill>
                            <a:schemeClr val="tx1">
                              <a:lumMod val="60000"/>
                              <a:lumOff val="40000"/>
                            </a:schemeClr>
                          </a:solidFill>
                          <a:latin typeface="Calibri Regular"/>
                        </a:rPr>
                        <a:t>134</a:t>
                      </a:r>
                      <a:endParaRPr lang="en-US" sz="1200" b="0" i="0" u="none" strike="noStrike" kern="1200" noProof="0" dirty="0">
                        <a:solidFill>
                          <a:schemeClr val="tx1">
                            <a:lumMod val="60000"/>
                            <a:lumOff val="40000"/>
                          </a:schemeClr>
                        </a:solidFill>
                        <a:effectLst/>
                        <a:latin typeface="Calibri Regular"/>
                        <a:ea typeface="+mn-ea"/>
                        <a:cs typeface="+mn-cs"/>
                      </a:endParaRPr>
                    </a:p>
                  </a:txBody>
                  <a:tcPr marL="108000" marR="108000" marT="72000" marB="72000" anchor="ctr">
                    <a:lnL>
                      <a:noFill/>
                    </a:lnL>
                    <a:lnR>
                      <a:noFill/>
                    </a:lnR>
                    <a:lnT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indent="0" algn="r" defTabSz="457200" rtl="0" eaLnBrk="1" fontAlgn="b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b="0" i="0" sz="1200" u="none">
                          <a:solidFill>
                            <a:schemeClr val="tx1">
                              <a:lumMod val="60000"/>
                              <a:lumOff val="40000"/>
                            </a:schemeClr>
                          </a:solidFill>
                          <a:latin typeface="Calibri Regular"/>
                        </a:rPr>
                        <a:t>34</a:t>
                      </a:r>
                      <a:endParaRPr lang="en-US" sz="1200" b="0" i="0" u="none" strike="noStrike" noProof="0" dirty="0">
                        <a:solidFill>
                          <a:schemeClr val="tx1">
                            <a:lumMod val="60000"/>
                            <a:lumOff val="40000"/>
                          </a:schemeClr>
                        </a:solidFill>
                        <a:effectLst/>
                        <a:latin typeface="Calibri Regular"/>
                      </a:endParaRPr>
                    </a:p>
                  </a:txBody>
                  <a:tcPr marL="108000" marR="108000" marT="72000" marB="72000" anchor="ctr">
                    <a:lnL>
                      <a:noFill/>
                    </a:lnL>
                    <a:lnR w="9525" cap="flat" cmpd="sng" algn="ctr">
                      <a:noFill/>
                      <a:prstDash val="solid"/>
                    </a:lnR>
                    <a:lnT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indent="0" algn="r" defTabSz="914400" rtl="0" eaLnBrk="1" fontAlgn="b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b="0" i="0" sz="1200" u="none">
                          <a:solidFill>
                            <a:schemeClr val="tx2"/>
                          </a:solidFill>
                          <a:latin typeface="Calibri Regular"/>
                        </a:rPr>
                        <a:t>7</a:t>
                      </a:r>
                      <a:endParaRPr lang="en-US" sz="1200" b="0" i="0" u="none" strike="noStrike" kern="1200" noProof="0" dirty="0">
                        <a:solidFill>
                          <a:schemeClr val="tx2"/>
                        </a:solidFill>
                        <a:effectLst/>
                        <a:latin typeface="Calibri Regular"/>
                        <a:ea typeface="+mn-ea"/>
                        <a:cs typeface="+mn-cs"/>
                      </a:endParaRPr>
                    </a:p>
                  </a:txBody>
                  <a:tcPr marL="108000" marR="108000" marT="72000" marB="72000" anchor="ctr">
                    <a:lnL>
                      <a:noFill/>
                    </a:lnL>
                    <a:lnR w="9525" cap="flat" cmpd="sng" algn="ctr">
                      <a:noFill/>
                      <a:prstDash val="solid"/>
                    </a:lnR>
                    <a:lnT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EF5BA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indent="0" algn="l" defTabSz="457200" rtl="0" eaLnBrk="1" fontAlgn="b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b="0" i="0" sz="1200" u="none">
                          <a:solidFill>
                            <a:schemeClr val="tx1">
                              <a:lumMod val="60000"/>
                              <a:lumOff val="40000"/>
                            </a:schemeClr>
                          </a:solidFill>
                          <a:latin typeface="Calibri Regular"/>
                        </a:rPr>
                        <a:t>core</a:t>
                      </a:r>
                      <a:endParaRPr lang="en-US" sz="1200" b="0" i="0" u="none" strike="noStrike" noProof="0" dirty="0">
                        <a:solidFill>
                          <a:schemeClr val="tx1">
                            <a:lumMod val="60000"/>
                            <a:lumOff val="40000"/>
                          </a:schemeClr>
                        </a:solidFill>
                        <a:effectLst/>
                        <a:latin typeface="Calibri Regular"/>
                      </a:endParaRPr>
                    </a:p>
                  </a:txBody>
                  <a:tcPr marL="108000" marR="108000" marT="72000" marB="72000" anchor="ctr">
                    <a:lnL>
                      <a:noFill/>
                    </a:lnL>
                    <a:lnR w="9525" cap="flat" cmpd="sng" algn="ctr">
                      <a:noFill/>
                      <a:prstDash val="solid"/>
                    </a:lnR>
                    <a:lnT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indent="0" algn="l" defTabSz="457200" rtl="0" eaLnBrk="1" fontAlgn="b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b="0" i="0" sz="1200" u="none">
                          <a:solidFill>
                            <a:schemeClr val="tx1">
                              <a:lumMod val="60000"/>
                              <a:lumOff val="40000"/>
                            </a:schemeClr>
                          </a:solidFill>
                          <a:latin typeface="Calibri Regular"/>
                        </a:rPr>
                        <a:t>Java</a:t>
                      </a:r>
                      <a:endParaRPr lang="en-US" sz="1200" b="0" i="0" u="none" strike="noStrike" noProof="0" dirty="0">
                        <a:solidFill>
                          <a:schemeClr val="tx1">
                            <a:lumMod val="60000"/>
                            <a:lumOff val="40000"/>
                          </a:schemeClr>
                        </a:solidFill>
                        <a:effectLst/>
                        <a:latin typeface="Calibri Regular"/>
                      </a:endParaRPr>
                    </a:p>
                  </a:txBody>
                  <a:tcPr marL="108000" marR="108000" marT="72000" marB="72000" anchor="ctr">
                    <a:lnL>
                      <a:noFill/>
                    </a:lnL>
                    <a:lnR w="9525" cap="flat" cmpd="sng" algn="ctr">
                      <a:noFill/>
                      <a:prstDash val="solid"/>
                    </a:lnR>
                    <a:lnT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algn="l" fontAlgn="b"/>
                      <a:r>
                        <a:rPr b="0" i="0" sz="1200" u="none">
                          <a:solidFill>
                            <a:schemeClr val="tx2"/>
                          </a:solidFill>
                          <a:latin typeface="Calibri Bold"/>
                        </a:rPr>
                        <a:t>RequestManagers.supplier(Time,LogContext,BackgroundEventHandler,ConsumerMetadata,SubscriptionState,FetchBuffer,ConsumerConfig,GroupRebalanceConfig,ApiVersions,FetchMetricsManager,Supplier&lt;NetworkClientDelegate&gt;,Optional&lt;ClientTelemetryReporter&gt;,Metrics,Of</a:t>
                      </a:r>
                      <a:endParaRPr lang="en-US" sz="1200" b="0" i="0" u="none" strike="noStrike" noProof="0" dirty="0">
                        <a:solidFill>
                          <a:schemeClr val="tx2"/>
                        </a:solidFill>
                        <a:effectLst/>
                        <a:latin typeface="Calibri Regular"/>
                      </a:endParaRPr>
                    </a:p>
                  </a:txBody>
                  <a:tcPr marL="108000" marR="108000" marT="72000" marB="72000" anchor="ctr">
                    <a:lnL w="9525" cap="flat" cmpd="sng" algn="ctr">
                      <a:noFill/>
                      <a:prstDash val="solid"/>
                    </a:lnL>
                    <a:lnR>
                      <a:noFill/>
                    </a:lnR>
                    <a:lnT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algn="r" defTabSz="914400" rtl="0" eaLnBrk="1" fontAlgn="b" latinLnBrk="0" hangingPunct="1"/>
                      <a:r>
                        <a:rPr b="0" i="0" sz="1200" u="none">
                          <a:solidFill>
                            <a:schemeClr val="tx1">
                              <a:lumMod val="60000"/>
                              <a:lumOff val="40000"/>
                            </a:schemeClr>
                          </a:solidFill>
                          <a:latin typeface="Calibri Regular"/>
                        </a:rPr>
                        <a:t>131</a:t>
                      </a:r>
                      <a:endParaRPr lang="en-US" sz="1200" b="0" i="0" u="none" strike="noStrike" kern="1200" noProof="0" dirty="0">
                        <a:solidFill>
                          <a:schemeClr val="tx1">
                            <a:lumMod val="60000"/>
                            <a:lumOff val="40000"/>
                          </a:schemeClr>
                        </a:solidFill>
                        <a:effectLst/>
                        <a:latin typeface="Calibri Regular"/>
                        <a:ea typeface="+mn-ea"/>
                        <a:cs typeface="+mn-cs"/>
                      </a:endParaRPr>
                    </a:p>
                  </a:txBody>
                  <a:tcPr marL="108000" marR="108000" marT="72000" marB="72000" anchor="ctr">
                    <a:lnL>
                      <a:noFill/>
                    </a:lnL>
                    <a:lnR>
                      <a:noFill/>
                    </a:lnR>
                    <a:lnT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b="0" i="0" sz="1200" u="none">
                          <a:solidFill>
                            <a:schemeClr val="tx1">
                              <a:lumMod val="60000"/>
                              <a:lumOff val="40000"/>
                            </a:schemeClr>
                          </a:solidFill>
                          <a:latin typeface="Calibri Regular"/>
                        </a:rPr>
                        <a:t>6</a:t>
                      </a:r>
                      <a:endParaRPr lang="en-US" sz="1200" b="0" i="0" u="none" strike="noStrike" noProof="0" dirty="0">
                        <a:solidFill>
                          <a:schemeClr val="tx1">
                            <a:lumMod val="60000"/>
                            <a:lumOff val="40000"/>
                          </a:schemeClr>
                        </a:solidFill>
                        <a:effectLst/>
                        <a:latin typeface="Calibri Regular"/>
                      </a:endParaRPr>
                    </a:p>
                  </a:txBody>
                  <a:tcPr marL="108000" marR="108000" marT="72000" marB="72000" anchor="ctr">
                    <a:lnL>
                      <a:noFill/>
                    </a:lnL>
                    <a:lnR w="9525" cap="flat" cmpd="sng" algn="ctr">
                      <a:noFill/>
                      <a:prstDash val="solid"/>
                    </a:lnR>
                    <a:lnT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algn="r" defTabSz="914400" rtl="0" eaLnBrk="1" fontAlgn="b" latinLnBrk="0" hangingPunct="1"/>
                      <a:r>
                        <a:rPr b="0" i="0" sz="1200" u="none">
                          <a:solidFill>
                            <a:schemeClr val="tx2"/>
                          </a:solidFill>
                          <a:latin typeface="Calibri Regular"/>
                        </a:rPr>
                        <a:t>17</a:t>
                      </a:r>
                      <a:endParaRPr lang="en-US" sz="1200" b="0" i="0" u="none" strike="noStrike" kern="1200" noProof="0" dirty="0">
                        <a:solidFill>
                          <a:schemeClr val="tx2"/>
                        </a:solidFill>
                        <a:effectLst/>
                        <a:latin typeface="Calibri Regular"/>
                        <a:ea typeface="+mn-ea"/>
                        <a:cs typeface="+mn-cs"/>
                      </a:endParaRPr>
                    </a:p>
                  </a:txBody>
                  <a:tcPr marL="108000" marR="108000" marT="72000" marB="72000" anchor="ctr">
                    <a:lnL>
                      <a:noFill/>
                    </a:lnL>
                    <a:lnR w="9525" cap="flat" cmpd="sng" algn="ctr">
                      <a:noFill/>
                      <a:prstDash val="solid"/>
                    </a:lnR>
                    <a:lnT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EF5BA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b"/>
                      <a:r>
                        <a:rPr b="0" i="0" sz="1200" u="none">
                          <a:solidFill>
                            <a:schemeClr val="tx1">
                              <a:lumMod val="60000"/>
                              <a:lumOff val="40000"/>
                            </a:schemeClr>
                          </a:solidFill>
                          <a:latin typeface="Calibri Regular"/>
                        </a:rPr>
                        <a:t>clients</a:t>
                      </a:r>
                      <a:endParaRPr lang="en-US" sz="1200" b="0" i="0" u="none" strike="noStrike" noProof="0" dirty="0">
                        <a:solidFill>
                          <a:schemeClr val="tx1">
                            <a:lumMod val="60000"/>
                            <a:lumOff val="40000"/>
                          </a:schemeClr>
                        </a:solidFill>
                        <a:effectLst/>
                        <a:latin typeface="Calibri Regular"/>
                      </a:endParaRPr>
                    </a:p>
                  </a:txBody>
                  <a:tcPr marL="108000" marR="108000" marT="72000" marB="72000" anchor="ctr">
                    <a:lnL>
                      <a:noFill/>
                    </a:lnL>
                    <a:lnR w="9525" cap="flat" cmpd="sng" algn="ctr">
                      <a:noFill/>
                      <a:prstDash val="solid"/>
                    </a:lnR>
                    <a:lnT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b"/>
                      <a:r>
                        <a:rPr b="0" i="0" sz="1200" u="none">
                          <a:solidFill>
                            <a:schemeClr val="tx1">
                              <a:lumMod val="60000"/>
                              <a:lumOff val="40000"/>
                            </a:schemeClr>
                          </a:solidFill>
                          <a:latin typeface="Calibri Regular"/>
                        </a:rPr>
                        <a:t>Java</a:t>
                      </a:r>
                      <a:endParaRPr lang="en-US" sz="1200" b="0" i="0" u="none" strike="noStrike" noProof="0" dirty="0">
                        <a:solidFill>
                          <a:schemeClr val="tx1">
                            <a:lumMod val="60000"/>
                            <a:lumOff val="40000"/>
                          </a:schemeClr>
                        </a:solidFill>
                        <a:effectLst/>
                        <a:latin typeface="Calibri Regular"/>
                      </a:endParaRPr>
                    </a:p>
                  </a:txBody>
                  <a:tcPr marL="108000" marR="108000" marT="72000" marB="72000" anchor="ctr">
                    <a:lnL>
                      <a:noFill/>
                    </a:lnL>
                    <a:lnR w="9525" cap="flat" cmpd="sng" algn="ctr">
                      <a:noFill/>
                      <a:prstDash val="solid"/>
                    </a:lnR>
                    <a:lnT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algn="l" fontAlgn="b"/>
                      <a:r>
                        <a:rPr b="0" i="0" sz="1200" u="none">
                          <a:solidFill>
                            <a:schemeClr val="tx2"/>
                          </a:solidFill>
                          <a:latin typeface="Calibri Bold"/>
                        </a:rPr>
                        <a:t>AsyncKafkaConsumer.AsyncKafkaConsumer(ConsumerConfig,Deserializer,Deserializer,Time,ApplicationEventHandlerFactory,CompletableEventReaperFactory,FetchCollectorFactory,ConsumerMetadataFactory,LinkedBlockingQueue,Optional&lt;StreamsRebalanceData&gt;)</a:t>
                      </a:r>
                      <a:endParaRPr lang="en-US" sz="1200" b="0" i="0" u="none" strike="noStrike" noProof="0" dirty="0">
                        <a:solidFill>
                          <a:schemeClr val="tx2"/>
                        </a:solidFill>
                        <a:effectLst/>
                        <a:latin typeface="Calibri Regular"/>
                      </a:endParaRPr>
                    </a:p>
                  </a:txBody>
                  <a:tcPr marL="108000" marR="108000" marT="72000" marB="72000" anchor="ctr">
                    <a:lnL w="9525" cap="flat" cmpd="sng" algn="ctr">
                      <a:noFill/>
                      <a:prstDash val="solid"/>
                    </a:lnL>
                    <a:lnR>
                      <a:noFill/>
                    </a:lnR>
                    <a:lnT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algn="r" defTabSz="914400" rtl="0" eaLnBrk="1" fontAlgn="b" latinLnBrk="0" hangingPunct="1"/>
                      <a:r>
                        <a:rPr b="0" i="0" sz="1200" u="none">
                          <a:solidFill>
                            <a:schemeClr val="tx1">
                              <a:lumMod val="60000"/>
                              <a:lumOff val="40000"/>
                            </a:schemeClr>
                          </a:solidFill>
                          <a:latin typeface="Calibri Regular"/>
                        </a:rPr>
                        <a:t>123</a:t>
                      </a:r>
                      <a:endParaRPr lang="en-US" sz="1200" b="0" i="0" u="none" strike="noStrike" kern="1200" noProof="0" dirty="0">
                        <a:solidFill>
                          <a:schemeClr val="tx1">
                            <a:lumMod val="60000"/>
                            <a:lumOff val="40000"/>
                          </a:schemeClr>
                        </a:solidFill>
                        <a:effectLst/>
                        <a:latin typeface="Calibri Regular"/>
                        <a:ea typeface="+mn-ea"/>
                        <a:cs typeface="+mn-cs"/>
                      </a:endParaRPr>
                    </a:p>
                  </a:txBody>
                  <a:tcPr marL="108000" marR="108000" marT="72000" marB="72000" anchor="ctr">
                    <a:lnL>
                      <a:noFill/>
                    </a:lnL>
                    <a:lnR>
                      <a:noFill/>
                    </a:lnR>
                    <a:lnT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b="0" i="0" sz="1200" u="none">
                          <a:solidFill>
                            <a:schemeClr val="tx1">
                              <a:lumMod val="60000"/>
                              <a:lumOff val="40000"/>
                            </a:schemeClr>
                          </a:solidFill>
                          <a:latin typeface="Calibri Regular"/>
                        </a:rPr>
                        <a:t>5</a:t>
                      </a:r>
                      <a:endParaRPr lang="en-US" sz="1200" b="0" i="0" u="none" strike="noStrike" noProof="0" dirty="0">
                        <a:solidFill>
                          <a:schemeClr val="tx1">
                            <a:lumMod val="60000"/>
                            <a:lumOff val="40000"/>
                          </a:schemeClr>
                        </a:solidFill>
                        <a:effectLst/>
                        <a:latin typeface="Calibri Regular"/>
                      </a:endParaRPr>
                    </a:p>
                  </a:txBody>
                  <a:tcPr marL="108000" marR="108000" marT="72000" marB="72000" anchor="ctr">
                    <a:lnL>
                      <a:noFill/>
                    </a:lnL>
                    <a:lnR w="9525" cap="flat" cmpd="sng" algn="ctr">
                      <a:noFill/>
                      <a:prstDash val="solid"/>
                    </a:lnR>
                    <a:lnT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algn="r" defTabSz="914400" rtl="0" eaLnBrk="1" fontAlgn="b" latinLnBrk="0" hangingPunct="1"/>
                      <a:r>
                        <a:rPr b="0" i="0" sz="1200" u="none">
                          <a:solidFill>
                            <a:schemeClr val="tx2"/>
                          </a:solidFill>
                          <a:latin typeface="Calibri Regular"/>
                        </a:rPr>
                        <a:t>10</a:t>
                      </a:r>
                      <a:endParaRPr lang="en-US" sz="1200" b="0" i="0" u="none" strike="noStrike" kern="1200" noProof="0" dirty="0">
                        <a:solidFill>
                          <a:schemeClr val="tx2"/>
                        </a:solidFill>
                        <a:effectLst/>
                        <a:latin typeface="Calibri Regular"/>
                        <a:ea typeface="+mn-ea"/>
                        <a:cs typeface="+mn-cs"/>
                      </a:endParaRPr>
                    </a:p>
                  </a:txBody>
                  <a:tcPr marL="108000" marR="108000" marT="72000" marB="72000" anchor="ctr">
                    <a:lnL>
                      <a:noFill/>
                    </a:lnL>
                    <a:lnR w="9525" cap="flat" cmpd="sng" algn="ctr">
                      <a:noFill/>
                      <a:prstDash val="solid"/>
                    </a:lnR>
                    <a:lnT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EF5BA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b"/>
                      <a:r>
                        <a:rPr b="0" i="0" sz="1200" u="none">
                          <a:solidFill>
                            <a:schemeClr val="tx1">
                              <a:lumMod val="60000"/>
                              <a:lumOff val="40000"/>
                            </a:schemeClr>
                          </a:solidFill>
                          <a:latin typeface="Calibri Regular"/>
                        </a:rPr>
                        <a:t>clients</a:t>
                      </a:r>
                      <a:endParaRPr lang="en-US" sz="1200" b="0" i="0" u="none" strike="noStrike" noProof="0" dirty="0">
                        <a:solidFill>
                          <a:schemeClr val="tx1">
                            <a:lumMod val="60000"/>
                            <a:lumOff val="40000"/>
                          </a:schemeClr>
                        </a:solidFill>
                        <a:effectLst/>
                        <a:latin typeface="Calibri Regular"/>
                      </a:endParaRPr>
                    </a:p>
                  </a:txBody>
                  <a:tcPr marL="108000" marR="108000" marT="72000" marB="72000" anchor="ctr">
                    <a:lnL>
                      <a:noFill/>
                    </a:lnL>
                    <a:lnR w="9525" cap="flat" cmpd="sng" algn="ctr">
                      <a:noFill/>
                      <a:prstDash val="solid"/>
                    </a:lnR>
                    <a:lnT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b"/>
                      <a:r>
                        <a:rPr b="0" i="0" sz="1200" u="none">
                          <a:solidFill>
                            <a:schemeClr val="tx1">
                              <a:lumMod val="60000"/>
                              <a:lumOff val="40000"/>
                            </a:schemeClr>
                          </a:solidFill>
                          <a:latin typeface="Calibri Regular"/>
                        </a:rPr>
                        <a:t>Java</a:t>
                      </a:r>
                      <a:endParaRPr lang="en-US" sz="1200" b="0" i="0" u="none" strike="noStrike" noProof="0" dirty="0">
                        <a:solidFill>
                          <a:schemeClr val="tx1">
                            <a:lumMod val="60000"/>
                            <a:lumOff val="40000"/>
                          </a:schemeClr>
                        </a:solidFill>
                        <a:effectLst/>
                        <a:latin typeface="Calibri Regular"/>
                      </a:endParaRPr>
                    </a:p>
                  </a:txBody>
                  <a:tcPr marL="108000" marR="108000" marT="72000" marB="72000" anchor="ctr">
                    <a:lnL>
                      <a:noFill/>
                    </a:lnL>
                    <a:lnR w="9525" cap="flat" cmpd="sng" algn="ctr">
                      <a:noFill/>
                      <a:prstDash val="solid"/>
                    </a:lnR>
                    <a:lnT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algn="l" fontAlgn="b"/>
                      <a:r>
                        <a:rPr b="0" i="0" sz="1200" u="none">
                          <a:solidFill>
                            <a:schemeClr val="tx2"/>
                          </a:solidFill>
                          <a:latin typeface="Calibri Bold"/>
                        </a:rPr>
                        <a:t>QuorumController.QuorumController(FaultHandler,FaultHandler,LogContext,int,String,KafkaEventQueue,Time,KafkaConfigSchema,RaftClient,QuorumFeatures,short,int,ReplicaPlacer,OptionalLong,OptionalLong,long,OptionalLong,QuorumControllerMetrics,Optional&lt;CreateT</a:t>
                      </a:r>
                      <a:endParaRPr lang="en-US" sz="1200" b="0" i="0" u="none" strike="noStrike" noProof="0" dirty="0">
                        <a:solidFill>
                          <a:schemeClr val="tx2"/>
                        </a:solidFill>
                        <a:effectLst/>
                        <a:latin typeface="Calibri Regular"/>
                      </a:endParaRPr>
                    </a:p>
                  </a:txBody>
                  <a:tcPr marL="108000" marR="108000" marT="72000" marB="72000" anchor="ctr">
                    <a:lnL w="9525" cap="flat" cmpd="sng" algn="ctr">
                      <a:noFill/>
                      <a:prstDash val="solid"/>
                    </a:lnL>
                    <a:lnR>
                      <a:noFill/>
                    </a:lnR>
                    <a:lnT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algn="r" defTabSz="914400" rtl="0" eaLnBrk="1" fontAlgn="b" latinLnBrk="0" hangingPunct="1"/>
                      <a:r>
                        <a:rPr b="0" i="0" sz="1200" u="none">
                          <a:solidFill>
                            <a:schemeClr val="tx1">
                              <a:lumMod val="60000"/>
                              <a:lumOff val="40000"/>
                            </a:schemeClr>
                          </a:solidFill>
                          <a:latin typeface="Calibri Regular"/>
                        </a:rPr>
                        <a:t>117</a:t>
                      </a:r>
                      <a:endParaRPr lang="en-US" sz="1200" b="0" i="0" u="none" strike="noStrike" kern="1200" noProof="0" dirty="0">
                        <a:solidFill>
                          <a:schemeClr val="tx1">
                            <a:lumMod val="60000"/>
                            <a:lumOff val="40000"/>
                          </a:schemeClr>
                        </a:solidFill>
                        <a:effectLst/>
                        <a:latin typeface="Calibri Regular"/>
                        <a:ea typeface="+mn-ea"/>
                        <a:cs typeface="+mn-cs"/>
                      </a:endParaRPr>
                    </a:p>
                  </a:txBody>
                  <a:tcPr marL="108000" marR="108000" marT="72000" marB="72000" anchor="ctr">
                    <a:lnL>
                      <a:noFill/>
                    </a:lnL>
                    <a:lnR>
                      <a:noFill/>
                    </a:lnR>
                    <a:lnT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b="0" i="0" sz="1200" u="none">
                          <a:solidFill>
                            <a:schemeClr val="tx1">
                              <a:lumMod val="60000"/>
                              <a:lumOff val="40000"/>
                            </a:schemeClr>
                          </a:solidFill>
                          <a:latin typeface="Calibri Regular"/>
                        </a:rPr>
                        <a:t>4</a:t>
                      </a:r>
                      <a:endParaRPr lang="en-US" sz="1200" b="0" i="0" u="none" strike="noStrike" noProof="0" dirty="0">
                        <a:solidFill>
                          <a:schemeClr val="tx1">
                            <a:lumMod val="60000"/>
                            <a:lumOff val="40000"/>
                          </a:schemeClr>
                        </a:solidFill>
                        <a:effectLst/>
                        <a:latin typeface="Calibri Regular"/>
                      </a:endParaRPr>
                    </a:p>
                  </a:txBody>
                  <a:tcPr marL="108000" marR="108000" marT="72000" marB="72000" anchor="ctr">
                    <a:lnL>
                      <a:noFill/>
                    </a:lnL>
                    <a:lnR w="9525" cap="flat" cmpd="sng" algn="ctr">
                      <a:noFill/>
                      <a:prstDash val="solid"/>
                    </a:lnR>
                    <a:lnT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algn="r" defTabSz="914400" rtl="0" eaLnBrk="1" fontAlgn="b" latinLnBrk="0" hangingPunct="1"/>
                      <a:r>
                        <a:rPr b="0" i="0" sz="1200" u="none">
                          <a:solidFill>
                            <a:schemeClr val="tx2"/>
                          </a:solidFill>
                          <a:latin typeface="Calibri Regular"/>
                        </a:rPr>
                        <a:t>32</a:t>
                      </a:r>
                      <a:endParaRPr lang="en-US" sz="1200" b="0" i="0" u="none" strike="noStrike" kern="1200" noProof="0" dirty="0">
                        <a:solidFill>
                          <a:schemeClr val="tx2"/>
                        </a:solidFill>
                        <a:effectLst/>
                        <a:latin typeface="Calibri Regular"/>
                        <a:ea typeface="+mn-ea"/>
                        <a:cs typeface="+mn-cs"/>
                      </a:endParaRPr>
                    </a:p>
                  </a:txBody>
                  <a:tcPr marL="108000" marR="108000" marT="72000" marB="72000" anchor="ctr">
                    <a:lnL>
                      <a:noFill/>
                    </a:lnL>
                    <a:lnR w="9525" cap="flat" cmpd="sng" algn="ctr">
                      <a:noFill/>
                      <a:prstDash val="solid"/>
                    </a:lnR>
                    <a:lnT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EF5BA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b"/>
                      <a:r>
                        <a:rPr b="0" i="0" sz="1200" u="none">
                          <a:solidFill>
                            <a:schemeClr val="tx1">
                              <a:lumMod val="60000"/>
                              <a:lumOff val="40000"/>
                            </a:schemeClr>
                          </a:solidFill>
                          <a:latin typeface="Calibri Regular"/>
                        </a:rPr>
                        <a:t>metadata</a:t>
                      </a:r>
                      <a:endParaRPr lang="en-US" sz="1200" b="0" i="0" u="none" strike="noStrike" noProof="0" dirty="0">
                        <a:solidFill>
                          <a:schemeClr val="tx1">
                            <a:lumMod val="60000"/>
                            <a:lumOff val="40000"/>
                          </a:schemeClr>
                        </a:solidFill>
                        <a:effectLst/>
                        <a:latin typeface="Calibri Regular"/>
                      </a:endParaRPr>
                    </a:p>
                  </a:txBody>
                  <a:tcPr marL="108000" marR="108000" marT="72000" marB="72000" anchor="ctr">
                    <a:lnL>
                      <a:noFill/>
                    </a:lnL>
                    <a:lnR w="9525" cap="flat" cmpd="sng" algn="ctr">
                      <a:noFill/>
                      <a:prstDash val="solid"/>
                    </a:lnR>
                    <a:lnT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b"/>
                      <a:r>
                        <a:rPr b="0" i="0" sz="1200" u="none">
                          <a:solidFill>
                            <a:schemeClr val="tx1">
                              <a:lumMod val="60000"/>
                              <a:lumOff val="40000"/>
                            </a:schemeClr>
                          </a:solidFill>
                          <a:latin typeface="Calibri Regular"/>
                        </a:rPr>
                        <a:t>Java</a:t>
                      </a:r>
                      <a:endParaRPr lang="en-US" sz="1200" b="0" i="0" u="none" strike="noStrike" noProof="0" dirty="0">
                        <a:solidFill>
                          <a:schemeClr val="tx1">
                            <a:lumMod val="60000"/>
                            <a:lumOff val="40000"/>
                          </a:schemeClr>
                        </a:solidFill>
                        <a:effectLst/>
                        <a:latin typeface="Calibri Regular"/>
                      </a:endParaRPr>
                    </a:p>
                  </a:txBody>
                  <a:tcPr marL="108000" marR="108000" marT="72000" marB="72000" anchor="ctr">
                    <a:lnL>
                      <a:noFill/>
                    </a:lnL>
                    <a:lnR w="9525" cap="flat" cmpd="sng" algn="ctr">
                      <a:noFill/>
                      <a:prstDash val="solid"/>
                    </a:lnR>
                    <a:lnT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001900654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algn="l" fontAlgn="b"/>
                      <a:r>
                        <a:rPr b="0" i="0" sz="1200" u="none">
                          <a:solidFill>
                            <a:schemeClr val="tx2"/>
                          </a:solidFill>
                          <a:latin typeface="Calibri Bold"/>
                        </a:rPr>
                        <a:t>ClassicKafkaConsumer.ClassicKafkaConsumer(LogContext,Time,ConsumerConfig,Deserializer,Deserializer,KafkaClient,SubscriptionState,ConsumerMetadata,List&lt;ConsumerPartitionAssignor&gt;)</a:t>
                      </a:r>
                      <a:endParaRPr lang="en-US" sz="1200" b="0" i="0" u="none" strike="noStrike" noProof="0" dirty="0">
                        <a:solidFill>
                          <a:schemeClr val="tx2"/>
                        </a:solidFill>
                        <a:effectLst/>
                        <a:latin typeface="Calibri Regular"/>
                      </a:endParaRPr>
                    </a:p>
                  </a:txBody>
                  <a:tcPr marL="108000" marR="108000" marT="72000" marB="72000" anchor="ctr">
                    <a:lnL w="9525" cap="flat" cmpd="sng" algn="ctr">
                      <a:noFill/>
                      <a:prstDash val="solid"/>
                    </a:lnL>
                    <a:lnR>
                      <a:noFill/>
                    </a:lnR>
                    <a:lnT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algn="r" defTabSz="914400" rtl="0" eaLnBrk="1" fontAlgn="b" latinLnBrk="0" hangingPunct="1"/>
                      <a:r>
                        <a:rPr b="0" i="0" sz="1200" u="none">
                          <a:solidFill>
                            <a:schemeClr val="tx1">
                              <a:lumMod val="60000"/>
                              <a:lumOff val="40000"/>
                            </a:schemeClr>
                          </a:solidFill>
                          <a:latin typeface="Calibri Regular"/>
                        </a:rPr>
                        <a:t>113</a:t>
                      </a:r>
                      <a:endParaRPr lang="en-US" sz="1200" b="0" i="0" u="none" strike="noStrike" kern="1200" noProof="0" dirty="0">
                        <a:solidFill>
                          <a:schemeClr val="tx1">
                            <a:lumMod val="60000"/>
                            <a:lumOff val="40000"/>
                          </a:schemeClr>
                        </a:solidFill>
                        <a:effectLst/>
                        <a:latin typeface="Calibri Regular"/>
                        <a:ea typeface="+mn-ea"/>
                        <a:cs typeface="+mn-cs"/>
                      </a:endParaRPr>
                    </a:p>
                  </a:txBody>
                  <a:tcPr marL="108000" marR="108000" marT="72000" marB="72000" anchor="ctr">
                    <a:lnL>
                      <a:noFill/>
                    </a:lnL>
                    <a:lnR>
                      <a:noFill/>
                    </a:lnR>
                    <a:lnT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b="0" i="0" sz="1200" u="none">
                          <a:solidFill>
                            <a:schemeClr val="tx1">
                              <a:lumMod val="60000"/>
                              <a:lumOff val="40000"/>
                            </a:schemeClr>
                          </a:solidFill>
                          <a:latin typeface="Calibri Regular"/>
                        </a:rPr>
                        <a:t>2</a:t>
                      </a:r>
                      <a:endParaRPr lang="en-US" sz="1200" b="0" i="0" u="none" strike="noStrike" noProof="0" dirty="0">
                        <a:solidFill>
                          <a:schemeClr val="tx1">
                            <a:lumMod val="60000"/>
                            <a:lumOff val="40000"/>
                          </a:schemeClr>
                        </a:solidFill>
                        <a:effectLst/>
                        <a:latin typeface="Calibri Regular"/>
                      </a:endParaRPr>
                    </a:p>
                  </a:txBody>
                  <a:tcPr marL="108000" marR="108000" marT="72000" marB="72000" anchor="ctr">
                    <a:lnL>
                      <a:noFill/>
                    </a:lnL>
                    <a:lnR w="9525" cap="flat" cmpd="sng" algn="ctr">
                      <a:noFill/>
                      <a:prstDash val="solid"/>
                    </a:lnR>
                    <a:lnT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algn="r" defTabSz="914400" rtl="0" eaLnBrk="1" fontAlgn="b" latinLnBrk="0" hangingPunct="1"/>
                      <a:r>
                        <a:rPr b="0" i="0" sz="1200" u="none">
                          <a:solidFill>
                            <a:schemeClr val="tx2"/>
                          </a:solidFill>
                          <a:latin typeface="Calibri Regular"/>
                        </a:rPr>
                        <a:t>9</a:t>
                      </a:r>
                      <a:endParaRPr lang="en-US" sz="1200" b="0" i="0" u="none" strike="noStrike" kern="1200" noProof="0" dirty="0">
                        <a:solidFill>
                          <a:schemeClr val="tx2"/>
                        </a:solidFill>
                        <a:effectLst/>
                        <a:latin typeface="Calibri Regular"/>
                        <a:ea typeface="+mn-ea"/>
                        <a:cs typeface="+mn-cs"/>
                      </a:endParaRPr>
                    </a:p>
                  </a:txBody>
                  <a:tcPr marL="108000" marR="108000" marT="72000" marB="72000" anchor="ctr">
                    <a:lnL>
                      <a:noFill/>
                    </a:lnL>
                    <a:lnR w="9525" cap="flat" cmpd="sng" algn="ctr">
                      <a:noFill/>
                      <a:prstDash val="solid"/>
                    </a:lnR>
                    <a:lnT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EF5BA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b"/>
                      <a:r>
                        <a:rPr b="0" i="0" sz="1200" u="none">
                          <a:solidFill>
                            <a:schemeClr val="tx1">
                              <a:lumMod val="60000"/>
                              <a:lumOff val="40000"/>
                            </a:schemeClr>
                          </a:solidFill>
                          <a:latin typeface="Calibri Regular"/>
                        </a:rPr>
                        <a:t>clients</a:t>
                      </a:r>
                      <a:endParaRPr lang="en-US" sz="1200" b="0" i="0" u="none" strike="noStrike" noProof="0" dirty="0">
                        <a:solidFill>
                          <a:schemeClr val="tx1">
                            <a:lumMod val="60000"/>
                            <a:lumOff val="40000"/>
                          </a:schemeClr>
                        </a:solidFill>
                        <a:effectLst/>
                        <a:latin typeface="Calibri Regular"/>
                      </a:endParaRPr>
                    </a:p>
                  </a:txBody>
                  <a:tcPr marL="108000" marR="108000" marT="72000" marB="72000" anchor="ctr">
                    <a:lnL>
                      <a:noFill/>
                    </a:lnL>
                    <a:lnR w="9525" cap="flat" cmpd="sng" algn="ctr">
                      <a:noFill/>
                      <a:prstDash val="solid"/>
                    </a:lnR>
                    <a:lnT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b"/>
                      <a:r>
                        <a:rPr b="0" i="0" sz="1200" u="none">
                          <a:solidFill>
                            <a:schemeClr val="tx1">
                              <a:lumMod val="60000"/>
                              <a:lumOff val="40000"/>
                            </a:schemeClr>
                          </a:solidFill>
                          <a:latin typeface="Calibri Regular"/>
                        </a:rPr>
                        <a:t>Java</a:t>
                      </a:r>
                      <a:endParaRPr lang="en-US" sz="1200" b="0" i="0" u="none" strike="noStrike" noProof="0" dirty="0">
                        <a:solidFill>
                          <a:schemeClr val="tx1">
                            <a:lumMod val="60000"/>
                            <a:lumOff val="40000"/>
                          </a:schemeClr>
                        </a:solidFill>
                        <a:effectLst/>
                        <a:latin typeface="Calibri Regular"/>
                      </a:endParaRPr>
                    </a:p>
                  </a:txBody>
                  <a:tcPr marL="108000" marR="108000" marT="72000" marB="72000" anchor="ctr">
                    <a:lnL>
                      <a:noFill/>
                    </a:lnL>
                    <a:lnR w="9525" cap="flat" cmpd="sng" algn="ctr">
                      <a:noFill/>
                      <a:prstDash val="solid"/>
                    </a:lnR>
                    <a:lnT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928811833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algn="l" fontAlgn="b"/>
                      <a:r>
                        <a:rPr b="0" i="0" sz="1200" u="none">
                          <a:solidFill>
                            <a:schemeClr val="tx2"/>
                          </a:solidFill>
                          <a:latin typeface="Calibri Bold"/>
                        </a:rPr>
                        <a:t>KafkaProducer.KafkaProducer(ProducerConfig,Serializer,Serializer,ProducerMetadata,KafkaClient,ProducerInterceptors,ApiVersions,Time)</a:t>
                      </a:r>
                      <a:endParaRPr lang="en-US" sz="1200" b="0" i="0" u="none" strike="noStrike" noProof="0" dirty="0">
                        <a:solidFill>
                          <a:schemeClr val="tx2"/>
                        </a:solidFill>
                        <a:effectLst/>
                        <a:latin typeface="Calibri Regular"/>
                      </a:endParaRPr>
                    </a:p>
                  </a:txBody>
                  <a:tcPr marL="108000" marR="108000" marT="72000" marB="72000" anchor="ctr">
                    <a:lnL w="9525" cap="flat" cmpd="sng" algn="ctr">
                      <a:noFill/>
                      <a:prstDash val="solid"/>
                    </a:lnL>
                    <a:lnR>
                      <a:noFill/>
                    </a:lnR>
                    <a:lnT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algn="r" defTabSz="914400" rtl="0" eaLnBrk="1" fontAlgn="b" latinLnBrk="0" hangingPunct="1"/>
                      <a:r>
                        <a:rPr b="0" i="0" sz="1200" u="none">
                          <a:solidFill>
                            <a:schemeClr val="tx1">
                              <a:lumMod val="60000"/>
                              <a:lumOff val="40000"/>
                            </a:schemeClr>
                          </a:solidFill>
                          <a:latin typeface="Calibri Regular"/>
                        </a:rPr>
                        <a:t>113</a:t>
                      </a:r>
                      <a:endParaRPr lang="en-US" sz="1200" b="0" i="0" u="none" strike="noStrike" kern="1200" noProof="0" dirty="0">
                        <a:solidFill>
                          <a:schemeClr val="tx1">
                            <a:lumMod val="60000"/>
                            <a:lumOff val="40000"/>
                          </a:schemeClr>
                        </a:solidFill>
                        <a:effectLst/>
                        <a:latin typeface="Calibri Regular"/>
                        <a:ea typeface="+mn-ea"/>
                        <a:cs typeface="+mn-cs"/>
                      </a:endParaRPr>
                    </a:p>
                  </a:txBody>
                  <a:tcPr marL="108000" marR="108000" marT="72000" marB="72000" anchor="ctr">
                    <a:lnL>
                      <a:noFill/>
                    </a:lnL>
                    <a:lnR>
                      <a:noFill/>
                    </a:lnR>
                    <a:lnT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b="0" i="0" sz="1200" u="none">
                          <a:solidFill>
                            <a:schemeClr val="tx1">
                              <a:lumMod val="60000"/>
                              <a:lumOff val="40000"/>
                            </a:schemeClr>
                          </a:solidFill>
                          <a:latin typeface="Calibri Regular"/>
                        </a:rPr>
                        <a:t>8</a:t>
                      </a:r>
                      <a:endParaRPr lang="en-US" sz="1200" b="0" i="0" u="none" strike="noStrike" noProof="0" dirty="0">
                        <a:solidFill>
                          <a:schemeClr val="tx1">
                            <a:lumMod val="60000"/>
                            <a:lumOff val="40000"/>
                          </a:schemeClr>
                        </a:solidFill>
                        <a:effectLst/>
                        <a:latin typeface="Calibri Regular"/>
                      </a:endParaRPr>
                    </a:p>
                  </a:txBody>
                  <a:tcPr marL="108000" marR="108000" marT="72000" marB="72000" anchor="ctr">
                    <a:lnL>
                      <a:noFill/>
                    </a:lnL>
                    <a:lnR w="9525" cap="flat" cmpd="sng" algn="ctr">
                      <a:noFill/>
                      <a:prstDash val="solid"/>
                    </a:lnR>
                    <a:lnT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algn="r" defTabSz="914400" rtl="0" eaLnBrk="1" fontAlgn="b" latinLnBrk="0" hangingPunct="1"/>
                      <a:r>
                        <a:rPr b="0" i="0" sz="1200" u="none">
                          <a:solidFill>
                            <a:schemeClr val="tx2"/>
                          </a:solidFill>
                          <a:latin typeface="Calibri Regular"/>
                        </a:rPr>
                        <a:t>8</a:t>
                      </a:r>
                      <a:endParaRPr lang="en-US" sz="1200" b="0" i="0" u="none" strike="noStrike" kern="1200" noProof="0" dirty="0">
                        <a:solidFill>
                          <a:schemeClr val="tx2"/>
                        </a:solidFill>
                        <a:effectLst/>
                        <a:latin typeface="Calibri Regular"/>
                        <a:ea typeface="+mn-ea"/>
                        <a:cs typeface="+mn-cs"/>
                      </a:endParaRPr>
                    </a:p>
                  </a:txBody>
                  <a:tcPr marL="108000" marR="108000" marT="72000" marB="72000" anchor="ctr">
                    <a:lnL>
                      <a:noFill/>
                    </a:lnL>
                    <a:lnR w="9525" cap="flat" cmpd="sng" algn="ctr">
                      <a:noFill/>
                      <a:prstDash val="solid"/>
                    </a:lnR>
                    <a:lnT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EF5BA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b"/>
                      <a:r>
                        <a:rPr b="0" i="0" sz="1200" u="none">
                          <a:solidFill>
                            <a:schemeClr val="tx1">
                              <a:lumMod val="60000"/>
                              <a:lumOff val="40000"/>
                            </a:schemeClr>
                          </a:solidFill>
                          <a:latin typeface="Calibri Regular"/>
                        </a:rPr>
                        <a:t>clients</a:t>
                      </a:r>
                      <a:endParaRPr lang="en-US" sz="1200" b="0" i="0" u="none" strike="noStrike" noProof="0" dirty="0">
                        <a:solidFill>
                          <a:schemeClr val="tx1">
                            <a:lumMod val="60000"/>
                            <a:lumOff val="40000"/>
                          </a:schemeClr>
                        </a:solidFill>
                        <a:effectLst/>
                        <a:latin typeface="Calibri Regular"/>
                      </a:endParaRPr>
                    </a:p>
                  </a:txBody>
                  <a:tcPr marL="108000" marR="108000" marT="72000" marB="72000" anchor="ctr">
                    <a:lnL>
                      <a:noFill/>
                    </a:lnL>
                    <a:lnR w="9525" cap="flat" cmpd="sng" algn="ctr">
                      <a:noFill/>
                      <a:prstDash val="solid"/>
                    </a:lnR>
                    <a:lnT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b"/>
                      <a:r>
                        <a:rPr b="0" i="0" sz="1200" u="none">
                          <a:solidFill>
                            <a:schemeClr val="tx1">
                              <a:lumMod val="60000"/>
                              <a:lumOff val="40000"/>
                            </a:schemeClr>
                          </a:solidFill>
                          <a:latin typeface="Calibri Regular"/>
                        </a:rPr>
                        <a:t>Java</a:t>
                      </a:r>
                      <a:endParaRPr lang="en-US" sz="1200" b="0" i="0" u="none" strike="noStrike" noProof="0" dirty="0">
                        <a:solidFill>
                          <a:schemeClr val="tx1">
                            <a:lumMod val="60000"/>
                            <a:lumOff val="40000"/>
                          </a:schemeClr>
                        </a:solidFill>
                        <a:effectLst/>
                        <a:latin typeface="Calibri Regular"/>
                      </a:endParaRPr>
                    </a:p>
                  </a:txBody>
                  <a:tcPr marL="108000" marR="108000" marT="72000" marB="72000" anchor="ctr">
                    <a:lnL>
                      <a:noFill/>
                    </a:lnL>
                    <a:lnR w="9525" cap="flat" cmpd="sng" algn="ctr">
                      <a:noFill/>
                      <a:prstDash val="solid"/>
                    </a:lnR>
                    <a:lnT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060795780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algn="l" fontAlgn="b"/>
                      <a:r>
                        <a:rPr b="0" i="0" sz="1200" u="none">
                          <a:solidFill>
                            <a:schemeClr val="tx2"/>
                          </a:solidFill>
                          <a:latin typeface="Calibri Bold"/>
                        </a:rPr>
                        <a:t>ShareConsumerImpl.ShareConsumerImpl(ConsumerConfig,Deserializer,Deserializer,Time,ApplicationEventHandlerFactory,AsyncKafkaConsumer.CompletableEventReaperFactory,ShareFetchCollectorFactory,LinkedBlockingQueue,LinkedBlockingQueue)</a:t>
                      </a:r>
                      <a:endParaRPr lang="en-US" sz="1200" b="0" i="0" u="none" strike="noStrike" noProof="0" dirty="0">
                        <a:solidFill>
                          <a:schemeClr val="tx2"/>
                        </a:solidFill>
                        <a:effectLst/>
                        <a:latin typeface="Calibri Regular"/>
                      </a:endParaRPr>
                    </a:p>
                  </a:txBody>
                  <a:tcPr marL="108000" marR="108000" marT="72000" marB="72000" anchor="ctr">
                    <a:lnL w="9525" cap="flat" cmpd="sng" algn="ctr">
                      <a:noFill/>
                      <a:prstDash val="solid"/>
                    </a:lnL>
                    <a:lnR>
                      <a:noFill/>
                    </a:lnR>
                    <a:lnT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algn="r" defTabSz="914400" rtl="0" eaLnBrk="1" fontAlgn="b" latinLnBrk="0" hangingPunct="1"/>
                      <a:r>
                        <a:rPr b="0" i="0" sz="1200" u="none">
                          <a:solidFill>
                            <a:schemeClr val="tx1">
                              <a:lumMod val="60000"/>
                              <a:lumOff val="40000"/>
                            </a:schemeClr>
                          </a:solidFill>
                          <a:latin typeface="Calibri Regular"/>
                        </a:rPr>
                        <a:t>103</a:t>
                      </a:r>
                      <a:endParaRPr lang="en-US" sz="1200" b="0" i="0" u="none" strike="noStrike" kern="1200" noProof="0" dirty="0">
                        <a:solidFill>
                          <a:schemeClr val="tx1">
                            <a:lumMod val="60000"/>
                            <a:lumOff val="40000"/>
                          </a:schemeClr>
                        </a:solidFill>
                        <a:effectLst/>
                        <a:latin typeface="Calibri Regular"/>
                        <a:ea typeface="+mn-ea"/>
                        <a:cs typeface="+mn-cs"/>
                      </a:endParaRPr>
                    </a:p>
                  </a:txBody>
                  <a:tcPr marL="108000" marR="108000" marT="72000" marB="72000" anchor="ctr">
                    <a:lnL>
                      <a:noFill/>
                    </a:lnL>
                    <a:lnR>
                      <a:noFill/>
                    </a:lnR>
                    <a:lnT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b="0" i="0" sz="1200" u="none">
                          <a:solidFill>
                            <a:schemeClr val="tx1">
                              <a:lumMod val="60000"/>
                              <a:lumOff val="40000"/>
                            </a:schemeClr>
                          </a:solidFill>
                          <a:latin typeface="Calibri Regular"/>
                        </a:rPr>
                        <a:t>3</a:t>
                      </a:r>
                      <a:endParaRPr lang="en-US" sz="1200" b="0" i="0" u="none" strike="noStrike" noProof="0" dirty="0">
                        <a:solidFill>
                          <a:schemeClr val="tx1">
                            <a:lumMod val="60000"/>
                            <a:lumOff val="40000"/>
                          </a:schemeClr>
                        </a:solidFill>
                        <a:effectLst/>
                        <a:latin typeface="Calibri Regular"/>
                      </a:endParaRPr>
                    </a:p>
                  </a:txBody>
                  <a:tcPr marL="108000" marR="108000" marT="72000" marB="72000" anchor="ctr">
                    <a:lnL>
                      <a:noFill/>
                    </a:lnL>
                    <a:lnR w="9525" cap="flat" cmpd="sng" algn="ctr">
                      <a:noFill/>
                      <a:prstDash val="solid"/>
                    </a:lnR>
                    <a:lnT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algn="r" defTabSz="914400" rtl="0" eaLnBrk="1" fontAlgn="b" latinLnBrk="0" hangingPunct="1"/>
                      <a:r>
                        <a:rPr b="0" i="0" sz="1200" u="none">
                          <a:solidFill>
                            <a:schemeClr val="tx2"/>
                          </a:solidFill>
                          <a:latin typeface="Calibri Regular"/>
                        </a:rPr>
                        <a:t>9</a:t>
                      </a:r>
                      <a:endParaRPr lang="en-US" sz="1200" b="0" i="0" u="none" strike="noStrike" kern="1200" noProof="0" dirty="0">
                        <a:solidFill>
                          <a:schemeClr val="tx2"/>
                        </a:solidFill>
                        <a:effectLst/>
                        <a:latin typeface="Calibri Regular"/>
                        <a:ea typeface="+mn-ea"/>
                        <a:cs typeface="+mn-cs"/>
                      </a:endParaRPr>
                    </a:p>
                  </a:txBody>
                  <a:tcPr marL="108000" marR="108000" marT="72000" marB="72000" anchor="ctr">
                    <a:lnL>
                      <a:noFill/>
                    </a:lnL>
                    <a:lnR w="9525" cap="flat" cmpd="sng" algn="ctr">
                      <a:noFill/>
                      <a:prstDash val="solid"/>
                    </a:lnR>
                    <a:lnT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EF5BA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b"/>
                      <a:r>
                        <a:rPr b="0" i="0" sz="1200" u="none">
                          <a:solidFill>
                            <a:schemeClr val="tx1">
                              <a:lumMod val="60000"/>
                              <a:lumOff val="40000"/>
                            </a:schemeClr>
                          </a:solidFill>
                          <a:latin typeface="Calibri Regular"/>
                        </a:rPr>
                        <a:t>clients</a:t>
                      </a:r>
                      <a:endParaRPr lang="en-US" sz="1200" b="0" i="0" u="none" strike="noStrike" noProof="0" dirty="0">
                        <a:solidFill>
                          <a:schemeClr val="tx1">
                            <a:lumMod val="60000"/>
                            <a:lumOff val="40000"/>
                          </a:schemeClr>
                        </a:solidFill>
                        <a:effectLst/>
                        <a:latin typeface="Calibri Regular"/>
                      </a:endParaRPr>
                    </a:p>
                  </a:txBody>
                  <a:tcPr marL="108000" marR="108000" marT="72000" marB="72000" anchor="ctr">
                    <a:lnL>
                      <a:noFill/>
                    </a:lnL>
                    <a:lnR w="9525" cap="flat" cmpd="sng" algn="ctr">
                      <a:noFill/>
                      <a:prstDash val="solid"/>
                    </a:lnR>
                    <a:lnT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b"/>
                      <a:r>
                        <a:rPr b="0" i="0" sz="1200" u="none">
                          <a:solidFill>
                            <a:schemeClr val="tx1">
                              <a:lumMod val="60000"/>
                              <a:lumOff val="40000"/>
                            </a:schemeClr>
                          </a:solidFill>
                          <a:latin typeface="Calibri Regular"/>
                        </a:rPr>
                        <a:t>Java</a:t>
                      </a:r>
                      <a:endParaRPr lang="en-US" sz="1200" b="0" i="0" u="none" strike="noStrike" noProof="0" dirty="0">
                        <a:solidFill>
                          <a:schemeClr val="tx1">
                            <a:lumMod val="60000"/>
                            <a:lumOff val="40000"/>
                          </a:schemeClr>
                        </a:solidFill>
                        <a:effectLst/>
                        <a:latin typeface="Calibri Regular"/>
                      </a:endParaRPr>
                    </a:p>
                  </a:txBody>
                  <a:tcPr marL="108000" marR="108000" marT="72000" marB="72000" anchor="ctr">
                    <a:lnL>
                      <a:noFill/>
                    </a:lnL>
                    <a:lnR w="9525" cap="flat" cmpd="sng" algn="ctr">
                      <a:noFill/>
                      <a:prstDash val="solid"/>
                    </a:lnR>
                    <a:lnT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933267410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algn="l" fontAlgn="b"/>
                      <a:r>
                        <a:rPr b="0" i="0" sz="1200" u="none">
                          <a:solidFill>
                            <a:schemeClr val="tx2"/>
                          </a:solidFill>
                          <a:latin typeface="Calibri Bold"/>
                        </a:rPr>
                        <a:t>GroupMetadataManager.consumerGroupHeartbeat(AuthorizableRequestContext,String,String,int,String,String,int,List&lt;String&gt;,String,String,List&lt;ConsumerGroupHeartbeatRequestData.TopicPartitions&gt;)</a:t>
                      </a:r>
                      <a:endParaRPr lang="en-US" sz="1200" b="0" i="0" u="none" strike="noStrike" noProof="0" dirty="0">
                        <a:solidFill>
                          <a:schemeClr val="tx2"/>
                        </a:solidFill>
                        <a:effectLst/>
                        <a:latin typeface="Calibri Regular"/>
                      </a:endParaRPr>
                    </a:p>
                  </a:txBody>
                  <a:tcPr marL="108000" marR="108000" marT="72000" marB="72000" anchor="ctr">
                    <a:lnL w="9525" cap="flat" cmpd="sng" algn="ctr">
                      <a:noFill/>
                      <a:prstDash val="solid"/>
                    </a:lnL>
                    <a:lnR>
                      <a:noFill/>
                    </a:lnR>
                    <a:lnT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algn="r" defTabSz="914400" rtl="0" eaLnBrk="1" fontAlgn="b" latinLnBrk="0" hangingPunct="1"/>
                      <a:r>
                        <a:rPr b="0" i="0" sz="1200" u="none">
                          <a:solidFill>
                            <a:schemeClr val="tx1">
                              <a:lumMod val="60000"/>
                              <a:lumOff val="40000"/>
                            </a:schemeClr>
                          </a:solidFill>
                          <a:latin typeface="Calibri Regular"/>
                        </a:rPr>
                        <a:t>100</a:t>
                      </a:r>
                      <a:endParaRPr lang="en-US" sz="1200" b="0" i="0" u="none" strike="noStrike" kern="1200" noProof="0" dirty="0">
                        <a:solidFill>
                          <a:schemeClr val="tx1">
                            <a:lumMod val="60000"/>
                            <a:lumOff val="40000"/>
                          </a:schemeClr>
                        </a:solidFill>
                        <a:effectLst/>
                        <a:latin typeface="Calibri Regular"/>
                        <a:ea typeface="+mn-ea"/>
                        <a:cs typeface="+mn-cs"/>
                      </a:endParaRPr>
                    </a:p>
                  </a:txBody>
                  <a:tcPr marL="108000" marR="108000" marT="72000" marB="72000" anchor="ctr">
                    <a:lnL>
                      <a:noFill/>
                    </a:lnL>
                    <a:lnR>
                      <a:noFill/>
                    </a:lnR>
                    <a:lnT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b="0" i="0" sz="1200" u="none">
                          <a:solidFill>
                            <a:schemeClr val="tx1">
                              <a:lumMod val="60000"/>
                              <a:lumOff val="40000"/>
                            </a:schemeClr>
                          </a:solidFill>
                          <a:latin typeface="Calibri Regular"/>
                        </a:rPr>
                        <a:t>13</a:t>
                      </a:r>
                      <a:endParaRPr lang="en-US" sz="1200" b="0" i="0" u="none" strike="noStrike" noProof="0" dirty="0">
                        <a:solidFill>
                          <a:schemeClr val="tx1">
                            <a:lumMod val="60000"/>
                            <a:lumOff val="40000"/>
                          </a:schemeClr>
                        </a:solidFill>
                        <a:effectLst/>
                        <a:latin typeface="Calibri Regular"/>
                      </a:endParaRPr>
                    </a:p>
                  </a:txBody>
                  <a:tcPr marL="108000" marR="108000" marT="72000" marB="72000" anchor="ctr">
                    <a:lnL>
                      <a:noFill/>
                    </a:lnL>
                    <a:lnR w="9525" cap="flat" cmpd="sng" algn="ctr">
                      <a:noFill/>
                      <a:prstDash val="solid"/>
                    </a:lnR>
                    <a:lnT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algn="r" defTabSz="914400" rtl="0" eaLnBrk="1" fontAlgn="b" latinLnBrk="0" hangingPunct="1"/>
                      <a:r>
                        <a:rPr b="0" i="0" sz="1200" u="none">
                          <a:solidFill>
                            <a:schemeClr val="tx2"/>
                          </a:solidFill>
                          <a:latin typeface="Calibri Regular"/>
                        </a:rPr>
                        <a:t>11</a:t>
                      </a:r>
                      <a:endParaRPr lang="en-US" sz="1200" b="0" i="0" u="none" strike="noStrike" kern="1200" noProof="0" dirty="0">
                        <a:solidFill>
                          <a:schemeClr val="tx2"/>
                        </a:solidFill>
                        <a:effectLst/>
                        <a:latin typeface="Calibri Regular"/>
                        <a:ea typeface="+mn-ea"/>
                        <a:cs typeface="+mn-cs"/>
                      </a:endParaRPr>
                    </a:p>
                  </a:txBody>
                  <a:tcPr marL="108000" marR="108000" marT="72000" marB="72000" anchor="ctr">
                    <a:lnL>
                      <a:noFill/>
                    </a:lnL>
                    <a:lnR w="9525" cap="flat" cmpd="sng" algn="ctr">
                      <a:noFill/>
                      <a:prstDash val="solid"/>
                    </a:lnR>
                    <a:lnT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EF5BA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b"/>
                      <a:r>
                        <a:rPr b="0" i="0" sz="1200" u="none">
                          <a:solidFill>
                            <a:schemeClr val="tx1">
                              <a:lumMod val="60000"/>
                              <a:lumOff val="40000"/>
                            </a:schemeClr>
                          </a:solidFill>
                          <a:latin typeface="Calibri Regular"/>
                        </a:rPr>
                        <a:t>group-coordinator</a:t>
                      </a:r>
                      <a:endParaRPr lang="en-US" sz="1200" b="0" i="0" u="none" strike="noStrike" noProof="0" dirty="0">
                        <a:solidFill>
                          <a:schemeClr val="tx1">
                            <a:lumMod val="60000"/>
                            <a:lumOff val="40000"/>
                          </a:schemeClr>
                        </a:solidFill>
                        <a:effectLst/>
                        <a:latin typeface="Calibri Regular"/>
                      </a:endParaRPr>
                    </a:p>
                  </a:txBody>
                  <a:tcPr marL="108000" marR="108000" marT="72000" marB="72000" anchor="ctr">
                    <a:lnL>
                      <a:noFill/>
                    </a:lnL>
                    <a:lnR w="9525" cap="flat" cmpd="sng" algn="ctr">
                      <a:noFill/>
                      <a:prstDash val="solid"/>
                    </a:lnR>
                    <a:lnT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b"/>
                      <a:r>
                        <a:rPr b="0" i="0" sz="1200" u="none">
                          <a:solidFill>
                            <a:schemeClr val="tx1">
                              <a:lumMod val="60000"/>
                              <a:lumOff val="40000"/>
                            </a:schemeClr>
                          </a:solidFill>
                          <a:latin typeface="Calibri Regular"/>
                        </a:rPr>
                        <a:t>Java</a:t>
                      </a:r>
                      <a:endParaRPr lang="en-US" sz="1200" b="0" i="0" u="none" strike="noStrike" noProof="0" dirty="0">
                        <a:solidFill>
                          <a:schemeClr val="tx1">
                            <a:lumMod val="60000"/>
                            <a:lumOff val="40000"/>
                          </a:schemeClr>
                        </a:solidFill>
                        <a:effectLst/>
                        <a:latin typeface="Calibri Regular"/>
                      </a:endParaRPr>
                    </a:p>
                  </a:txBody>
                  <a:tcPr marL="108000" marR="108000" marT="72000" marB="72000" anchor="ctr">
                    <a:lnL>
                      <a:noFill/>
                    </a:lnL>
                    <a:lnR w="9525" cap="flat" cmpd="sng" algn="ctr">
                      <a:noFill/>
                      <a:prstDash val="solid"/>
                    </a:lnR>
                    <a:lnT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009910387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algn="l" fontAlgn="b"/>
                      <a:r>
                        <a:rPr b="0" i="0" sz="1200" u="none">
                          <a:solidFill>
                            <a:schemeClr val="tx2"/>
                          </a:solidFill>
                          <a:latin typeface="Calibri Bold"/>
                        </a:rPr>
                        <a:t>AsyncKafkaConsumer.AsyncKafkaConsumer(LogContext,Time,ConsumerConfig,Deserializer,Deserializer,KafkaClient,SubscriptionState,ConsumerMetadata)</a:t>
                      </a:r>
                      <a:endParaRPr lang="en-US" sz="1200" b="0" i="0" u="none" strike="noStrike" noProof="0" dirty="0">
                        <a:solidFill>
                          <a:schemeClr val="tx2"/>
                        </a:solidFill>
                        <a:effectLst/>
                        <a:latin typeface="Calibri Regular"/>
                      </a:endParaRPr>
                    </a:p>
                  </a:txBody>
                  <a:tcPr marL="108000" marR="108000" marT="72000" marB="72000" anchor="ctr">
                    <a:lnL w="9525" cap="flat" cmpd="sng" algn="ctr">
                      <a:noFill/>
                      <a:prstDash val="solid"/>
                    </a:lnL>
                    <a:lnR>
                      <a:noFill/>
                    </a:lnR>
                    <a:lnT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algn="r" defTabSz="914400" rtl="0" eaLnBrk="1" fontAlgn="b" latinLnBrk="0" hangingPunct="1"/>
                      <a:r>
                        <a:rPr b="0" i="0" sz="1200" u="none">
                          <a:solidFill>
                            <a:schemeClr val="tx1">
                              <a:lumMod val="60000"/>
                              <a:lumOff val="40000"/>
                            </a:schemeClr>
                          </a:solidFill>
                          <a:latin typeface="Calibri Regular"/>
                        </a:rPr>
                        <a:t>96</a:t>
                      </a:r>
                      <a:endParaRPr lang="en-US" sz="1200" b="0" i="0" u="none" strike="noStrike" kern="1200" noProof="0" dirty="0">
                        <a:solidFill>
                          <a:schemeClr val="tx1">
                            <a:lumMod val="60000"/>
                            <a:lumOff val="40000"/>
                          </a:schemeClr>
                        </a:solidFill>
                        <a:effectLst/>
                        <a:latin typeface="Calibri Regular"/>
                        <a:ea typeface="+mn-ea"/>
                        <a:cs typeface="+mn-cs"/>
                      </a:endParaRPr>
                    </a:p>
                  </a:txBody>
                  <a:tcPr marL="108000" marR="108000" marT="72000" marB="72000" anchor="ctr">
                    <a:lnL>
                      <a:noFill/>
                    </a:lnL>
                    <a:lnR>
                      <a:noFill/>
                    </a:lnR>
                    <a:lnT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b="0" i="0" sz="1200" u="none">
                          <a:solidFill>
                            <a:schemeClr val="tx1">
                              <a:lumMod val="60000"/>
                              <a:lumOff val="40000"/>
                            </a:schemeClr>
                          </a:solidFill>
                          <a:latin typeface="Calibri Regular"/>
                        </a:rPr>
                        <a:t>1</a:t>
                      </a:r>
                      <a:endParaRPr lang="en-US" sz="1200" b="0" i="0" u="none" strike="noStrike" noProof="0" dirty="0">
                        <a:solidFill>
                          <a:schemeClr val="tx1">
                            <a:lumMod val="60000"/>
                            <a:lumOff val="40000"/>
                          </a:schemeClr>
                        </a:solidFill>
                        <a:effectLst/>
                        <a:latin typeface="Calibri Regular"/>
                      </a:endParaRPr>
                    </a:p>
                  </a:txBody>
                  <a:tcPr marL="108000" marR="108000" marT="72000" marB="72000" anchor="ctr">
                    <a:lnL>
                      <a:noFill/>
                    </a:lnL>
                    <a:lnR w="9525" cap="flat" cmpd="sng" algn="ctr">
                      <a:noFill/>
                      <a:prstDash val="solid"/>
                    </a:lnR>
                    <a:lnT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algn="r" defTabSz="914400" rtl="0" eaLnBrk="1" fontAlgn="b" latinLnBrk="0" hangingPunct="1"/>
                      <a:r>
                        <a:rPr b="0" i="0" sz="1200" u="none">
                          <a:solidFill>
                            <a:schemeClr val="tx2"/>
                          </a:solidFill>
                          <a:latin typeface="Calibri Regular"/>
                        </a:rPr>
                        <a:t>8</a:t>
                      </a:r>
                      <a:endParaRPr lang="en-US" sz="1200" b="0" i="0" u="none" strike="noStrike" kern="1200" noProof="0" dirty="0">
                        <a:solidFill>
                          <a:schemeClr val="tx2"/>
                        </a:solidFill>
                        <a:effectLst/>
                        <a:latin typeface="Calibri Regular"/>
                        <a:ea typeface="+mn-ea"/>
                        <a:cs typeface="+mn-cs"/>
                      </a:endParaRPr>
                    </a:p>
                  </a:txBody>
                  <a:tcPr marL="108000" marR="108000" marT="72000" marB="72000" anchor="ctr">
                    <a:lnL>
                      <a:noFill/>
                    </a:lnL>
                    <a:lnR w="9525" cap="flat" cmpd="sng" algn="ctr">
                      <a:noFill/>
                      <a:prstDash val="solid"/>
                    </a:lnR>
                    <a:lnT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EF5BA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b"/>
                      <a:r>
                        <a:rPr b="0" i="0" sz="1200" u="none">
                          <a:solidFill>
                            <a:schemeClr val="tx1">
                              <a:lumMod val="60000"/>
                              <a:lumOff val="40000"/>
                            </a:schemeClr>
                          </a:solidFill>
                          <a:latin typeface="Calibri Regular"/>
                        </a:rPr>
                        <a:t>clients</a:t>
                      </a:r>
                      <a:endParaRPr lang="en-US" sz="1200" b="0" i="0" u="none" strike="noStrike" noProof="0" dirty="0">
                        <a:solidFill>
                          <a:schemeClr val="tx1">
                            <a:lumMod val="60000"/>
                            <a:lumOff val="40000"/>
                          </a:schemeClr>
                        </a:solidFill>
                        <a:effectLst/>
                        <a:latin typeface="Calibri Regular"/>
                      </a:endParaRPr>
                    </a:p>
                  </a:txBody>
                  <a:tcPr marL="108000" marR="108000" marT="72000" marB="72000" anchor="ctr">
                    <a:lnL>
                      <a:noFill/>
                    </a:lnL>
                    <a:lnR w="9525" cap="flat" cmpd="sng" algn="ctr">
                      <a:noFill/>
                      <a:prstDash val="solid"/>
                    </a:lnR>
                    <a:lnT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b"/>
                      <a:r>
                        <a:rPr b="0" i="0" sz="1200" u="none">
                          <a:solidFill>
                            <a:schemeClr val="tx1">
                              <a:lumMod val="60000"/>
                              <a:lumOff val="40000"/>
                            </a:schemeClr>
                          </a:solidFill>
                          <a:latin typeface="Calibri Regular"/>
                        </a:rPr>
                        <a:t>Java</a:t>
                      </a:r>
                      <a:endParaRPr lang="en-US" sz="1200" b="0" i="0" u="none" strike="noStrike" noProof="0" dirty="0">
                        <a:solidFill>
                          <a:schemeClr val="tx1">
                            <a:lumMod val="60000"/>
                            <a:lumOff val="40000"/>
                          </a:schemeClr>
                        </a:solidFill>
                        <a:effectLst/>
                        <a:latin typeface="Calibri Regular"/>
                      </a:endParaRPr>
                    </a:p>
                  </a:txBody>
                  <a:tcPr marL="108000" marR="108000" marT="72000" marB="72000" anchor="ctr">
                    <a:lnL>
                      <a:noFill/>
                    </a:lnL>
                    <a:lnR w="9525" cap="flat" cmpd="sng" algn="ctr">
                      <a:noFill/>
                      <a:prstDash val="solid"/>
                    </a:lnR>
                    <a:lnT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372763307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algn="l" fontAlgn="b"/>
                      <a:r>
                        <a:rPr b="0" i="0" sz="1200" u="none">
                          <a:solidFill>
                            <a:schemeClr val="tx2"/>
                          </a:solidFill>
                          <a:latin typeface="Calibri Bold"/>
                        </a:rPr>
                        <a:t>MessageDataGenerator.generateVariableLengthReader(Versions,String,FieldType,Versions,Versions,String,String,boolean,boolean)</a:t>
                      </a:r>
                      <a:endParaRPr lang="en-US" sz="1200" b="0" i="0" u="none" strike="noStrike" noProof="0" dirty="0">
                        <a:solidFill>
                          <a:schemeClr val="tx2"/>
                        </a:solidFill>
                        <a:effectLst/>
                        <a:latin typeface="Calibri Regular"/>
                      </a:endParaRPr>
                    </a:p>
                  </a:txBody>
                  <a:tcPr marL="108000" marR="108000" marT="72000" marB="72000" anchor="ctr">
                    <a:lnL w="9525" cap="flat" cmpd="sng" algn="ctr">
                      <a:noFill/>
                      <a:prstDash val="solid"/>
                    </a:lnL>
                    <a:lnR>
                      <a:noFill/>
                    </a:lnR>
                    <a:lnT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algn="r" defTabSz="914400" rtl="0" eaLnBrk="1" fontAlgn="b" latinLnBrk="0" hangingPunct="1"/>
                      <a:r>
                        <a:rPr b="0" i="0" sz="1200" u="none">
                          <a:solidFill>
                            <a:schemeClr val="tx1">
                              <a:lumMod val="60000"/>
                              <a:lumOff val="40000"/>
                            </a:schemeClr>
                          </a:solidFill>
                          <a:latin typeface="Calibri Regular"/>
                        </a:rPr>
                        <a:t>93</a:t>
                      </a:r>
                      <a:endParaRPr lang="en-US" sz="1200" b="0" i="0" u="none" strike="noStrike" kern="1200" noProof="0" dirty="0">
                        <a:solidFill>
                          <a:schemeClr val="tx1">
                            <a:lumMod val="60000"/>
                            <a:lumOff val="40000"/>
                          </a:schemeClr>
                        </a:solidFill>
                        <a:effectLst/>
                        <a:latin typeface="Calibri Regular"/>
                        <a:ea typeface="+mn-ea"/>
                        <a:cs typeface="+mn-cs"/>
                      </a:endParaRPr>
                    </a:p>
                  </a:txBody>
                  <a:tcPr marL="108000" marR="108000" marT="72000" marB="72000" anchor="ctr">
                    <a:lnL>
                      <a:noFill/>
                    </a:lnL>
                    <a:lnR>
                      <a:noFill/>
                    </a:lnR>
                    <a:lnT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b="0" i="0" sz="1200" u="none">
                          <a:solidFill>
                            <a:schemeClr val="tx1">
                              <a:lumMod val="60000"/>
                              <a:lumOff val="40000"/>
                            </a:schemeClr>
                          </a:solidFill>
                          <a:latin typeface="Calibri Regular"/>
                        </a:rPr>
                        <a:t>16</a:t>
                      </a:r>
                      <a:endParaRPr lang="en-US" sz="1200" b="0" i="0" u="none" strike="noStrike" noProof="0" dirty="0">
                        <a:solidFill>
                          <a:schemeClr val="tx1">
                            <a:lumMod val="60000"/>
                            <a:lumOff val="40000"/>
                          </a:schemeClr>
                        </a:solidFill>
                        <a:effectLst/>
                        <a:latin typeface="Calibri Regular"/>
                      </a:endParaRPr>
                    </a:p>
                  </a:txBody>
                  <a:tcPr marL="108000" marR="108000" marT="72000" marB="72000" anchor="ctr">
                    <a:lnL>
                      <a:noFill/>
                    </a:lnL>
                    <a:lnR w="9525" cap="flat" cmpd="sng" algn="ctr">
                      <a:noFill/>
                      <a:prstDash val="solid"/>
                    </a:lnR>
                    <a:lnT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algn="r" defTabSz="914400" rtl="0" eaLnBrk="1" fontAlgn="b" latinLnBrk="0" hangingPunct="1"/>
                      <a:r>
                        <a:rPr b="0" i="0" sz="1200" u="none">
                          <a:solidFill>
                            <a:schemeClr val="tx2"/>
                          </a:solidFill>
                          <a:latin typeface="Calibri Regular"/>
                        </a:rPr>
                        <a:t>9</a:t>
                      </a:r>
                      <a:endParaRPr lang="en-US" sz="1200" b="0" i="0" u="none" strike="noStrike" kern="1200" noProof="0" dirty="0">
                        <a:solidFill>
                          <a:schemeClr val="tx2"/>
                        </a:solidFill>
                        <a:effectLst/>
                        <a:latin typeface="Calibri Regular"/>
                        <a:ea typeface="+mn-ea"/>
                        <a:cs typeface="+mn-cs"/>
                      </a:endParaRPr>
                    </a:p>
                  </a:txBody>
                  <a:tcPr marL="108000" marR="108000" marT="72000" marB="72000" anchor="ctr">
                    <a:lnL>
                      <a:noFill/>
                    </a:lnL>
                    <a:lnR w="9525" cap="flat" cmpd="sng" algn="ctr">
                      <a:noFill/>
                      <a:prstDash val="solid"/>
                    </a:lnR>
                    <a:lnT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EF5BA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b"/>
                      <a:r>
                        <a:rPr b="0" i="0" sz="1200" u="none">
                          <a:solidFill>
                            <a:schemeClr val="tx1">
                              <a:lumMod val="60000"/>
                              <a:lumOff val="40000"/>
                            </a:schemeClr>
                          </a:solidFill>
                          <a:latin typeface="Calibri Regular"/>
                        </a:rPr>
                        <a:t>generator</a:t>
                      </a:r>
                      <a:endParaRPr lang="en-US" sz="1200" b="0" i="0" u="none" strike="noStrike" noProof="0" dirty="0">
                        <a:solidFill>
                          <a:schemeClr val="tx1">
                            <a:lumMod val="60000"/>
                            <a:lumOff val="40000"/>
                          </a:schemeClr>
                        </a:solidFill>
                        <a:effectLst/>
                        <a:latin typeface="Calibri Regular"/>
                      </a:endParaRPr>
                    </a:p>
                  </a:txBody>
                  <a:tcPr marL="108000" marR="108000" marT="72000" marB="72000" anchor="ctr">
                    <a:lnL>
                      <a:noFill/>
                    </a:lnL>
                    <a:lnR w="9525" cap="flat" cmpd="sng" algn="ctr">
                      <a:noFill/>
                      <a:prstDash val="solid"/>
                    </a:lnR>
                    <a:lnT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b"/>
                      <a:r>
                        <a:rPr b="0" i="0" sz="1200" u="none">
                          <a:solidFill>
                            <a:schemeClr val="tx1">
                              <a:lumMod val="60000"/>
                              <a:lumOff val="40000"/>
                            </a:schemeClr>
                          </a:solidFill>
                          <a:latin typeface="Calibri Regular"/>
                        </a:rPr>
                        <a:t>Java</a:t>
                      </a:r>
                      <a:endParaRPr lang="en-US" sz="1200" b="0" i="0" u="none" strike="noStrike" noProof="0" dirty="0">
                        <a:solidFill>
                          <a:schemeClr val="tx1">
                            <a:lumMod val="60000"/>
                            <a:lumOff val="40000"/>
                          </a:schemeClr>
                        </a:solidFill>
                        <a:effectLst/>
                        <a:latin typeface="Calibri Regular"/>
                      </a:endParaRPr>
                    </a:p>
                  </a:txBody>
                  <a:tcPr marL="108000" marR="108000" marT="72000" marB="72000" anchor="ctr">
                    <a:lnL>
                      <a:noFill/>
                    </a:lnL>
                    <a:lnR w="9525" cap="flat" cmpd="sng" algn="ctr">
                      <a:noFill/>
                      <a:prstDash val="solid"/>
                    </a:lnR>
                    <a:lnT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022263985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algn="l" fontAlgn="b"/>
                      <a:r>
                        <a:rPr b="0" i="0" sz="1200" u="none">
                          <a:solidFill>
                            <a:schemeClr val="tx2"/>
                          </a:solidFill>
                          <a:latin typeface="Calibri Bold"/>
                        </a:rPr>
                        <a:t>StreamsPartitionAssignor.assignTasksToClients(Cluster,GroupSubscription,Set,Map,Map,Map,Map,Set)</a:t>
                      </a:r>
                      <a:endParaRPr lang="en-US" sz="1200" b="0" i="0" u="none" strike="noStrike" noProof="0" dirty="0">
                        <a:solidFill>
                          <a:schemeClr val="tx2"/>
                        </a:solidFill>
                        <a:effectLst/>
                        <a:latin typeface="Calibri Regular"/>
                      </a:endParaRPr>
                    </a:p>
                  </a:txBody>
                  <a:tcPr marL="108000" marR="108000" marT="72000" marB="72000" anchor="ctr">
                    <a:lnL w="9525" cap="flat" cmpd="sng" algn="ctr">
                      <a:noFill/>
                      <a:prstDash val="solid"/>
                    </a:lnL>
                    <a:lnR>
                      <a:noFill/>
                    </a:lnR>
                    <a:lnT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algn="r" defTabSz="914400" rtl="0" eaLnBrk="1" fontAlgn="b" latinLnBrk="0" hangingPunct="1"/>
                      <a:r>
                        <a:rPr b="0" i="0" sz="1200" u="none">
                          <a:solidFill>
                            <a:schemeClr val="tx1">
                              <a:lumMod val="60000"/>
                              <a:lumOff val="40000"/>
                            </a:schemeClr>
                          </a:solidFill>
                          <a:latin typeface="Calibri Regular"/>
                        </a:rPr>
                        <a:t>91</a:t>
                      </a:r>
                      <a:endParaRPr lang="en-US" sz="1200" b="0" i="0" u="none" strike="noStrike" kern="1200" noProof="0" dirty="0">
                        <a:solidFill>
                          <a:schemeClr val="tx1">
                            <a:lumMod val="60000"/>
                            <a:lumOff val="40000"/>
                          </a:schemeClr>
                        </a:solidFill>
                        <a:effectLst/>
                        <a:latin typeface="Calibri Regular"/>
                        <a:ea typeface="+mn-ea"/>
                        <a:cs typeface="+mn-cs"/>
                      </a:endParaRPr>
                    </a:p>
                  </a:txBody>
                  <a:tcPr marL="108000" marR="108000" marT="72000" marB="72000" anchor="ctr">
                    <a:lnL>
                      <a:noFill/>
                    </a:lnL>
                    <a:lnR>
                      <a:noFill/>
                    </a:lnR>
                    <a:lnT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b="0" i="0" sz="1200" u="none">
                          <a:solidFill>
                            <a:schemeClr val="tx1">
                              <a:lumMod val="60000"/>
                              <a:lumOff val="40000"/>
                            </a:schemeClr>
                          </a:solidFill>
                          <a:latin typeface="Calibri Regular"/>
                        </a:rPr>
                        <a:t>6</a:t>
                      </a:r>
                      <a:endParaRPr lang="en-US" sz="1200" b="0" i="0" u="none" strike="noStrike" noProof="0" dirty="0">
                        <a:solidFill>
                          <a:schemeClr val="tx1">
                            <a:lumMod val="60000"/>
                            <a:lumOff val="40000"/>
                          </a:schemeClr>
                        </a:solidFill>
                        <a:effectLst/>
                        <a:latin typeface="Calibri Regular"/>
                      </a:endParaRPr>
                    </a:p>
                  </a:txBody>
                  <a:tcPr marL="108000" marR="108000" marT="72000" marB="72000" anchor="ctr">
                    <a:lnL>
                      <a:noFill/>
                    </a:lnL>
                    <a:lnR w="9525" cap="flat" cmpd="sng" algn="ctr">
                      <a:noFill/>
                      <a:prstDash val="solid"/>
                    </a:lnR>
                    <a:lnT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algn="r" defTabSz="914400" rtl="0" eaLnBrk="1" fontAlgn="b" latinLnBrk="0" hangingPunct="1"/>
                      <a:r>
                        <a:rPr b="0" i="0" sz="1200" u="none">
                          <a:solidFill>
                            <a:schemeClr val="tx2"/>
                          </a:solidFill>
                          <a:latin typeface="Calibri Regular"/>
                        </a:rPr>
                        <a:t>8</a:t>
                      </a:r>
                      <a:endParaRPr lang="en-US" sz="1200" b="0" i="0" u="none" strike="noStrike" kern="1200" noProof="0" dirty="0">
                        <a:solidFill>
                          <a:schemeClr val="tx2"/>
                        </a:solidFill>
                        <a:effectLst/>
                        <a:latin typeface="Calibri Regular"/>
                        <a:ea typeface="+mn-ea"/>
                        <a:cs typeface="+mn-cs"/>
                      </a:endParaRPr>
                    </a:p>
                  </a:txBody>
                  <a:tcPr marL="108000" marR="108000" marT="72000" marB="72000" anchor="ctr">
                    <a:lnL>
                      <a:noFill/>
                    </a:lnL>
                    <a:lnR w="9525" cap="flat" cmpd="sng" algn="ctr">
                      <a:noFill/>
                      <a:prstDash val="solid"/>
                    </a:lnR>
                    <a:lnT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EF5BA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b"/>
                      <a:r>
                        <a:rPr b="0" i="0" sz="1200" u="none">
                          <a:solidFill>
                            <a:schemeClr val="tx1">
                              <a:lumMod val="60000"/>
                              <a:lumOff val="40000"/>
                            </a:schemeClr>
                          </a:solidFill>
                          <a:latin typeface="Calibri Regular"/>
                        </a:rPr>
                        <a:t>streams</a:t>
                      </a:r>
                      <a:endParaRPr lang="en-US" sz="1200" b="0" i="0" u="none" strike="noStrike" noProof="0" dirty="0">
                        <a:solidFill>
                          <a:schemeClr val="tx1">
                            <a:lumMod val="60000"/>
                            <a:lumOff val="40000"/>
                          </a:schemeClr>
                        </a:solidFill>
                        <a:effectLst/>
                        <a:latin typeface="Calibri Regular"/>
                      </a:endParaRPr>
                    </a:p>
                  </a:txBody>
                  <a:tcPr marL="108000" marR="108000" marT="72000" marB="72000" anchor="ctr">
                    <a:lnL>
                      <a:noFill/>
                    </a:lnL>
                    <a:lnR w="9525" cap="flat" cmpd="sng" algn="ctr">
                      <a:noFill/>
                      <a:prstDash val="solid"/>
                    </a:lnR>
                    <a:lnT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b"/>
                      <a:r>
                        <a:rPr b="0" i="0" sz="1200" u="none">
                          <a:solidFill>
                            <a:schemeClr val="tx1">
                              <a:lumMod val="60000"/>
                              <a:lumOff val="40000"/>
                            </a:schemeClr>
                          </a:solidFill>
                          <a:latin typeface="Calibri Regular"/>
                        </a:rPr>
                        <a:t>Java</a:t>
                      </a:r>
                      <a:endParaRPr lang="en-US" sz="1200" b="0" i="0" u="none" strike="noStrike" noProof="0" dirty="0">
                        <a:solidFill>
                          <a:schemeClr val="tx1">
                            <a:lumMod val="60000"/>
                            <a:lumOff val="40000"/>
                          </a:schemeClr>
                        </a:solidFill>
                        <a:effectLst/>
                        <a:latin typeface="Calibri Regular"/>
                      </a:endParaRPr>
                    </a:p>
                  </a:txBody>
                  <a:tcPr marL="108000" marR="108000" marT="72000" marB="72000" anchor="ctr">
                    <a:lnL>
                      <a:noFill/>
                    </a:lnL>
                    <a:lnR w="9525" cap="flat" cmpd="sng" algn="ctr">
                      <a:noFill/>
                      <a:prstDash val="solid"/>
                    </a:lnR>
                    <a:lnT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516404128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marR="0" lvl="0" indent="0" algn="l" defTabSz="914400" rtl="0" eaLnBrk="1" fontAlgn="b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b="0" i="0" sz="1200" u="none">
                          <a:solidFill>
                            <a:schemeClr val="tx2"/>
                          </a:solidFill>
                          <a:latin typeface="Calibri Bold"/>
                        </a:rPr>
                        <a:t>GroupMetadataManager.shareGroupHeartbeat(String,String,int,String,String,String,List&lt;String&gt;)</a:t>
                      </a:r>
                      <a:endParaRPr lang="en-US" sz="1200" b="0" i="0" u="none" strike="noStrike" noProof="0" dirty="0">
                        <a:solidFill>
                          <a:schemeClr val="tx2"/>
                        </a:solidFill>
                        <a:effectLst/>
                        <a:latin typeface="Calibri Regular"/>
                      </a:endParaRPr>
                    </a:p>
                  </a:txBody>
                  <a:tcPr marL="108000" marR="108000" marT="72000" marB="72000" anchor="ctr">
                    <a:lnL w="9525" cap="flat" cmpd="sng" algn="ctr">
                      <a:noFill/>
                      <a:prstDash val="solid"/>
                    </a:lnL>
                    <a:lnR>
                      <a:noFill/>
                    </a:lnR>
                    <a:lnT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algn="r" defTabSz="914400" rtl="0" eaLnBrk="1" fontAlgn="b" latinLnBrk="0" hangingPunct="1"/>
                      <a:r>
                        <a:rPr b="0" i="0" sz="1200" u="none">
                          <a:solidFill>
                            <a:schemeClr val="tx1">
                              <a:lumMod val="60000"/>
                              <a:lumOff val="40000"/>
                            </a:schemeClr>
                          </a:solidFill>
                          <a:latin typeface="Calibri Regular"/>
                        </a:rPr>
                        <a:t>87</a:t>
                      </a:r>
                      <a:endParaRPr lang="en-US" sz="1200" b="0" i="0" u="none" strike="noStrike" kern="1200" noProof="0" dirty="0">
                        <a:solidFill>
                          <a:schemeClr val="tx1">
                            <a:lumMod val="60000"/>
                            <a:lumOff val="40000"/>
                          </a:schemeClr>
                        </a:solidFill>
                        <a:effectLst/>
                        <a:latin typeface="Calibri Regular"/>
                        <a:ea typeface="+mn-ea"/>
                        <a:cs typeface="+mn-cs"/>
                      </a:endParaRPr>
                    </a:p>
                  </a:txBody>
                  <a:tcPr marL="108000" marR="108000" marT="72000" marB="72000" anchor="ctr">
                    <a:lnL>
                      <a:noFill/>
                    </a:lnL>
                    <a:lnR>
                      <a:noFill/>
                    </a:lnR>
                    <a:lnT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b="0" i="0" sz="1200" u="none">
                          <a:solidFill>
                            <a:schemeClr val="tx1">
                              <a:lumMod val="60000"/>
                              <a:lumOff val="40000"/>
                            </a:schemeClr>
                          </a:solidFill>
                          <a:latin typeface="Calibri Regular"/>
                        </a:rPr>
                        <a:t>10</a:t>
                      </a:r>
                      <a:endParaRPr lang="en-US" sz="1200" b="0" i="0" u="none" strike="noStrike" noProof="0" dirty="0">
                        <a:solidFill>
                          <a:schemeClr val="tx1">
                            <a:lumMod val="60000"/>
                            <a:lumOff val="40000"/>
                          </a:schemeClr>
                        </a:solidFill>
                        <a:effectLst/>
                        <a:latin typeface="+mn-lt"/>
                      </a:endParaRPr>
                    </a:p>
                  </a:txBody>
                  <a:tcPr marL="108000" marR="108000" marT="72000" marB="72000" anchor="ctr">
                    <a:lnL>
                      <a:noFill/>
                    </a:lnL>
                    <a:lnR w="9525" cap="flat" cmpd="sng" algn="ctr">
                      <a:noFill/>
                      <a:prstDash val="solid"/>
                    </a:lnR>
                    <a:lnT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algn="r" defTabSz="914400" rtl="0" eaLnBrk="1" fontAlgn="b" latinLnBrk="0" hangingPunct="1"/>
                      <a:r>
                        <a:rPr b="0" i="0" sz="1200" u="none">
                          <a:solidFill>
                            <a:schemeClr val="tx2"/>
                          </a:solidFill>
                          <a:latin typeface="Calibri Regular"/>
                        </a:rPr>
                        <a:t>7</a:t>
                      </a:r>
                      <a:endParaRPr lang="en-US" sz="1200" b="0" i="0" u="none" strike="noStrike" kern="1200" noProof="0" dirty="0">
                        <a:solidFill>
                          <a:schemeClr val="tx2"/>
                        </a:solidFill>
                        <a:effectLst/>
                        <a:latin typeface="Calibri Regular"/>
                        <a:ea typeface="+mn-ea"/>
                        <a:cs typeface="+mn-cs"/>
                      </a:endParaRPr>
                    </a:p>
                  </a:txBody>
                  <a:tcPr marL="108000" marR="108000" marT="72000" marB="72000" anchor="ctr">
                    <a:lnL>
                      <a:noFill/>
                    </a:lnL>
                    <a:lnR w="9525" cap="flat" cmpd="sng" algn="ctr">
                      <a:noFill/>
                      <a:prstDash val="solid"/>
                    </a:lnR>
                    <a:lnT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EF5BA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b"/>
                      <a:r>
                        <a:rPr b="0" i="0" sz="1200" u="none">
                          <a:solidFill>
                            <a:schemeClr val="tx1">
                              <a:lumMod val="60000"/>
                              <a:lumOff val="40000"/>
                            </a:schemeClr>
                          </a:solidFill>
                          <a:latin typeface="Calibri Regular"/>
                        </a:rPr>
                        <a:t>group-coordinator</a:t>
                      </a:r>
                      <a:endParaRPr lang="en-US" sz="1200" b="0" i="0" u="none" strike="noStrike" noProof="0" dirty="0">
                        <a:solidFill>
                          <a:schemeClr val="tx1">
                            <a:lumMod val="60000"/>
                            <a:lumOff val="40000"/>
                          </a:schemeClr>
                        </a:solidFill>
                        <a:effectLst/>
                        <a:latin typeface="+mn-lt"/>
                      </a:endParaRPr>
                    </a:p>
                  </a:txBody>
                  <a:tcPr marL="108000" marR="108000" marT="72000" marB="72000" anchor="ctr">
                    <a:lnL>
                      <a:noFill/>
                    </a:lnL>
                    <a:lnR w="9525" cap="flat" cmpd="sng" algn="ctr">
                      <a:noFill/>
                      <a:prstDash val="solid"/>
                    </a:lnR>
                    <a:lnT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b"/>
                      <a:r>
                        <a:rPr b="0" i="0" sz="1200" u="none">
                          <a:solidFill>
                            <a:schemeClr val="tx1">
                              <a:lumMod val="60000"/>
                              <a:lumOff val="40000"/>
                            </a:schemeClr>
                          </a:solidFill>
                          <a:latin typeface="Calibri Regular"/>
                        </a:rPr>
                        <a:t>Java</a:t>
                      </a:r>
                      <a:endParaRPr lang="en-US" sz="1200" b="0" i="0" u="none" strike="noStrike" noProof="0" dirty="0">
                        <a:solidFill>
                          <a:schemeClr val="tx1">
                            <a:lumMod val="60000"/>
                            <a:lumOff val="40000"/>
                          </a:schemeClr>
                        </a:solidFill>
                        <a:effectLst/>
                        <a:latin typeface="+mn-lt"/>
                      </a:endParaRPr>
                    </a:p>
                  </a:txBody>
                  <a:tcPr marL="108000" marR="108000" marT="72000" marB="72000" anchor="ctr">
                    <a:lnL>
                      <a:noFill/>
                    </a:lnL>
                    <a:lnR w="9525" cap="flat" cmpd="sng" algn="ctr">
                      <a:noFill/>
                      <a:prstDash val="solid"/>
                    </a:lnR>
                    <a:lnT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255606331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337820643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C9E5DF8-42C2-D9A0-C581-926F88850EE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Number Placeholder 1">
            <a:extLst>
              <a:ext uri="{FF2B5EF4-FFF2-40B4-BE49-F238E27FC236}">
                <a16:creationId xmlns:a16="http://schemas.microsoft.com/office/drawing/2014/main" id="{CC384C2E-E259-D449-D3FC-4501B83DD586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E242BD21-9B61-2246-BCB1-4BE5E1BEBE1C}" type="slidenum">
              <a:rPr lang="en-US" smtClean="0"/>
              <a:pPr/>
              <a:t>17</a:t>
            </a:fld>
            <a:endParaRPr lang="en-US"/>
          </a:p>
        </p:txBody>
      </p:sp>
      <p:sp>
        <p:nvSpPr>
          <p:cNvPr id="10" name="Text Placeholder 9">
            <a:extLst>
              <a:ext uri="{FF2B5EF4-FFF2-40B4-BE49-F238E27FC236}">
                <a16:creationId xmlns:a16="http://schemas.microsoft.com/office/drawing/2014/main" id="{192E8F9D-227D-DE48-28FD-49E58F9EE84A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/>
        <p:txBody>
          <a:bodyPr/>
          <a:lstStyle/>
          <a:p>
            <a:r>
              <a:rPr lang="en-US" dirty="0"/>
              <a:t>Refactoring Candidates – Unit INTERFACING</a:t>
            </a:r>
          </a:p>
        </p:txBody>
      </p:sp>
      <p:sp>
        <p:nvSpPr>
          <p:cNvPr id="5" name="Title 4">
            <a:extLst>
              <a:ext uri="{FF2B5EF4-FFF2-40B4-BE49-F238E27FC236}">
                <a16:creationId xmlns:a16="http://schemas.microsoft.com/office/drawing/2014/main" id="{936CF5EF-9D37-AF0B-8482-89079D5C2E2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An overview of the Java units with the largest interfaces</a:t>
            </a:r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0B3E2457-37D9-7B56-B0F1-9C62576D55BE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2669790" y="6549140"/>
            <a:ext cx="804066" cy="236406"/>
          </a:xfrm>
          <a:prstGeom prst="rect">
            <a:avLst/>
          </a:prstGeom>
          <a:noFill/>
          <a:ln w="12700" cap="flat" cmpd="sng" algn="ctr">
            <a:noFill/>
            <a:prstDash val="solid"/>
            <a:miter lim="800000"/>
          </a:ln>
        </p:spPr>
        <p:txBody>
          <a:bodyPr wrap="none" lIns="0" tIns="36000" rIns="0" rtlCol="0" anchor="ctr">
            <a:spAutoFit/>
          </a:bodyPr>
          <a:lstStyle>
            <a:defPPr>
              <a:defRPr lang="en-US"/>
            </a:defPPr>
            <a:lvl1pPr marL="0" algn="l" defTabSz="914400" rtl="0" eaLnBrk="1" latinLnBrk="0" hangingPunct="1">
              <a:defRPr lang="en-US" sz="1000" b="1" kern="1200" cap="all" spc="10" baseline="0" dirty="0">
                <a:solidFill>
                  <a:srgbClr val="B2BECD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 dirty="0"/>
              <a:t>Confidential</a:t>
            </a:r>
          </a:p>
        </p:txBody>
      </p:sp>
      <p:graphicFrame>
        <p:nvGraphicFramePr>
          <p:cNvPr id="4" name="REFACTORING_CANDIDATES_TABLE_UNIT_INTERFACING_TECH_1">
            <a:extLst>
              <a:ext uri="{FF2B5EF4-FFF2-40B4-BE49-F238E27FC236}">
                <a16:creationId xmlns:a16="http://schemas.microsoft.com/office/drawing/2014/main" id="{886DDEFD-B6CA-D10A-3710-9F71507BA754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468853962"/>
              </p:ext>
            </p:extLst>
          </p:nvPr>
        </p:nvGraphicFramePr>
        <p:xfrm>
          <a:off x="514373" y="1366988"/>
          <a:ext cx="11231294" cy="4972560"/>
        </p:xfrm>
        <a:graphic>
          <a:graphicData uri="http://schemas.openxmlformats.org/drawingml/2006/table">
            <a:tbl>
              <a:tblPr firstRow="1" bandRow="1">
                <a:effectLst/>
                <a:tableStyleId>{F2DE63D5-997A-4646-A377-4702673A728D}</a:tableStyleId>
              </a:tblPr>
              <a:tblGrid>
                <a:gridCol w="6688777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630621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953621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1292001">
                  <a:extLst>
                    <a:ext uri="{9D8B030D-6E8A-4147-A177-3AD203B41FA5}">
                      <a16:colId xmlns:a16="http://schemas.microsoft.com/office/drawing/2014/main" val="3286041723"/>
                    </a:ext>
                  </a:extLst>
                </a:gridCol>
                <a:gridCol w="1666274">
                  <a:extLst>
                    <a:ext uri="{9D8B030D-6E8A-4147-A177-3AD203B41FA5}">
                      <a16:colId xmlns:a16="http://schemas.microsoft.com/office/drawing/2014/main" val="4263492041"/>
                    </a:ext>
                  </a:extLst>
                </a:gridCol>
              </a:tblGrid>
              <a:tr h="0">
                <a:tc>
                  <a:txBody>
                    <a:bodyPr/>
                    <a:lstStyle/>
                    <a:p>
                      <a:pPr marL="0" marR="0" indent="0" algn="l" defTabSz="4572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b="1" sz="1400">
                          <a:solidFill>
                            <a:schemeClr val="bg1"/>
                          </a:solidFill>
                          <a:latin typeface="+mn-lt"/>
                        </a:rPr>
                        <a:t>Unit name</a:t>
                      </a:r>
                      <a:endParaRPr lang="en-US" sz="1400" b="1" i="0" noProof="0" dirty="0">
                        <a:solidFill>
                          <a:schemeClr val="bg1"/>
                        </a:solidFill>
                        <a:latin typeface="+mn-lt"/>
                        <a:cs typeface="TheSans B4 SemiLight"/>
                      </a:endParaRPr>
                    </a:p>
                  </a:txBody>
                  <a:tcPr marL="108000" marR="108000" marT="72000" marB="72000">
                    <a:lnL w="9525" cap="flat" cmpd="sng" algn="ctr">
                      <a:noFill/>
                      <a:prstDash val="solid"/>
                    </a:lnL>
                    <a:lnR>
                      <a:noFill/>
                    </a:lnR>
                    <a:lnT w="9525" cap="flat" cmpd="sng" algn="ctr">
                      <a:noFill/>
                      <a:prstDash val="solid"/>
                    </a:lnT>
                    <a:lnB w="19050" cap="flat" cmpd="sng" algn="ctr">
                      <a:noFill/>
                      <a:prstDash val="sysDot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tx2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b="1" sz="1400">
                          <a:solidFill>
                            <a:schemeClr val="bg1"/>
                          </a:solidFill>
                          <a:latin typeface="+mn-lt"/>
                        </a:rPr>
                        <a:t>LOC</a:t>
                      </a:r>
                      <a:endParaRPr lang="en-US" sz="1400" b="1" i="0" noProof="0" dirty="0">
                        <a:solidFill>
                          <a:schemeClr val="bg1"/>
                        </a:solidFill>
                        <a:latin typeface="+mn-lt"/>
                        <a:cs typeface="TheSans B4 SemiLight"/>
                      </a:endParaRPr>
                    </a:p>
                  </a:txBody>
                  <a:tcPr marL="108000" marR="108000" marT="72000" marB="72000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noFill/>
                      <a:prstDash val="solid"/>
                    </a:lnT>
                    <a:lnB w="19050" cap="flat" cmpd="sng" algn="ctr">
                      <a:noFill/>
                      <a:prstDash val="sysDot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1F354B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b="1" sz="1400">
                          <a:solidFill>
                            <a:schemeClr val="bg1"/>
                          </a:solidFill>
                          <a:latin typeface="+mn-lt"/>
                        </a:rPr>
                        <a:t>McCabe</a:t>
                      </a:r>
                      <a:endParaRPr lang="en-US" sz="1400" b="1" i="0" noProof="0" dirty="0">
                        <a:solidFill>
                          <a:schemeClr val="bg1"/>
                        </a:solidFill>
                        <a:latin typeface="+mn-lt"/>
                        <a:cs typeface="TheSans B4 SemiLight"/>
                      </a:endParaRPr>
                    </a:p>
                  </a:txBody>
                  <a:tcPr marL="108000" marR="108000" marT="72000" marB="72000">
                    <a:lnL>
                      <a:noFill/>
                    </a:lnL>
                    <a:lnR w="9525" cap="flat" cmpd="sng" algn="ctr">
                      <a:noFill/>
                      <a:prstDash val="solid"/>
                    </a:lnR>
                    <a:lnT w="9525" cap="flat" cmpd="sng" algn="ctr">
                      <a:noFill/>
                      <a:prstDash val="solid"/>
                    </a:lnT>
                    <a:lnB w="19050" cap="flat" cmpd="sng" algn="ctr">
                      <a:noFill/>
                      <a:prstDash val="sysDot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tx2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b="1" i="0" sz="1400">
                          <a:solidFill>
                            <a:schemeClr val="bg1"/>
                          </a:solidFill>
                          <a:latin typeface="+mn-lt"/>
                        </a:rPr>
                        <a:t>Parameters</a:t>
                      </a:r>
                    </a:p>
                  </a:txBody>
                  <a:tcPr marL="108000" marR="108000" marT="72000" marB="72000">
                    <a:lnL>
                      <a:noFill/>
                    </a:lnL>
                    <a:lnR w="9525" cap="flat" cmpd="sng" algn="ctr">
                      <a:noFill/>
                      <a:prstDash val="solid"/>
                    </a:lnR>
                    <a:lnT w="9525" cap="flat" cmpd="sng" algn="ctr">
                      <a:noFill/>
                      <a:prstDash val="solid"/>
                    </a:lnT>
                    <a:lnB w="19050" cap="flat" cmpd="sng" algn="ctr">
                      <a:noFill/>
                      <a:prstDash val="sysDot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DFC100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b="1" i="0" sz="1400">
                          <a:solidFill>
                            <a:schemeClr val="bg1"/>
                          </a:solidFill>
                          <a:latin typeface="+mn-lt"/>
                        </a:rPr>
                        <a:t>Component</a:t>
                      </a:r>
                    </a:p>
                  </a:txBody>
                  <a:tcPr marL="108000" marR="108000" marT="72000" marB="72000">
                    <a:lnL>
                      <a:noFill/>
                    </a:lnL>
                    <a:lnR w="9525" cap="flat" cmpd="sng" algn="ctr">
                      <a:noFill/>
                      <a:prstDash val="solid"/>
                    </a:lnR>
                    <a:lnT w="9525" cap="flat" cmpd="sng" algn="ctr">
                      <a:noFill/>
                      <a:prstDash val="solid"/>
                    </a:lnT>
                    <a:lnB w="19050" cap="flat" cmpd="sng" algn="ctr">
                      <a:noFill/>
                      <a:prstDash val="sysDot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tx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marR="0" lvl="0" indent="0" algn="l" defTabSz="914400" rtl="0" eaLnBrk="1" fontAlgn="b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b="0" i="0" sz="1200" u="none">
                          <a:solidFill>
                            <a:schemeClr val="tx2"/>
                          </a:solidFill>
                          <a:latin typeface="Calibri Bold"/>
                        </a:rPr>
                        <a:t>GroupMetadataManager.streamsGroupHeartbeat(String,String,int,String,String,int,String,String,StreamsGroupHeartbeatRequestData.Topology,String,Endpoint,boolean,int)</a:t>
                      </a:r>
                    </a:p>
                  </a:txBody>
                  <a:tcPr marL="108000" marR="108000" marT="72000" marB="72000" anchor="ctr">
                    <a:lnL w="9525" cap="flat" cmpd="sng" algn="ctr">
                      <a:noFill/>
                      <a:prstDash val="solid"/>
                    </a:lnL>
                    <a:lnR>
                      <a:noFill/>
                    </a:lnR>
                    <a:lnT w="19050" cap="flat" cmpd="sng" algn="ctr">
                      <a:noFill/>
                      <a:prstDash val="sysDot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algn="r" defTabSz="914400" rtl="0" eaLnBrk="1" fontAlgn="b" latinLnBrk="0" hangingPunct="1"/>
                      <a:r>
                        <a:rPr b="0" i="0" sz="1200" u="none">
                          <a:solidFill>
                            <a:schemeClr val="tx1">
                              <a:lumMod val="60000"/>
                              <a:lumOff val="40000"/>
                            </a:schemeClr>
                          </a:solidFill>
                          <a:latin typeface="Calibri Regular"/>
                        </a:rPr>
                        <a:t>170</a:t>
                      </a:r>
                    </a:p>
                  </a:txBody>
                  <a:tcPr marL="108000" marR="108000" marT="72000" marB="72000" anchor="ctr">
                    <a:lnL>
                      <a:noFill/>
                    </a:lnL>
                    <a:lnR>
                      <a:noFill/>
                    </a:lnR>
                    <a:lnT w="19050" cap="flat" cmpd="sng" algn="ctr">
                      <a:noFill/>
                      <a:prstDash val="sysDot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b="0" i="0" sz="1200" u="none">
                          <a:solidFill>
                            <a:schemeClr val="tx1">
                              <a:lumMod val="60000"/>
                              <a:lumOff val="40000"/>
                            </a:schemeClr>
                          </a:solidFill>
                          <a:latin typeface="Calibri Regular"/>
                        </a:rPr>
                        <a:t>24</a:t>
                      </a:r>
                    </a:p>
                  </a:txBody>
                  <a:tcPr marL="108000" marR="108000" marT="72000" marB="72000" anchor="ctr">
                    <a:lnL>
                      <a:noFill/>
                    </a:lnL>
                    <a:lnR w="9525" cap="flat" cmpd="sng" algn="ctr">
                      <a:noFill/>
                      <a:prstDash val="solid"/>
                    </a:lnR>
                    <a:lnT w="19050" cap="flat" cmpd="sng" algn="ctr">
                      <a:noFill/>
                      <a:prstDash val="sysDot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algn="r" defTabSz="914400" rtl="0" eaLnBrk="1" fontAlgn="b" latinLnBrk="0" hangingPunct="1"/>
                      <a:r>
                        <a:rPr b="0" i="0" sz="1200" u="none">
                          <a:solidFill>
                            <a:schemeClr val="tx2"/>
                          </a:solidFill>
                          <a:latin typeface="Calibri Regular"/>
                        </a:rPr>
                        <a:t>13</a:t>
                      </a:r>
                    </a:p>
                  </a:txBody>
                  <a:tcPr marL="108000" marR="108000" marT="72000" marB="72000" anchor="ctr">
                    <a:lnL>
                      <a:noFill/>
                    </a:lnL>
                    <a:lnR w="9525" cap="flat" cmpd="sng" algn="ctr">
                      <a:noFill/>
                      <a:prstDash val="solid"/>
                    </a:lnR>
                    <a:lnT w="19050" cap="flat" cmpd="sng" algn="ctr">
                      <a:noFill/>
                      <a:prstDash val="sysDot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EF5BA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b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b="0" i="0" sz="1200" u="none">
                          <a:solidFill>
                            <a:schemeClr val="tx1">
                              <a:lumMod val="60000"/>
                              <a:lumOff val="40000"/>
                            </a:schemeClr>
                          </a:solidFill>
                          <a:latin typeface="Calibri Regular"/>
                        </a:rPr>
                        <a:t>group-coordinator</a:t>
                      </a:r>
                    </a:p>
                  </a:txBody>
                  <a:tcPr marL="108000" marR="108000" marT="72000" marB="72000" anchor="ctr">
                    <a:lnL>
                      <a:noFill/>
                    </a:lnL>
                    <a:lnR w="9525" cap="flat" cmpd="sng" algn="ctr">
                      <a:noFill/>
                      <a:prstDash val="solid"/>
                    </a:lnR>
                    <a:lnT w="19050" cap="flat" cmpd="sng" algn="ctr">
                      <a:noFill/>
                      <a:prstDash val="sysDot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algn="l" fontAlgn="b"/>
                      <a:r>
                        <a:rPr b="0" i="0" sz="1200" u="none">
                          <a:solidFill>
                            <a:schemeClr val="tx2"/>
                          </a:solidFill>
                          <a:latin typeface="Calibri Bold"/>
                        </a:rPr>
                        <a:t>SharePartition.acquire(String,ShareAcquireMode,int,int,long,FetchPartitionData,FetchIsolation)</a:t>
                      </a:r>
                      <a:endParaRPr lang="en-US" sz="1200" b="0" i="0" u="none" strike="noStrike" noProof="0" dirty="0">
                        <a:solidFill>
                          <a:schemeClr val="tx2"/>
                        </a:solidFill>
                        <a:effectLst/>
                        <a:latin typeface="Calibri Regular"/>
                      </a:endParaRPr>
                    </a:p>
                  </a:txBody>
                  <a:tcPr marL="108000" marR="108000" marT="72000" marB="72000" anchor="ctr">
                    <a:lnL w="9525" cap="flat" cmpd="sng" algn="ctr">
                      <a:noFill/>
                      <a:prstDash val="solid"/>
                    </a:lnL>
                    <a:lnR>
                      <a:noFill/>
                    </a:lnR>
                    <a:lnT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algn="r" defTabSz="914400" rtl="0" eaLnBrk="1" fontAlgn="b" latinLnBrk="0" hangingPunct="1"/>
                      <a:r>
                        <a:rPr b="0" i="0" sz="1200" u="none">
                          <a:solidFill>
                            <a:schemeClr val="tx1">
                              <a:lumMod val="60000"/>
                              <a:lumOff val="40000"/>
                            </a:schemeClr>
                          </a:solidFill>
                          <a:latin typeface="Calibri Regular"/>
                        </a:rPr>
                        <a:t>134</a:t>
                      </a:r>
                      <a:endParaRPr lang="en-US" sz="1200" b="0" i="0" u="none" strike="noStrike" kern="1200" noProof="0" dirty="0">
                        <a:solidFill>
                          <a:schemeClr val="tx1">
                            <a:lumMod val="60000"/>
                            <a:lumOff val="40000"/>
                          </a:schemeClr>
                        </a:solidFill>
                        <a:effectLst/>
                        <a:latin typeface="Calibri Regular"/>
                        <a:ea typeface="+mn-ea"/>
                        <a:cs typeface="+mn-cs"/>
                      </a:endParaRPr>
                    </a:p>
                  </a:txBody>
                  <a:tcPr marL="108000" marR="108000" marT="72000" marB="72000" anchor="ctr">
                    <a:lnL>
                      <a:noFill/>
                    </a:lnL>
                    <a:lnR>
                      <a:noFill/>
                    </a:lnR>
                    <a:lnT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indent="0" algn="r" defTabSz="457200" rtl="0" eaLnBrk="1" fontAlgn="b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b="0" i="0" sz="1200" u="none">
                          <a:solidFill>
                            <a:schemeClr val="tx1">
                              <a:lumMod val="60000"/>
                              <a:lumOff val="40000"/>
                            </a:schemeClr>
                          </a:solidFill>
                          <a:latin typeface="Calibri Regular"/>
                        </a:rPr>
                        <a:t>34</a:t>
                      </a:r>
                      <a:endParaRPr lang="en-US" sz="1200" b="0" i="0" u="none" strike="noStrike" noProof="0" dirty="0">
                        <a:solidFill>
                          <a:schemeClr val="tx1">
                            <a:lumMod val="60000"/>
                            <a:lumOff val="40000"/>
                          </a:schemeClr>
                        </a:solidFill>
                        <a:effectLst/>
                        <a:latin typeface="Calibri Regular"/>
                      </a:endParaRPr>
                    </a:p>
                  </a:txBody>
                  <a:tcPr marL="108000" marR="108000" marT="72000" marB="72000" anchor="ctr">
                    <a:lnL>
                      <a:noFill/>
                    </a:lnL>
                    <a:lnR w="9525" cap="flat" cmpd="sng" algn="ctr">
                      <a:noFill/>
                      <a:prstDash val="solid"/>
                    </a:lnR>
                    <a:lnT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indent="0" algn="r" defTabSz="914400" rtl="0" eaLnBrk="1" fontAlgn="b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b="0" i="0" sz="1200" u="none">
                          <a:solidFill>
                            <a:schemeClr val="tx2"/>
                          </a:solidFill>
                          <a:latin typeface="Calibri Regular"/>
                        </a:rPr>
                        <a:t>7</a:t>
                      </a:r>
                      <a:endParaRPr lang="en-US" sz="1200" b="0" i="0" u="none" strike="noStrike" kern="1200" noProof="0" dirty="0">
                        <a:solidFill>
                          <a:schemeClr val="tx2"/>
                        </a:solidFill>
                        <a:effectLst/>
                        <a:latin typeface="Calibri Regular"/>
                        <a:ea typeface="+mn-ea"/>
                        <a:cs typeface="+mn-cs"/>
                      </a:endParaRPr>
                    </a:p>
                  </a:txBody>
                  <a:tcPr marL="108000" marR="108000" marT="72000" marB="72000" anchor="ctr">
                    <a:lnL>
                      <a:noFill/>
                    </a:lnL>
                    <a:lnR w="9525" cap="flat" cmpd="sng" algn="ctr">
                      <a:noFill/>
                      <a:prstDash val="solid"/>
                    </a:lnR>
                    <a:lnT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EF5BA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indent="0" algn="l" defTabSz="457200" rtl="0" eaLnBrk="1" fontAlgn="b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b="0" i="0" sz="1200" u="none">
                          <a:solidFill>
                            <a:schemeClr val="tx1">
                              <a:lumMod val="60000"/>
                              <a:lumOff val="40000"/>
                            </a:schemeClr>
                          </a:solidFill>
                          <a:latin typeface="Calibri Regular"/>
                        </a:rPr>
                        <a:t>core</a:t>
                      </a:r>
                      <a:endParaRPr lang="en-US" sz="1200" b="0" i="0" u="none" strike="noStrike" noProof="0" dirty="0">
                        <a:solidFill>
                          <a:schemeClr val="tx1">
                            <a:lumMod val="60000"/>
                            <a:lumOff val="40000"/>
                          </a:schemeClr>
                        </a:solidFill>
                        <a:effectLst/>
                        <a:latin typeface="Calibri Regular"/>
                      </a:endParaRPr>
                    </a:p>
                  </a:txBody>
                  <a:tcPr marL="108000" marR="108000" marT="72000" marB="72000" anchor="ctr">
                    <a:lnL>
                      <a:noFill/>
                    </a:lnL>
                    <a:lnR w="9525" cap="flat" cmpd="sng" algn="ctr">
                      <a:noFill/>
                      <a:prstDash val="solid"/>
                    </a:lnR>
                    <a:lnT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algn="l" fontAlgn="b"/>
                      <a:r>
                        <a:rPr b="0" i="0" sz="1200" u="none">
                          <a:solidFill>
                            <a:schemeClr val="tx2"/>
                          </a:solidFill>
                          <a:latin typeface="Calibri Bold"/>
                        </a:rPr>
                        <a:t>RequestManagers.supplier(Time,LogContext,BackgroundEventHandler,ConsumerMetadata,SubscriptionState,FetchBuffer,ConsumerConfig,GroupRebalanceConfig,ApiVersions,FetchMetricsManager,Supplier&lt;NetworkClientDelegate&gt;,Optional&lt;ClientTelemetryReporter&gt;,Metrics,Of</a:t>
                      </a:r>
                      <a:endParaRPr lang="en-US" sz="1200" b="0" i="0" u="none" strike="noStrike" noProof="0" dirty="0">
                        <a:solidFill>
                          <a:schemeClr val="tx2"/>
                        </a:solidFill>
                        <a:effectLst/>
                        <a:latin typeface="Calibri Regular"/>
                      </a:endParaRPr>
                    </a:p>
                  </a:txBody>
                  <a:tcPr marL="108000" marR="108000" marT="72000" marB="72000" anchor="ctr">
                    <a:lnL w="9525" cap="flat" cmpd="sng" algn="ctr">
                      <a:noFill/>
                      <a:prstDash val="solid"/>
                    </a:lnL>
                    <a:lnR>
                      <a:noFill/>
                    </a:lnR>
                    <a:lnT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algn="r" defTabSz="914400" rtl="0" eaLnBrk="1" fontAlgn="b" latinLnBrk="0" hangingPunct="1"/>
                      <a:r>
                        <a:rPr b="0" i="0" sz="1200" u="none">
                          <a:solidFill>
                            <a:schemeClr val="tx1">
                              <a:lumMod val="60000"/>
                              <a:lumOff val="40000"/>
                            </a:schemeClr>
                          </a:solidFill>
                          <a:latin typeface="Calibri Regular"/>
                        </a:rPr>
                        <a:t>131</a:t>
                      </a:r>
                      <a:endParaRPr lang="en-US" sz="1200" b="0" i="0" u="none" strike="noStrike" kern="1200" noProof="0" dirty="0">
                        <a:solidFill>
                          <a:schemeClr val="tx1">
                            <a:lumMod val="60000"/>
                            <a:lumOff val="40000"/>
                          </a:schemeClr>
                        </a:solidFill>
                        <a:effectLst/>
                        <a:latin typeface="Calibri Regular"/>
                        <a:ea typeface="+mn-ea"/>
                        <a:cs typeface="+mn-cs"/>
                      </a:endParaRPr>
                    </a:p>
                  </a:txBody>
                  <a:tcPr marL="108000" marR="108000" marT="72000" marB="72000" anchor="ctr">
                    <a:lnL>
                      <a:noFill/>
                    </a:lnL>
                    <a:lnR>
                      <a:noFill/>
                    </a:lnR>
                    <a:lnT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b="0" i="0" sz="1200" u="none">
                          <a:solidFill>
                            <a:schemeClr val="tx1">
                              <a:lumMod val="60000"/>
                              <a:lumOff val="40000"/>
                            </a:schemeClr>
                          </a:solidFill>
                          <a:latin typeface="Calibri Regular"/>
                        </a:rPr>
                        <a:t>6</a:t>
                      </a:r>
                      <a:endParaRPr lang="en-US" sz="1200" b="0" i="0" u="none" strike="noStrike" noProof="0" dirty="0">
                        <a:solidFill>
                          <a:schemeClr val="tx1">
                            <a:lumMod val="60000"/>
                            <a:lumOff val="40000"/>
                          </a:schemeClr>
                        </a:solidFill>
                        <a:effectLst/>
                        <a:latin typeface="Calibri Regular"/>
                      </a:endParaRPr>
                    </a:p>
                  </a:txBody>
                  <a:tcPr marL="108000" marR="108000" marT="72000" marB="72000" anchor="ctr">
                    <a:lnL>
                      <a:noFill/>
                    </a:lnL>
                    <a:lnR w="9525" cap="flat" cmpd="sng" algn="ctr">
                      <a:noFill/>
                      <a:prstDash val="solid"/>
                    </a:lnR>
                    <a:lnT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algn="r" defTabSz="914400" rtl="0" eaLnBrk="1" fontAlgn="b" latinLnBrk="0" hangingPunct="1"/>
                      <a:r>
                        <a:rPr b="0" i="0" sz="1200" u="none">
                          <a:solidFill>
                            <a:schemeClr val="tx2"/>
                          </a:solidFill>
                          <a:latin typeface="Calibri Regular"/>
                        </a:rPr>
                        <a:t>17</a:t>
                      </a:r>
                      <a:endParaRPr lang="en-US" sz="1200" b="0" i="0" u="none" strike="noStrike" kern="1200" noProof="0" dirty="0">
                        <a:solidFill>
                          <a:schemeClr val="tx2"/>
                        </a:solidFill>
                        <a:effectLst/>
                        <a:latin typeface="Calibri Regular"/>
                        <a:ea typeface="+mn-ea"/>
                        <a:cs typeface="+mn-cs"/>
                      </a:endParaRPr>
                    </a:p>
                  </a:txBody>
                  <a:tcPr marL="108000" marR="108000" marT="72000" marB="72000" anchor="ctr">
                    <a:lnL>
                      <a:noFill/>
                    </a:lnL>
                    <a:lnR w="9525" cap="flat" cmpd="sng" algn="ctr">
                      <a:noFill/>
                      <a:prstDash val="solid"/>
                    </a:lnR>
                    <a:lnT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EF5BA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b"/>
                      <a:r>
                        <a:rPr b="0" i="0" sz="1200" u="none">
                          <a:solidFill>
                            <a:schemeClr val="tx1">
                              <a:lumMod val="60000"/>
                              <a:lumOff val="40000"/>
                            </a:schemeClr>
                          </a:solidFill>
                          <a:latin typeface="Calibri Regular"/>
                        </a:rPr>
                        <a:t>clients</a:t>
                      </a:r>
                      <a:endParaRPr lang="en-US" sz="1200" b="0" i="0" u="none" strike="noStrike" noProof="0" dirty="0">
                        <a:solidFill>
                          <a:schemeClr val="tx1">
                            <a:lumMod val="60000"/>
                            <a:lumOff val="40000"/>
                          </a:schemeClr>
                        </a:solidFill>
                        <a:effectLst/>
                        <a:latin typeface="Calibri Regular"/>
                      </a:endParaRPr>
                    </a:p>
                  </a:txBody>
                  <a:tcPr marL="108000" marR="108000" marT="72000" marB="72000" anchor="ctr">
                    <a:lnL>
                      <a:noFill/>
                    </a:lnL>
                    <a:lnR w="9525" cap="flat" cmpd="sng" algn="ctr">
                      <a:noFill/>
                      <a:prstDash val="solid"/>
                    </a:lnR>
                    <a:lnT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algn="l" fontAlgn="b"/>
                      <a:r>
                        <a:rPr b="0" i="0" sz="1200" u="none">
                          <a:solidFill>
                            <a:schemeClr val="tx2"/>
                          </a:solidFill>
                          <a:latin typeface="Calibri Bold"/>
                        </a:rPr>
                        <a:t>AsyncKafkaConsumer.AsyncKafkaConsumer(ConsumerConfig,Deserializer,Deserializer,Time,ApplicationEventHandlerFactory,CompletableEventReaperFactory,FetchCollectorFactory,ConsumerMetadataFactory,LinkedBlockingQueue,Optional&lt;StreamsRebalanceData&gt;)</a:t>
                      </a:r>
                      <a:endParaRPr lang="en-US" sz="1200" b="0" i="0" u="none" strike="noStrike" noProof="0" dirty="0">
                        <a:solidFill>
                          <a:schemeClr val="tx2"/>
                        </a:solidFill>
                        <a:effectLst/>
                        <a:latin typeface="Calibri Regular"/>
                      </a:endParaRPr>
                    </a:p>
                  </a:txBody>
                  <a:tcPr marL="108000" marR="108000" marT="72000" marB="72000" anchor="ctr">
                    <a:lnL w="9525" cap="flat" cmpd="sng" algn="ctr">
                      <a:noFill/>
                      <a:prstDash val="solid"/>
                    </a:lnL>
                    <a:lnR>
                      <a:noFill/>
                    </a:lnR>
                    <a:lnT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algn="r" defTabSz="914400" rtl="0" eaLnBrk="1" fontAlgn="b" latinLnBrk="0" hangingPunct="1"/>
                      <a:r>
                        <a:rPr b="0" i="0" sz="1200" u="none">
                          <a:solidFill>
                            <a:schemeClr val="tx1">
                              <a:lumMod val="60000"/>
                              <a:lumOff val="40000"/>
                            </a:schemeClr>
                          </a:solidFill>
                          <a:latin typeface="Calibri Regular"/>
                        </a:rPr>
                        <a:t>123</a:t>
                      </a:r>
                      <a:endParaRPr lang="en-US" sz="1200" b="0" i="0" u="none" strike="noStrike" kern="1200" noProof="0" dirty="0">
                        <a:solidFill>
                          <a:schemeClr val="tx1">
                            <a:lumMod val="60000"/>
                            <a:lumOff val="40000"/>
                          </a:schemeClr>
                        </a:solidFill>
                        <a:effectLst/>
                        <a:latin typeface="Calibri Regular"/>
                        <a:ea typeface="+mn-ea"/>
                        <a:cs typeface="+mn-cs"/>
                      </a:endParaRPr>
                    </a:p>
                  </a:txBody>
                  <a:tcPr marL="108000" marR="108000" marT="72000" marB="72000" anchor="ctr">
                    <a:lnL>
                      <a:noFill/>
                    </a:lnL>
                    <a:lnR>
                      <a:noFill/>
                    </a:lnR>
                    <a:lnT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b="0" i="0" sz="1200" u="none">
                          <a:solidFill>
                            <a:schemeClr val="tx1">
                              <a:lumMod val="60000"/>
                              <a:lumOff val="40000"/>
                            </a:schemeClr>
                          </a:solidFill>
                          <a:latin typeface="Calibri Regular"/>
                        </a:rPr>
                        <a:t>5</a:t>
                      </a:r>
                      <a:endParaRPr lang="en-US" sz="1200" b="0" i="0" u="none" strike="noStrike" noProof="0" dirty="0">
                        <a:solidFill>
                          <a:schemeClr val="tx1">
                            <a:lumMod val="60000"/>
                            <a:lumOff val="40000"/>
                          </a:schemeClr>
                        </a:solidFill>
                        <a:effectLst/>
                        <a:latin typeface="Calibri Regular"/>
                      </a:endParaRPr>
                    </a:p>
                  </a:txBody>
                  <a:tcPr marL="108000" marR="108000" marT="72000" marB="72000" anchor="ctr">
                    <a:lnL>
                      <a:noFill/>
                    </a:lnL>
                    <a:lnR w="9525" cap="flat" cmpd="sng" algn="ctr">
                      <a:noFill/>
                      <a:prstDash val="solid"/>
                    </a:lnR>
                    <a:lnT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algn="r" defTabSz="914400" rtl="0" eaLnBrk="1" fontAlgn="b" latinLnBrk="0" hangingPunct="1"/>
                      <a:r>
                        <a:rPr b="0" i="0" sz="1200" u="none">
                          <a:solidFill>
                            <a:schemeClr val="tx2"/>
                          </a:solidFill>
                          <a:latin typeface="Calibri Regular"/>
                        </a:rPr>
                        <a:t>10</a:t>
                      </a:r>
                      <a:endParaRPr lang="en-US" sz="1200" b="0" i="0" u="none" strike="noStrike" kern="1200" noProof="0" dirty="0">
                        <a:solidFill>
                          <a:schemeClr val="tx2"/>
                        </a:solidFill>
                        <a:effectLst/>
                        <a:latin typeface="Calibri Regular"/>
                        <a:ea typeface="+mn-ea"/>
                        <a:cs typeface="+mn-cs"/>
                      </a:endParaRPr>
                    </a:p>
                  </a:txBody>
                  <a:tcPr marL="108000" marR="108000" marT="72000" marB="72000" anchor="ctr">
                    <a:lnL>
                      <a:noFill/>
                    </a:lnL>
                    <a:lnR w="9525" cap="flat" cmpd="sng" algn="ctr">
                      <a:noFill/>
                      <a:prstDash val="solid"/>
                    </a:lnR>
                    <a:lnT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EF5BA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b"/>
                      <a:r>
                        <a:rPr b="0" i="0" sz="1200" u="none">
                          <a:solidFill>
                            <a:schemeClr val="tx1">
                              <a:lumMod val="60000"/>
                              <a:lumOff val="40000"/>
                            </a:schemeClr>
                          </a:solidFill>
                          <a:latin typeface="Calibri Regular"/>
                        </a:rPr>
                        <a:t>clients</a:t>
                      </a:r>
                      <a:endParaRPr lang="en-US" sz="1200" b="0" i="0" u="none" strike="noStrike" noProof="0" dirty="0">
                        <a:solidFill>
                          <a:schemeClr val="tx1">
                            <a:lumMod val="60000"/>
                            <a:lumOff val="40000"/>
                          </a:schemeClr>
                        </a:solidFill>
                        <a:effectLst/>
                        <a:latin typeface="Calibri Regular"/>
                      </a:endParaRPr>
                    </a:p>
                  </a:txBody>
                  <a:tcPr marL="108000" marR="108000" marT="72000" marB="72000" anchor="ctr">
                    <a:lnL>
                      <a:noFill/>
                    </a:lnL>
                    <a:lnR w="9525" cap="flat" cmpd="sng" algn="ctr">
                      <a:noFill/>
                      <a:prstDash val="solid"/>
                    </a:lnR>
                    <a:lnT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algn="l" fontAlgn="b"/>
                      <a:r>
                        <a:rPr b="0" i="0" sz="1200" u="none">
                          <a:solidFill>
                            <a:schemeClr val="tx2"/>
                          </a:solidFill>
                          <a:latin typeface="Calibri Bold"/>
                        </a:rPr>
                        <a:t>QuorumController.QuorumController(FaultHandler,FaultHandler,LogContext,int,String,KafkaEventQueue,Time,KafkaConfigSchema,RaftClient,QuorumFeatures,short,int,ReplicaPlacer,OptionalLong,OptionalLong,long,OptionalLong,QuorumControllerMetrics,Optional&lt;CreateT</a:t>
                      </a:r>
                      <a:endParaRPr lang="en-US" sz="1200" b="0" i="0" u="none" strike="noStrike" noProof="0" dirty="0">
                        <a:solidFill>
                          <a:schemeClr val="tx2"/>
                        </a:solidFill>
                        <a:effectLst/>
                        <a:latin typeface="Calibri Regular"/>
                      </a:endParaRPr>
                    </a:p>
                  </a:txBody>
                  <a:tcPr marL="108000" marR="108000" marT="72000" marB="72000" anchor="ctr">
                    <a:lnL w="9525" cap="flat" cmpd="sng" algn="ctr">
                      <a:noFill/>
                      <a:prstDash val="solid"/>
                    </a:lnL>
                    <a:lnR>
                      <a:noFill/>
                    </a:lnR>
                    <a:lnT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algn="r" defTabSz="914400" rtl="0" eaLnBrk="1" fontAlgn="b" latinLnBrk="0" hangingPunct="1"/>
                      <a:r>
                        <a:rPr b="0" i="0" sz="1200" u="none">
                          <a:solidFill>
                            <a:schemeClr val="tx1">
                              <a:lumMod val="60000"/>
                              <a:lumOff val="40000"/>
                            </a:schemeClr>
                          </a:solidFill>
                          <a:latin typeface="Calibri Regular"/>
                        </a:rPr>
                        <a:t>117</a:t>
                      </a:r>
                      <a:endParaRPr lang="en-US" sz="1200" b="0" i="0" u="none" strike="noStrike" kern="1200" noProof="0" dirty="0">
                        <a:solidFill>
                          <a:schemeClr val="tx1">
                            <a:lumMod val="60000"/>
                            <a:lumOff val="40000"/>
                          </a:schemeClr>
                        </a:solidFill>
                        <a:effectLst/>
                        <a:latin typeface="Calibri Regular"/>
                        <a:ea typeface="+mn-ea"/>
                        <a:cs typeface="+mn-cs"/>
                      </a:endParaRPr>
                    </a:p>
                  </a:txBody>
                  <a:tcPr marL="108000" marR="108000" marT="72000" marB="72000" anchor="ctr">
                    <a:lnL>
                      <a:noFill/>
                    </a:lnL>
                    <a:lnR>
                      <a:noFill/>
                    </a:lnR>
                    <a:lnT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b="0" i="0" sz="1200" u="none">
                          <a:solidFill>
                            <a:schemeClr val="tx1">
                              <a:lumMod val="60000"/>
                              <a:lumOff val="40000"/>
                            </a:schemeClr>
                          </a:solidFill>
                          <a:latin typeface="Calibri Regular"/>
                        </a:rPr>
                        <a:t>4</a:t>
                      </a:r>
                      <a:endParaRPr lang="en-US" sz="1200" b="0" i="0" u="none" strike="noStrike" noProof="0" dirty="0">
                        <a:solidFill>
                          <a:schemeClr val="tx1">
                            <a:lumMod val="60000"/>
                            <a:lumOff val="40000"/>
                          </a:schemeClr>
                        </a:solidFill>
                        <a:effectLst/>
                        <a:latin typeface="Calibri Regular"/>
                      </a:endParaRPr>
                    </a:p>
                  </a:txBody>
                  <a:tcPr marL="108000" marR="108000" marT="72000" marB="72000" anchor="ctr">
                    <a:lnL>
                      <a:noFill/>
                    </a:lnL>
                    <a:lnR w="9525" cap="flat" cmpd="sng" algn="ctr">
                      <a:noFill/>
                      <a:prstDash val="solid"/>
                    </a:lnR>
                    <a:lnT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algn="r" defTabSz="914400" rtl="0" eaLnBrk="1" fontAlgn="b" latinLnBrk="0" hangingPunct="1"/>
                      <a:r>
                        <a:rPr b="0" i="0" sz="1200" u="none">
                          <a:solidFill>
                            <a:schemeClr val="tx2"/>
                          </a:solidFill>
                          <a:latin typeface="Calibri Regular"/>
                        </a:rPr>
                        <a:t>32</a:t>
                      </a:r>
                      <a:endParaRPr lang="en-US" sz="1200" b="0" i="0" u="none" strike="noStrike" kern="1200" noProof="0" dirty="0">
                        <a:solidFill>
                          <a:schemeClr val="tx2"/>
                        </a:solidFill>
                        <a:effectLst/>
                        <a:latin typeface="Calibri Regular"/>
                        <a:ea typeface="+mn-ea"/>
                        <a:cs typeface="+mn-cs"/>
                      </a:endParaRPr>
                    </a:p>
                  </a:txBody>
                  <a:tcPr marL="108000" marR="108000" marT="72000" marB="72000" anchor="ctr">
                    <a:lnL>
                      <a:noFill/>
                    </a:lnL>
                    <a:lnR w="9525" cap="flat" cmpd="sng" algn="ctr">
                      <a:noFill/>
                      <a:prstDash val="solid"/>
                    </a:lnR>
                    <a:lnT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EF5BA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b"/>
                      <a:r>
                        <a:rPr b="0" i="0" sz="1200" u="none">
                          <a:solidFill>
                            <a:schemeClr val="tx1">
                              <a:lumMod val="60000"/>
                              <a:lumOff val="40000"/>
                            </a:schemeClr>
                          </a:solidFill>
                          <a:latin typeface="Calibri Regular"/>
                        </a:rPr>
                        <a:t>metadata</a:t>
                      </a:r>
                      <a:endParaRPr lang="en-US" sz="1200" b="0" i="0" u="none" strike="noStrike" noProof="0" dirty="0">
                        <a:solidFill>
                          <a:schemeClr val="tx1">
                            <a:lumMod val="60000"/>
                            <a:lumOff val="40000"/>
                          </a:schemeClr>
                        </a:solidFill>
                        <a:effectLst/>
                        <a:latin typeface="Calibri Regular"/>
                      </a:endParaRPr>
                    </a:p>
                  </a:txBody>
                  <a:tcPr marL="108000" marR="108000" marT="72000" marB="72000" anchor="ctr">
                    <a:lnL>
                      <a:noFill/>
                    </a:lnL>
                    <a:lnR w="9525" cap="flat" cmpd="sng" algn="ctr">
                      <a:noFill/>
                      <a:prstDash val="solid"/>
                    </a:lnR>
                    <a:lnT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001900654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algn="l" fontAlgn="b"/>
                      <a:r>
                        <a:rPr b="0" i="0" sz="1200" u="none">
                          <a:solidFill>
                            <a:schemeClr val="tx2"/>
                          </a:solidFill>
                          <a:latin typeface="Calibri Bold"/>
                        </a:rPr>
                        <a:t>ClassicKafkaConsumer.ClassicKafkaConsumer(LogContext,Time,ConsumerConfig,Deserializer,Deserializer,KafkaClient,SubscriptionState,ConsumerMetadata,List&lt;ConsumerPartitionAssignor&gt;)</a:t>
                      </a:r>
                      <a:endParaRPr lang="en-US" sz="1200" b="0" i="0" u="none" strike="noStrike" noProof="0" dirty="0">
                        <a:solidFill>
                          <a:schemeClr val="tx2"/>
                        </a:solidFill>
                        <a:effectLst/>
                        <a:latin typeface="Calibri Regular"/>
                      </a:endParaRPr>
                    </a:p>
                  </a:txBody>
                  <a:tcPr marL="108000" marR="108000" marT="72000" marB="72000" anchor="ctr">
                    <a:lnL w="9525" cap="flat" cmpd="sng" algn="ctr">
                      <a:noFill/>
                      <a:prstDash val="solid"/>
                    </a:lnL>
                    <a:lnR>
                      <a:noFill/>
                    </a:lnR>
                    <a:lnT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algn="r" defTabSz="914400" rtl="0" eaLnBrk="1" fontAlgn="b" latinLnBrk="0" hangingPunct="1"/>
                      <a:r>
                        <a:rPr b="0" i="0" sz="1200" u="none">
                          <a:solidFill>
                            <a:schemeClr val="tx1">
                              <a:lumMod val="60000"/>
                              <a:lumOff val="40000"/>
                            </a:schemeClr>
                          </a:solidFill>
                          <a:latin typeface="Calibri Regular"/>
                        </a:rPr>
                        <a:t>113</a:t>
                      </a:r>
                      <a:endParaRPr lang="en-US" sz="1200" b="0" i="0" u="none" strike="noStrike" kern="1200" noProof="0" dirty="0">
                        <a:solidFill>
                          <a:schemeClr val="tx1">
                            <a:lumMod val="60000"/>
                            <a:lumOff val="40000"/>
                          </a:schemeClr>
                        </a:solidFill>
                        <a:effectLst/>
                        <a:latin typeface="Calibri Regular"/>
                        <a:ea typeface="+mn-ea"/>
                        <a:cs typeface="+mn-cs"/>
                      </a:endParaRPr>
                    </a:p>
                  </a:txBody>
                  <a:tcPr marL="108000" marR="108000" marT="72000" marB="72000" anchor="ctr">
                    <a:lnL>
                      <a:noFill/>
                    </a:lnL>
                    <a:lnR>
                      <a:noFill/>
                    </a:lnR>
                    <a:lnT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b="0" i="0" sz="1200" u="none">
                          <a:solidFill>
                            <a:schemeClr val="tx1">
                              <a:lumMod val="60000"/>
                              <a:lumOff val="40000"/>
                            </a:schemeClr>
                          </a:solidFill>
                          <a:latin typeface="Calibri Regular"/>
                        </a:rPr>
                        <a:t>2</a:t>
                      </a:r>
                      <a:endParaRPr lang="en-US" sz="1200" b="0" i="0" u="none" strike="noStrike" noProof="0" dirty="0">
                        <a:solidFill>
                          <a:schemeClr val="tx1">
                            <a:lumMod val="60000"/>
                            <a:lumOff val="40000"/>
                          </a:schemeClr>
                        </a:solidFill>
                        <a:effectLst/>
                        <a:latin typeface="Calibri Regular"/>
                      </a:endParaRPr>
                    </a:p>
                  </a:txBody>
                  <a:tcPr marL="108000" marR="108000" marT="72000" marB="72000" anchor="ctr">
                    <a:lnL>
                      <a:noFill/>
                    </a:lnL>
                    <a:lnR w="9525" cap="flat" cmpd="sng" algn="ctr">
                      <a:noFill/>
                      <a:prstDash val="solid"/>
                    </a:lnR>
                    <a:lnT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algn="r" defTabSz="914400" rtl="0" eaLnBrk="1" fontAlgn="b" latinLnBrk="0" hangingPunct="1"/>
                      <a:r>
                        <a:rPr b="0" i="0" sz="1200" u="none">
                          <a:solidFill>
                            <a:schemeClr val="tx2"/>
                          </a:solidFill>
                          <a:latin typeface="Calibri Regular"/>
                        </a:rPr>
                        <a:t>9</a:t>
                      </a:r>
                      <a:endParaRPr lang="en-US" sz="1200" b="0" i="0" u="none" strike="noStrike" kern="1200" noProof="0" dirty="0">
                        <a:solidFill>
                          <a:schemeClr val="tx2"/>
                        </a:solidFill>
                        <a:effectLst/>
                        <a:latin typeface="Calibri Regular"/>
                        <a:ea typeface="+mn-ea"/>
                        <a:cs typeface="+mn-cs"/>
                      </a:endParaRPr>
                    </a:p>
                  </a:txBody>
                  <a:tcPr marL="108000" marR="108000" marT="72000" marB="72000" anchor="ctr">
                    <a:lnL>
                      <a:noFill/>
                    </a:lnL>
                    <a:lnR w="9525" cap="flat" cmpd="sng" algn="ctr">
                      <a:noFill/>
                      <a:prstDash val="solid"/>
                    </a:lnR>
                    <a:lnT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EF5BA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b"/>
                      <a:r>
                        <a:rPr b="0" i="0" sz="1200" u="none">
                          <a:solidFill>
                            <a:schemeClr val="tx1">
                              <a:lumMod val="60000"/>
                              <a:lumOff val="40000"/>
                            </a:schemeClr>
                          </a:solidFill>
                          <a:latin typeface="Calibri Regular"/>
                        </a:rPr>
                        <a:t>clients</a:t>
                      </a:r>
                      <a:endParaRPr lang="en-US" sz="1200" b="0" i="0" u="none" strike="noStrike" noProof="0" dirty="0">
                        <a:solidFill>
                          <a:schemeClr val="tx1">
                            <a:lumMod val="60000"/>
                            <a:lumOff val="40000"/>
                          </a:schemeClr>
                        </a:solidFill>
                        <a:effectLst/>
                        <a:latin typeface="Calibri Regular"/>
                      </a:endParaRPr>
                    </a:p>
                  </a:txBody>
                  <a:tcPr marL="108000" marR="108000" marT="72000" marB="72000" anchor="ctr">
                    <a:lnL>
                      <a:noFill/>
                    </a:lnL>
                    <a:lnR w="9525" cap="flat" cmpd="sng" algn="ctr">
                      <a:noFill/>
                      <a:prstDash val="solid"/>
                    </a:lnR>
                    <a:lnT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928811833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algn="l" fontAlgn="b"/>
                      <a:r>
                        <a:rPr b="0" i="0" sz="1200" u="none">
                          <a:solidFill>
                            <a:schemeClr val="tx2"/>
                          </a:solidFill>
                          <a:latin typeface="Calibri Bold"/>
                        </a:rPr>
                        <a:t>KafkaProducer.KafkaProducer(ProducerConfig,Serializer,Serializer,ProducerMetadata,KafkaClient,ProducerInterceptors,ApiVersions,Time)</a:t>
                      </a:r>
                      <a:endParaRPr lang="en-US" sz="1200" b="0" i="0" u="none" strike="noStrike" noProof="0" dirty="0">
                        <a:solidFill>
                          <a:schemeClr val="tx2"/>
                        </a:solidFill>
                        <a:effectLst/>
                        <a:latin typeface="Calibri Regular"/>
                      </a:endParaRPr>
                    </a:p>
                  </a:txBody>
                  <a:tcPr marL="108000" marR="108000" marT="72000" marB="72000" anchor="ctr">
                    <a:lnL w="9525" cap="flat" cmpd="sng" algn="ctr">
                      <a:noFill/>
                      <a:prstDash val="solid"/>
                    </a:lnL>
                    <a:lnR>
                      <a:noFill/>
                    </a:lnR>
                    <a:lnT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algn="r" defTabSz="914400" rtl="0" eaLnBrk="1" fontAlgn="b" latinLnBrk="0" hangingPunct="1"/>
                      <a:r>
                        <a:rPr b="0" i="0" sz="1200" u="none">
                          <a:solidFill>
                            <a:schemeClr val="tx1">
                              <a:lumMod val="60000"/>
                              <a:lumOff val="40000"/>
                            </a:schemeClr>
                          </a:solidFill>
                          <a:latin typeface="Calibri Regular"/>
                        </a:rPr>
                        <a:t>113</a:t>
                      </a:r>
                      <a:endParaRPr lang="en-US" sz="1200" b="0" i="0" u="none" strike="noStrike" kern="1200" noProof="0" dirty="0">
                        <a:solidFill>
                          <a:schemeClr val="tx1">
                            <a:lumMod val="60000"/>
                            <a:lumOff val="40000"/>
                          </a:schemeClr>
                        </a:solidFill>
                        <a:effectLst/>
                        <a:latin typeface="Calibri Regular"/>
                        <a:ea typeface="+mn-ea"/>
                        <a:cs typeface="+mn-cs"/>
                      </a:endParaRPr>
                    </a:p>
                  </a:txBody>
                  <a:tcPr marL="108000" marR="108000" marT="72000" marB="72000" anchor="ctr">
                    <a:lnL>
                      <a:noFill/>
                    </a:lnL>
                    <a:lnR>
                      <a:noFill/>
                    </a:lnR>
                    <a:lnT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b="0" i="0" sz="1200" u="none">
                          <a:solidFill>
                            <a:schemeClr val="tx1">
                              <a:lumMod val="60000"/>
                              <a:lumOff val="40000"/>
                            </a:schemeClr>
                          </a:solidFill>
                          <a:latin typeface="Calibri Regular"/>
                        </a:rPr>
                        <a:t>8</a:t>
                      </a:r>
                      <a:endParaRPr lang="en-US" sz="1200" b="0" i="0" u="none" strike="noStrike" noProof="0" dirty="0">
                        <a:solidFill>
                          <a:schemeClr val="tx1">
                            <a:lumMod val="60000"/>
                            <a:lumOff val="40000"/>
                          </a:schemeClr>
                        </a:solidFill>
                        <a:effectLst/>
                        <a:latin typeface="Calibri Regular"/>
                      </a:endParaRPr>
                    </a:p>
                  </a:txBody>
                  <a:tcPr marL="108000" marR="108000" marT="72000" marB="72000" anchor="ctr">
                    <a:lnL>
                      <a:noFill/>
                    </a:lnL>
                    <a:lnR w="9525" cap="flat" cmpd="sng" algn="ctr">
                      <a:noFill/>
                      <a:prstDash val="solid"/>
                    </a:lnR>
                    <a:lnT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algn="r" defTabSz="914400" rtl="0" eaLnBrk="1" fontAlgn="b" latinLnBrk="0" hangingPunct="1"/>
                      <a:r>
                        <a:rPr b="0" i="0" sz="1200" u="none">
                          <a:solidFill>
                            <a:schemeClr val="tx2"/>
                          </a:solidFill>
                          <a:latin typeface="Calibri Regular"/>
                        </a:rPr>
                        <a:t>8</a:t>
                      </a:r>
                      <a:endParaRPr lang="en-US" sz="1200" b="0" i="0" u="none" strike="noStrike" kern="1200" noProof="0" dirty="0">
                        <a:solidFill>
                          <a:schemeClr val="tx2"/>
                        </a:solidFill>
                        <a:effectLst/>
                        <a:latin typeface="Calibri Regular"/>
                        <a:ea typeface="+mn-ea"/>
                        <a:cs typeface="+mn-cs"/>
                      </a:endParaRPr>
                    </a:p>
                  </a:txBody>
                  <a:tcPr marL="108000" marR="108000" marT="72000" marB="72000" anchor="ctr">
                    <a:lnL>
                      <a:noFill/>
                    </a:lnL>
                    <a:lnR w="9525" cap="flat" cmpd="sng" algn="ctr">
                      <a:noFill/>
                      <a:prstDash val="solid"/>
                    </a:lnR>
                    <a:lnT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EF5BA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b"/>
                      <a:r>
                        <a:rPr b="0" i="0" sz="1200" u="none">
                          <a:solidFill>
                            <a:schemeClr val="tx1">
                              <a:lumMod val="60000"/>
                              <a:lumOff val="40000"/>
                            </a:schemeClr>
                          </a:solidFill>
                          <a:latin typeface="Calibri Regular"/>
                        </a:rPr>
                        <a:t>clients</a:t>
                      </a:r>
                      <a:endParaRPr lang="en-US" sz="1200" b="0" i="0" u="none" strike="noStrike" noProof="0" dirty="0">
                        <a:solidFill>
                          <a:schemeClr val="tx1">
                            <a:lumMod val="60000"/>
                            <a:lumOff val="40000"/>
                          </a:schemeClr>
                        </a:solidFill>
                        <a:effectLst/>
                        <a:latin typeface="Calibri Regular"/>
                      </a:endParaRPr>
                    </a:p>
                  </a:txBody>
                  <a:tcPr marL="108000" marR="108000" marT="72000" marB="72000" anchor="ctr">
                    <a:lnL>
                      <a:noFill/>
                    </a:lnL>
                    <a:lnR w="9525" cap="flat" cmpd="sng" algn="ctr">
                      <a:noFill/>
                      <a:prstDash val="solid"/>
                    </a:lnR>
                    <a:lnT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060795780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algn="l" fontAlgn="b"/>
                      <a:r>
                        <a:rPr b="0" i="0" sz="1200" u="none">
                          <a:solidFill>
                            <a:schemeClr val="tx2"/>
                          </a:solidFill>
                          <a:latin typeface="Calibri Bold"/>
                        </a:rPr>
                        <a:t>ShareConsumerImpl.ShareConsumerImpl(ConsumerConfig,Deserializer,Deserializer,Time,ApplicationEventHandlerFactory,AsyncKafkaConsumer.CompletableEventReaperFactory,ShareFetchCollectorFactory,LinkedBlockingQueue,LinkedBlockingQueue)</a:t>
                      </a:r>
                      <a:endParaRPr lang="en-US" sz="1200" b="0" i="0" u="none" strike="noStrike" noProof="0" dirty="0">
                        <a:solidFill>
                          <a:schemeClr val="tx2"/>
                        </a:solidFill>
                        <a:effectLst/>
                        <a:latin typeface="Calibri Regular"/>
                      </a:endParaRPr>
                    </a:p>
                  </a:txBody>
                  <a:tcPr marL="108000" marR="108000" marT="72000" marB="72000" anchor="ctr">
                    <a:lnL w="9525" cap="flat" cmpd="sng" algn="ctr">
                      <a:noFill/>
                      <a:prstDash val="solid"/>
                    </a:lnL>
                    <a:lnR>
                      <a:noFill/>
                    </a:lnR>
                    <a:lnT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algn="r" defTabSz="914400" rtl="0" eaLnBrk="1" fontAlgn="b" latinLnBrk="0" hangingPunct="1"/>
                      <a:r>
                        <a:rPr b="0" i="0" sz="1200" u="none">
                          <a:solidFill>
                            <a:schemeClr val="tx1">
                              <a:lumMod val="60000"/>
                              <a:lumOff val="40000"/>
                            </a:schemeClr>
                          </a:solidFill>
                          <a:latin typeface="Calibri Regular"/>
                        </a:rPr>
                        <a:t>103</a:t>
                      </a:r>
                      <a:endParaRPr lang="en-US" sz="1200" b="0" i="0" u="none" strike="noStrike" kern="1200" noProof="0" dirty="0">
                        <a:solidFill>
                          <a:schemeClr val="tx1">
                            <a:lumMod val="60000"/>
                            <a:lumOff val="40000"/>
                          </a:schemeClr>
                        </a:solidFill>
                        <a:effectLst/>
                        <a:latin typeface="Calibri Regular"/>
                        <a:ea typeface="+mn-ea"/>
                        <a:cs typeface="+mn-cs"/>
                      </a:endParaRPr>
                    </a:p>
                  </a:txBody>
                  <a:tcPr marL="108000" marR="108000" marT="72000" marB="72000" anchor="ctr">
                    <a:lnL>
                      <a:noFill/>
                    </a:lnL>
                    <a:lnR>
                      <a:noFill/>
                    </a:lnR>
                    <a:lnT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b="0" i="0" sz="1200" u="none">
                          <a:solidFill>
                            <a:schemeClr val="tx1">
                              <a:lumMod val="60000"/>
                              <a:lumOff val="40000"/>
                            </a:schemeClr>
                          </a:solidFill>
                          <a:latin typeface="Calibri Regular"/>
                        </a:rPr>
                        <a:t>3</a:t>
                      </a:r>
                      <a:endParaRPr lang="en-US" sz="1200" b="0" i="0" u="none" strike="noStrike" noProof="0" dirty="0">
                        <a:solidFill>
                          <a:schemeClr val="tx1">
                            <a:lumMod val="60000"/>
                            <a:lumOff val="40000"/>
                          </a:schemeClr>
                        </a:solidFill>
                        <a:effectLst/>
                        <a:latin typeface="Calibri Regular"/>
                      </a:endParaRPr>
                    </a:p>
                  </a:txBody>
                  <a:tcPr marL="108000" marR="108000" marT="72000" marB="72000" anchor="ctr">
                    <a:lnL>
                      <a:noFill/>
                    </a:lnL>
                    <a:lnR w="9525" cap="flat" cmpd="sng" algn="ctr">
                      <a:noFill/>
                      <a:prstDash val="solid"/>
                    </a:lnR>
                    <a:lnT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algn="r" defTabSz="914400" rtl="0" eaLnBrk="1" fontAlgn="b" latinLnBrk="0" hangingPunct="1"/>
                      <a:r>
                        <a:rPr b="0" i="0" sz="1200" u="none">
                          <a:solidFill>
                            <a:schemeClr val="tx2"/>
                          </a:solidFill>
                          <a:latin typeface="Calibri Regular"/>
                        </a:rPr>
                        <a:t>9</a:t>
                      </a:r>
                      <a:endParaRPr lang="en-US" sz="1200" b="0" i="0" u="none" strike="noStrike" kern="1200" noProof="0" dirty="0">
                        <a:solidFill>
                          <a:schemeClr val="tx2"/>
                        </a:solidFill>
                        <a:effectLst/>
                        <a:latin typeface="Calibri Regular"/>
                        <a:ea typeface="+mn-ea"/>
                        <a:cs typeface="+mn-cs"/>
                      </a:endParaRPr>
                    </a:p>
                  </a:txBody>
                  <a:tcPr marL="108000" marR="108000" marT="72000" marB="72000" anchor="ctr">
                    <a:lnL>
                      <a:noFill/>
                    </a:lnL>
                    <a:lnR w="9525" cap="flat" cmpd="sng" algn="ctr">
                      <a:noFill/>
                      <a:prstDash val="solid"/>
                    </a:lnR>
                    <a:lnT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EF5BA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b"/>
                      <a:r>
                        <a:rPr b="0" i="0" sz="1200" u="none">
                          <a:solidFill>
                            <a:schemeClr val="tx1">
                              <a:lumMod val="60000"/>
                              <a:lumOff val="40000"/>
                            </a:schemeClr>
                          </a:solidFill>
                          <a:latin typeface="Calibri Regular"/>
                        </a:rPr>
                        <a:t>clients</a:t>
                      </a:r>
                      <a:endParaRPr lang="en-US" sz="1200" b="0" i="0" u="none" strike="noStrike" noProof="0" dirty="0">
                        <a:solidFill>
                          <a:schemeClr val="tx1">
                            <a:lumMod val="60000"/>
                            <a:lumOff val="40000"/>
                          </a:schemeClr>
                        </a:solidFill>
                        <a:effectLst/>
                        <a:latin typeface="Calibri Regular"/>
                      </a:endParaRPr>
                    </a:p>
                  </a:txBody>
                  <a:tcPr marL="108000" marR="108000" marT="72000" marB="72000" anchor="ctr">
                    <a:lnL>
                      <a:noFill/>
                    </a:lnL>
                    <a:lnR w="9525" cap="flat" cmpd="sng" algn="ctr">
                      <a:noFill/>
                      <a:prstDash val="solid"/>
                    </a:lnR>
                    <a:lnT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933267410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algn="l" fontAlgn="b"/>
                      <a:r>
                        <a:rPr b="0" i="0" sz="1200" u="none">
                          <a:solidFill>
                            <a:schemeClr val="tx2"/>
                          </a:solidFill>
                          <a:latin typeface="Calibri Bold"/>
                        </a:rPr>
                        <a:t>GroupMetadataManager.consumerGroupHeartbeat(AuthorizableRequestContext,String,String,int,String,String,int,List&lt;String&gt;,String,String,List&lt;ConsumerGroupHeartbeatRequestData.TopicPartitions&gt;)</a:t>
                      </a:r>
                      <a:endParaRPr lang="en-US" sz="1200" b="0" i="0" u="none" strike="noStrike" noProof="0" dirty="0">
                        <a:solidFill>
                          <a:schemeClr val="tx2"/>
                        </a:solidFill>
                        <a:effectLst/>
                        <a:latin typeface="Calibri Regular"/>
                      </a:endParaRPr>
                    </a:p>
                  </a:txBody>
                  <a:tcPr marL="108000" marR="108000" marT="72000" marB="72000" anchor="ctr">
                    <a:lnL w="9525" cap="flat" cmpd="sng" algn="ctr">
                      <a:noFill/>
                      <a:prstDash val="solid"/>
                    </a:lnL>
                    <a:lnR>
                      <a:noFill/>
                    </a:lnR>
                    <a:lnT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algn="r" defTabSz="914400" rtl="0" eaLnBrk="1" fontAlgn="b" latinLnBrk="0" hangingPunct="1"/>
                      <a:r>
                        <a:rPr b="0" i="0" sz="1200" u="none">
                          <a:solidFill>
                            <a:schemeClr val="tx1">
                              <a:lumMod val="60000"/>
                              <a:lumOff val="40000"/>
                            </a:schemeClr>
                          </a:solidFill>
                          <a:latin typeface="Calibri Regular"/>
                        </a:rPr>
                        <a:t>100</a:t>
                      </a:r>
                      <a:endParaRPr lang="en-US" sz="1200" b="0" i="0" u="none" strike="noStrike" kern="1200" noProof="0" dirty="0">
                        <a:solidFill>
                          <a:schemeClr val="tx1">
                            <a:lumMod val="60000"/>
                            <a:lumOff val="40000"/>
                          </a:schemeClr>
                        </a:solidFill>
                        <a:effectLst/>
                        <a:latin typeface="Calibri Regular"/>
                        <a:ea typeface="+mn-ea"/>
                        <a:cs typeface="+mn-cs"/>
                      </a:endParaRPr>
                    </a:p>
                  </a:txBody>
                  <a:tcPr marL="108000" marR="108000" marT="72000" marB="72000" anchor="ctr">
                    <a:lnL>
                      <a:noFill/>
                    </a:lnL>
                    <a:lnR>
                      <a:noFill/>
                    </a:lnR>
                    <a:lnT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b="0" i="0" sz="1200" u="none">
                          <a:solidFill>
                            <a:schemeClr val="tx1">
                              <a:lumMod val="60000"/>
                              <a:lumOff val="40000"/>
                            </a:schemeClr>
                          </a:solidFill>
                          <a:latin typeface="Calibri Regular"/>
                        </a:rPr>
                        <a:t>13</a:t>
                      </a:r>
                      <a:endParaRPr lang="en-US" sz="1200" b="0" i="0" u="none" strike="noStrike" noProof="0" dirty="0">
                        <a:solidFill>
                          <a:schemeClr val="tx1">
                            <a:lumMod val="60000"/>
                            <a:lumOff val="40000"/>
                          </a:schemeClr>
                        </a:solidFill>
                        <a:effectLst/>
                        <a:latin typeface="Calibri Regular"/>
                      </a:endParaRPr>
                    </a:p>
                  </a:txBody>
                  <a:tcPr marL="108000" marR="108000" marT="72000" marB="72000" anchor="ctr">
                    <a:lnL>
                      <a:noFill/>
                    </a:lnL>
                    <a:lnR w="9525" cap="flat" cmpd="sng" algn="ctr">
                      <a:noFill/>
                      <a:prstDash val="solid"/>
                    </a:lnR>
                    <a:lnT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algn="r" defTabSz="914400" rtl="0" eaLnBrk="1" fontAlgn="b" latinLnBrk="0" hangingPunct="1"/>
                      <a:r>
                        <a:rPr b="0" i="0" sz="1200" u="none">
                          <a:solidFill>
                            <a:schemeClr val="tx2"/>
                          </a:solidFill>
                          <a:latin typeface="Calibri Regular"/>
                        </a:rPr>
                        <a:t>11</a:t>
                      </a:r>
                      <a:endParaRPr lang="en-US" sz="1200" b="0" i="0" u="none" strike="noStrike" kern="1200" noProof="0" dirty="0">
                        <a:solidFill>
                          <a:schemeClr val="tx2"/>
                        </a:solidFill>
                        <a:effectLst/>
                        <a:latin typeface="Calibri Regular"/>
                        <a:ea typeface="+mn-ea"/>
                        <a:cs typeface="+mn-cs"/>
                      </a:endParaRPr>
                    </a:p>
                  </a:txBody>
                  <a:tcPr marL="108000" marR="108000" marT="72000" marB="72000" anchor="ctr">
                    <a:lnL>
                      <a:noFill/>
                    </a:lnL>
                    <a:lnR w="9525" cap="flat" cmpd="sng" algn="ctr">
                      <a:noFill/>
                      <a:prstDash val="solid"/>
                    </a:lnR>
                    <a:lnT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EF5BA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b"/>
                      <a:r>
                        <a:rPr b="0" i="0" sz="1200" u="none">
                          <a:solidFill>
                            <a:schemeClr val="tx1">
                              <a:lumMod val="60000"/>
                              <a:lumOff val="40000"/>
                            </a:schemeClr>
                          </a:solidFill>
                          <a:latin typeface="Calibri Regular"/>
                        </a:rPr>
                        <a:t>group-coordinator</a:t>
                      </a:r>
                      <a:endParaRPr lang="en-US" sz="1200" b="0" i="0" u="none" strike="noStrike" noProof="0" dirty="0">
                        <a:solidFill>
                          <a:schemeClr val="tx1">
                            <a:lumMod val="60000"/>
                            <a:lumOff val="40000"/>
                          </a:schemeClr>
                        </a:solidFill>
                        <a:effectLst/>
                        <a:latin typeface="Calibri Regular"/>
                      </a:endParaRPr>
                    </a:p>
                  </a:txBody>
                  <a:tcPr marL="108000" marR="108000" marT="72000" marB="72000" anchor="ctr">
                    <a:lnL>
                      <a:noFill/>
                    </a:lnL>
                    <a:lnR w="9525" cap="flat" cmpd="sng" algn="ctr">
                      <a:noFill/>
                      <a:prstDash val="solid"/>
                    </a:lnR>
                    <a:lnT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009910387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algn="l" fontAlgn="b"/>
                      <a:r>
                        <a:rPr b="0" i="0" sz="1200" u="none">
                          <a:solidFill>
                            <a:schemeClr val="tx2"/>
                          </a:solidFill>
                          <a:latin typeface="Calibri Bold"/>
                        </a:rPr>
                        <a:t>AsyncKafkaConsumer.AsyncKafkaConsumer(LogContext,Time,ConsumerConfig,Deserializer,Deserializer,KafkaClient,SubscriptionState,ConsumerMetadata)</a:t>
                      </a:r>
                      <a:endParaRPr lang="en-US" sz="1200" b="0" i="0" u="none" strike="noStrike" noProof="0" dirty="0">
                        <a:solidFill>
                          <a:schemeClr val="tx2"/>
                        </a:solidFill>
                        <a:effectLst/>
                        <a:latin typeface="Calibri Regular"/>
                      </a:endParaRPr>
                    </a:p>
                  </a:txBody>
                  <a:tcPr marL="108000" marR="108000" marT="72000" marB="72000" anchor="ctr">
                    <a:lnL w="9525" cap="flat" cmpd="sng" algn="ctr">
                      <a:noFill/>
                      <a:prstDash val="solid"/>
                    </a:lnL>
                    <a:lnR>
                      <a:noFill/>
                    </a:lnR>
                    <a:lnT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algn="r" defTabSz="914400" rtl="0" eaLnBrk="1" fontAlgn="b" latinLnBrk="0" hangingPunct="1"/>
                      <a:r>
                        <a:rPr b="0" i="0" sz="1200" u="none">
                          <a:solidFill>
                            <a:schemeClr val="tx1">
                              <a:lumMod val="60000"/>
                              <a:lumOff val="40000"/>
                            </a:schemeClr>
                          </a:solidFill>
                          <a:latin typeface="Calibri Regular"/>
                        </a:rPr>
                        <a:t>96</a:t>
                      </a:r>
                      <a:endParaRPr lang="en-US" sz="1200" b="0" i="0" u="none" strike="noStrike" kern="1200" noProof="0" dirty="0">
                        <a:solidFill>
                          <a:schemeClr val="tx1">
                            <a:lumMod val="60000"/>
                            <a:lumOff val="40000"/>
                          </a:schemeClr>
                        </a:solidFill>
                        <a:effectLst/>
                        <a:latin typeface="Calibri Regular"/>
                        <a:ea typeface="+mn-ea"/>
                        <a:cs typeface="+mn-cs"/>
                      </a:endParaRPr>
                    </a:p>
                  </a:txBody>
                  <a:tcPr marL="108000" marR="108000" marT="72000" marB="72000" anchor="ctr">
                    <a:lnL>
                      <a:noFill/>
                    </a:lnL>
                    <a:lnR>
                      <a:noFill/>
                    </a:lnR>
                    <a:lnT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b="0" i="0" sz="1200" u="none">
                          <a:solidFill>
                            <a:schemeClr val="tx1">
                              <a:lumMod val="60000"/>
                              <a:lumOff val="40000"/>
                            </a:schemeClr>
                          </a:solidFill>
                          <a:latin typeface="Calibri Regular"/>
                        </a:rPr>
                        <a:t>1</a:t>
                      </a:r>
                      <a:endParaRPr lang="en-US" sz="1200" b="0" i="0" u="none" strike="noStrike" noProof="0" dirty="0">
                        <a:solidFill>
                          <a:schemeClr val="tx1">
                            <a:lumMod val="60000"/>
                            <a:lumOff val="40000"/>
                          </a:schemeClr>
                        </a:solidFill>
                        <a:effectLst/>
                        <a:latin typeface="Calibri Regular"/>
                      </a:endParaRPr>
                    </a:p>
                  </a:txBody>
                  <a:tcPr marL="108000" marR="108000" marT="72000" marB="72000" anchor="ctr">
                    <a:lnL>
                      <a:noFill/>
                    </a:lnL>
                    <a:lnR w="9525" cap="flat" cmpd="sng" algn="ctr">
                      <a:noFill/>
                      <a:prstDash val="solid"/>
                    </a:lnR>
                    <a:lnT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algn="r" defTabSz="914400" rtl="0" eaLnBrk="1" fontAlgn="b" latinLnBrk="0" hangingPunct="1"/>
                      <a:r>
                        <a:rPr b="0" i="0" sz="1200" u="none">
                          <a:solidFill>
                            <a:schemeClr val="tx2"/>
                          </a:solidFill>
                          <a:latin typeface="Calibri Regular"/>
                        </a:rPr>
                        <a:t>8</a:t>
                      </a:r>
                      <a:endParaRPr lang="en-US" sz="1200" b="0" i="0" u="none" strike="noStrike" kern="1200" noProof="0" dirty="0">
                        <a:solidFill>
                          <a:schemeClr val="tx2"/>
                        </a:solidFill>
                        <a:effectLst/>
                        <a:latin typeface="Calibri Regular"/>
                        <a:ea typeface="+mn-ea"/>
                        <a:cs typeface="+mn-cs"/>
                      </a:endParaRPr>
                    </a:p>
                  </a:txBody>
                  <a:tcPr marL="108000" marR="108000" marT="72000" marB="72000" anchor="ctr">
                    <a:lnL>
                      <a:noFill/>
                    </a:lnL>
                    <a:lnR w="9525" cap="flat" cmpd="sng" algn="ctr">
                      <a:noFill/>
                      <a:prstDash val="solid"/>
                    </a:lnR>
                    <a:lnT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EF5BA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b"/>
                      <a:r>
                        <a:rPr b="0" i="0" sz="1200" u="none">
                          <a:solidFill>
                            <a:schemeClr val="tx1">
                              <a:lumMod val="60000"/>
                              <a:lumOff val="40000"/>
                            </a:schemeClr>
                          </a:solidFill>
                          <a:latin typeface="Calibri Regular"/>
                        </a:rPr>
                        <a:t>clients</a:t>
                      </a:r>
                      <a:endParaRPr lang="en-US" sz="1200" b="0" i="0" u="none" strike="noStrike" noProof="0" dirty="0">
                        <a:solidFill>
                          <a:schemeClr val="tx1">
                            <a:lumMod val="60000"/>
                            <a:lumOff val="40000"/>
                          </a:schemeClr>
                        </a:solidFill>
                        <a:effectLst/>
                        <a:latin typeface="Calibri Regular"/>
                      </a:endParaRPr>
                    </a:p>
                  </a:txBody>
                  <a:tcPr marL="108000" marR="108000" marT="72000" marB="72000" anchor="ctr">
                    <a:lnL>
                      <a:noFill/>
                    </a:lnL>
                    <a:lnR w="9525" cap="flat" cmpd="sng" algn="ctr">
                      <a:noFill/>
                      <a:prstDash val="solid"/>
                    </a:lnR>
                    <a:lnT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372763307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algn="l" fontAlgn="b"/>
                      <a:r>
                        <a:rPr b="0" i="0" sz="1200" u="none">
                          <a:solidFill>
                            <a:schemeClr val="tx2"/>
                          </a:solidFill>
                          <a:latin typeface="Calibri Bold"/>
                        </a:rPr>
                        <a:t>MessageDataGenerator.generateVariableLengthReader(Versions,String,FieldType,Versions,Versions,String,String,boolean,boolean)</a:t>
                      </a:r>
                      <a:endParaRPr lang="en-US" sz="1200" b="0" i="0" u="none" strike="noStrike" noProof="0" dirty="0">
                        <a:solidFill>
                          <a:schemeClr val="tx2"/>
                        </a:solidFill>
                        <a:effectLst/>
                        <a:latin typeface="Calibri Regular"/>
                      </a:endParaRPr>
                    </a:p>
                  </a:txBody>
                  <a:tcPr marL="108000" marR="108000" marT="72000" marB="72000" anchor="ctr">
                    <a:lnL w="9525" cap="flat" cmpd="sng" algn="ctr">
                      <a:noFill/>
                      <a:prstDash val="solid"/>
                    </a:lnL>
                    <a:lnR>
                      <a:noFill/>
                    </a:lnR>
                    <a:lnT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algn="r" defTabSz="914400" rtl="0" eaLnBrk="1" fontAlgn="b" latinLnBrk="0" hangingPunct="1"/>
                      <a:r>
                        <a:rPr b="0" i="0" sz="1200" u="none">
                          <a:solidFill>
                            <a:schemeClr val="tx1">
                              <a:lumMod val="60000"/>
                              <a:lumOff val="40000"/>
                            </a:schemeClr>
                          </a:solidFill>
                          <a:latin typeface="Calibri Regular"/>
                        </a:rPr>
                        <a:t>93</a:t>
                      </a:r>
                      <a:endParaRPr lang="en-US" sz="1200" b="0" i="0" u="none" strike="noStrike" kern="1200" noProof="0" dirty="0">
                        <a:solidFill>
                          <a:schemeClr val="tx1">
                            <a:lumMod val="60000"/>
                            <a:lumOff val="40000"/>
                          </a:schemeClr>
                        </a:solidFill>
                        <a:effectLst/>
                        <a:latin typeface="Calibri Regular"/>
                        <a:ea typeface="+mn-ea"/>
                        <a:cs typeface="+mn-cs"/>
                      </a:endParaRPr>
                    </a:p>
                  </a:txBody>
                  <a:tcPr marL="108000" marR="108000" marT="72000" marB="72000" anchor="ctr">
                    <a:lnL>
                      <a:noFill/>
                    </a:lnL>
                    <a:lnR>
                      <a:noFill/>
                    </a:lnR>
                    <a:lnT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b="0" i="0" sz="1200" u="none">
                          <a:solidFill>
                            <a:schemeClr val="tx1">
                              <a:lumMod val="60000"/>
                              <a:lumOff val="40000"/>
                            </a:schemeClr>
                          </a:solidFill>
                          <a:latin typeface="Calibri Regular"/>
                        </a:rPr>
                        <a:t>16</a:t>
                      </a:r>
                      <a:endParaRPr lang="en-US" sz="1200" b="0" i="0" u="none" strike="noStrike" noProof="0" dirty="0">
                        <a:solidFill>
                          <a:schemeClr val="tx1">
                            <a:lumMod val="60000"/>
                            <a:lumOff val="40000"/>
                          </a:schemeClr>
                        </a:solidFill>
                        <a:effectLst/>
                        <a:latin typeface="Calibri Regular"/>
                      </a:endParaRPr>
                    </a:p>
                  </a:txBody>
                  <a:tcPr marL="108000" marR="108000" marT="72000" marB="72000" anchor="ctr">
                    <a:lnL>
                      <a:noFill/>
                    </a:lnL>
                    <a:lnR w="9525" cap="flat" cmpd="sng" algn="ctr">
                      <a:noFill/>
                      <a:prstDash val="solid"/>
                    </a:lnR>
                    <a:lnT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algn="r" defTabSz="914400" rtl="0" eaLnBrk="1" fontAlgn="b" latinLnBrk="0" hangingPunct="1"/>
                      <a:r>
                        <a:rPr b="0" i="0" sz="1200" u="none">
                          <a:solidFill>
                            <a:schemeClr val="tx2"/>
                          </a:solidFill>
                          <a:latin typeface="Calibri Regular"/>
                        </a:rPr>
                        <a:t>9</a:t>
                      </a:r>
                      <a:endParaRPr lang="en-US" sz="1200" b="0" i="0" u="none" strike="noStrike" kern="1200" noProof="0" dirty="0">
                        <a:solidFill>
                          <a:schemeClr val="tx2"/>
                        </a:solidFill>
                        <a:effectLst/>
                        <a:latin typeface="Calibri Regular"/>
                        <a:ea typeface="+mn-ea"/>
                        <a:cs typeface="+mn-cs"/>
                      </a:endParaRPr>
                    </a:p>
                  </a:txBody>
                  <a:tcPr marL="108000" marR="108000" marT="72000" marB="72000" anchor="ctr">
                    <a:lnL>
                      <a:noFill/>
                    </a:lnL>
                    <a:lnR w="9525" cap="flat" cmpd="sng" algn="ctr">
                      <a:noFill/>
                      <a:prstDash val="solid"/>
                    </a:lnR>
                    <a:lnT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EF5BA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b"/>
                      <a:r>
                        <a:rPr b="0" i="0" sz="1200" u="none">
                          <a:solidFill>
                            <a:schemeClr val="tx1">
                              <a:lumMod val="60000"/>
                              <a:lumOff val="40000"/>
                            </a:schemeClr>
                          </a:solidFill>
                          <a:latin typeface="Calibri Regular"/>
                        </a:rPr>
                        <a:t>generator</a:t>
                      </a:r>
                      <a:endParaRPr lang="en-US" sz="1200" b="0" i="0" u="none" strike="noStrike" noProof="0" dirty="0">
                        <a:solidFill>
                          <a:schemeClr val="tx1">
                            <a:lumMod val="60000"/>
                            <a:lumOff val="40000"/>
                          </a:schemeClr>
                        </a:solidFill>
                        <a:effectLst/>
                        <a:latin typeface="Calibri Regular"/>
                      </a:endParaRPr>
                    </a:p>
                  </a:txBody>
                  <a:tcPr marL="108000" marR="108000" marT="72000" marB="72000" anchor="ctr">
                    <a:lnL>
                      <a:noFill/>
                    </a:lnL>
                    <a:lnR w="9525" cap="flat" cmpd="sng" algn="ctr">
                      <a:noFill/>
                      <a:prstDash val="solid"/>
                    </a:lnR>
                    <a:lnT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022263985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algn="l" fontAlgn="b"/>
                      <a:r>
                        <a:rPr b="0" i="0" sz="1200" u="none">
                          <a:solidFill>
                            <a:schemeClr val="tx2"/>
                          </a:solidFill>
                          <a:latin typeface="Calibri Bold"/>
                        </a:rPr>
                        <a:t>StreamsPartitionAssignor.assignTasksToClients(Cluster,GroupSubscription,Set,Map,Map,Map,Map,Set)</a:t>
                      </a:r>
                      <a:endParaRPr lang="en-US" sz="1200" b="0" i="0" u="none" strike="noStrike" noProof="0" dirty="0">
                        <a:solidFill>
                          <a:schemeClr val="tx2"/>
                        </a:solidFill>
                        <a:effectLst/>
                        <a:latin typeface="Calibri Regular"/>
                      </a:endParaRPr>
                    </a:p>
                  </a:txBody>
                  <a:tcPr marL="108000" marR="108000" marT="72000" marB="72000" anchor="ctr">
                    <a:lnL w="9525" cap="flat" cmpd="sng" algn="ctr">
                      <a:noFill/>
                      <a:prstDash val="solid"/>
                    </a:lnL>
                    <a:lnR>
                      <a:noFill/>
                    </a:lnR>
                    <a:lnT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algn="r" defTabSz="914400" rtl="0" eaLnBrk="1" fontAlgn="b" latinLnBrk="0" hangingPunct="1"/>
                      <a:r>
                        <a:rPr b="0" i="0" sz="1200" u="none">
                          <a:solidFill>
                            <a:schemeClr val="tx1">
                              <a:lumMod val="60000"/>
                              <a:lumOff val="40000"/>
                            </a:schemeClr>
                          </a:solidFill>
                          <a:latin typeface="Calibri Regular"/>
                        </a:rPr>
                        <a:t>91</a:t>
                      </a:r>
                      <a:endParaRPr lang="en-US" sz="1200" b="0" i="0" u="none" strike="noStrike" kern="1200" noProof="0" dirty="0">
                        <a:solidFill>
                          <a:schemeClr val="tx1">
                            <a:lumMod val="60000"/>
                            <a:lumOff val="40000"/>
                          </a:schemeClr>
                        </a:solidFill>
                        <a:effectLst/>
                        <a:latin typeface="Calibri Regular"/>
                        <a:ea typeface="+mn-ea"/>
                        <a:cs typeface="+mn-cs"/>
                      </a:endParaRPr>
                    </a:p>
                  </a:txBody>
                  <a:tcPr marL="108000" marR="108000" marT="72000" marB="72000" anchor="ctr">
                    <a:lnL>
                      <a:noFill/>
                    </a:lnL>
                    <a:lnR>
                      <a:noFill/>
                    </a:lnR>
                    <a:lnT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b="0" i="0" sz="1200" u="none">
                          <a:solidFill>
                            <a:schemeClr val="tx1">
                              <a:lumMod val="60000"/>
                              <a:lumOff val="40000"/>
                            </a:schemeClr>
                          </a:solidFill>
                          <a:latin typeface="Calibri Regular"/>
                        </a:rPr>
                        <a:t>6</a:t>
                      </a:r>
                      <a:endParaRPr lang="en-US" sz="1200" b="0" i="0" u="none" strike="noStrike" noProof="0" dirty="0">
                        <a:solidFill>
                          <a:schemeClr val="tx1">
                            <a:lumMod val="60000"/>
                            <a:lumOff val="40000"/>
                          </a:schemeClr>
                        </a:solidFill>
                        <a:effectLst/>
                        <a:latin typeface="Calibri Regular"/>
                      </a:endParaRPr>
                    </a:p>
                  </a:txBody>
                  <a:tcPr marL="108000" marR="108000" marT="72000" marB="72000" anchor="ctr">
                    <a:lnL>
                      <a:noFill/>
                    </a:lnL>
                    <a:lnR w="9525" cap="flat" cmpd="sng" algn="ctr">
                      <a:noFill/>
                      <a:prstDash val="solid"/>
                    </a:lnR>
                    <a:lnT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algn="r" defTabSz="914400" rtl="0" eaLnBrk="1" fontAlgn="b" latinLnBrk="0" hangingPunct="1"/>
                      <a:r>
                        <a:rPr b="0" i="0" sz="1200" u="none">
                          <a:solidFill>
                            <a:schemeClr val="tx2"/>
                          </a:solidFill>
                          <a:latin typeface="Calibri Regular"/>
                        </a:rPr>
                        <a:t>8</a:t>
                      </a:r>
                      <a:endParaRPr lang="en-US" sz="1200" b="0" i="0" u="none" strike="noStrike" kern="1200" noProof="0" dirty="0">
                        <a:solidFill>
                          <a:schemeClr val="tx2"/>
                        </a:solidFill>
                        <a:effectLst/>
                        <a:latin typeface="Calibri Regular"/>
                        <a:ea typeface="+mn-ea"/>
                        <a:cs typeface="+mn-cs"/>
                      </a:endParaRPr>
                    </a:p>
                  </a:txBody>
                  <a:tcPr marL="108000" marR="108000" marT="72000" marB="72000" anchor="ctr">
                    <a:lnL>
                      <a:noFill/>
                    </a:lnL>
                    <a:lnR w="9525" cap="flat" cmpd="sng" algn="ctr">
                      <a:noFill/>
                      <a:prstDash val="solid"/>
                    </a:lnR>
                    <a:lnT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EF5BA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b"/>
                      <a:r>
                        <a:rPr b="0" i="0" sz="1200" u="none">
                          <a:solidFill>
                            <a:schemeClr val="tx1">
                              <a:lumMod val="60000"/>
                              <a:lumOff val="40000"/>
                            </a:schemeClr>
                          </a:solidFill>
                          <a:latin typeface="Calibri Regular"/>
                        </a:rPr>
                        <a:t>streams</a:t>
                      </a:r>
                      <a:endParaRPr lang="en-US" sz="1200" b="0" i="0" u="none" strike="noStrike" noProof="0" dirty="0">
                        <a:solidFill>
                          <a:schemeClr val="tx1">
                            <a:lumMod val="60000"/>
                            <a:lumOff val="40000"/>
                          </a:schemeClr>
                        </a:solidFill>
                        <a:effectLst/>
                        <a:latin typeface="Calibri Regular"/>
                      </a:endParaRPr>
                    </a:p>
                  </a:txBody>
                  <a:tcPr marL="108000" marR="108000" marT="72000" marB="72000" anchor="ctr">
                    <a:lnL>
                      <a:noFill/>
                    </a:lnL>
                    <a:lnR w="9525" cap="flat" cmpd="sng" algn="ctr">
                      <a:noFill/>
                      <a:prstDash val="solid"/>
                    </a:lnR>
                    <a:lnT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516404128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marR="0" lvl="0" indent="0" algn="l" defTabSz="914400" rtl="0" eaLnBrk="1" fontAlgn="b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b="0" i="0" sz="1200" u="none">
                          <a:solidFill>
                            <a:schemeClr val="tx2"/>
                          </a:solidFill>
                          <a:latin typeface="Calibri Bold"/>
                        </a:rPr>
                        <a:t>GroupMetadataManager.shareGroupHeartbeat(String,String,int,String,String,String,List&lt;String&gt;)</a:t>
                      </a:r>
                      <a:endParaRPr lang="en-US" sz="1200" b="0" i="0" u="none" strike="noStrike" noProof="0" dirty="0">
                        <a:solidFill>
                          <a:schemeClr val="tx2"/>
                        </a:solidFill>
                        <a:effectLst/>
                        <a:latin typeface="Calibri Regular"/>
                      </a:endParaRPr>
                    </a:p>
                  </a:txBody>
                  <a:tcPr marL="108000" marR="108000" marT="72000" marB="72000" anchor="ctr">
                    <a:lnL w="9525" cap="flat" cmpd="sng" algn="ctr">
                      <a:noFill/>
                      <a:prstDash val="solid"/>
                    </a:lnL>
                    <a:lnR>
                      <a:noFill/>
                    </a:lnR>
                    <a:lnT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algn="r" defTabSz="914400" rtl="0" eaLnBrk="1" fontAlgn="b" latinLnBrk="0" hangingPunct="1"/>
                      <a:r>
                        <a:rPr b="0" i="0" sz="1200" u="none">
                          <a:solidFill>
                            <a:schemeClr val="tx1">
                              <a:lumMod val="60000"/>
                              <a:lumOff val="40000"/>
                            </a:schemeClr>
                          </a:solidFill>
                          <a:latin typeface="Calibri Regular"/>
                        </a:rPr>
                        <a:t>87</a:t>
                      </a:r>
                      <a:endParaRPr lang="en-US" sz="1200" b="0" i="0" u="none" strike="noStrike" kern="1200" noProof="0" dirty="0">
                        <a:solidFill>
                          <a:schemeClr val="tx1">
                            <a:lumMod val="60000"/>
                            <a:lumOff val="40000"/>
                          </a:schemeClr>
                        </a:solidFill>
                        <a:effectLst/>
                        <a:latin typeface="Calibri Regular"/>
                        <a:ea typeface="+mn-ea"/>
                        <a:cs typeface="+mn-cs"/>
                      </a:endParaRPr>
                    </a:p>
                  </a:txBody>
                  <a:tcPr marL="108000" marR="108000" marT="72000" marB="72000" anchor="ctr">
                    <a:lnL>
                      <a:noFill/>
                    </a:lnL>
                    <a:lnR>
                      <a:noFill/>
                    </a:lnR>
                    <a:lnT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b="0" i="0" sz="1200" u="none">
                          <a:solidFill>
                            <a:schemeClr val="tx1">
                              <a:lumMod val="60000"/>
                              <a:lumOff val="40000"/>
                            </a:schemeClr>
                          </a:solidFill>
                          <a:latin typeface="Calibri Regular"/>
                        </a:rPr>
                        <a:t>10</a:t>
                      </a:r>
                      <a:endParaRPr lang="en-US" sz="1200" b="0" i="0" u="none" strike="noStrike" noProof="0" dirty="0">
                        <a:solidFill>
                          <a:schemeClr val="tx1">
                            <a:lumMod val="60000"/>
                            <a:lumOff val="40000"/>
                          </a:schemeClr>
                        </a:solidFill>
                        <a:effectLst/>
                        <a:latin typeface="+mn-lt"/>
                      </a:endParaRPr>
                    </a:p>
                  </a:txBody>
                  <a:tcPr marL="108000" marR="108000" marT="72000" marB="72000" anchor="ctr">
                    <a:lnL>
                      <a:noFill/>
                    </a:lnL>
                    <a:lnR w="9525" cap="flat" cmpd="sng" algn="ctr">
                      <a:noFill/>
                      <a:prstDash val="solid"/>
                    </a:lnR>
                    <a:lnT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algn="r" defTabSz="914400" rtl="0" eaLnBrk="1" fontAlgn="b" latinLnBrk="0" hangingPunct="1"/>
                      <a:r>
                        <a:rPr b="0" i="0" sz="1200" u="none">
                          <a:solidFill>
                            <a:schemeClr val="tx2"/>
                          </a:solidFill>
                          <a:latin typeface="Calibri Regular"/>
                        </a:rPr>
                        <a:t>7</a:t>
                      </a:r>
                      <a:endParaRPr lang="en-US" sz="1200" b="0" i="0" u="none" strike="noStrike" kern="1200" noProof="0" dirty="0">
                        <a:solidFill>
                          <a:schemeClr val="tx2"/>
                        </a:solidFill>
                        <a:effectLst/>
                        <a:latin typeface="Calibri Regular"/>
                        <a:ea typeface="+mn-ea"/>
                        <a:cs typeface="+mn-cs"/>
                      </a:endParaRPr>
                    </a:p>
                  </a:txBody>
                  <a:tcPr marL="108000" marR="108000" marT="72000" marB="72000" anchor="ctr">
                    <a:lnL>
                      <a:noFill/>
                    </a:lnL>
                    <a:lnR w="9525" cap="flat" cmpd="sng" algn="ctr">
                      <a:noFill/>
                      <a:prstDash val="solid"/>
                    </a:lnR>
                    <a:lnT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EF5BA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b"/>
                      <a:r>
                        <a:rPr b="0" i="0" sz="1200" u="none">
                          <a:solidFill>
                            <a:schemeClr val="tx1">
                              <a:lumMod val="60000"/>
                              <a:lumOff val="40000"/>
                            </a:schemeClr>
                          </a:solidFill>
                          <a:latin typeface="Calibri Regular"/>
                        </a:rPr>
                        <a:t>group-coordinator</a:t>
                      </a:r>
                      <a:endParaRPr lang="en-US" sz="1200" b="0" i="0" u="none" strike="noStrike" noProof="0" dirty="0">
                        <a:solidFill>
                          <a:schemeClr val="tx1">
                            <a:lumMod val="60000"/>
                            <a:lumOff val="40000"/>
                          </a:schemeClr>
                        </a:solidFill>
                        <a:effectLst/>
                        <a:latin typeface="+mn-lt"/>
                      </a:endParaRPr>
                    </a:p>
                  </a:txBody>
                  <a:tcPr marL="108000" marR="108000" marT="72000" marB="72000" anchor="ctr">
                    <a:lnL>
                      <a:noFill/>
                    </a:lnL>
                    <a:lnR w="9525" cap="flat" cmpd="sng" algn="ctr">
                      <a:noFill/>
                      <a:prstDash val="solid"/>
                    </a:lnR>
                    <a:lnT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255606331"/>
                  </a:ext>
                </a:extLst>
              </a:tr>
            </a:tbl>
          </a:graphicData>
        </a:graphic>
      </p:graphicFrame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C9E5DF8-42C2-D9A0-C581-926F88850EE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Number Placeholder 1">
            <a:extLst>
              <a:ext uri="{FF2B5EF4-FFF2-40B4-BE49-F238E27FC236}">
                <a16:creationId xmlns:a16="http://schemas.microsoft.com/office/drawing/2014/main" id="{CC384C2E-E259-D449-D3FC-4501B83DD586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E242BD21-9B61-2246-BCB1-4BE5E1BEBE1C}" type="slidenum">
              <a:rPr lang="en-US" smtClean="0"/>
              <a:pPr/>
              <a:t>18</a:t>
            </a:fld>
            <a:endParaRPr lang="en-US"/>
          </a:p>
        </p:txBody>
      </p:sp>
      <p:sp>
        <p:nvSpPr>
          <p:cNvPr id="10" name="Text Placeholder 9">
            <a:extLst>
              <a:ext uri="{FF2B5EF4-FFF2-40B4-BE49-F238E27FC236}">
                <a16:creationId xmlns:a16="http://schemas.microsoft.com/office/drawing/2014/main" id="{192E8F9D-227D-DE48-28FD-49E58F9EE84A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/>
        <p:txBody>
          <a:bodyPr/>
          <a:lstStyle/>
          <a:p>
            <a:r>
              <a:rPr lang="en-US" dirty="0"/>
              <a:t>Refactoring Candidates – Unit INTERFACING</a:t>
            </a:r>
          </a:p>
        </p:txBody>
      </p:sp>
      <p:sp>
        <p:nvSpPr>
          <p:cNvPr id="5" name="Title 4">
            <a:extLst>
              <a:ext uri="{FF2B5EF4-FFF2-40B4-BE49-F238E27FC236}">
                <a16:creationId xmlns:a16="http://schemas.microsoft.com/office/drawing/2014/main" id="{936CF5EF-9D37-AF0B-8482-89079D5C2E2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An overview of the Python units with the largest interfaces</a:t>
            </a:r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0B3E2457-37D9-7B56-B0F1-9C62576D55BE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2669790" y="6549140"/>
            <a:ext cx="804066" cy="236406"/>
          </a:xfrm>
          <a:prstGeom prst="rect">
            <a:avLst/>
          </a:prstGeom>
          <a:noFill/>
          <a:ln w="12700" cap="flat" cmpd="sng" algn="ctr">
            <a:noFill/>
            <a:prstDash val="solid"/>
            <a:miter lim="800000"/>
          </a:ln>
        </p:spPr>
        <p:txBody>
          <a:bodyPr wrap="none" lIns="0" tIns="36000" rIns="0" rtlCol="0" anchor="ctr">
            <a:spAutoFit/>
          </a:bodyPr>
          <a:lstStyle>
            <a:defPPr>
              <a:defRPr lang="en-US"/>
            </a:defPPr>
            <a:lvl1pPr marL="0" algn="l" defTabSz="914400" rtl="0" eaLnBrk="1" latinLnBrk="0" hangingPunct="1">
              <a:defRPr lang="en-US" sz="1000" b="1" kern="1200" cap="all" spc="10" baseline="0" dirty="0">
                <a:solidFill>
                  <a:srgbClr val="B2BECD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 dirty="0"/>
              <a:t>Confidential</a:t>
            </a:r>
          </a:p>
        </p:txBody>
      </p:sp>
      <p:graphicFrame>
        <p:nvGraphicFramePr>
          <p:cNvPr id="4" name="REFACTORING_CANDIDATES_TABLE_UNIT_INTERFACING_TECH_2">
            <a:extLst>
              <a:ext uri="{FF2B5EF4-FFF2-40B4-BE49-F238E27FC236}">
                <a16:creationId xmlns:a16="http://schemas.microsoft.com/office/drawing/2014/main" id="{886DDEFD-B6CA-D10A-3710-9F71507BA754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299233843"/>
              </p:ext>
            </p:extLst>
          </p:nvPr>
        </p:nvGraphicFramePr>
        <p:xfrm>
          <a:off x="514373" y="1366988"/>
          <a:ext cx="11231294" cy="4972560"/>
        </p:xfrm>
        <a:graphic>
          <a:graphicData uri="http://schemas.openxmlformats.org/drawingml/2006/table">
            <a:tbl>
              <a:tblPr firstRow="1" bandRow="1">
                <a:effectLst/>
                <a:tableStyleId>{F2DE63D5-997A-4646-A377-4702673A728D}</a:tableStyleId>
              </a:tblPr>
              <a:tblGrid>
                <a:gridCol w="6688777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630621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953621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1292001">
                  <a:extLst>
                    <a:ext uri="{9D8B030D-6E8A-4147-A177-3AD203B41FA5}">
                      <a16:colId xmlns:a16="http://schemas.microsoft.com/office/drawing/2014/main" val="3286041723"/>
                    </a:ext>
                  </a:extLst>
                </a:gridCol>
                <a:gridCol w="1666274">
                  <a:extLst>
                    <a:ext uri="{9D8B030D-6E8A-4147-A177-3AD203B41FA5}">
                      <a16:colId xmlns:a16="http://schemas.microsoft.com/office/drawing/2014/main" val="4263492041"/>
                    </a:ext>
                  </a:extLst>
                </a:gridCol>
              </a:tblGrid>
              <a:tr h="0">
                <a:tc>
                  <a:txBody>
                    <a:bodyPr/>
                    <a:lstStyle/>
                    <a:p>
                      <a:pPr marL="0" marR="0" indent="0" algn="l" defTabSz="4572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b="1" sz="1400">
                          <a:solidFill>
                            <a:schemeClr val="bg1"/>
                          </a:solidFill>
                          <a:latin typeface="+mn-lt"/>
                        </a:rPr>
                        <a:t>Unit name</a:t>
                      </a:r>
                      <a:endParaRPr lang="en-US" sz="1400" b="1" i="0" noProof="0" dirty="0">
                        <a:solidFill>
                          <a:schemeClr val="bg1"/>
                        </a:solidFill>
                        <a:latin typeface="+mn-lt"/>
                        <a:cs typeface="TheSans B4 SemiLight"/>
                      </a:endParaRPr>
                    </a:p>
                  </a:txBody>
                  <a:tcPr marL="108000" marR="108000" marT="72000" marB="72000">
                    <a:lnL w="9525" cap="flat" cmpd="sng" algn="ctr">
                      <a:noFill/>
                      <a:prstDash val="solid"/>
                    </a:lnL>
                    <a:lnR>
                      <a:noFill/>
                    </a:lnR>
                    <a:lnT w="9525" cap="flat" cmpd="sng" algn="ctr">
                      <a:noFill/>
                      <a:prstDash val="solid"/>
                    </a:lnT>
                    <a:lnB w="19050" cap="flat" cmpd="sng" algn="ctr">
                      <a:noFill/>
                      <a:prstDash val="sysDot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tx2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b="1" sz="1400">
                          <a:solidFill>
                            <a:schemeClr val="bg1"/>
                          </a:solidFill>
                          <a:latin typeface="+mn-lt"/>
                        </a:rPr>
                        <a:t>LOC</a:t>
                      </a:r>
                      <a:endParaRPr lang="en-US" sz="1400" b="1" i="0" noProof="0" dirty="0">
                        <a:solidFill>
                          <a:schemeClr val="bg1"/>
                        </a:solidFill>
                        <a:latin typeface="+mn-lt"/>
                        <a:cs typeface="TheSans B4 SemiLight"/>
                      </a:endParaRPr>
                    </a:p>
                  </a:txBody>
                  <a:tcPr marL="108000" marR="108000" marT="72000" marB="72000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noFill/>
                      <a:prstDash val="solid"/>
                    </a:lnT>
                    <a:lnB w="19050" cap="flat" cmpd="sng" algn="ctr">
                      <a:noFill/>
                      <a:prstDash val="sysDot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1F354B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b="1" sz="1400">
                          <a:solidFill>
                            <a:schemeClr val="bg1"/>
                          </a:solidFill>
                          <a:latin typeface="+mn-lt"/>
                        </a:rPr>
                        <a:t>McCabe</a:t>
                      </a:r>
                      <a:endParaRPr lang="en-US" sz="1400" b="1" i="0" noProof="0" dirty="0">
                        <a:solidFill>
                          <a:schemeClr val="bg1"/>
                        </a:solidFill>
                        <a:latin typeface="+mn-lt"/>
                        <a:cs typeface="TheSans B4 SemiLight"/>
                      </a:endParaRPr>
                    </a:p>
                  </a:txBody>
                  <a:tcPr marL="108000" marR="108000" marT="72000" marB="72000">
                    <a:lnL>
                      <a:noFill/>
                    </a:lnL>
                    <a:lnR w="9525" cap="flat" cmpd="sng" algn="ctr">
                      <a:noFill/>
                      <a:prstDash val="solid"/>
                    </a:lnR>
                    <a:lnT w="9525" cap="flat" cmpd="sng" algn="ctr">
                      <a:noFill/>
                      <a:prstDash val="solid"/>
                    </a:lnT>
                    <a:lnB w="19050" cap="flat" cmpd="sng" algn="ctr">
                      <a:noFill/>
                      <a:prstDash val="sysDot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tx2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b="1" i="0" sz="1400">
                          <a:solidFill>
                            <a:schemeClr val="bg1"/>
                          </a:solidFill>
                          <a:latin typeface="+mn-lt"/>
                        </a:rPr>
                        <a:t>Parameters</a:t>
                      </a:r>
                    </a:p>
                  </a:txBody>
                  <a:tcPr marL="108000" marR="108000" marT="72000" marB="72000">
                    <a:lnL>
                      <a:noFill/>
                    </a:lnL>
                    <a:lnR w="9525" cap="flat" cmpd="sng" algn="ctr">
                      <a:noFill/>
                      <a:prstDash val="solid"/>
                    </a:lnR>
                    <a:lnT w="9525" cap="flat" cmpd="sng" algn="ctr">
                      <a:noFill/>
                      <a:prstDash val="solid"/>
                    </a:lnT>
                    <a:lnB w="19050" cap="flat" cmpd="sng" algn="ctr">
                      <a:noFill/>
                      <a:prstDash val="sysDot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DFC100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b="1" i="0" sz="1400">
                          <a:solidFill>
                            <a:schemeClr val="bg1"/>
                          </a:solidFill>
                          <a:latin typeface="+mn-lt"/>
                        </a:rPr>
                        <a:t>Component</a:t>
                      </a:r>
                    </a:p>
                  </a:txBody>
                  <a:tcPr marL="108000" marR="108000" marT="72000" marB="72000">
                    <a:lnL>
                      <a:noFill/>
                    </a:lnL>
                    <a:lnR w="9525" cap="flat" cmpd="sng" algn="ctr">
                      <a:noFill/>
                      <a:prstDash val="solid"/>
                    </a:lnR>
                    <a:lnT w="9525" cap="flat" cmpd="sng" algn="ctr">
                      <a:noFill/>
                      <a:prstDash val="solid"/>
                    </a:lnT>
                    <a:lnB w="19050" cap="flat" cmpd="sng" algn="ctr">
                      <a:noFill/>
                      <a:prstDash val="sysDot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tx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</a:tbl>
          </a:graphicData>
        </a:graphic>
      </p:graphicFrame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C9E5DF8-42C2-D9A0-C581-926F88850EE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Number Placeholder 1">
            <a:extLst>
              <a:ext uri="{FF2B5EF4-FFF2-40B4-BE49-F238E27FC236}">
                <a16:creationId xmlns:a16="http://schemas.microsoft.com/office/drawing/2014/main" id="{CC384C2E-E259-D449-D3FC-4501B83DD586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E242BD21-9B61-2246-BCB1-4BE5E1BEBE1C}" type="slidenum">
              <a:rPr lang="en-US" smtClean="0"/>
              <a:pPr/>
              <a:t>19</a:t>
            </a:fld>
            <a:endParaRPr lang="en-US"/>
          </a:p>
        </p:txBody>
      </p:sp>
      <p:sp>
        <p:nvSpPr>
          <p:cNvPr id="10" name="Text Placeholder 9">
            <a:extLst>
              <a:ext uri="{FF2B5EF4-FFF2-40B4-BE49-F238E27FC236}">
                <a16:creationId xmlns:a16="http://schemas.microsoft.com/office/drawing/2014/main" id="{192E8F9D-227D-DE48-28FD-49E58F9EE84A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/>
        <p:txBody>
          <a:bodyPr/>
          <a:lstStyle/>
          <a:p>
            <a:r>
              <a:rPr lang="en-US" dirty="0"/>
              <a:t>Refactoring Candidates – Unit INTERFACING</a:t>
            </a:r>
          </a:p>
        </p:txBody>
      </p:sp>
      <p:sp>
        <p:nvSpPr>
          <p:cNvPr id="5" name="Title 4">
            <a:extLst>
              <a:ext uri="{FF2B5EF4-FFF2-40B4-BE49-F238E27FC236}">
                <a16:creationId xmlns:a16="http://schemas.microsoft.com/office/drawing/2014/main" id="{936CF5EF-9D37-AF0B-8482-89079D5C2E2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An overview of the  units with the largest interfaces</a:t>
            </a:r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0B3E2457-37D9-7B56-B0F1-9C62576D55BE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2669790" y="6549140"/>
            <a:ext cx="804066" cy="236406"/>
          </a:xfrm>
          <a:prstGeom prst="rect">
            <a:avLst/>
          </a:prstGeom>
          <a:noFill/>
          <a:ln w="12700" cap="flat" cmpd="sng" algn="ctr">
            <a:noFill/>
            <a:prstDash val="solid"/>
            <a:miter lim="800000"/>
          </a:ln>
        </p:spPr>
        <p:txBody>
          <a:bodyPr wrap="none" lIns="0" tIns="36000" rIns="0" rtlCol="0" anchor="ctr">
            <a:spAutoFit/>
          </a:bodyPr>
          <a:lstStyle>
            <a:defPPr>
              <a:defRPr lang="en-US"/>
            </a:defPPr>
            <a:lvl1pPr marL="0" algn="l" defTabSz="914400" rtl="0" eaLnBrk="1" latinLnBrk="0" hangingPunct="1">
              <a:defRPr lang="en-US" sz="1000" b="1" kern="1200" cap="all" spc="10" baseline="0" dirty="0">
                <a:solidFill>
                  <a:srgbClr val="B2BECD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 dirty="0"/>
              <a:t>Confidential</a:t>
            </a:r>
          </a:p>
        </p:txBody>
      </p:sp>
      <p:graphicFrame>
        <p:nvGraphicFramePr>
          <p:cNvPr id="4" name="REFACTORING_CANDIDATES_TABLE_UNIT_INTERFACING_TECH_3">
            <a:extLst>
              <a:ext uri="{FF2B5EF4-FFF2-40B4-BE49-F238E27FC236}">
                <a16:creationId xmlns:a16="http://schemas.microsoft.com/office/drawing/2014/main" id="{886DDEFD-B6CA-D10A-3710-9F71507BA754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873219506"/>
              </p:ext>
            </p:extLst>
          </p:nvPr>
        </p:nvGraphicFramePr>
        <p:xfrm>
          <a:off x="514373" y="1366988"/>
          <a:ext cx="11231294" cy="4972560"/>
        </p:xfrm>
        <a:graphic>
          <a:graphicData uri="http://schemas.openxmlformats.org/drawingml/2006/table">
            <a:tbl>
              <a:tblPr firstRow="1" bandRow="1">
                <a:effectLst/>
                <a:tableStyleId>{F2DE63D5-997A-4646-A377-4702673A728D}</a:tableStyleId>
              </a:tblPr>
              <a:tblGrid>
                <a:gridCol w="6688777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630621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953621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1292001">
                  <a:extLst>
                    <a:ext uri="{9D8B030D-6E8A-4147-A177-3AD203B41FA5}">
                      <a16:colId xmlns:a16="http://schemas.microsoft.com/office/drawing/2014/main" val="3286041723"/>
                    </a:ext>
                  </a:extLst>
                </a:gridCol>
                <a:gridCol w="1666274">
                  <a:extLst>
                    <a:ext uri="{9D8B030D-6E8A-4147-A177-3AD203B41FA5}">
                      <a16:colId xmlns:a16="http://schemas.microsoft.com/office/drawing/2014/main" val="4263492041"/>
                    </a:ext>
                  </a:extLst>
                </a:gridCol>
              </a:tblGrid>
              <a:tr h="0">
                <a:tc>
                  <a:txBody>
                    <a:bodyPr/>
                    <a:lstStyle/>
                    <a:p>
                      <a:pPr marL="0" marR="0" indent="0" algn="l" defTabSz="4572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b="1" sz="1400">
                          <a:solidFill>
                            <a:schemeClr val="bg1"/>
                          </a:solidFill>
                          <a:latin typeface="+mn-lt"/>
                        </a:rPr>
                        <a:t>Unit name</a:t>
                      </a:r>
                      <a:endParaRPr lang="en-US" sz="1400" b="1" i="0" noProof="0" dirty="0">
                        <a:solidFill>
                          <a:schemeClr val="bg1"/>
                        </a:solidFill>
                        <a:latin typeface="+mn-lt"/>
                        <a:cs typeface="TheSans B4 SemiLight"/>
                      </a:endParaRPr>
                    </a:p>
                  </a:txBody>
                  <a:tcPr marL="108000" marR="108000" marT="72000" marB="72000">
                    <a:lnL w="9525" cap="flat" cmpd="sng" algn="ctr">
                      <a:noFill/>
                      <a:prstDash val="solid"/>
                    </a:lnL>
                    <a:lnR>
                      <a:noFill/>
                    </a:lnR>
                    <a:lnT w="9525" cap="flat" cmpd="sng" algn="ctr">
                      <a:noFill/>
                      <a:prstDash val="solid"/>
                    </a:lnT>
                    <a:lnB w="19050" cap="flat" cmpd="sng" algn="ctr">
                      <a:noFill/>
                      <a:prstDash val="sysDot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tx2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b="1" sz="1400">
                          <a:solidFill>
                            <a:schemeClr val="bg1"/>
                          </a:solidFill>
                          <a:latin typeface="+mn-lt"/>
                        </a:rPr>
                        <a:t>LOC</a:t>
                      </a:r>
                      <a:endParaRPr lang="en-US" sz="1400" b="1" i="0" noProof="0" dirty="0">
                        <a:solidFill>
                          <a:schemeClr val="bg1"/>
                        </a:solidFill>
                        <a:latin typeface="+mn-lt"/>
                        <a:cs typeface="TheSans B4 SemiLight"/>
                      </a:endParaRPr>
                    </a:p>
                  </a:txBody>
                  <a:tcPr marL="108000" marR="108000" marT="72000" marB="72000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noFill/>
                      <a:prstDash val="solid"/>
                    </a:lnT>
                    <a:lnB w="19050" cap="flat" cmpd="sng" algn="ctr">
                      <a:noFill/>
                      <a:prstDash val="sysDot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1F354B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b="1" sz="1400">
                          <a:solidFill>
                            <a:schemeClr val="bg1"/>
                          </a:solidFill>
                          <a:latin typeface="+mn-lt"/>
                        </a:rPr>
                        <a:t>McCabe</a:t>
                      </a:r>
                      <a:endParaRPr lang="en-US" sz="1400" b="1" i="0" noProof="0" dirty="0">
                        <a:solidFill>
                          <a:schemeClr val="bg1"/>
                        </a:solidFill>
                        <a:latin typeface="+mn-lt"/>
                        <a:cs typeface="TheSans B4 SemiLight"/>
                      </a:endParaRPr>
                    </a:p>
                  </a:txBody>
                  <a:tcPr marL="108000" marR="108000" marT="72000" marB="72000">
                    <a:lnL>
                      <a:noFill/>
                    </a:lnL>
                    <a:lnR w="9525" cap="flat" cmpd="sng" algn="ctr">
                      <a:noFill/>
                      <a:prstDash val="solid"/>
                    </a:lnR>
                    <a:lnT w="9525" cap="flat" cmpd="sng" algn="ctr">
                      <a:noFill/>
                      <a:prstDash val="solid"/>
                    </a:lnT>
                    <a:lnB w="19050" cap="flat" cmpd="sng" algn="ctr">
                      <a:noFill/>
                      <a:prstDash val="sysDot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tx2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b="1" i="0" sz="1400">
                          <a:solidFill>
                            <a:schemeClr val="bg1"/>
                          </a:solidFill>
                          <a:latin typeface="+mn-lt"/>
                        </a:rPr>
                        <a:t>Parameters</a:t>
                      </a:r>
                    </a:p>
                  </a:txBody>
                  <a:tcPr marL="108000" marR="108000" marT="72000" marB="72000">
                    <a:lnL>
                      <a:noFill/>
                    </a:lnL>
                    <a:lnR w="9525" cap="flat" cmpd="sng" algn="ctr">
                      <a:noFill/>
                      <a:prstDash val="solid"/>
                    </a:lnR>
                    <a:lnT w="9525" cap="flat" cmpd="sng" algn="ctr">
                      <a:noFill/>
                      <a:prstDash val="solid"/>
                    </a:lnT>
                    <a:lnB w="19050" cap="flat" cmpd="sng" algn="ctr">
                      <a:noFill/>
                      <a:prstDash val="sysDot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DFC100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b="1" i="0" sz="1400">
                          <a:solidFill>
                            <a:schemeClr val="bg1"/>
                          </a:solidFill>
                          <a:latin typeface="+mn-lt"/>
                        </a:rPr>
                        <a:t>Component</a:t>
                      </a:r>
                    </a:p>
                  </a:txBody>
                  <a:tcPr marL="108000" marR="108000" marT="72000" marB="72000">
                    <a:lnL>
                      <a:noFill/>
                    </a:lnL>
                    <a:lnR w="9525" cap="flat" cmpd="sng" algn="ctr">
                      <a:noFill/>
                      <a:prstDash val="solid"/>
                    </a:lnR>
                    <a:lnT w="9525" cap="flat" cmpd="sng" algn="ctr">
                      <a:noFill/>
                      <a:prstDash val="solid"/>
                    </a:lnT>
                    <a:lnB w="19050" cap="flat" cmpd="sng" algn="ctr">
                      <a:noFill/>
                      <a:prstDash val="sysDot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tx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</a:tbl>
          </a:graphicData>
        </a:graphic>
      </p:graphicFrame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C9E5DF8-42C2-D9A0-C581-926F88850EE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Number Placeholder 1">
            <a:extLst>
              <a:ext uri="{FF2B5EF4-FFF2-40B4-BE49-F238E27FC236}">
                <a16:creationId xmlns:a16="http://schemas.microsoft.com/office/drawing/2014/main" id="{CC384C2E-E259-D449-D3FC-4501B83DD586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E242BD21-9B61-2246-BCB1-4BE5E1BEBE1C}" type="slidenum">
              <a:rPr lang="en-US" smtClean="0"/>
              <a:pPr/>
              <a:t>20</a:t>
            </a:fld>
            <a:endParaRPr lang="en-US"/>
          </a:p>
        </p:txBody>
      </p:sp>
      <p:sp>
        <p:nvSpPr>
          <p:cNvPr id="10" name="Text Placeholder 9">
            <a:extLst>
              <a:ext uri="{FF2B5EF4-FFF2-40B4-BE49-F238E27FC236}">
                <a16:creationId xmlns:a16="http://schemas.microsoft.com/office/drawing/2014/main" id="{192E8F9D-227D-DE48-28FD-49E58F9EE84A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/>
        <p:txBody>
          <a:bodyPr/>
          <a:lstStyle/>
          <a:p>
            <a:r>
              <a:rPr lang="en-US" dirty="0"/>
              <a:t>Refactoring Candidates – Unit INTERFACING</a:t>
            </a:r>
          </a:p>
        </p:txBody>
      </p:sp>
      <p:sp>
        <p:nvSpPr>
          <p:cNvPr id="5" name="Title 4">
            <a:extLst>
              <a:ext uri="{FF2B5EF4-FFF2-40B4-BE49-F238E27FC236}">
                <a16:creationId xmlns:a16="http://schemas.microsoft.com/office/drawing/2014/main" id="{936CF5EF-9D37-AF0B-8482-89079D5C2E2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An overview of the  units with the largest interfaces</a:t>
            </a:r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0B3E2457-37D9-7B56-B0F1-9C62576D55BE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2669790" y="6549140"/>
            <a:ext cx="804066" cy="236406"/>
          </a:xfrm>
          <a:prstGeom prst="rect">
            <a:avLst/>
          </a:prstGeom>
          <a:noFill/>
          <a:ln w="12700" cap="flat" cmpd="sng" algn="ctr">
            <a:noFill/>
            <a:prstDash val="solid"/>
            <a:miter lim="800000"/>
          </a:ln>
        </p:spPr>
        <p:txBody>
          <a:bodyPr wrap="none" lIns="0" tIns="36000" rIns="0" rtlCol="0" anchor="ctr">
            <a:spAutoFit/>
          </a:bodyPr>
          <a:lstStyle>
            <a:defPPr>
              <a:defRPr lang="en-US"/>
            </a:defPPr>
            <a:lvl1pPr marL="0" algn="l" defTabSz="914400" rtl="0" eaLnBrk="1" latinLnBrk="0" hangingPunct="1">
              <a:defRPr lang="en-US" sz="1000" b="1" kern="1200" cap="all" spc="10" baseline="0" dirty="0">
                <a:solidFill>
                  <a:srgbClr val="B2BECD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 dirty="0"/>
              <a:t>Confidential</a:t>
            </a:r>
          </a:p>
        </p:txBody>
      </p:sp>
      <p:graphicFrame>
        <p:nvGraphicFramePr>
          <p:cNvPr id="4" name="REFACTORING_CANDIDATES_TABLE_UNIT_INTERFACING_TECH_4">
            <a:extLst>
              <a:ext uri="{FF2B5EF4-FFF2-40B4-BE49-F238E27FC236}">
                <a16:creationId xmlns:a16="http://schemas.microsoft.com/office/drawing/2014/main" id="{886DDEFD-B6CA-D10A-3710-9F71507BA754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022827086"/>
              </p:ext>
            </p:extLst>
          </p:nvPr>
        </p:nvGraphicFramePr>
        <p:xfrm>
          <a:off x="514373" y="1366988"/>
          <a:ext cx="11231294" cy="4972560"/>
        </p:xfrm>
        <a:graphic>
          <a:graphicData uri="http://schemas.openxmlformats.org/drawingml/2006/table">
            <a:tbl>
              <a:tblPr firstRow="1" bandRow="1">
                <a:effectLst/>
                <a:tableStyleId>{F2DE63D5-997A-4646-A377-4702673A728D}</a:tableStyleId>
              </a:tblPr>
              <a:tblGrid>
                <a:gridCol w="6688777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630621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953621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1292001">
                  <a:extLst>
                    <a:ext uri="{9D8B030D-6E8A-4147-A177-3AD203B41FA5}">
                      <a16:colId xmlns:a16="http://schemas.microsoft.com/office/drawing/2014/main" val="3286041723"/>
                    </a:ext>
                  </a:extLst>
                </a:gridCol>
                <a:gridCol w="1666274">
                  <a:extLst>
                    <a:ext uri="{9D8B030D-6E8A-4147-A177-3AD203B41FA5}">
                      <a16:colId xmlns:a16="http://schemas.microsoft.com/office/drawing/2014/main" val="4263492041"/>
                    </a:ext>
                  </a:extLst>
                </a:gridCol>
              </a:tblGrid>
              <a:tr h="0">
                <a:tc>
                  <a:txBody>
                    <a:bodyPr/>
                    <a:lstStyle/>
                    <a:p>
                      <a:pPr marL="0" marR="0" indent="0" algn="l" defTabSz="4572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b="1" sz="1400">
                          <a:solidFill>
                            <a:schemeClr val="bg1"/>
                          </a:solidFill>
                          <a:latin typeface="+mn-lt"/>
                        </a:rPr>
                        <a:t>Unit name</a:t>
                      </a:r>
                      <a:endParaRPr lang="en-US" sz="1400" b="1" i="0" noProof="0" dirty="0">
                        <a:solidFill>
                          <a:schemeClr val="bg1"/>
                        </a:solidFill>
                        <a:latin typeface="+mn-lt"/>
                        <a:cs typeface="TheSans B4 SemiLight"/>
                      </a:endParaRPr>
                    </a:p>
                  </a:txBody>
                  <a:tcPr marL="108000" marR="108000" marT="72000" marB="72000">
                    <a:lnL w="9525" cap="flat" cmpd="sng" algn="ctr">
                      <a:noFill/>
                      <a:prstDash val="solid"/>
                    </a:lnL>
                    <a:lnR>
                      <a:noFill/>
                    </a:lnR>
                    <a:lnT w="9525" cap="flat" cmpd="sng" algn="ctr">
                      <a:noFill/>
                      <a:prstDash val="solid"/>
                    </a:lnT>
                    <a:lnB w="19050" cap="flat" cmpd="sng" algn="ctr">
                      <a:noFill/>
                      <a:prstDash val="sysDot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tx2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b="1" sz="1400">
                          <a:solidFill>
                            <a:schemeClr val="bg1"/>
                          </a:solidFill>
                          <a:latin typeface="+mn-lt"/>
                        </a:rPr>
                        <a:t>LOC</a:t>
                      </a:r>
                      <a:endParaRPr lang="en-US" sz="1400" b="1" i="0" noProof="0" dirty="0">
                        <a:solidFill>
                          <a:schemeClr val="bg1"/>
                        </a:solidFill>
                        <a:latin typeface="+mn-lt"/>
                        <a:cs typeface="TheSans B4 SemiLight"/>
                      </a:endParaRPr>
                    </a:p>
                  </a:txBody>
                  <a:tcPr marL="108000" marR="108000" marT="72000" marB="72000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noFill/>
                      <a:prstDash val="solid"/>
                    </a:lnT>
                    <a:lnB w="19050" cap="flat" cmpd="sng" algn="ctr">
                      <a:noFill/>
                      <a:prstDash val="sysDot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1F354B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b="1" sz="1400">
                          <a:solidFill>
                            <a:schemeClr val="bg1"/>
                          </a:solidFill>
                          <a:latin typeface="+mn-lt"/>
                        </a:rPr>
                        <a:t>McCabe</a:t>
                      </a:r>
                      <a:endParaRPr lang="en-US" sz="1400" b="1" i="0" noProof="0" dirty="0">
                        <a:solidFill>
                          <a:schemeClr val="bg1"/>
                        </a:solidFill>
                        <a:latin typeface="+mn-lt"/>
                        <a:cs typeface="TheSans B4 SemiLight"/>
                      </a:endParaRPr>
                    </a:p>
                  </a:txBody>
                  <a:tcPr marL="108000" marR="108000" marT="72000" marB="72000">
                    <a:lnL>
                      <a:noFill/>
                    </a:lnL>
                    <a:lnR w="9525" cap="flat" cmpd="sng" algn="ctr">
                      <a:noFill/>
                      <a:prstDash val="solid"/>
                    </a:lnR>
                    <a:lnT w="9525" cap="flat" cmpd="sng" algn="ctr">
                      <a:noFill/>
                      <a:prstDash val="solid"/>
                    </a:lnT>
                    <a:lnB w="19050" cap="flat" cmpd="sng" algn="ctr">
                      <a:noFill/>
                      <a:prstDash val="sysDot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tx2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b="1" i="0" sz="1400">
                          <a:solidFill>
                            <a:schemeClr val="bg1"/>
                          </a:solidFill>
                          <a:latin typeface="+mn-lt"/>
                        </a:rPr>
                        <a:t>Parameters</a:t>
                      </a:r>
                    </a:p>
                  </a:txBody>
                  <a:tcPr marL="108000" marR="108000" marT="72000" marB="72000">
                    <a:lnL>
                      <a:noFill/>
                    </a:lnL>
                    <a:lnR w="9525" cap="flat" cmpd="sng" algn="ctr">
                      <a:noFill/>
                      <a:prstDash val="solid"/>
                    </a:lnR>
                    <a:lnT w="9525" cap="flat" cmpd="sng" algn="ctr">
                      <a:noFill/>
                      <a:prstDash val="solid"/>
                    </a:lnT>
                    <a:lnB w="19050" cap="flat" cmpd="sng" algn="ctr">
                      <a:noFill/>
                      <a:prstDash val="sysDot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DFC100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b="1" i="0" sz="1400">
                          <a:solidFill>
                            <a:schemeClr val="bg1"/>
                          </a:solidFill>
                          <a:latin typeface="+mn-lt"/>
                        </a:rPr>
                        <a:t>Component</a:t>
                      </a:r>
                    </a:p>
                  </a:txBody>
                  <a:tcPr marL="108000" marR="108000" marT="72000" marB="72000">
                    <a:lnL>
                      <a:noFill/>
                    </a:lnL>
                    <a:lnR w="9525" cap="flat" cmpd="sng" algn="ctr">
                      <a:noFill/>
                      <a:prstDash val="solid"/>
                    </a:lnR>
                    <a:lnT w="9525" cap="flat" cmpd="sng" algn="ctr">
                      <a:noFill/>
                      <a:prstDash val="solid"/>
                    </a:lnT>
                    <a:lnB w="19050" cap="flat" cmpd="sng" algn="ctr">
                      <a:noFill/>
                      <a:prstDash val="sysDot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tx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</a:tbl>
          </a:graphicData>
        </a:graphic>
      </p:graphicFrame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59E2D5C-3E5F-6B9D-908E-50F0A86ACD9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Number Placeholder 1">
            <a:extLst>
              <a:ext uri="{FF2B5EF4-FFF2-40B4-BE49-F238E27FC236}">
                <a16:creationId xmlns:a16="http://schemas.microsoft.com/office/drawing/2014/main" id="{51ED10E3-5A1E-EB42-A8DD-8C3EA6AFCB41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E242BD21-9B61-2246-BCB1-4BE5E1BEBE1C}" type="slidenum">
              <a:rPr lang="en-US" smtClean="0"/>
              <a:pPr/>
              <a:t>21</a:t>
            </a:fld>
            <a:endParaRPr lang="en-US"/>
          </a:p>
        </p:txBody>
      </p:sp>
      <p:sp>
        <p:nvSpPr>
          <p:cNvPr id="10" name="Text Placeholder 9">
            <a:extLst>
              <a:ext uri="{FF2B5EF4-FFF2-40B4-BE49-F238E27FC236}">
                <a16:creationId xmlns:a16="http://schemas.microsoft.com/office/drawing/2014/main" id="{C2401406-73FA-D043-F4F9-83583AFBBF7D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/>
        <p:txBody>
          <a:bodyPr/>
          <a:lstStyle/>
          <a:p>
            <a:r>
              <a:rPr lang="en-US" dirty="0"/>
              <a:t>Refactoring Candidates – Module COUPLING</a:t>
            </a:r>
          </a:p>
        </p:txBody>
      </p:sp>
      <p:sp>
        <p:nvSpPr>
          <p:cNvPr id="5" name="Title 4">
            <a:extLst>
              <a:ext uri="{FF2B5EF4-FFF2-40B4-BE49-F238E27FC236}">
                <a16:creationId xmlns:a16="http://schemas.microsoft.com/office/drawing/2014/main" id="{16B4BED9-C15D-5B49-DC19-82A8E7339BC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An overview of the modules with the highest coupling</a:t>
            </a:r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C9B246FC-EA60-CE91-78AD-F329167484F6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2669790" y="6549140"/>
            <a:ext cx="804066" cy="236406"/>
          </a:xfrm>
          <a:prstGeom prst="rect">
            <a:avLst/>
          </a:prstGeom>
          <a:noFill/>
          <a:ln w="12700" cap="flat" cmpd="sng" algn="ctr">
            <a:noFill/>
            <a:prstDash val="solid"/>
            <a:miter lim="800000"/>
          </a:ln>
        </p:spPr>
        <p:txBody>
          <a:bodyPr wrap="none" lIns="0" tIns="36000" rIns="0" rtlCol="0" anchor="ctr">
            <a:spAutoFit/>
          </a:bodyPr>
          <a:lstStyle>
            <a:defPPr>
              <a:defRPr lang="en-US"/>
            </a:defPPr>
            <a:lvl1pPr marL="0" algn="l" defTabSz="914400" rtl="0" eaLnBrk="1" latinLnBrk="0" hangingPunct="1">
              <a:defRPr lang="en-US" sz="1000" b="1" kern="1200" cap="all" spc="10" baseline="0" dirty="0">
                <a:solidFill>
                  <a:srgbClr val="B2BECD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 dirty="0"/>
              <a:t>Confidential</a:t>
            </a:r>
          </a:p>
        </p:txBody>
      </p:sp>
      <p:graphicFrame>
        <p:nvGraphicFramePr>
          <p:cNvPr id="4" name="REFACTORING_CANDIDATES_TABLE_MODULE_COUPLING">
            <a:extLst>
              <a:ext uri="{FF2B5EF4-FFF2-40B4-BE49-F238E27FC236}">
                <a16:creationId xmlns:a16="http://schemas.microsoft.com/office/drawing/2014/main" id="{08CD0C1C-FF15-4288-5694-0C8CA50F5FE0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4245251971"/>
              </p:ext>
            </p:extLst>
          </p:nvPr>
        </p:nvGraphicFramePr>
        <p:xfrm>
          <a:off x="514373" y="1366988"/>
          <a:ext cx="11231293" cy="4789680"/>
        </p:xfrm>
        <a:graphic>
          <a:graphicData uri="http://schemas.openxmlformats.org/drawingml/2006/table">
            <a:tbl>
              <a:tblPr firstRow="1" bandRow="1">
                <a:effectLst/>
                <a:tableStyleId>{F2DE63D5-997A-4646-A377-4702673A728D}</a:tableStyleId>
              </a:tblPr>
              <a:tblGrid>
                <a:gridCol w="6036552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064526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957908">
                  <a:extLst>
                    <a:ext uri="{9D8B030D-6E8A-4147-A177-3AD203B41FA5}">
                      <a16:colId xmlns:a16="http://schemas.microsoft.com/office/drawing/2014/main" val="3286041723"/>
                    </a:ext>
                  </a:extLst>
                </a:gridCol>
                <a:gridCol w="1766924">
                  <a:extLst>
                    <a:ext uri="{9D8B030D-6E8A-4147-A177-3AD203B41FA5}">
                      <a16:colId xmlns:a16="http://schemas.microsoft.com/office/drawing/2014/main" val="4263492041"/>
                    </a:ext>
                  </a:extLst>
                </a:gridCol>
                <a:gridCol w="1405383">
                  <a:extLst>
                    <a:ext uri="{9D8B030D-6E8A-4147-A177-3AD203B41FA5}">
                      <a16:colId xmlns:a16="http://schemas.microsoft.com/office/drawing/2014/main" val="2509092107"/>
                    </a:ext>
                  </a:extLst>
                </a:gridCol>
              </a:tblGrid>
              <a:tr h="0">
                <a:tc>
                  <a:txBody>
                    <a:bodyPr/>
                    <a:lstStyle/>
                    <a:p>
                      <a:pPr marL="0" marR="0" indent="0" algn="l" defTabSz="4572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b="1" sz="1400">
                          <a:solidFill>
                            <a:schemeClr val="bg1"/>
                          </a:solidFill>
                          <a:latin typeface="+mn-lt"/>
                        </a:rPr>
                        <a:t>File name</a:t>
                      </a:r>
                      <a:endParaRPr lang="en-US" sz="1400" b="1" i="0" noProof="0" dirty="0">
                        <a:solidFill>
                          <a:schemeClr val="bg1"/>
                        </a:solidFill>
                        <a:latin typeface="+mn-lt"/>
                        <a:cs typeface="TheSans B4 SemiLight"/>
                      </a:endParaRPr>
                    </a:p>
                  </a:txBody>
                  <a:tcPr marL="108000" marR="108000" marT="72000" marB="72000">
                    <a:lnL w="9525" cap="flat" cmpd="sng" algn="ctr">
                      <a:noFill/>
                      <a:prstDash val="solid"/>
                    </a:lnL>
                    <a:lnR>
                      <a:noFill/>
                    </a:lnR>
                    <a:lnT w="9525" cap="flat" cmpd="sng" algn="ctr">
                      <a:noFill/>
                      <a:prstDash val="solid"/>
                    </a:lnT>
                    <a:lnB w="19050" cap="flat" cmpd="sng" algn="ctr">
                      <a:noFill/>
                      <a:prstDash val="sysDot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tx2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b="1" sz="1400">
                          <a:solidFill>
                            <a:schemeClr val="bg1"/>
                          </a:solidFill>
                          <a:latin typeface="+mn-lt"/>
                        </a:rPr>
                        <a:t>LOC</a:t>
                      </a:r>
                      <a:endParaRPr lang="en-US" sz="1400" b="1" i="0" noProof="0" dirty="0">
                        <a:solidFill>
                          <a:schemeClr val="bg1"/>
                        </a:solidFill>
                        <a:latin typeface="+mn-lt"/>
                        <a:cs typeface="TheSans B4 SemiLight"/>
                      </a:endParaRPr>
                    </a:p>
                  </a:txBody>
                  <a:tcPr marL="108000" marR="108000" marT="72000" marB="72000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noFill/>
                      <a:prstDash val="solid"/>
                    </a:lnT>
                    <a:lnB w="19050" cap="flat" cmpd="sng" algn="ctr">
                      <a:noFill/>
                      <a:prstDash val="sysDot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1F354B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b="1" i="0" sz="1400">
                          <a:solidFill>
                            <a:schemeClr val="bg1"/>
                          </a:solidFill>
                          <a:latin typeface="+mn-lt"/>
                        </a:rPr>
                        <a:t>Fan-in</a:t>
                      </a:r>
                    </a:p>
                  </a:txBody>
                  <a:tcPr marL="108000" marR="108000" marT="72000" marB="72000">
                    <a:lnL>
                      <a:noFill/>
                    </a:lnL>
                    <a:lnR w="9525" cap="flat" cmpd="sng" algn="ctr">
                      <a:noFill/>
                      <a:prstDash val="solid"/>
                    </a:lnR>
                    <a:lnT w="9525" cap="flat" cmpd="sng" algn="ctr">
                      <a:noFill/>
                      <a:prstDash val="solid"/>
                    </a:lnT>
                    <a:lnB w="19050" cap="flat" cmpd="sng" algn="ctr">
                      <a:noFill/>
                      <a:prstDash val="sysDot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DFC100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b="1" i="0" sz="1400">
                          <a:solidFill>
                            <a:schemeClr val="bg1"/>
                          </a:solidFill>
                          <a:latin typeface="+mn-lt"/>
                        </a:rPr>
                        <a:t>Component</a:t>
                      </a:r>
                    </a:p>
                  </a:txBody>
                  <a:tcPr marL="108000" marR="108000" marT="72000" marB="72000">
                    <a:lnL>
                      <a:noFill/>
                    </a:lnL>
                    <a:lnR w="9525" cap="flat" cmpd="sng" algn="ctr">
                      <a:noFill/>
                      <a:prstDash val="solid"/>
                    </a:lnR>
                    <a:lnT w="9525" cap="flat" cmpd="sng" algn="ctr">
                      <a:noFill/>
                      <a:prstDash val="solid"/>
                    </a:lnT>
                    <a:lnB w="19050" cap="flat" cmpd="sng" algn="ctr">
                      <a:noFill/>
                      <a:prstDash val="sysDot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tx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b="1" i="0" sz="1400">
                          <a:solidFill>
                            <a:schemeClr val="bg1"/>
                          </a:solidFill>
                          <a:latin typeface="+mn-lt"/>
                        </a:rPr>
                        <a:t>Technology</a:t>
                      </a:r>
                    </a:p>
                  </a:txBody>
                  <a:tcPr marL="108000" marR="108000" marT="72000" marB="72000">
                    <a:lnL>
                      <a:noFill/>
                    </a:lnL>
                    <a:lnR w="9525" cap="flat" cmpd="sng" algn="ctr">
                      <a:noFill/>
                      <a:prstDash val="solid"/>
                    </a:lnR>
                    <a:lnT w="9525" cap="flat" cmpd="sng" algn="ctr">
                      <a:noFill/>
                      <a:prstDash val="solid"/>
                    </a:lnT>
                    <a:lnB w="19050" cap="flat" cmpd="sng" algn="ctr">
                      <a:noFill/>
                      <a:prstDash val="sysDot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tx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marR="0" lvl="0" indent="0" algn="l" defTabSz="914400" rtl="0" eaLnBrk="1" fontAlgn="b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b="0" i="0" sz="1200" u="none">
                          <a:solidFill>
                            <a:schemeClr val="tx2"/>
                          </a:solidFill>
                          <a:latin typeface="Calibri Bold"/>
                        </a:rPr>
                        <a:t>GroupMetadataManager.java</a:t>
                      </a:r>
                    </a:p>
                  </a:txBody>
                  <a:tcPr marL="108000" marR="108000" marT="72000" marB="72000" anchor="ctr">
                    <a:lnL w="9525" cap="flat" cmpd="sng" algn="ctr">
                      <a:noFill/>
                      <a:prstDash val="solid"/>
                    </a:lnL>
                    <a:lnR>
                      <a:noFill/>
                    </a:lnR>
                    <a:lnT w="19050" cap="flat" cmpd="sng" algn="ctr">
                      <a:noFill/>
                      <a:prstDash val="sysDot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algn="r" defTabSz="914400" rtl="0" eaLnBrk="1" fontAlgn="b" latinLnBrk="0" hangingPunct="1"/>
                      <a:r>
                        <a:rPr b="0" i="0" sz="1200" u="none">
                          <a:solidFill>
                            <a:schemeClr val="tx1">
                              <a:lumMod val="60000"/>
                              <a:lumOff val="40000"/>
                            </a:schemeClr>
                          </a:solidFill>
                          <a:latin typeface="Calibri Regular"/>
                        </a:rPr>
                        <a:t>5763</a:t>
                      </a:r>
                    </a:p>
                  </a:txBody>
                  <a:tcPr marL="108000" marR="108000" marT="72000" marB="72000" anchor="ctr">
                    <a:lnL>
                      <a:noFill/>
                    </a:lnL>
                    <a:lnR>
                      <a:noFill/>
                    </a:lnR>
                    <a:lnT w="19050" cap="flat" cmpd="sng" algn="ctr">
                      <a:noFill/>
                      <a:prstDash val="sysDot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algn="r" defTabSz="914400" rtl="0" eaLnBrk="1" fontAlgn="b" latinLnBrk="0" hangingPunct="1"/>
                      <a:r>
                        <a:rPr b="0" i="0" sz="1200" u="none">
                          <a:solidFill>
                            <a:schemeClr val="tx2"/>
                          </a:solidFill>
                          <a:latin typeface="Calibri Regular"/>
                        </a:rPr>
                        <a:t>73</a:t>
                      </a:r>
                    </a:p>
                  </a:txBody>
                  <a:tcPr marL="108000" marR="108000" marT="72000" marB="72000" anchor="ctr">
                    <a:lnL>
                      <a:noFill/>
                    </a:lnL>
                    <a:lnR w="9525" cap="flat" cmpd="sng" algn="ctr">
                      <a:noFill/>
                      <a:prstDash val="solid"/>
                    </a:lnR>
                    <a:lnT w="19050" cap="flat" cmpd="sng" algn="ctr">
                      <a:noFill/>
                      <a:prstDash val="sysDot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EF5BA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b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b="0" i="0" sz="1200" u="none">
                          <a:solidFill>
                            <a:schemeClr val="tx1">
                              <a:lumMod val="60000"/>
                              <a:lumOff val="40000"/>
                            </a:schemeClr>
                          </a:solidFill>
                          <a:latin typeface="Calibri Regular"/>
                        </a:rPr>
                        <a:t>group-coordinator</a:t>
                      </a:r>
                    </a:p>
                  </a:txBody>
                  <a:tcPr marL="108000" marR="108000" marT="72000" marB="72000" anchor="ctr">
                    <a:lnL>
                      <a:noFill/>
                    </a:lnL>
                    <a:lnR w="9525" cap="flat" cmpd="sng" algn="ctr">
                      <a:noFill/>
                      <a:prstDash val="solid"/>
                    </a:lnR>
                    <a:lnT w="19050" cap="flat" cmpd="sng" algn="ctr">
                      <a:noFill/>
                      <a:prstDash val="sysDot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b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b="0" i="0" sz="1200" u="none">
                          <a:solidFill>
                            <a:schemeClr val="tx1">
                              <a:lumMod val="60000"/>
                              <a:lumOff val="40000"/>
                            </a:schemeClr>
                          </a:solidFill>
                          <a:latin typeface="Calibri Regular"/>
                        </a:rPr>
                        <a:t>Java</a:t>
                      </a:r>
                    </a:p>
                  </a:txBody>
                  <a:tcPr marL="108000" marR="108000" marT="72000" marB="72000" anchor="ctr">
                    <a:lnL>
                      <a:noFill/>
                    </a:lnL>
                    <a:lnR w="9525" cap="flat" cmpd="sng" algn="ctr">
                      <a:noFill/>
                      <a:prstDash val="solid"/>
                    </a:lnR>
                    <a:lnT w="19050" cap="flat" cmpd="sng" algn="ctr">
                      <a:noFill/>
                      <a:prstDash val="sysDot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algn="l" fontAlgn="b"/>
                      <a:r>
                        <a:rPr b="0" i="0" sz="1200" u="none">
                          <a:solidFill>
                            <a:schemeClr val="tx2"/>
                          </a:solidFill>
                          <a:latin typeface="Calibri Bold"/>
                        </a:rPr>
                        <a:t>InternalTopologyBuilder.java</a:t>
                      </a:r>
                      <a:endParaRPr lang="en-US" sz="1200" b="0" i="0" u="none" strike="noStrike" noProof="0" dirty="0">
                        <a:solidFill>
                          <a:schemeClr val="tx2"/>
                        </a:solidFill>
                        <a:effectLst/>
                        <a:latin typeface="Calibri Regular"/>
                      </a:endParaRPr>
                    </a:p>
                  </a:txBody>
                  <a:tcPr marL="108000" marR="108000" marT="72000" marB="72000" anchor="ctr">
                    <a:lnL w="9525" cap="flat" cmpd="sng" algn="ctr">
                      <a:noFill/>
                      <a:prstDash val="solid"/>
                    </a:lnL>
                    <a:lnR>
                      <a:noFill/>
                    </a:lnR>
                    <a:lnT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algn="r" defTabSz="914400" rtl="0" eaLnBrk="1" fontAlgn="b" latinLnBrk="0" hangingPunct="1"/>
                      <a:r>
                        <a:rPr b="0" i="0" sz="1200" u="none">
                          <a:solidFill>
                            <a:schemeClr val="tx1">
                              <a:lumMod val="60000"/>
                              <a:lumOff val="40000"/>
                            </a:schemeClr>
                          </a:solidFill>
                          <a:latin typeface="Calibri Regular"/>
                        </a:rPr>
                        <a:t>1858</a:t>
                      </a:r>
                      <a:endParaRPr lang="en-US" sz="1200" b="0" i="0" u="none" strike="noStrike" kern="1200" noProof="0" dirty="0">
                        <a:solidFill>
                          <a:schemeClr val="tx1">
                            <a:lumMod val="60000"/>
                            <a:lumOff val="40000"/>
                          </a:schemeClr>
                        </a:solidFill>
                        <a:effectLst/>
                        <a:latin typeface="Calibri Regular"/>
                        <a:ea typeface="+mn-ea"/>
                        <a:cs typeface="+mn-cs"/>
                      </a:endParaRPr>
                    </a:p>
                  </a:txBody>
                  <a:tcPr marL="108000" marR="108000" marT="72000" marB="72000" anchor="ctr">
                    <a:lnL>
                      <a:noFill/>
                    </a:lnL>
                    <a:lnR>
                      <a:noFill/>
                    </a:lnR>
                    <a:lnT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indent="0" algn="r" defTabSz="914400" rtl="0" eaLnBrk="1" fontAlgn="b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b="0" i="0" sz="1200" u="none">
                          <a:solidFill>
                            <a:schemeClr val="tx2"/>
                          </a:solidFill>
                          <a:latin typeface="Calibri Regular"/>
                        </a:rPr>
                        <a:t>127</a:t>
                      </a:r>
                      <a:endParaRPr lang="en-US" sz="1200" b="0" i="0" u="none" strike="noStrike" kern="1200" noProof="0" dirty="0">
                        <a:solidFill>
                          <a:schemeClr val="tx2"/>
                        </a:solidFill>
                        <a:effectLst/>
                        <a:latin typeface="Calibri Regular"/>
                        <a:ea typeface="+mn-ea"/>
                        <a:cs typeface="+mn-cs"/>
                      </a:endParaRPr>
                    </a:p>
                  </a:txBody>
                  <a:tcPr marL="108000" marR="108000" marT="72000" marB="72000" anchor="ctr">
                    <a:lnL>
                      <a:noFill/>
                    </a:lnL>
                    <a:lnR w="9525" cap="flat" cmpd="sng" algn="ctr">
                      <a:noFill/>
                      <a:prstDash val="solid"/>
                    </a:lnR>
                    <a:lnT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EF5BA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indent="0" algn="l" defTabSz="457200" rtl="0" eaLnBrk="1" fontAlgn="b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b="0" i="0" sz="1200" u="none">
                          <a:solidFill>
                            <a:schemeClr val="tx1">
                              <a:lumMod val="60000"/>
                              <a:lumOff val="40000"/>
                            </a:schemeClr>
                          </a:solidFill>
                          <a:latin typeface="Calibri Regular"/>
                        </a:rPr>
                        <a:t>streams</a:t>
                      </a:r>
                      <a:endParaRPr lang="en-US" sz="1200" b="0" i="0" u="none" strike="noStrike" noProof="0" dirty="0">
                        <a:solidFill>
                          <a:schemeClr val="tx1">
                            <a:lumMod val="60000"/>
                            <a:lumOff val="40000"/>
                          </a:schemeClr>
                        </a:solidFill>
                        <a:effectLst/>
                        <a:latin typeface="Calibri Regular"/>
                      </a:endParaRPr>
                    </a:p>
                  </a:txBody>
                  <a:tcPr marL="108000" marR="108000" marT="72000" marB="72000" anchor="ctr">
                    <a:lnL>
                      <a:noFill/>
                    </a:lnL>
                    <a:lnR w="9525" cap="flat" cmpd="sng" algn="ctr">
                      <a:noFill/>
                      <a:prstDash val="solid"/>
                    </a:lnR>
                    <a:lnT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indent="0" algn="l" defTabSz="457200" rtl="0" eaLnBrk="1" fontAlgn="b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b="0" i="0" sz="1200" u="none">
                          <a:solidFill>
                            <a:schemeClr val="tx1">
                              <a:lumMod val="60000"/>
                              <a:lumOff val="40000"/>
                            </a:schemeClr>
                          </a:solidFill>
                          <a:latin typeface="Calibri Regular"/>
                        </a:rPr>
                        <a:t>Java</a:t>
                      </a:r>
                      <a:endParaRPr lang="en-US" sz="1200" b="0" i="0" u="none" strike="noStrike" noProof="0" dirty="0">
                        <a:solidFill>
                          <a:schemeClr val="tx1">
                            <a:lumMod val="60000"/>
                            <a:lumOff val="40000"/>
                          </a:schemeClr>
                        </a:solidFill>
                        <a:effectLst/>
                        <a:latin typeface="Calibri Regular"/>
                      </a:endParaRPr>
                    </a:p>
                  </a:txBody>
                  <a:tcPr marL="108000" marR="108000" marT="72000" marB="72000" anchor="ctr">
                    <a:lnL>
                      <a:noFill/>
                    </a:lnL>
                    <a:lnR w="9525" cap="flat" cmpd="sng" algn="ctr">
                      <a:noFill/>
                      <a:prstDash val="solid"/>
                    </a:lnR>
                    <a:lnT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algn="l" fontAlgn="b"/>
                      <a:r>
                        <a:rPr b="0" i="0" sz="1200" u="none">
                          <a:solidFill>
                            <a:schemeClr val="tx2"/>
                          </a:solidFill>
                          <a:latin typeface="Calibri Bold"/>
                        </a:rPr>
                        <a:t>UnifiedLog.java</a:t>
                      </a:r>
                      <a:endParaRPr lang="en-US" sz="1200" b="0" i="0" u="none" strike="noStrike" noProof="0" dirty="0">
                        <a:solidFill>
                          <a:schemeClr val="tx2"/>
                        </a:solidFill>
                        <a:effectLst/>
                        <a:latin typeface="Calibri Regular"/>
                      </a:endParaRPr>
                    </a:p>
                  </a:txBody>
                  <a:tcPr marL="108000" marR="108000" marT="72000" marB="72000" anchor="ctr">
                    <a:lnL w="9525" cap="flat" cmpd="sng" algn="ctr">
                      <a:noFill/>
                      <a:prstDash val="solid"/>
                    </a:lnL>
                    <a:lnR>
                      <a:noFill/>
                    </a:lnR>
                    <a:lnT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algn="r" defTabSz="914400" rtl="0" eaLnBrk="1" fontAlgn="b" latinLnBrk="0" hangingPunct="1"/>
                      <a:r>
                        <a:rPr b="0" i="0" sz="1200" u="none">
                          <a:solidFill>
                            <a:schemeClr val="tx1">
                              <a:lumMod val="60000"/>
                              <a:lumOff val="40000"/>
                            </a:schemeClr>
                          </a:solidFill>
                          <a:latin typeface="Calibri Regular"/>
                        </a:rPr>
                        <a:t>1831</a:t>
                      </a:r>
                      <a:endParaRPr lang="en-US" sz="1200" b="0" i="0" u="none" strike="noStrike" kern="1200" noProof="0" dirty="0">
                        <a:solidFill>
                          <a:schemeClr val="tx1">
                            <a:lumMod val="60000"/>
                            <a:lumOff val="40000"/>
                          </a:schemeClr>
                        </a:solidFill>
                        <a:effectLst/>
                        <a:latin typeface="Calibri Regular"/>
                        <a:ea typeface="+mn-ea"/>
                        <a:cs typeface="+mn-cs"/>
                      </a:endParaRPr>
                    </a:p>
                  </a:txBody>
                  <a:tcPr marL="108000" marR="108000" marT="72000" marB="72000" anchor="ctr">
                    <a:lnL>
                      <a:noFill/>
                    </a:lnL>
                    <a:lnR>
                      <a:noFill/>
                    </a:lnR>
                    <a:lnT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algn="r" defTabSz="914400" rtl="0" eaLnBrk="1" fontAlgn="b" latinLnBrk="0" hangingPunct="1"/>
                      <a:r>
                        <a:rPr b="0" i="0" sz="1200" u="none">
                          <a:solidFill>
                            <a:schemeClr val="tx2"/>
                          </a:solidFill>
                          <a:latin typeface="Calibri Regular"/>
                        </a:rPr>
                        <a:t>130</a:t>
                      </a:r>
                      <a:endParaRPr lang="en-US" sz="1200" b="0" i="0" u="none" strike="noStrike" kern="1200" noProof="0" dirty="0">
                        <a:solidFill>
                          <a:schemeClr val="tx2"/>
                        </a:solidFill>
                        <a:effectLst/>
                        <a:latin typeface="Calibri Regular"/>
                        <a:ea typeface="+mn-ea"/>
                        <a:cs typeface="+mn-cs"/>
                      </a:endParaRPr>
                    </a:p>
                  </a:txBody>
                  <a:tcPr marL="108000" marR="108000" marT="72000" marB="72000" anchor="ctr">
                    <a:lnL>
                      <a:noFill/>
                    </a:lnL>
                    <a:lnR w="9525" cap="flat" cmpd="sng" algn="ctr">
                      <a:noFill/>
                      <a:prstDash val="solid"/>
                    </a:lnR>
                    <a:lnT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EF5BA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b"/>
                      <a:r>
                        <a:rPr b="0" i="0" sz="1200" u="none">
                          <a:solidFill>
                            <a:schemeClr val="tx1">
                              <a:lumMod val="60000"/>
                              <a:lumOff val="40000"/>
                            </a:schemeClr>
                          </a:solidFill>
                          <a:latin typeface="Calibri Regular"/>
                        </a:rPr>
                        <a:t>storage</a:t>
                      </a:r>
                      <a:endParaRPr lang="en-US" sz="1200" b="0" i="0" u="none" strike="noStrike" noProof="0" dirty="0">
                        <a:solidFill>
                          <a:schemeClr val="tx1">
                            <a:lumMod val="60000"/>
                            <a:lumOff val="40000"/>
                          </a:schemeClr>
                        </a:solidFill>
                        <a:effectLst/>
                        <a:latin typeface="Calibri Regular"/>
                      </a:endParaRPr>
                    </a:p>
                  </a:txBody>
                  <a:tcPr marL="108000" marR="108000" marT="72000" marB="72000" anchor="ctr">
                    <a:lnL>
                      <a:noFill/>
                    </a:lnL>
                    <a:lnR w="9525" cap="flat" cmpd="sng" algn="ctr">
                      <a:noFill/>
                      <a:prstDash val="solid"/>
                    </a:lnR>
                    <a:lnT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b"/>
                      <a:r>
                        <a:rPr b="0" i="0" sz="1200" u="none">
                          <a:solidFill>
                            <a:schemeClr val="tx1">
                              <a:lumMod val="60000"/>
                              <a:lumOff val="40000"/>
                            </a:schemeClr>
                          </a:solidFill>
                          <a:latin typeface="Calibri Regular"/>
                        </a:rPr>
                        <a:t>Java</a:t>
                      </a:r>
                      <a:endParaRPr lang="en-US" sz="1200" b="0" i="0" u="none" strike="noStrike" noProof="0" dirty="0">
                        <a:solidFill>
                          <a:schemeClr val="tx1">
                            <a:lumMod val="60000"/>
                            <a:lumOff val="40000"/>
                          </a:schemeClr>
                        </a:solidFill>
                        <a:effectLst/>
                        <a:latin typeface="Calibri Regular"/>
                      </a:endParaRPr>
                    </a:p>
                  </a:txBody>
                  <a:tcPr marL="108000" marR="108000" marT="72000" marB="72000" anchor="ctr">
                    <a:lnL>
                      <a:noFill/>
                    </a:lnL>
                    <a:lnR w="9525" cap="flat" cmpd="sng" algn="ctr">
                      <a:noFill/>
                      <a:prstDash val="solid"/>
                    </a:lnR>
                    <a:lnT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algn="l" fontAlgn="b"/>
                      <a:r>
                        <a:rPr b="0" i="0" sz="1200" u="none">
                          <a:solidFill>
                            <a:schemeClr val="tx2"/>
                          </a:solidFill>
                          <a:latin typeface="Calibri Bold"/>
                        </a:rPr>
                        <a:t>Worker.java</a:t>
                      </a:r>
                      <a:endParaRPr lang="en-US" sz="1200" b="0" i="0" u="none" strike="noStrike" noProof="0" dirty="0">
                        <a:solidFill>
                          <a:schemeClr val="tx2"/>
                        </a:solidFill>
                        <a:effectLst/>
                        <a:latin typeface="Calibri Regular"/>
                      </a:endParaRPr>
                    </a:p>
                  </a:txBody>
                  <a:tcPr marL="108000" marR="108000" marT="72000" marB="72000" anchor="ctr">
                    <a:lnL w="9525" cap="flat" cmpd="sng" algn="ctr">
                      <a:noFill/>
                      <a:prstDash val="solid"/>
                    </a:lnL>
                    <a:lnR>
                      <a:noFill/>
                    </a:lnR>
                    <a:lnT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algn="r" defTabSz="914400" rtl="0" eaLnBrk="1" fontAlgn="b" latinLnBrk="0" hangingPunct="1"/>
                      <a:r>
                        <a:rPr b="0" i="0" sz="1200" u="none">
                          <a:solidFill>
                            <a:schemeClr val="tx1">
                              <a:lumMod val="60000"/>
                              <a:lumOff val="40000"/>
                            </a:schemeClr>
                          </a:solidFill>
                          <a:latin typeface="Calibri Regular"/>
                        </a:rPr>
                        <a:t>1717</a:t>
                      </a:r>
                      <a:endParaRPr lang="en-US" sz="1200" b="0" i="0" u="none" strike="noStrike" kern="1200" noProof="0" dirty="0">
                        <a:solidFill>
                          <a:schemeClr val="tx1">
                            <a:lumMod val="60000"/>
                            <a:lumOff val="40000"/>
                          </a:schemeClr>
                        </a:solidFill>
                        <a:effectLst/>
                        <a:latin typeface="Calibri Regular"/>
                        <a:ea typeface="+mn-ea"/>
                        <a:cs typeface="+mn-cs"/>
                      </a:endParaRPr>
                    </a:p>
                  </a:txBody>
                  <a:tcPr marL="108000" marR="108000" marT="72000" marB="72000" anchor="ctr">
                    <a:lnL>
                      <a:noFill/>
                    </a:lnL>
                    <a:lnR>
                      <a:noFill/>
                    </a:lnR>
                    <a:lnT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algn="r" defTabSz="914400" rtl="0" eaLnBrk="1" fontAlgn="b" latinLnBrk="0" hangingPunct="1"/>
                      <a:r>
                        <a:rPr b="0" i="0" sz="1200" u="none">
                          <a:solidFill>
                            <a:schemeClr val="tx2"/>
                          </a:solidFill>
                          <a:latin typeface="Calibri Regular"/>
                        </a:rPr>
                        <a:t>79</a:t>
                      </a:r>
                      <a:endParaRPr lang="en-US" sz="1200" b="0" i="0" u="none" strike="noStrike" kern="1200" noProof="0" dirty="0">
                        <a:solidFill>
                          <a:schemeClr val="tx2"/>
                        </a:solidFill>
                        <a:effectLst/>
                        <a:latin typeface="Calibri Regular"/>
                        <a:ea typeface="+mn-ea"/>
                        <a:cs typeface="+mn-cs"/>
                      </a:endParaRPr>
                    </a:p>
                  </a:txBody>
                  <a:tcPr marL="108000" marR="108000" marT="72000" marB="72000" anchor="ctr">
                    <a:lnL>
                      <a:noFill/>
                    </a:lnL>
                    <a:lnR w="9525" cap="flat" cmpd="sng" algn="ctr">
                      <a:noFill/>
                      <a:prstDash val="solid"/>
                    </a:lnR>
                    <a:lnT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EF5BA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b"/>
                      <a:r>
                        <a:rPr b="0" i="0" sz="1200" u="none">
                          <a:solidFill>
                            <a:schemeClr val="tx1">
                              <a:lumMod val="60000"/>
                              <a:lumOff val="40000"/>
                            </a:schemeClr>
                          </a:solidFill>
                          <a:latin typeface="Calibri Regular"/>
                        </a:rPr>
                        <a:t>connect</a:t>
                      </a:r>
                      <a:endParaRPr lang="en-US" sz="1200" b="0" i="0" u="none" strike="noStrike" noProof="0" dirty="0">
                        <a:solidFill>
                          <a:schemeClr val="tx1">
                            <a:lumMod val="60000"/>
                            <a:lumOff val="40000"/>
                          </a:schemeClr>
                        </a:solidFill>
                        <a:effectLst/>
                        <a:latin typeface="Calibri Regular"/>
                      </a:endParaRPr>
                    </a:p>
                  </a:txBody>
                  <a:tcPr marL="108000" marR="108000" marT="72000" marB="72000" anchor="ctr">
                    <a:lnL>
                      <a:noFill/>
                    </a:lnL>
                    <a:lnR w="9525" cap="flat" cmpd="sng" algn="ctr">
                      <a:noFill/>
                      <a:prstDash val="solid"/>
                    </a:lnR>
                    <a:lnT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b"/>
                      <a:r>
                        <a:rPr b="0" i="0" sz="1200" u="none">
                          <a:solidFill>
                            <a:schemeClr val="tx1">
                              <a:lumMod val="60000"/>
                              <a:lumOff val="40000"/>
                            </a:schemeClr>
                          </a:solidFill>
                          <a:latin typeface="Calibri Regular"/>
                        </a:rPr>
                        <a:t>Java</a:t>
                      </a:r>
                      <a:endParaRPr lang="en-US" sz="1200" b="0" i="0" u="none" strike="noStrike" noProof="0" dirty="0">
                        <a:solidFill>
                          <a:schemeClr val="tx1">
                            <a:lumMod val="60000"/>
                            <a:lumOff val="40000"/>
                          </a:schemeClr>
                        </a:solidFill>
                        <a:effectLst/>
                        <a:latin typeface="Calibri Regular"/>
                      </a:endParaRPr>
                    </a:p>
                  </a:txBody>
                  <a:tcPr marL="108000" marR="108000" marT="72000" marB="72000" anchor="ctr">
                    <a:lnL>
                      <a:noFill/>
                    </a:lnL>
                    <a:lnR w="9525" cap="flat" cmpd="sng" algn="ctr">
                      <a:noFill/>
                      <a:prstDash val="solid"/>
                    </a:lnR>
                    <a:lnT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algn="l" fontAlgn="b"/>
                      <a:r>
                        <a:rPr b="0" i="0" sz="1200" u="none">
                          <a:solidFill>
                            <a:schemeClr val="tx2"/>
                          </a:solidFill>
                          <a:latin typeface="Calibri Bold"/>
                        </a:rPr>
                        <a:t>TaskManager.java</a:t>
                      </a:r>
                      <a:endParaRPr lang="en-US" sz="1200" b="0" i="0" u="none" strike="noStrike" noProof="0" dirty="0">
                        <a:solidFill>
                          <a:schemeClr val="tx2"/>
                        </a:solidFill>
                        <a:effectLst/>
                        <a:latin typeface="Calibri Regular"/>
                      </a:endParaRPr>
                    </a:p>
                  </a:txBody>
                  <a:tcPr marL="108000" marR="108000" marT="72000" marB="72000" anchor="ctr">
                    <a:lnL w="9525" cap="flat" cmpd="sng" algn="ctr">
                      <a:noFill/>
                      <a:prstDash val="solid"/>
                    </a:lnL>
                    <a:lnR>
                      <a:noFill/>
                    </a:lnR>
                    <a:lnT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algn="r" defTabSz="914400" rtl="0" eaLnBrk="1" fontAlgn="b" latinLnBrk="0" hangingPunct="1"/>
                      <a:r>
                        <a:rPr b="0" i="0" sz="1200" u="none">
                          <a:solidFill>
                            <a:schemeClr val="tx1">
                              <a:lumMod val="60000"/>
                              <a:lumOff val="40000"/>
                            </a:schemeClr>
                          </a:solidFill>
                          <a:latin typeface="Calibri Regular"/>
                        </a:rPr>
                        <a:t>1600</a:t>
                      </a:r>
                      <a:endParaRPr lang="en-US" sz="1200" b="0" i="0" u="none" strike="noStrike" kern="1200" noProof="0" dirty="0">
                        <a:solidFill>
                          <a:schemeClr val="tx1">
                            <a:lumMod val="60000"/>
                            <a:lumOff val="40000"/>
                          </a:schemeClr>
                        </a:solidFill>
                        <a:effectLst/>
                        <a:latin typeface="Calibri Regular"/>
                        <a:ea typeface="+mn-ea"/>
                        <a:cs typeface="+mn-cs"/>
                      </a:endParaRPr>
                    </a:p>
                  </a:txBody>
                  <a:tcPr marL="108000" marR="108000" marT="72000" marB="72000" anchor="ctr">
                    <a:lnL>
                      <a:noFill/>
                    </a:lnL>
                    <a:lnR>
                      <a:noFill/>
                    </a:lnR>
                    <a:lnT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algn="r" defTabSz="914400" rtl="0" eaLnBrk="1" fontAlgn="b" latinLnBrk="0" hangingPunct="1"/>
                      <a:r>
                        <a:rPr b="0" i="0" sz="1200" u="none">
                          <a:solidFill>
                            <a:schemeClr val="tx2"/>
                          </a:solidFill>
                          <a:latin typeface="Calibri Regular"/>
                        </a:rPr>
                        <a:t>73</a:t>
                      </a:r>
                      <a:endParaRPr lang="en-US" sz="1200" b="0" i="0" u="none" strike="noStrike" kern="1200" noProof="0" dirty="0">
                        <a:solidFill>
                          <a:schemeClr val="tx2"/>
                        </a:solidFill>
                        <a:effectLst/>
                        <a:latin typeface="Calibri Regular"/>
                        <a:ea typeface="+mn-ea"/>
                        <a:cs typeface="+mn-cs"/>
                      </a:endParaRPr>
                    </a:p>
                  </a:txBody>
                  <a:tcPr marL="108000" marR="108000" marT="72000" marB="72000" anchor="ctr">
                    <a:lnL>
                      <a:noFill/>
                    </a:lnL>
                    <a:lnR w="9525" cap="flat" cmpd="sng" algn="ctr">
                      <a:noFill/>
                      <a:prstDash val="solid"/>
                    </a:lnR>
                    <a:lnT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EF5BA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b"/>
                      <a:r>
                        <a:rPr b="0" i="0" sz="1200" u="none">
                          <a:solidFill>
                            <a:schemeClr val="tx1">
                              <a:lumMod val="60000"/>
                              <a:lumOff val="40000"/>
                            </a:schemeClr>
                          </a:solidFill>
                          <a:latin typeface="Calibri Regular"/>
                        </a:rPr>
                        <a:t>streams</a:t>
                      </a:r>
                      <a:endParaRPr lang="en-US" sz="1200" b="0" i="0" u="none" strike="noStrike" noProof="0" dirty="0">
                        <a:solidFill>
                          <a:schemeClr val="tx1">
                            <a:lumMod val="60000"/>
                            <a:lumOff val="40000"/>
                          </a:schemeClr>
                        </a:solidFill>
                        <a:effectLst/>
                        <a:latin typeface="Calibri Regular"/>
                      </a:endParaRPr>
                    </a:p>
                  </a:txBody>
                  <a:tcPr marL="108000" marR="108000" marT="72000" marB="72000" anchor="ctr">
                    <a:lnL>
                      <a:noFill/>
                    </a:lnL>
                    <a:lnR w="9525" cap="flat" cmpd="sng" algn="ctr">
                      <a:noFill/>
                      <a:prstDash val="solid"/>
                    </a:lnR>
                    <a:lnT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b"/>
                      <a:r>
                        <a:rPr b="0" i="0" sz="1200" u="none">
                          <a:solidFill>
                            <a:schemeClr val="tx1">
                              <a:lumMod val="60000"/>
                              <a:lumOff val="40000"/>
                            </a:schemeClr>
                          </a:solidFill>
                          <a:latin typeface="Calibri Regular"/>
                        </a:rPr>
                        <a:t>Java</a:t>
                      </a:r>
                      <a:endParaRPr lang="en-US" sz="1200" b="0" i="0" u="none" strike="noStrike" noProof="0" dirty="0">
                        <a:solidFill>
                          <a:schemeClr val="tx1">
                            <a:lumMod val="60000"/>
                            <a:lumOff val="40000"/>
                          </a:schemeClr>
                        </a:solidFill>
                        <a:effectLst/>
                        <a:latin typeface="Calibri Regular"/>
                      </a:endParaRPr>
                    </a:p>
                  </a:txBody>
                  <a:tcPr marL="108000" marR="108000" marT="72000" marB="72000" anchor="ctr">
                    <a:lnL>
                      <a:noFill/>
                    </a:lnL>
                    <a:lnR w="9525" cap="flat" cmpd="sng" algn="ctr">
                      <a:noFill/>
                      <a:prstDash val="solid"/>
                    </a:lnR>
                    <a:lnT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001900654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algn="l" fontAlgn="b"/>
                      <a:r>
                        <a:rPr b="0" i="0" sz="1200" u="none">
                          <a:solidFill>
                            <a:schemeClr val="tx2"/>
                          </a:solidFill>
                          <a:latin typeface="Calibri Bold"/>
                        </a:rPr>
                        <a:t>TransactionManager.java</a:t>
                      </a:r>
                      <a:endParaRPr lang="en-US" sz="1200" b="0" i="0" u="none" strike="noStrike" noProof="0" dirty="0">
                        <a:solidFill>
                          <a:schemeClr val="tx2"/>
                        </a:solidFill>
                        <a:effectLst/>
                        <a:latin typeface="Calibri Regular"/>
                      </a:endParaRPr>
                    </a:p>
                  </a:txBody>
                  <a:tcPr marL="108000" marR="108000" marT="72000" marB="72000" anchor="ctr">
                    <a:lnL w="9525" cap="flat" cmpd="sng" algn="ctr">
                      <a:noFill/>
                      <a:prstDash val="solid"/>
                    </a:lnL>
                    <a:lnR>
                      <a:noFill/>
                    </a:lnR>
                    <a:lnT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algn="r" defTabSz="914400" rtl="0" eaLnBrk="1" fontAlgn="b" latinLnBrk="0" hangingPunct="1"/>
                      <a:r>
                        <a:rPr b="0" i="0" sz="1200" u="none">
                          <a:solidFill>
                            <a:schemeClr val="tx1">
                              <a:lumMod val="60000"/>
                              <a:lumOff val="40000"/>
                            </a:schemeClr>
                          </a:solidFill>
                          <a:latin typeface="Calibri Regular"/>
                        </a:rPr>
                        <a:t>1442</a:t>
                      </a:r>
                      <a:endParaRPr lang="en-US" sz="1200" b="0" i="0" u="none" strike="noStrike" kern="1200" noProof="0" dirty="0">
                        <a:solidFill>
                          <a:schemeClr val="tx1">
                            <a:lumMod val="60000"/>
                            <a:lumOff val="40000"/>
                          </a:schemeClr>
                        </a:solidFill>
                        <a:effectLst/>
                        <a:latin typeface="Calibri Regular"/>
                        <a:ea typeface="+mn-ea"/>
                        <a:cs typeface="+mn-cs"/>
                      </a:endParaRPr>
                    </a:p>
                  </a:txBody>
                  <a:tcPr marL="108000" marR="108000" marT="72000" marB="72000" anchor="ctr">
                    <a:lnL>
                      <a:noFill/>
                    </a:lnL>
                    <a:lnR>
                      <a:noFill/>
                    </a:lnR>
                    <a:lnT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algn="r" defTabSz="914400" rtl="0" eaLnBrk="1" fontAlgn="b" latinLnBrk="0" hangingPunct="1"/>
                      <a:r>
                        <a:rPr b="0" i="0" sz="1200" u="none">
                          <a:solidFill>
                            <a:schemeClr val="tx2"/>
                          </a:solidFill>
                          <a:latin typeface="Calibri Regular"/>
                        </a:rPr>
                        <a:t>65</a:t>
                      </a:r>
                      <a:endParaRPr lang="en-US" sz="1200" b="0" i="0" u="none" strike="noStrike" kern="1200" noProof="0" dirty="0">
                        <a:solidFill>
                          <a:schemeClr val="tx2"/>
                        </a:solidFill>
                        <a:effectLst/>
                        <a:latin typeface="Calibri Regular"/>
                        <a:ea typeface="+mn-ea"/>
                        <a:cs typeface="+mn-cs"/>
                      </a:endParaRPr>
                    </a:p>
                  </a:txBody>
                  <a:tcPr marL="108000" marR="108000" marT="72000" marB="72000" anchor="ctr">
                    <a:lnL>
                      <a:noFill/>
                    </a:lnL>
                    <a:lnR w="9525" cap="flat" cmpd="sng" algn="ctr">
                      <a:noFill/>
                      <a:prstDash val="solid"/>
                    </a:lnR>
                    <a:lnT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EF5BA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b"/>
                      <a:r>
                        <a:rPr b="0" i="0" sz="1200" u="none">
                          <a:solidFill>
                            <a:schemeClr val="tx1">
                              <a:lumMod val="60000"/>
                              <a:lumOff val="40000"/>
                            </a:schemeClr>
                          </a:solidFill>
                          <a:latin typeface="Calibri Regular"/>
                        </a:rPr>
                        <a:t>clients</a:t>
                      </a:r>
                      <a:endParaRPr lang="en-US" sz="1200" b="0" i="0" u="none" strike="noStrike" noProof="0" dirty="0">
                        <a:solidFill>
                          <a:schemeClr val="tx1">
                            <a:lumMod val="60000"/>
                            <a:lumOff val="40000"/>
                          </a:schemeClr>
                        </a:solidFill>
                        <a:effectLst/>
                        <a:latin typeface="Calibri Regular"/>
                      </a:endParaRPr>
                    </a:p>
                  </a:txBody>
                  <a:tcPr marL="108000" marR="108000" marT="72000" marB="72000" anchor="ctr">
                    <a:lnL>
                      <a:noFill/>
                    </a:lnL>
                    <a:lnR w="9525" cap="flat" cmpd="sng" algn="ctr">
                      <a:noFill/>
                      <a:prstDash val="solid"/>
                    </a:lnR>
                    <a:lnT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b"/>
                      <a:r>
                        <a:rPr b="0" i="0" sz="1200" u="none">
                          <a:solidFill>
                            <a:schemeClr val="tx1">
                              <a:lumMod val="60000"/>
                              <a:lumOff val="40000"/>
                            </a:schemeClr>
                          </a:solidFill>
                          <a:latin typeface="Calibri Regular"/>
                        </a:rPr>
                        <a:t>Java</a:t>
                      </a:r>
                      <a:endParaRPr lang="en-US" sz="1200" b="0" i="0" u="none" strike="noStrike" noProof="0" dirty="0">
                        <a:solidFill>
                          <a:schemeClr val="tx1">
                            <a:lumMod val="60000"/>
                            <a:lumOff val="40000"/>
                          </a:schemeClr>
                        </a:solidFill>
                        <a:effectLst/>
                        <a:latin typeface="Calibri Regular"/>
                      </a:endParaRPr>
                    </a:p>
                  </a:txBody>
                  <a:tcPr marL="108000" marR="108000" marT="72000" marB="72000" anchor="ctr">
                    <a:lnL>
                      <a:noFill/>
                    </a:lnL>
                    <a:lnR w="9525" cap="flat" cmpd="sng" algn="ctr">
                      <a:noFill/>
                      <a:prstDash val="solid"/>
                    </a:lnR>
                    <a:lnT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928811833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algn="l" fontAlgn="b"/>
                      <a:r>
                        <a:rPr b="0" i="0" sz="1200" u="none">
                          <a:solidFill>
                            <a:schemeClr val="tx2"/>
                          </a:solidFill>
                          <a:latin typeface="Calibri Bold"/>
                        </a:rPr>
                        <a:t>CoordinatorRuntime.java</a:t>
                      </a:r>
                      <a:endParaRPr lang="en-US" sz="1200" b="0" i="0" u="none" strike="noStrike" noProof="0" dirty="0">
                        <a:solidFill>
                          <a:schemeClr val="tx2"/>
                        </a:solidFill>
                        <a:effectLst/>
                        <a:latin typeface="Calibri Regular"/>
                      </a:endParaRPr>
                    </a:p>
                  </a:txBody>
                  <a:tcPr marL="108000" marR="108000" marT="72000" marB="72000" anchor="ctr">
                    <a:lnL w="9525" cap="flat" cmpd="sng" algn="ctr">
                      <a:noFill/>
                      <a:prstDash val="solid"/>
                    </a:lnL>
                    <a:lnR>
                      <a:noFill/>
                    </a:lnR>
                    <a:lnT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algn="r" defTabSz="914400" rtl="0" eaLnBrk="1" fontAlgn="b" latinLnBrk="0" hangingPunct="1"/>
                      <a:r>
                        <a:rPr b="0" i="0" sz="1200" u="none">
                          <a:solidFill>
                            <a:schemeClr val="tx1">
                              <a:lumMod val="60000"/>
                              <a:lumOff val="40000"/>
                            </a:schemeClr>
                          </a:solidFill>
                          <a:latin typeface="Calibri Regular"/>
                        </a:rPr>
                        <a:t>1404</a:t>
                      </a:r>
                      <a:endParaRPr lang="en-US" sz="1200" b="0" i="0" u="none" strike="noStrike" kern="1200" noProof="0" dirty="0">
                        <a:solidFill>
                          <a:schemeClr val="tx1">
                            <a:lumMod val="60000"/>
                            <a:lumOff val="40000"/>
                          </a:schemeClr>
                        </a:solidFill>
                        <a:effectLst/>
                        <a:latin typeface="Calibri Regular"/>
                        <a:ea typeface="+mn-ea"/>
                        <a:cs typeface="+mn-cs"/>
                      </a:endParaRPr>
                    </a:p>
                  </a:txBody>
                  <a:tcPr marL="108000" marR="108000" marT="72000" marB="72000" anchor="ctr">
                    <a:lnL>
                      <a:noFill/>
                    </a:lnL>
                    <a:lnR>
                      <a:noFill/>
                    </a:lnR>
                    <a:lnT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algn="r" defTabSz="914400" rtl="0" eaLnBrk="1" fontAlgn="b" latinLnBrk="0" hangingPunct="1"/>
                      <a:r>
                        <a:rPr b="0" i="0" sz="1200" u="none">
                          <a:solidFill>
                            <a:schemeClr val="tx2"/>
                          </a:solidFill>
                          <a:latin typeface="Calibri Regular"/>
                        </a:rPr>
                        <a:t>80</a:t>
                      </a:r>
                      <a:endParaRPr lang="en-US" sz="1200" b="0" i="0" u="none" strike="noStrike" kern="1200" noProof="0" dirty="0">
                        <a:solidFill>
                          <a:schemeClr val="tx2"/>
                        </a:solidFill>
                        <a:effectLst/>
                        <a:latin typeface="Calibri Regular"/>
                        <a:ea typeface="+mn-ea"/>
                        <a:cs typeface="+mn-cs"/>
                      </a:endParaRPr>
                    </a:p>
                  </a:txBody>
                  <a:tcPr marL="108000" marR="108000" marT="72000" marB="72000" anchor="ctr">
                    <a:lnL>
                      <a:noFill/>
                    </a:lnL>
                    <a:lnR w="9525" cap="flat" cmpd="sng" algn="ctr">
                      <a:noFill/>
                      <a:prstDash val="solid"/>
                    </a:lnR>
                    <a:lnT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EF5BA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b"/>
                      <a:r>
                        <a:rPr b="0" i="0" sz="1200" u="none">
                          <a:solidFill>
                            <a:schemeClr val="tx1">
                              <a:lumMod val="60000"/>
                              <a:lumOff val="40000"/>
                            </a:schemeClr>
                          </a:solidFill>
                          <a:latin typeface="Calibri Regular"/>
                        </a:rPr>
                        <a:t>coordinator-common</a:t>
                      </a:r>
                      <a:endParaRPr lang="en-US" sz="1200" b="0" i="0" u="none" strike="noStrike" noProof="0" dirty="0">
                        <a:solidFill>
                          <a:schemeClr val="tx1">
                            <a:lumMod val="60000"/>
                            <a:lumOff val="40000"/>
                          </a:schemeClr>
                        </a:solidFill>
                        <a:effectLst/>
                        <a:latin typeface="Calibri Regular"/>
                      </a:endParaRPr>
                    </a:p>
                  </a:txBody>
                  <a:tcPr marL="108000" marR="108000" marT="72000" marB="72000" anchor="ctr">
                    <a:lnL>
                      <a:noFill/>
                    </a:lnL>
                    <a:lnR w="9525" cap="flat" cmpd="sng" algn="ctr">
                      <a:noFill/>
                      <a:prstDash val="solid"/>
                    </a:lnR>
                    <a:lnT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b"/>
                      <a:r>
                        <a:rPr b="0" i="0" sz="1200" u="none">
                          <a:solidFill>
                            <a:schemeClr val="tx1">
                              <a:lumMod val="60000"/>
                              <a:lumOff val="40000"/>
                            </a:schemeClr>
                          </a:solidFill>
                          <a:latin typeface="Calibri Regular"/>
                        </a:rPr>
                        <a:t>Java</a:t>
                      </a:r>
                      <a:endParaRPr lang="en-US" sz="1200" b="0" i="0" u="none" strike="noStrike" noProof="0" dirty="0">
                        <a:solidFill>
                          <a:schemeClr val="tx1">
                            <a:lumMod val="60000"/>
                            <a:lumOff val="40000"/>
                          </a:schemeClr>
                        </a:solidFill>
                        <a:effectLst/>
                        <a:latin typeface="Calibri Regular"/>
                      </a:endParaRPr>
                    </a:p>
                  </a:txBody>
                  <a:tcPr marL="108000" marR="108000" marT="72000" marB="72000" anchor="ctr">
                    <a:lnL>
                      <a:noFill/>
                    </a:lnL>
                    <a:lnR w="9525" cap="flat" cmpd="sng" algn="ctr">
                      <a:noFill/>
                      <a:prstDash val="solid"/>
                    </a:lnR>
                    <a:lnT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060795780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algn="l" fontAlgn="b"/>
                      <a:r>
                        <a:rPr b="0" i="0" sz="1200" u="none">
                          <a:solidFill>
                            <a:schemeClr val="tx2"/>
                          </a:solidFill>
                          <a:latin typeface="Calibri Bold"/>
                        </a:rPr>
                        <a:t>ConfigDef.java</a:t>
                      </a:r>
                      <a:endParaRPr lang="en-US" sz="1200" b="0" i="0" u="none" strike="noStrike" noProof="0" dirty="0">
                        <a:solidFill>
                          <a:schemeClr val="tx2"/>
                        </a:solidFill>
                        <a:effectLst/>
                        <a:latin typeface="Calibri Regular"/>
                      </a:endParaRPr>
                    </a:p>
                  </a:txBody>
                  <a:tcPr marL="108000" marR="108000" marT="72000" marB="72000" anchor="ctr">
                    <a:lnL w="9525" cap="flat" cmpd="sng" algn="ctr">
                      <a:noFill/>
                      <a:prstDash val="solid"/>
                    </a:lnL>
                    <a:lnR>
                      <a:noFill/>
                    </a:lnR>
                    <a:lnT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algn="r" defTabSz="914400" rtl="0" eaLnBrk="1" fontAlgn="b" latinLnBrk="0" hangingPunct="1"/>
                      <a:r>
                        <a:rPr b="0" i="0" sz="1200" u="none">
                          <a:solidFill>
                            <a:schemeClr val="tx1">
                              <a:lumMod val="60000"/>
                              <a:lumOff val="40000"/>
                            </a:schemeClr>
                          </a:solidFill>
                          <a:latin typeface="Calibri Regular"/>
                        </a:rPr>
                        <a:t>1092</a:t>
                      </a:r>
                      <a:endParaRPr lang="en-US" sz="1200" b="0" i="0" u="none" strike="noStrike" kern="1200" noProof="0" dirty="0">
                        <a:solidFill>
                          <a:schemeClr val="tx1">
                            <a:lumMod val="60000"/>
                            <a:lumOff val="40000"/>
                          </a:schemeClr>
                        </a:solidFill>
                        <a:effectLst/>
                        <a:latin typeface="Calibri Regular"/>
                        <a:ea typeface="+mn-ea"/>
                        <a:cs typeface="+mn-cs"/>
                      </a:endParaRPr>
                    </a:p>
                  </a:txBody>
                  <a:tcPr marL="108000" marR="108000" marT="72000" marB="72000" anchor="ctr">
                    <a:lnL>
                      <a:noFill/>
                    </a:lnL>
                    <a:lnR>
                      <a:noFill/>
                    </a:lnR>
                    <a:lnT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algn="r" defTabSz="914400" rtl="0" eaLnBrk="1" fontAlgn="b" latinLnBrk="0" hangingPunct="1"/>
                      <a:r>
                        <a:rPr b="0" i="0" sz="1200" u="none">
                          <a:solidFill>
                            <a:schemeClr val="tx2"/>
                          </a:solidFill>
                          <a:latin typeface="Calibri Regular"/>
                        </a:rPr>
                        <a:t>534</a:t>
                      </a:r>
                      <a:endParaRPr lang="en-US" sz="1200" b="0" i="0" u="none" strike="noStrike" kern="1200" noProof="0" dirty="0">
                        <a:solidFill>
                          <a:schemeClr val="tx2"/>
                        </a:solidFill>
                        <a:effectLst/>
                        <a:latin typeface="Calibri Regular"/>
                        <a:ea typeface="+mn-ea"/>
                        <a:cs typeface="+mn-cs"/>
                      </a:endParaRPr>
                    </a:p>
                  </a:txBody>
                  <a:tcPr marL="108000" marR="108000" marT="72000" marB="72000" anchor="ctr">
                    <a:lnL>
                      <a:noFill/>
                    </a:lnL>
                    <a:lnR w="9525" cap="flat" cmpd="sng" algn="ctr">
                      <a:noFill/>
                      <a:prstDash val="solid"/>
                    </a:lnR>
                    <a:lnT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EF5BA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b"/>
                      <a:r>
                        <a:rPr b="0" i="0" sz="1200" u="none">
                          <a:solidFill>
                            <a:schemeClr val="tx1">
                              <a:lumMod val="60000"/>
                              <a:lumOff val="40000"/>
                            </a:schemeClr>
                          </a:solidFill>
                          <a:latin typeface="Calibri Regular"/>
                        </a:rPr>
                        <a:t>clients</a:t>
                      </a:r>
                      <a:endParaRPr lang="en-US" sz="1200" b="0" i="0" u="none" strike="noStrike" noProof="0" dirty="0">
                        <a:solidFill>
                          <a:schemeClr val="tx1">
                            <a:lumMod val="60000"/>
                            <a:lumOff val="40000"/>
                          </a:schemeClr>
                        </a:solidFill>
                        <a:effectLst/>
                        <a:latin typeface="Calibri Regular"/>
                      </a:endParaRPr>
                    </a:p>
                  </a:txBody>
                  <a:tcPr marL="108000" marR="108000" marT="72000" marB="72000" anchor="ctr">
                    <a:lnL>
                      <a:noFill/>
                    </a:lnL>
                    <a:lnR w="9525" cap="flat" cmpd="sng" algn="ctr">
                      <a:noFill/>
                      <a:prstDash val="solid"/>
                    </a:lnR>
                    <a:lnT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b"/>
                      <a:r>
                        <a:rPr b="0" i="0" sz="1200" u="none">
                          <a:solidFill>
                            <a:schemeClr val="tx1">
                              <a:lumMod val="60000"/>
                              <a:lumOff val="40000"/>
                            </a:schemeClr>
                          </a:solidFill>
                          <a:latin typeface="Calibri Regular"/>
                        </a:rPr>
                        <a:t>Java</a:t>
                      </a:r>
                      <a:endParaRPr lang="en-US" sz="1200" b="0" i="0" u="none" strike="noStrike" noProof="0" dirty="0">
                        <a:solidFill>
                          <a:schemeClr val="tx1">
                            <a:lumMod val="60000"/>
                            <a:lumOff val="40000"/>
                          </a:schemeClr>
                        </a:solidFill>
                        <a:effectLst/>
                        <a:latin typeface="Calibri Regular"/>
                      </a:endParaRPr>
                    </a:p>
                  </a:txBody>
                  <a:tcPr marL="108000" marR="108000" marT="72000" marB="72000" anchor="ctr">
                    <a:lnL>
                      <a:noFill/>
                    </a:lnL>
                    <a:lnR w="9525" cap="flat" cmpd="sng" algn="ctr">
                      <a:noFill/>
                      <a:prstDash val="solid"/>
                    </a:lnR>
                    <a:lnT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933267410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algn="l" fontAlgn="b"/>
                      <a:r>
                        <a:rPr b="0" i="0" sz="1200" u="none">
                          <a:solidFill>
                            <a:schemeClr val="tx2"/>
                          </a:solidFill>
                          <a:latin typeface="Calibri Bold"/>
                        </a:rPr>
                        <a:t>SubscriptionState.java</a:t>
                      </a:r>
                      <a:endParaRPr lang="en-US" sz="1200" b="0" i="0" u="none" strike="noStrike" noProof="0" dirty="0">
                        <a:solidFill>
                          <a:schemeClr val="tx2"/>
                        </a:solidFill>
                        <a:effectLst/>
                        <a:latin typeface="Calibri Regular"/>
                      </a:endParaRPr>
                    </a:p>
                  </a:txBody>
                  <a:tcPr marL="108000" marR="108000" marT="72000" marB="72000" anchor="ctr">
                    <a:lnL w="9525" cap="flat" cmpd="sng" algn="ctr">
                      <a:noFill/>
                      <a:prstDash val="solid"/>
                    </a:lnL>
                    <a:lnR>
                      <a:noFill/>
                    </a:lnR>
                    <a:lnT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algn="r" defTabSz="914400" rtl="0" eaLnBrk="1" fontAlgn="b" latinLnBrk="0" hangingPunct="1"/>
                      <a:r>
                        <a:rPr b="0" i="0" sz="1200" u="none">
                          <a:solidFill>
                            <a:schemeClr val="tx1">
                              <a:lumMod val="60000"/>
                              <a:lumOff val="40000"/>
                            </a:schemeClr>
                          </a:solidFill>
                          <a:latin typeface="Calibri Regular"/>
                        </a:rPr>
                        <a:t>993</a:t>
                      </a:r>
                      <a:endParaRPr lang="en-US" sz="1200" b="0" i="0" u="none" strike="noStrike" kern="1200" noProof="0" dirty="0">
                        <a:solidFill>
                          <a:schemeClr val="tx1">
                            <a:lumMod val="60000"/>
                            <a:lumOff val="40000"/>
                          </a:schemeClr>
                        </a:solidFill>
                        <a:effectLst/>
                        <a:latin typeface="Calibri Regular"/>
                        <a:ea typeface="+mn-ea"/>
                        <a:cs typeface="+mn-cs"/>
                      </a:endParaRPr>
                    </a:p>
                  </a:txBody>
                  <a:tcPr marL="108000" marR="108000" marT="72000" marB="72000" anchor="ctr">
                    <a:lnL>
                      <a:noFill/>
                    </a:lnL>
                    <a:lnR>
                      <a:noFill/>
                    </a:lnR>
                    <a:lnT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algn="r" defTabSz="914400" rtl="0" eaLnBrk="1" fontAlgn="b" latinLnBrk="0" hangingPunct="1"/>
                      <a:r>
                        <a:rPr b="0" i="0" sz="1200" u="none">
                          <a:solidFill>
                            <a:schemeClr val="tx2"/>
                          </a:solidFill>
                          <a:latin typeface="Calibri Regular"/>
                        </a:rPr>
                        <a:t>197</a:t>
                      </a:r>
                      <a:endParaRPr lang="en-US" sz="1200" b="0" i="0" u="none" strike="noStrike" kern="1200" noProof="0" dirty="0">
                        <a:solidFill>
                          <a:schemeClr val="tx2"/>
                        </a:solidFill>
                        <a:effectLst/>
                        <a:latin typeface="Calibri Regular"/>
                        <a:ea typeface="+mn-ea"/>
                        <a:cs typeface="+mn-cs"/>
                      </a:endParaRPr>
                    </a:p>
                  </a:txBody>
                  <a:tcPr marL="108000" marR="108000" marT="72000" marB="72000" anchor="ctr">
                    <a:lnL>
                      <a:noFill/>
                    </a:lnL>
                    <a:lnR w="9525" cap="flat" cmpd="sng" algn="ctr">
                      <a:noFill/>
                      <a:prstDash val="solid"/>
                    </a:lnR>
                    <a:lnT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EF5BA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b"/>
                      <a:r>
                        <a:rPr b="0" i="0" sz="1200" u="none">
                          <a:solidFill>
                            <a:schemeClr val="tx1">
                              <a:lumMod val="60000"/>
                              <a:lumOff val="40000"/>
                            </a:schemeClr>
                          </a:solidFill>
                          <a:latin typeface="Calibri Regular"/>
                        </a:rPr>
                        <a:t>clients</a:t>
                      </a:r>
                      <a:endParaRPr lang="en-US" sz="1200" b="0" i="0" u="none" strike="noStrike" noProof="0" dirty="0">
                        <a:solidFill>
                          <a:schemeClr val="tx1">
                            <a:lumMod val="60000"/>
                            <a:lumOff val="40000"/>
                          </a:schemeClr>
                        </a:solidFill>
                        <a:effectLst/>
                        <a:latin typeface="Calibri Regular"/>
                      </a:endParaRPr>
                    </a:p>
                  </a:txBody>
                  <a:tcPr marL="108000" marR="108000" marT="72000" marB="72000" anchor="ctr">
                    <a:lnL>
                      <a:noFill/>
                    </a:lnL>
                    <a:lnR w="9525" cap="flat" cmpd="sng" algn="ctr">
                      <a:noFill/>
                      <a:prstDash val="solid"/>
                    </a:lnR>
                    <a:lnT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b"/>
                      <a:r>
                        <a:rPr b="0" i="0" sz="1200" u="none">
                          <a:solidFill>
                            <a:schemeClr val="tx1">
                              <a:lumMod val="60000"/>
                              <a:lumOff val="40000"/>
                            </a:schemeClr>
                          </a:solidFill>
                          <a:latin typeface="Calibri Regular"/>
                        </a:rPr>
                        <a:t>Java</a:t>
                      </a:r>
                      <a:endParaRPr lang="en-US" sz="1200" b="0" i="0" u="none" strike="noStrike" noProof="0" dirty="0">
                        <a:solidFill>
                          <a:schemeClr val="tx1">
                            <a:lumMod val="60000"/>
                            <a:lumOff val="40000"/>
                          </a:schemeClr>
                        </a:solidFill>
                        <a:effectLst/>
                        <a:latin typeface="Calibri Regular"/>
                      </a:endParaRPr>
                    </a:p>
                  </a:txBody>
                  <a:tcPr marL="108000" marR="108000" marT="72000" marB="72000" anchor="ctr">
                    <a:lnL>
                      <a:noFill/>
                    </a:lnL>
                    <a:lnR w="9525" cap="flat" cmpd="sng" algn="ctr">
                      <a:noFill/>
                      <a:prstDash val="solid"/>
                    </a:lnR>
                    <a:lnT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009910387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algn="l" fontAlgn="b"/>
                      <a:r>
                        <a:rPr b="0" i="0" sz="1200" u="none">
                          <a:solidFill>
                            <a:schemeClr val="tx2"/>
                          </a:solidFill>
                          <a:latin typeface="Calibri Bold"/>
                        </a:rPr>
                        <a:t>Utils.java</a:t>
                      </a:r>
                      <a:endParaRPr lang="en-US" sz="1200" b="0" i="0" u="none" strike="noStrike" noProof="0" dirty="0">
                        <a:solidFill>
                          <a:schemeClr val="tx2"/>
                        </a:solidFill>
                        <a:effectLst/>
                        <a:latin typeface="Calibri Regular"/>
                      </a:endParaRPr>
                    </a:p>
                  </a:txBody>
                  <a:tcPr marL="108000" marR="108000" marT="72000" marB="72000" anchor="ctr">
                    <a:lnL w="9525" cap="flat" cmpd="sng" algn="ctr">
                      <a:noFill/>
                      <a:prstDash val="solid"/>
                    </a:lnL>
                    <a:lnR>
                      <a:noFill/>
                    </a:lnR>
                    <a:lnT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algn="r" defTabSz="914400" rtl="0" eaLnBrk="1" fontAlgn="b" latinLnBrk="0" hangingPunct="1"/>
                      <a:r>
                        <a:rPr b="0" i="0" sz="1200" u="none">
                          <a:solidFill>
                            <a:schemeClr val="tx1">
                              <a:lumMod val="60000"/>
                              <a:lumOff val="40000"/>
                            </a:schemeClr>
                          </a:solidFill>
                          <a:latin typeface="Calibri Regular"/>
                        </a:rPr>
                        <a:t>974</a:t>
                      </a:r>
                      <a:endParaRPr lang="en-US" sz="1200" b="0" i="0" u="none" strike="noStrike" kern="1200" noProof="0" dirty="0">
                        <a:solidFill>
                          <a:schemeClr val="tx1">
                            <a:lumMod val="60000"/>
                            <a:lumOff val="40000"/>
                          </a:schemeClr>
                        </a:solidFill>
                        <a:effectLst/>
                        <a:latin typeface="Calibri Regular"/>
                        <a:ea typeface="+mn-ea"/>
                        <a:cs typeface="+mn-cs"/>
                      </a:endParaRPr>
                    </a:p>
                  </a:txBody>
                  <a:tcPr marL="108000" marR="108000" marT="72000" marB="72000" anchor="ctr">
                    <a:lnL>
                      <a:noFill/>
                    </a:lnL>
                    <a:lnR>
                      <a:noFill/>
                    </a:lnR>
                    <a:lnT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algn="r" defTabSz="914400" rtl="0" eaLnBrk="1" fontAlgn="b" latinLnBrk="0" hangingPunct="1"/>
                      <a:r>
                        <a:rPr b="0" i="0" sz="1200" u="none">
                          <a:solidFill>
                            <a:schemeClr val="tx2"/>
                          </a:solidFill>
                          <a:latin typeface="Calibri Regular"/>
                        </a:rPr>
                        <a:t>566</a:t>
                      </a:r>
                      <a:endParaRPr lang="en-US" sz="1200" b="0" i="0" u="none" strike="noStrike" kern="1200" noProof="0" dirty="0">
                        <a:solidFill>
                          <a:schemeClr val="tx2"/>
                        </a:solidFill>
                        <a:effectLst/>
                        <a:latin typeface="Calibri Regular"/>
                        <a:ea typeface="+mn-ea"/>
                        <a:cs typeface="+mn-cs"/>
                      </a:endParaRPr>
                    </a:p>
                  </a:txBody>
                  <a:tcPr marL="108000" marR="108000" marT="72000" marB="72000" anchor="ctr">
                    <a:lnL>
                      <a:noFill/>
                    </a:lnL>
                    <a:lnR w="9525" cap="flat" cmpd="sng" algn="ctr">
                      <a:noFill/>
                      <a:prstDash val="solid"/>
                    </a:lnR>
                    <a:lnT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EF5BA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b"/>
                      <a:r>
                        <a:rPr b="0" i="0" sz="1200" u="none">
                          <a:solidFill>
                            <a:schemeClr val="tx1">
                              <a:lumMod val="60000"/>
                              <a:lumOff val="40000"/>
                            </a:schemeClr>
                          </a:solidFill>
                          <a:latin typeface="Calibri Regular"/>
                        </a:rPr>
                        <a:t>clients</a:t>
                      </a:r>
                      <a:endParaRPr lang="en-US" sz="1200" b="0" i="0" u="none" strike="noStrike" noProof="0" dirty="0">
                        <a:solidFill>
                          <a:schemeClr val="tx1">
                            <a:lumMod val="60000"/>
                            <a:lumOff val="40000"/>
                          </a:schemeClr>
                        </a:solidFill>
                        <a:effectLst/>
                        <a:latin typeface="Calibri Regular"/>
                      </a:endParaRPr>
                    </a:p>
                  </a:txBody>
                  <a:tcPr marL="108000" marR="108000" marT="72000" marB="72000" anchor="ctr">
                    <a:lnL>
                      <a:noFill/>
                    </a:lnL>
                    <a:lnR w="9525" cap="flat" cmpd="sng" algn="ctr">
                      <a:noFill/>
                      <a:prstDash val="solid"/>
                    </a:lnR>
                    <a:lnT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b"/>
                      <a:r>
                        <a:rPr b="0" i="0" sz="1200" u="none">
                          <a:solidFill>
                            <a:schemeClr val="tx1">
                              <a:lumMod val="60000"/>
                              <a:lumOff val="40000"/>
                            </a:schemeClr>
                          </a:solidFill>
                          <a:latin typeface="Calibri Regular"/>
                        </a:rPr>
                        <a:t>Java</a:t>
                      </a:r>
                      <a:endParaRPr lang="en-US" sz="1200" b="0" i="0" u="none" strike="noStrike" noProof="0" dirty="0">
                        <a:solidFill>
                          <a:schemeClr val="tx1">
                            <a:lumMod val="60000"/>
                            <a:lumOff val="40000"/>
                          </a:schemeClr>
                        </a:solidFill>
                        <a:effectLst/>
                        <a:latin typeface="Calibri Regular"/>
                      </a:endParaRPr>
                    </a:p>
                  </a:txBody>
                  <a:tcPr marL="108000" marR="108000" marT="72000" marB="72000" anchor="ctr">
                    <a:lnL>
                      <a:noFill/>
                    </a:lnL>
                    <a:lnR w="9525" cap="flat" cmpd="sng" algn="ctr">
                      <a:noFill/>
                      <a:prstDash val="solid"/>
                    </a:lnR>
                    <a:lnT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372763307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algn="l" fontAlgn="b"/>
                      <a:r>
                        <a:rPr b="0" i="0" sz="1200" u="none">
                          <a:solidFill>
                            <a:schemeClr val="tx2"/>
                          </a:solidFill>
                          <a:latin typeface="Calibri Bold"/>
                        </a:rPr>
                        <a:t>LeaderState.java</a:t>
                      </a:r>
                      <a:endParaRPr lang="en-US" sz="1200" b="0" i="0" u="none" strike="noStrike" noProof="0" dirty="0">
                        <a:solidFill>
                          <a:schemeClr val="tx2"/>
                        </a:solidFill>
                        <a:effectLst/>
                        <a:latin typeface="Calibri Regular"/>
                      </a:endParaRPr>
                    </a:p>
                  </a:txBody>
                  <a:tcPr marL="108000" marR="108000" marT="72000" marB="72000" anchor="ctr">
                    <a:lnL w="9525" cap="flat" cmpd="sng" algn="ctr">
                      <a:noFill/>
                      <a:prstDash val="solid"/>
                    </a:lnL>
                    <a:lnR>
                      <a:noFill/>
                    </a:lnR>
                    <a:lnT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algn="r" defTabSz="914400" rtl="0" eaLnBrk="1" fontAlgn="b" latinLnBrk="0" hangingPunct="1"/>
                      <a:r>
                        <a:rPr b="0" i="0" sz="1200" u="none">
                          <a:solidFill>
                            <a:schemeClr val="tx1">
                              <a:lumMod val="60000"/>
                              <a:lumOff val="40000"/>
                            </a:schemeClr>
                          </a:solidFill>
                          <a:latin typeface="Calibri Regular"/>
                        </a:rPr>
                        <a:t>884</a:t>
                      </a:r>
                      <a:endParaRPr lang="en-US" sz="1200" b="0" i="0" u="none" strike="noStrike" kern="1200" noProof="0" dirty="0">
                        <a:solidFill>
                          <a:schemeClr val="tx1">
                            <a:lumMod val="60000"/>
                            <a:lumOff val="40000"/>
                          </a:schemeClr>
                        </a:solidFill>
                        <a:effectLst/>
                        <a:latin typeface="Calibri Regular"/>
                        <a:ea typeface="+mn-ea"/>
                        <a:cs typeface="+mn-cs"/>
                      </a:endParaRPr>
                    </a:p>
                  </a:txBody>
                  <a:tcPr marL="108000" marR="108000" marT="72000" marB="72000" anchor="ctr">
                    <a:lnL>
                      <a:noFill/>
                    </a:lnL>
                    <a:lnR>
                      <a:noFill/>
                    </a:lnR>
                    <a:lnT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algn="r" defTabSz="914400" rtl="0" eaLnBrk="1" fontAlgn="b" latinLnBrk="0" hangingPunct="1"/>
                      <a:r>
                        <a:rPr b="0" i="0" sz="1200" u="none">
                          <a:solidFill>
                            <a:schemeClr val="tx2"/>
                          </a:solidFill>
                          <a:latin typeface="Calibri Regular"/>
                        </a:rPr>
                        <a:t>58</a:t>
                      </a:r>
                      <a:endParaRPr lang="en-US" sz="1200" b="0" i="0" u="none" strike="noStrike" kern="1200" noProof="0" dirty="0">
                        <a:solidFill>
                          <a:schemeClr val="tx2"/>
                        </a:solidFill>
                        <a:effectLst/>
                        <a:latin typeface="Calibri Regular"/>
                        <a:ea typeface="+mn-ea"/>
                        <a:cs typeface="+mn-cs"/>
                      </a:endParaRPr>
                    </a:p>
                  </a:txBody>
                  <a:tcPr marL="108000" marR="108000" marT="72000" marB="72000" anchor="ctr">
                    <a:lnL>
                      <a:noFill/>
                    </a:lnL>
                    <a:lnR w="9525" cap="flat" cmpd="sng" algn="ctr">
                      <a:noFill/>
                      <a:prstDash val="solid"/>
                    </a:lnR>
                    <a:lnT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EF5BA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b"/>
                      <a:r>
                        <a:rPr b="0" i="0" sz="1200" u="none">
                          <a:solidFill>
                            <a:schemeClr val="tx1">
                              <a:lumMod val="60000"/>
                              <a:lumOff val="40000"/>
                            </a:schemeClr>
                          </a:solidFill>
                          <a:latin typeface="Calibri Regular"/>
                        </a:rPr>
                        <a:t>raft</a:t>
                      </a:r>
                      <a:endParaRPr lang="en-US" sz="1200" b="0" i="0" u="none" strike="noStrike" noProof="0" dirty="0">
                        <a:solidFill>
                          <a:schemeClr val="tx1">
                            <a:lumMod val="60000"/>
                            <a:lumOff val="40000"/>
                          </a:schemeClr>
                        </a:solidFill>
                        <a:effectLst/>
                        <a:latin typeface="Calibri Regular"/>
                      </a:endParaRPr>
                    </a:p>
                  </a:txBody>
                  <a:tcPr marL="108000" marR="108000" marT="72000" marB="72000" anchor="ctr">
                    <a:lnL>
                      <a:noFill/>
                    </a:lnL>
                    <a:lnR w="9525" cap="flat" cmpd="sng" algn="ctr">
                      <a:noFill/>
                      <a:prstDash val="solid"/>
                    </a:lnR>
                    <a:lnT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b"/>
                      <a:r>
                        <a:rPr b="0" i="0" sz="1200" u="none">
                          <a:solidFill>
                            <a:schemeClr val="tx1">
                              <a:lumMod val="60000"/>
                              <a:lumOff val="40000"/>
                            </a:schemeClr>
                          </a:solidFill>
                          <a:latin typeface="Calibri Regular"/>
                        </a:rPr>
                        <a:t>Java</a:t>
                      </a:r>
                      <a:endParaRPr lang="en-US" sz="1200" b="0" i="0" u="none" strike="noStrike" noProof="0" dirty="0">
                        <a:solidFill>
                          <a:schemeClr val="tx1">
                            <a:lumMod val="60000"/>
                            <a:lumOff val="40000"/>
                          </a:schemeClr>
                        </a:solidFill>
                        <a:effectLst/>
                        <a:latin typeface="Calibri Regular"/>
                      </a:endParaRPr>
                    </a:p>
                  </a:txBody>
                  <a:tcPr marL="108000" marR="108000" marT="72000" marB="72000" anchor="ctr">
                    <a:lnL>
                      <a:noFill/>
                    </a:lnL>
                    <a:lnR w="9525" cap="flat" cmpd="sng" algn="ctr">
                      <a:noFill/>
                      <a:prstDash val="solid"/>
                    </a:lnR>
                    <a:lnT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022263985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algn="l" fontAlgn="b"/>
                      <a:r>
                        <a:rPr b="0" i="0" sz="1200" u="none">
                          <a:solidFill>
                            <a:schemeClr val="tx2"/>
                          </a:solidFill>
                          <a:latin typeface="Calibri Bold"/>
                        </a:rPr>
                        <a:t>StreamsMetricsImpl.java</a:t>
                      </a:r>
                      <a:endParaRPr lang="en-US" sz="1200" b="0" i="0" u="none" strike="noStrike" noProof="0" dirty="0">
                        <a:solidFill>
                          <a:schemeClr val="tx2"/>
                        </a:solidFill>
                        <a:effectLst/>
                        <a:latin typeface="Calibri Regular"/>
                      </a:endParaRPr>
                    </a:p>
                  </a:txBody>
                  <a:tcPr marL="108000" marR="108000" marT="72000" marB="72000" anchor="ctr">
                    <a:lnL w="9525" cap="flat" cmpd="sng" algn="ctr">
                      <a:noFill/>
                      <a:prstDash val="solid"/>
                    </a:lnL>
                    <a:lnR>
                      <a:noFill/>
                    </a:lnR>
                    <a:lnT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algn="r" defTabSz="914400" rtl="0" eaLnBrk="1" fontAlgn="b" latinLnBrk="0" hangingPunct="1"/>
                      <a:r>
                        <a:rPr b="0" i="0" sz="1200" u="none">
                          <a:solidFill>
                            <a:schemeClr val="tx1">
                              <a:lumMod val="60000"/>
                              <a:lumOff val="40000"/>
                            </a:schemeClr>
                          </a:solidFill>
                          <a:latin typeface="Calibri Regular"/>
                        </a:rPr>
                        <a:t>879</a:t>
                      </a:r>
                      <a:endParaRPr lang="en-US" sz="1200" b="0" i="0" u="none" strike="noStrike" kern="1200" noProof="0" dirty="0">
                        <a:solidFill>
                          <a:schemeClr val="tx1">
                            <a:lumMod val="60000"/>
                            <a:lumOff val="40000"/>
                          </a:schemeClr>
                        </a:solidFill>
                        <a:effectLst/>
                        <a:latin typeface="Calibri Regular"/>
                        <a:ea typeface="+mn-ea"/>
                        <a:cs typeface="+mn-cs"/>
                      </a:endParaRPr>
                    </a:p>
                  </a:txBody>
                  <a:tcPr marL="108000" marR="108000" marT="72000" marB="72000" anchor="ctr">
                    <a:lnL>
                      <a:noFill/>
                    </a:lnL>
                    <a:lnR>
                      <a:noFill/>
                    </a:lnR>
                    <a:lnT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algn="r" defTabSz="914400" rtl="0" eaLnBrk="1" fontAlgn="b" latinLnBrk="0" hangingPunct="1"/>
                      <a:r>
                        <a:rPr b="0" i="0" sz="1200" u="none">
                          <a:solidFill>
                            <a:schemeClr val="tx2"/>
                          </a:solidFill>
                          <a:latin typeface="Calibri Regular"/>
                        </a:rPr>
                        <a:t>99</a:t>
                      </a:r>
                      <a:endParaRPr lang="en-US" sz="1200" b="0" i="0" u="none" strike="noStrike" kern="1200" noProof="0" dirty="0">
                        <a:solidFill>
                          <a:schemeClr val="tx2"/>
                        </a:solidFill>
                        <a:effectLst/>
                        <a:latin typeface="Calibri Regular"/>
                        <a:ea typeface="+mn-ea"/>
                        <a:cs typeface="+mn-cs"/>
                      </a:endParaRPr>
                    </a:p>
                  </a:txBody>
                  <a:tcPr marL="108000" marR="108000" marT="72000" marB="72000" anchor="ctr">
                    <a:lnL>
                      <a:noFill/>
                    </a:lnL>
                    <a:lnR w="9525" cap="flat" cmpd="sng" algn="ctr">
                      <a:noFill/>
                      <a:prstDash val="solid"/>
                    </a:lnR>
                    <a:lnT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EF5BA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b"/>
                      <a:r>
                        <a:rPr b="0" i="0" sz="1200" u="none">
                          <a:solidFill>
                            <a:schemeClr val="tx1">
                              <a:lumMod val="60000"/>
                              <a:lumOff val="40000"/>
                            </a:schemeClr>
                          </a:solidFill>
                          <a:latin typeface="Calibri Regular"/>
                        </a:rPr>
                        <a:t>streams</a:t>
                      </a:r>
                      <a:endParaRPr lang="en-US" sz="1200" b="0" i="0" u="none" strike="noStrike" noProof="0" dirty="0">
                        <a:solidFill>
                          <a:schemeClr val="tx1">
                            <a:lumMod val="60000"/>
                            <a:lumOff val="40000"/>
                          </a:schemeClr>
                        </a:solidFill>
                        <a:effectLst/>
                        <a:latin typeface="Calibri Regular"/>
                      </a:endParaRPr>
                    </a:p>
                  </a:txBody>
                  <a:tcPr marL="108000" marR="108000" marT="72000" marB="72000" anchor="ctr">
                    <a:lnL>
                      <a:noFill/>
                    </a:lnL>
                    <a:lnR w="9525" cap="flat" cmpd="sng" algn="ctr">
                      <a:noFill/>
                      <a:prstDash val="solid"/>
                    </a:lnR>
                    <a:lnT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b"/>
                      <a:r>
                        <a:rPr b="0" i="0" sz="1200" u="none">
                          <a:solidFill>
                            <a:schemeClr val="tx1">
                              <a:lumMod val="60000"/>
                              <a:lumOff val="40000"/>
                            </a:schemeClr>
                          </a:solidFill>
                          <a:latin typeface="Calibri Regular"/>
                        </a:rPr>
                        <a:t>Java</a:t>
                      </a:r>
                      <a:endParaRPr lang="en-US" sz="1200" b="0" i="0" u="none" strike="noStrike" noProof="0" dirty="0">
                        <a:solidFill>
                          <a:schemeClr val="tx1">
                            <a:lumMod val="60000"/>
                            <a:lumOff val="40000"/>
                          </a:schemeClr>
                        </a:solidFill>
                        <a:effectLst/>
                        <a:latin typeface="Calibri Regular"/>
                      </a:endParaRPr>
                    </a:p>
                  </a:txBody>
                  <a:tcPr marL="108000" marR="108000" marT="72000" marB="72000" anchor="ctr">
                    <a:lnL>
                      <a:noFill/>
                    </a:lnL>
                    <a:lnR w="9525" cap="flat" cmpd="sng" algn="ctr">
                      <a:noFill/>
                      <a:prstDash val="solid"/>
                    </a:lnR>
                    <a:lnT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516404128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marR="0" lvl="0" indent="0" algn="l" defTabSz="914400" rtl="0" eaLnBrk="1" fontAlgn="b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b="0" i="0" sz="1200" u="none">
                          <a:solidFill>
                            <a:schemeClr val="tx2"/>
                          </a:solidFill>
                          <a:latin typeface="Calibri Bold"/>
                        </a:rPr>
                        <a:t>GroupCoordinatorConfig.java</a:t>
                      </a:r>
                      <a:endParaRPr lang="en-US" sz="1200" b="0" i="0" u="none" strike="noStrike" noProof="0" dirty="0">
                        <a:solidFill>
                          <a:schemeClr val="tx2"/>
                        </a:solidFill>
                        <a:effectLst/>
                        <a:latin typeface="Calibri Regular"/>
                      </a:endParaRPr>
                    </a:p>
                  </a:txBody>
                  <a:tcPr marL="108000" marR="108000" marT="72000" marB="72000" anchor="ctr">
                    <a:lnL w="9525" cap="flat" cmpd="sng" algn="ctr">
                      <a:noFill/>
                      <a:prstDash val="solid"/>
                    </a:lnL>
                    <a:lnR>
                      <a:noFill/>
                    </a:lnR>
                    <a:lnT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algn="r" defTabSz="914400" rtl="0" eaLnBrk="1" fontAlgn="b" latinLnBrk="0" hangingPunct="1"/>
                      <a:r>
                        <a:rPr b="0" i="0" sz="1200" u="none">
                          <a:solidFill>
                            <a:schemeClr val="tx1">
                              <a:lumMod val="60000"/>
                              <a:lumOff val="40000"/>
                            </a:schemeClr>
                          </a:solidFill>
                          <a:latin typeface="Calibri Regular"/>
                        </a:rPr>
                        <a:t>860</a:t>
                      </a:r>
                      <a:endParaRPr lang="en-US" sz="1200" b="0" i="0" u="none" strike="noStrike" kern="1200" noProof="0" dirty="0">
                        <a:solidFill>
                          <a:schemeClr val="tx1">
                            <a:lumMod val="60000"/>
                            <a:lumOff val="40000"/>
                          </a:schemeClr>
                        </a:solidFill>
                        <a:effectLst/>
                        <a:latin typeface="Calibri Regular"/>
                        <a:ea typeface="+mn-ea"/>
                        <a:cs typeface="+mn-cs"/>
                      </a:endParaRPr>
                    </a:p>
                  </a:txBody>
                  <a:tcPr marL="108000" marR="108000" marT="72000" marB="72000" anchor="ctr">
                    <a:lnL>
                      <a:noFill/>
                    </a:lnL>
                    <a:lnR>
                      <a:noFill/>
                    </a:lnR>
                    <a:lnT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algn="r" defTabSz="914400" rtl="0" eaLnBrk="1" fontAlgn="b" latinLnBrk="0" hangingPunct="1"/>
                      <a:r>
                        <a:rPr b="0" i="0" sz="1200" u="none">
                          <a:solidFill>
                            <a:schemeClr val="tx2"/>
                          </a:solidFill>
                          <a:latin typeface="Calibri Regular"/>
                        </a:rPr>
                        <a:t>88</a:t>
                      </a:r>
                      <a:endParaRPr lang="en-US" sz="1200" b="0" i="0" u="none" strike="noStrike" kern="1200" noProof="0" dirty="0">
                        <a:solidFill>
                          <a:schemeClr val="tx2"/>
                        </a:solidFill>
                        <a:effectLst/>
                        <a:latin typeface="Calibri Regular"/>
                        <a:ea typeface="+mn-ea"/>
                        <a:cs typeface="+mn-cs"/>
                      </a:endParaRPr>
                    </a:p>
                  </a:txBody>
                  <a:tcPr marL="108000" marR="108000" marT="72000" marB="72000" anchor="ctr">
                    <a:lnL>
                      <a:noFill/>
                    </a:lnL>
                    <a:lnR w="9525" cap="flat" cmpd="sng" algn="ctr">
                      <a:noFill/>
                      <a:prstDash val="solid"/>
                    </a:lnR>
                    <a:lnT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EF5BA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b"/>
                      <a:r>
                        <a:rPr b="0" i="0" sz="1200" u="none">
                          <a:solidFill>
                            <a:schemeClr val="tx1">
                              <a:lumMod val="60000"/>
                              <a:lumOff val="40000"/>
                            </a:schemeClr>
                          </a:solidFill>
                          <a:latin typeface="Calibri Regular"/>
                        </a:rPr>
                        <a:t>group-coordinator</a:t>
                      </a:r>
                      <a:endParaRPr lang="en-US" sz="1200" b="0" i="0" u="none" strike="noStrike" noProof="0" dirty="0">
                        <a:solidFill>
                          <a:schemeClr val="tx1">
                            <a:lumMod val="60000"/>
                            <a:lumOff val="40000"/>
                          </a:schemeClr>
                        </a:solidFill>
                        <a:effectLst/>
                        <a:latin typeface="+mn-lt"/>
                      </a:endParaRPr>
                    </a:p>
                  </a:txBody>
                  <a:tcPr marL="108000" marR="108000" marT="72000" marB="72000" anchor="ctr">
                    <a:lnL>
                      <a:noFill/>
                    </a:lnL>
                    <a:lnR w="9525" cap="flat" cmpd="sng" algn="ctr">
                      <a:noFill/>
                      <a:prstDash val="solid"/>
                    </a:lnR>
                    <a:lnT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b"/>
                      <a:r>
                        <a:rPr b="0" i="0" sz="1200" u="none">
                          <a:solidFill>
                            <a:schemeClr val="tx1">
                              <a:lumMod val="60000"/>
                              <a:lumOff val="40000"/>
                            </a:schemeClr>
                          </a:solidFill>
                          <a:latin typeface="Calibri Regular"/>
                        </a:rPr>
                        <a:t>Java</a:t>
                      </a:r>
                      <a:endParaRPr lang="en-US" sz="1200" b="0" i="0" u="none" strike="noStrike" noProof="0" dirty="0">
                        <a:solidFill>
                          <a:schemeClr val="tx1">
                            <a:lumMod val="60000"/>
                            <a:lumOff val="40000"/>
                          </a:schemeClr>
                        </a:solidFill>
                        <a:effectLst/>
                        <a:latin typeface="+mn-lt"/>
                      </a:endParaRPr>
                    </a:p>
                  </a:txBody>
                  <a:tcPr marL="108000" marR="108000" marT="72000" marB="72000" anchor="ctr">
                    <a:lnL>
                      <a:noFill/>
                    </a:lnL>
                    <a:lnR w="9525" cap="flat" cmpd="sng" algn="ctr">
                      <a:noFill/>
                      <a:prstDash val="solid"/>
                    </a:lnR>
                    <a:lnT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255606331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4128308305"/>
      </p:ext>
    </p:extLst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59E2D5C-3E5F-6B9D-908E-50F0A86ACD9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Number Placeholder 1">
            <a:extLst>
              <a:ext uri="{FF2B5EF4-FFF2-40B4-BE49-F238E27FC236}">
                <a16:creationId xmlns:a16="http://schemas.microsoft.com/office/drawing/2014/main" id="{51ED10E3-5A1E-EB42-A8DD-8C3EA6AFCB41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E242BD21-9B61-2246-BCB1-4BE5E1BEBE1C}" type="slidenum">
              <a:rPr lang="en-US" smtClean="0"/>
              <a:pPr/>
              <a:t>22</a:t>
            </a:fld>
            <a:endParaRPr lang="en-US"/>
          </a:p>
        </p:txBody>
      </p:sp>
      <p:sp>
        <p:nvSpPr>
          <p:cNvPr id="10" name="Text Placeholder 9">
            <a:extLst>
              <a:ext uri="{FF2B5EF4-FFF2-40B4-BE49-F238E27FC236}">
                <a16:creationId xmlns:a16="http://schemas.microsoft.com/office/drawing/2014/main" id="{C2401406-73FA-D043-F4F9-83583AFBBF7D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/>
        <p:txBody>
          <a:bodyPr/>
          <a:lstStyle/>
          <a:p>
            <a:r>
              <a:rPr lang="en-US" dirty="0"/>
              <a:t>Refactoring Candidates – Module COUPLING</a:t>
            </a:r>
          </a:p>
        </p:txBody>
      </p:sp>
      <p:sp>
        <p:nvSpPr>
          <p:cNvPr id="5" name="Title 4">
            <a:extLst>
              <a:ext uri="{FF2B5EF4-FFF2-40B4-BE49-F238E27FC236}">
                <a16:creationId xmlns:a16="http://schemas.microsoft.com/office/drawing/2014/main" id="{16B4BED9-C15D-5B49-DC19-82A8E7339BC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An overview of the Java modules with the highest coupling</a:t>
            </a:r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C9B246FC-EA60-CE91-78AD-F329167484F6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2669790" y="6549140"/>
            <a:ext cx="804066" cy="236406"/>
          </a:xfrm>
          <a:prstGeom prst="rect">
            <a:avLst/>
          </a:prstGeom>
          <a:noFill/>
          <a:ln w="12700" cap="flat" cmpd="sng" algn="ctr">
            <a:noFill/>
            <a:prstDash val="solid"/>
            <a:miter lim="800000"/>
          </a:ln>
        </p:spPr>
        <p:txBody>
          <a:bodyPr wrap="none" lIns="0" tIns="36000" rIns="0" rtlCol="0" anchor="ctr">
            <a:spAutoFit/>
          </a:bodyPr>
          <a:lstStyle>
            <a:defPPr>
              <a:defRPr lang="en-US"/>
            </a:defPPr>
            <a:lvl1pPr marL="0" algn="l" defTabSz="914400" rtl="0" eaLnBrk="1" latinLnBrk="0" hangingPunct="1">
              <a:defRPr lang="en-US" sz="1000" b="1" kern="1200" cap="all" spc="10" baseline="0" dirty="0">
                <a:solidFill>
                  <a:srgbClr val="B2BECD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 dirty="0"/>
              <a:t>Confidential</a:t>
            </a:r>
          </a:p>
        </p:txBody>
      </p:sp>
      <p:graphicFrame>
        <p:nvGraphicFramePr>
          <p:cNvPr id="4" name="REFACTORING_CANDIDATES_TABLE_MODULE_COUPLING_TECH_1">
            <a:extLst>
              <a:ext uri="{FF2B5EF4-FFF2-40B4-BE49-F238E27FC236}">
                <a16:creationId xmlns:a16="http://schemas.microsoft.com/office/drawing/2014/main" id="{08CD0C1C-FF15-4288-5694-0C8CA50F5FE0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153752163"/>
              </p:ext>
            </p:extLst>
          </p:nvPr>
        </p:nvGraphicFramePr>
        <p:xfrm>
          <a:off x="514373" y="1366988"/>
          <a:ext cx="11231293" cy="4606800"/>
        </p:xfrm>
        <a:graphic>
          <a:graphicData uri="http://schemas.openxmlformats.org/drawingml/2006/table">
            <a:tbl>
              <a:tblPr firstRow="1" bandRow="1">
                <a:effectLst/>
                <a:tableStyleId>{F2DE63D5-997A-4646-A377-4702673A728D}</a:tableStyleId>
              </a:tblPr>
              <a:tblGrid>
                <a:gridCol w="689995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216783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094916">
                  <a:extLst>
                    <a:ext uri="{9D8B030D-6E8A-4147-A177-3AD203B41FA5}">
                      <a16:colId xmlns:a16="http://schemas.microsoft.com/office/drawing/2014/main" val="3286041723"/>
                    </a:ext>
                  </a:extLst>
                </a:gridCol>
                <a:gridCol w="2019644">
                  <a:extLst>
                    <a:ext uri="{9D8B030D-6E8A-4147-A177-3AD203B41FA5}">
                      <a16:colId xmlns:a16="http://schemas.microsoft.com/office/drawing/2014/main" val="4263492041"/>
                    </a:ext>
                  </a:extLst>
                </a:gridCol>
              </a:tblGrid>
              <a:tr h="0">
                <a:tc>
                  <a:txBody>
                    <a:bodyPr/>
                    <a:lstStyle/>
                    <a:p>
                      <a:pPr marL="0" marR="0" indent="0" algn="l" defTabSz="4572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b="1" sz="1400">
                          <a:solidFill>
                            <a:schemeClr val="bg1"/>
                          </a:solidFill>
                          <a:latin typeface="+mn-lt"/>
                        </a:rPr>
                        <a:t>File name</a:t>
                      </a:r>
                      <a:endParaRPr lang="en-US" sz="1400" b="1" i="0" noProof="0" dirty="0">
                        <a:solidFill>
                          <a:schemeClr val="bg1"/>
                        </a:solidFill>
                        <a:latin typeface="+mn-lt"/>
                        <a:cs typeface="TheSans B4 SemiLight"/>
                      </a:endParaRPr>
                    </a:p>
                  </a:txBody>
                  <a:tcPr marL="108000" marR="108000" marT="72000" marB="72000">
                    <a:lnL w="9525" cap="flat" cmpd="sng" algn="ctr">
                      <a:noFill/>
                      <a:prstDash val="solid"/>
                    </a:lnL>
                    <a:lnR>
                      <a:noFill/>
                    </a:lnR>
                    <a:lnT w="9525" cap="flat" cmpd="sng" algn="ctr">
                      <a:noFill/>
                      <a:prstDash val="solid"/>
                    </a:lnT>
                    <a:lnB w="19050" cap="flat" cmpd="sng" algn="ctr">
                      <a:noFill/>
                      <a:prstDash val="sysDot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tx2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b="1" sz="1400">
                          <a:solidFill>
                            <a:schemeClr val="bg1"/>
                          </a:solidFill>
                          <a:latin typeface="+mn-lt"/>
                        </a:rPr>
                        <a:t>LOC</a:t>
                      </a:r>
                      <a:endParaRPr lang="en-US" sz="1400" b="1" i="0" noProof="0" dirty="0">
                        <a:solidFill>
                          <a:schemeClr val="bg1"/>
                        </a:solidFill>
                        <a:latin typeface="+mn-lt"/>
                        <a:cs typeface="TheSans B4 SemiLight"/>
                      </a:endParaRPr>
                    </a:p>
                  </a:txBody>
                  <a:tcPr marL="108000" marR="108000" marT="72000" marB="72000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noFill/>
                      <a:prstDash val="solid"/>
                    </a:lnT>
                    <a:lnB w="19050" cap="flat" cmpd="sng" algn="ctr">
                      <a:noFill/>
                      <a:prstDash val="sysDot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1F354B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b="1" i="0" sz="1400">
                          <a:solidFill>
                            <a:schemeClr val="bg1"/>
                          </a:solidFill>
                          <a:latin typeface="+mn-lt"/>
                        </a:rPr>
                        <a:t>Fan-in</a:t>
                      </a:r>
                    </a:p>
                  </a:txBody>
                  <a:tcPr marL="108000" marR="108000" marT="72000" marB="72000">
                    <a:lnL>
                      <a:noFill/>
                    </a:lnL>
                    <a:lnR w="9525" cap="flat" cmpd="sng" algn="ctr">
                      <a:noFill/>
                      <a:prstDash val="solid"/>
                    </a:lnR>
                    <a:lnT w="9525" cap="flat" cmpd="sng" algn="ctr">
                      <a:noFill/>
                      <a:prstDash val="solid"/>
                    </a:lnT>
                    <a:lnB w="19050" cap="flat" cmpd="sng" algn="ctr">
                      <a:noFill/>
                      <a:prstDash val="sysDot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DFC100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b="1" i="0" sz="1400">
                          <a:solidFill>
                            <a:schemeClr val="bg1"/>
                          </a:solidFill>
                          <a:latin typeface="+mn-lt"/>
                        </a:rPr>
                        <a:t>Component</a:t>
                      </a:r>
                    </a:p>
                  </a:txBody>
                  <a:tcPr marL="108000" marR="108000" marT="72000" marB="72000">
                    <a:lnL>
                      <a:noFill/>
                    </a:lnL>
                    <a:lnR w="9525" cap="flat" cmpd="sng" algn="ctr">
                      <a:noFill/>
                      <a:prstDash val="solid"/>
                    </a:lnR>
                    <a:lnT w="9525" cap="flat" cmpd="sng" algn="ctr">
                      <a:noFill/>
                      <a:prstDash val="solid"/>
                    </a:lnT>
                    <a:lnB w="19050" cap="flat" cmpd="sng" algn="ctr">
                      <a:noFill/>
                      <a:prstDash val="sysDot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tx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marR="0" lvl="0" indent="0" algn="l" defTabSz="914400" rtl="0" eaLnBrk="1" fontAlgn="b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b="0" i="0" sz="1200" u="none">
                          <a:solidFill>
                            <a:schemeClr val="tx2"/>
                          </a:solidFill>
                          <a:latin typeface="Calibri Bold"/>
                        </a:rPr>
                        <a:t>GroupMetadataManager.java</a:t>
                      </a:r>
                    </a:p>
                  </a:txBody>
                  <a:tcPr marL="108000" marR="108000" marT="72000" marB="72000" anchor="ctr">
                    <a:lnL w="9525" cap="flat" cmpd="sng" algn="ctr">
                      <a:noFill/>
                      <a:prstDash val="solid"/>
                    </a:lnL>
                    <a:lnR>
                      <a:noFill/>
                    </a:lnR>
                    <a:lnT w="19050" cap="flat" cmpd="sng" algn="ctr">
                      <a:noFill/>
                      <a:prstDash val="sysDot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algn="r" defTabSz="914400" rtl="0" eaLnBrk="1" fontAlgn="b" latinLnBrk="0" hangingPunct="1"/>
                      <a:r>
                        <a:rPr b="0" i="0" sz="1200" u="none">
                          <a:solidFill>
                            <a:schemeClr val="tx1">
                              <a:lumMod val="60000"/>
                              <a:lumOff val="40000"/>
                            </a:schemeClr>
                          </a:solidFill>
                          <a:latin typeface="Calibri Regular"/>
                        </a:rPr>
                        <a:t>5763</a:t>
                      </a:r>
                    </a:p>
                  </a:txBody>
                  <a:tcPr marL="108000" marR="108000" marT="72000" marB="72000" anchor="ctr">
                    <a:lnL>
                      <a:noFill/>
                    </a:lnL>
                    <a:lnR>
                      <a:noFill/>
                    </a:lnR>
                    <a:lnT w="19050" cap="flat" cmpd="sng" algn="ctr">
                      <a:noFill/>
                      <a:prstDash val="sysDot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algn="r" defTabSz="914400" rtl="0" eaLnBrk="1" fontAlgn="b" latinLnBrk="0" hangingPunct="1"/>
                      <a:r>
                        <a:rPr b="0" i="0" sz="1200" u="none">
                          <a:solidFill>
                            <a:schemeClr val="tx2"/>
                          </a:solidFill>
                          <a:latin typeface="Calibri Regular"/>
                        </a:rPr>
                        <a:t>73</a:t>
                      </a:r>
                    </a:p>
                  </a:txBody>
                  <a:tcPr marL="108000" marR="108000" marT="72000" marB="72000" anchor="ctr">
                    <a:lnL>
                      <a:noFill/>
                    </a:lnL>
                    <a:lnR w="9525" cap="flat" cmpd="sng" algn="ctr">
                      <a:noFill/>
                      <a:prstDash val="solid"/>
                    </a:lnR>
                    <a:lnT w="19050" cap="flat" cmpd="sng" algn="ctr">
                      <a:noFill/>
                      <a:prstDash val="sysDot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EF5BA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b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b="0" i="0" sz="1200" u="none">
                          <a:solidFill>
                            <a:schemeClr val="tx1">
                              <a:lumMod val="60000"/>
                              <a:lumOff val="40000"/>
                            </a:schemeClr>
                          </a:solidFill>
                          <a:latin typeface="Calibri Regular"/>
                        </a:rPr>
                        <a:t>group-coordinator</a:t>
                      </a:r>
                    </a:p>
                  </a:txBody>
                  <a:tcPr marL="108000" marR="108000" marT="72000" marB="72000" anchor="ctr">
                    <a:lnL>
                      <a:noFill/>
                    </a:lnL>
                    <a:lnR w="9525" cap="flat" cmpd="sng" algn="ctr">
                      <a:noFill/>
                      <a:prstDash val="solid"/>
                    </a:lnR>
                    <a:lnT w="19050" cap="flat" cmpd="sng" algn="ctr">
                      <a:noFill/>
                      <a:prstDash val="sysDot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algn="l" fontAlgn="b"/>
                      <a:r>
                        <a:rPr b="0" i="0" sz="1200" u="none">
                          <a:solidFill>
                            <a:schemeClr val="tx2"/>
                          </a:solidFill>
                          <a:latin typeface="Calibri Bold"/>
                        </a:rPr>
                        <a:t>InternalTopologyBuilder.java</a:t>
                      </a:r>
                      <a:endParaRPr lang="en-US" sz="1200" b="0" i="0" u="none" strike="noStrike" noProof="0" dirty="0">
                        <a:solidFill>
                          <a:schemeClr val="tx2"/>
                        </a:solidFill>
                        <a:effectLst/>
                        <a:latin typeface="Calibri Regular"/>
                      </a:endParaRPr>
                    </a:p>
                  </a:txBody>
                  <a:tcPr marL="108000" marR="108000" marT="72000" marB="72000" anchor="ctr">
                    <a:lnL w="9525" cap="flat" cmpd="sng" algn="ctr">
                      <a:noFill/>
                      <a:prstDash val="solid"/>
                    </a:lnL>
                    <a:lnR>
                      <a:noFill/>
                    </a:lnR>
                    <a:lnT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algn="r" defTabSz="914400" rtl="0" eaLnBrk="1" fontAlgn="b" latinLnBrk="0" hangingPunct="1"/>
                      <a:r>
                        <a:rPr b="0" i="0" sz="1200" u="none">
                          <a:solidFill>
                            <a:schemeClr val="tx1">
                              <a:lumMod val="60000"/>
                              <a:lumOff val="40000"/>
                            </a:schemeClr>
                          </a:solidFill>
                          <a:latin typeface="Calibri Regular"/>
                        </a:rPr>
                        <a:t>1858</a:t>
                      </a:r>
                      <a:endParaRPr lang="en-US" sz="1200" b="0" i="0" u="none" strike="noStrike" kern="1200" noProof="0" dirty="0">
                        <a:solidFill>
                          <a:schemeClr val="tx1">
                            <a:lumMod val="60000"/>
                            <a:lumOff val="40000"/>
                          </a:schemeClr>
                        </a:solidFill>
                        <a:effectLst/>
                        <a:latin typeface="Calibri Regular"/>
                        <a:ea typeface="+mn-ea"/>
                        <a:cs typeface="+mn-cs"/>
                      </a:endParaRPr>
                    </a:p>
                  </a:txBody>
                  <a:tcPr marL="108000" marR="108000" marT="72000" marB="72000" anchor="ctr">
                    <a:lnL>
                      <a:noFill/>
                    </a:lnL>
                    <a:lnR>
                      <a:noFill/>
                    </a:lnR>
                    <a:lnT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indent="0" algn="r" defTabSz="914400" rtl="0" eaLnBrk="1" fontAlgn="b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b="0" i="0" sz="1200" u="none">
                          <a:solidFill>
                            <a:schemeClr val="tx2"/>
                          </a:solidFill>
                          <a:latin typeface="Calibri Regular"/>
                        </a:rPr>
                        <a:t>127</a:t>
                      </a:r>
                      <a:endParaRPr lang="en-US" sz="1200" b="0" i="0" u="none" strike="noStrike" kern="1200" noProof="0" dirty="0">
                        <a:solidFill>
                          <a:schemeClr val="tx2"/>
                        </a:solidFill>
                        <a:effectLst/>
                        <a:latin typeface="Calibri Regular"/>
                        <a:ea typeface="+mn-ea"/>
                        <a:cs typeface="+mn-cs"/>
                      </a:endParaRPr>
                    </a:p>
                  </a:txBody>
                  <a:tcPr marL="108000" marR="108000" marT="72000" marB="72000" anchor="ctr">
                    <a:lnL>
                      <a:noFill/>
                    </a:lnL>
                    <a:lnR w="9525" cap="flat" cmpd="sng" algn="ctr">
                      <a:noFill/>
                      <a:prstDash val="solid"/>
                    </a:lnR>
                    <a:lnT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EF5BA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indent="0" algn="l" defTabSz="457200" rtl="0" eaLnBrk="1" fontAlgn="b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b="0" i="0" sz="1200" u="none">
                          <a:solidFill>
                            <a:schemeClr val="tx1">
                              <a:lumMod val="60000"/>
                              <a:lumOff val="40000"/>
                            </a:schemeClr>
                          </a:solidFill>
                          <a:latin typeface="Calibri Regular"/>
                        </a:rPr>
                        <a:t>streams</a:t>
                      </a:r>
                      <a:endParaRPr lang="en-US" sz="1200" b="0" i="0" u="none" strike="noStrike" noProof="0" dirty="0">
                        <a:solidFill>
                          <a:schemeClr val="tx1">
                            <a:lumMod val="60000"/>
                            <a:lumOff val="40000"/>
                          </a:schemeClr>
                        </a:solidFill>
                        <a:effectLst/>
                        <a:latin typeface="Calibri Regular"/>
                      </a:endParaRPr>
                    </a:p>
                  </a:txBody>
                  <a:tcPr marL="108000" marR="108000" marT="72000" marB="72000" anchor="ctr">
                    <a:lnL>
                      <a:noFill/>
                    </a:lnL>
                    <a:lnR w="9525" cap="flat" cmpd="sng" algn="ctr">
                      <a:noFill/>
                      <a:prstDash val="solid"/>
                    </a:lnR>
                    <a:lnT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algn="l" fontAlgn="b"/>
                      <a:r>
                        <a:rPr b="0" i="0" sz="1200" u="none">
                          <a:solidFill>
                            <a:schemeClr val="tx2"/>
                          </a:solidFill>
                          <a:latin typeface="Calibri Bold"/>
                        </a:rPr>
                        <a:t>UnifiedLog.java</a:t>
                      </a:r>
                      <a:endParaRPr lang="en-US" sz="1200" b="0" i="0" u="none" strike="noStrike" noProof="0" dirty="0">
                        <a:solidFill>
                          <a:schemeClr val="tx2"/>
                        </a:solidFill>
                        <a:effectLst/>
                        <a:latin typeface="Calibri Regular"/>
                      </a:endParaRPr>
                    </a:p>
                  </a:txBody>
                  <a:tcPr marL="108000" marR="108000" marT="72000" marB="72000" anchor="ctr">
                    <a:lnL w="9525" cap="flat" cmpd="sng" algn="ctr">
                      <a:noFill/>
                      <a:prstDash val="solid"/>
                    </a:lnL>
                    <a:lnR>
                      <a:noFill/>
                    </a:lnR>
                    <a:lnT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algn="r" defTabSz="914400" rtl="0" eaLnBrk="1" fontAlgn="b" latinLnBrk="0" hangingPunct="1"/>
                      <a:r>
                        <a:rPr b="0" i="0" sz="1200" u="none">
                          <a:solidFill>
                            <a:schemeClr val="tx1">
                              <a:lumMod val="60000"/>
                              <a:lumOff val="40000"/>
                            </a:schemeClr>
                          </a:solidFill>
                          <a:latin typeface="Calibri Regular"/>
                        </a:rPr>
                        <a:t>1831</a:t>
                      </a:r>
                      <a:endParaRPr lang="en-US" sz="1200" b="0" i="0" u="none" strike="noStrike" kern="1200" noProof="0" dirty="0">
                        <a:solidFill>
                          <a:schemeClr val="tx1">
                            <a:lumMod val="60000"/>
                            <a:lumOff val="40000"/>
                          </a:schemeClr>
                        </a:solidFill>
                        <a:effectLst/>
                        <a:latin typeface="Calibri Regular"/>
                        <a:ea typeface="+mn-ea"/>
                        <a:cs typeface="+mn-cs"/>
                      </a:endParaRPr>
                    </a:p>
                  </a:txBody>
                  <a:tcPr marL="108000" marR="108000" marT="72000" marB="72000" anchor="ctr">
                    <a:lnL>
                      <a:noFill/>
                    </a:lnL>
                    <a:lnR>
                      <a:noFill/>
                    </a:lnR>
                    <a:lnT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algn="r" defTabSz="914400" rtl="0" eaLnBrk="1" fontAlgn="b" latinLnBrk="0" hangingPunct="1"/>
                      <a:r>
                        <a:rPr b="0" i="0" sz="1200" u="none">
                          <a:solidFill>
                            <a:schemeClr val="tx2"/>
                          </a:solidFill>
                          <a:latin typeface="Calibri Regular"/>
                        </a:rPr>
                        <a:t>130</a:t>
                      </a:r>
                      <a:endParaRPr lang="en-US" sz="1200" b="0" i="0" u="none" strike="noStrike" kern="1200" noProof="0" dirty="0">
                        <a:solidFill>
                          <a:schemeClr val="tx2"/>
                        </a:solidFill>
                        <a:effectLst/>
                        <a:latin typeface="Calibri Regular"/>
                        <a:ea typeface="+mn-ea"/>
                        <a:cs typeface="+mn-cs"/>
                      </a:endParaRPr>
                    </a:p>
                  </a:txBody>
                  <a:tcPr marL="108000" marR="108000" marT="72000" marB="72000" anchor="ctr">
                    <a:lnL>
                      <a:noFill/>
                    </a:lnL>
                    <a:lnR w="9525" cap="flat" cmpd="sng" algn="ctr">
                      <a:noFill/>
                      <a:prstDash val="solid"/>
                    </a:lnR>
                    <a:lnT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EF5BA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b"/>
                      <a:r>
                        <a:rPr b="0" i="0" sz="1200" u="none">
                          <a:solidFill>
                            <a:schemeClr val="tx1">
                              <a:lumMod val="60000"/>
                              <a:lumOff val="40000"/>
                            </a:schemeClr>
                          </a:solidFill>
                          <a:latin typeface="Calibri Regular"/>
                        </a:rPr>
                        <a:t>storage</a:t>
                      </a:r>
                      <a:endParaRPr lang="en-US" sz="1200" b="0" i="0" u="none" strike="noStrike" noProof="0" dirty="0">
                        <a:solidFill>
                          <a:schemeClr val="tx1">
                            <a:lumMod val="60000"/>
                            <a:lumOff val="40000"/>
                          </a:schemeClr>
                        </a:solidFill>
                        <a:effectLst/>
                        <a:latin typeface="Calibri Regular"/>
                      </a:endParaRPr>
                    </a:p>
                  </a:txBody>
                  <a:tcPr marL="108000" marR="108000" marT="72000" marB="72000" anchor="ctr">
                    <a:lnL>
                      <a:noFill/>
                    </a:lnL>
                    <a:lnR w="9525" cap="flat" cmpd="sng" algn="ctr">
                      <a:noFill/>
                      <a:prstDash val="solid"/>
                    </a:lnR>
                    <a:lnT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algn="l" fontAlgn="b"/>
                      <a:r>
                        <a:rPr b="0" i="0" sz="1200" u="none">
                          <a:solidFill>
                            <a:schemeClr val="tx2"/>
                          </a:solidFill>
                          <a:latin typeface="Calibri Bold"/>
                        </a:rPr>
                        <a:t>Worker.java</a:t>
                      </a:r>
                      <a:endParaRPr lang="en-US" sz="1200" b="0" i="0" u="none" strike="noStrike" noProof="0" dirty="0">
                        <a:solidFill>
                          <a:schemeClr val="tx2"/>
                        </a:solidFill>
                        <a:effectLst/>
                        <a:latin typeface="Calibri Regular"/>
                      </a:endParaRPr>
                    </a:p>
                  </a:txBody>
                  <a:tcPr marL="108000" marR="108000" marT="72000" marB="72000" anchor="ctr">
                    <a:lnL w="9525" cap="flat" cmpd="sng" algn="ctr">
                      <a:noFill/>
                      <a:prstDash val="solid"/>
                    </a:lnL>
                    <a:lnR>
                      <a:noFill/>
                    </a:lnR>
                    <a:lnT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algn="r" defTabSz="914400" rtl="0" eaLnBrk="1" fontAlgn="b" latinLnBrk="0" hangingPunct="1"/>
                      <a:r>
                        <a:rPr b="0" i="0" sz="1200" u="none">
                          <a:solidFill>
                            <a:schemeClr val="tx1">
                              <a:lumMod val="60000"/>
                              <a:lumOff val="40000"/>
                            </a:schemeClr>
                          </a:solidFill>
                          <a:latin typeface="Calibri Regular"/>
                        </a:rPr>
                        <a:t>1717</a:t>
                      </a:r>
                      <a:endParaRPr lang="en-US" sz="1200" b="0" i="0" u="none" strike="noStrike" kern="1200" noProof="0" dirty="0">
                        <a:solidFill>
                          <a:schemeClr val="tx1">
                            <a:lumMod val="60000"/>
                            <a:lumOff val="40000"/>
                          </a:schemeClr>
                        </a:solidFill>
                        <a:effectLst/>
                        <a:latin typeface="Calibri Regular"/>
                        <a:ea typeface="+mn-ea"/>
                        <a:cs typeface="+mn-cs"/>
                      </a:endParaRPr>
                    </a:p>
                  </a:txBody>
                  <a:tcPr marL="108000" marR="108000" marT="72000" marB="72000" anchor="ctr">
                    <a:lnL>
                      <a:noFill/>
                    </a:lnL>
                    <a:lnR>
                      <a:noFill/>
                    </a:lnR>
                    <a:lnT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algn="r" defTabSz="914400" rtl="0" eaLnBrk="1" fontAlgn="b" latinLnBrk="0" hangingPunct="1"/>
                      <a:r>
                        <a:rPr b="0" i="0" sz="1200" u="none">
                          <a:solidFill>
                            <a:schemeClr val="tx2"/>
                          </a:solidFill>
                          <a:latin typeface="Calibri Regular"/>
                        </a:rPr>
                        <a:t>79</a:t>
                      </a:r>
                      <a:endParaRPr lang="en-US" sz="1200" b="0" i="0" u="none" strike="noStrike" kern="1200" noProof="0" dirty="0">
                        <a:solidFill>
                          <a:schemeClr val="tx2"/>
                        </a:solidFill>
                        <a:effectLst/>
                        <a:latin typeface="Calibri Regular"/>
                        <a:ea typeface="+mn-ea"/>
                        <a:cs typeface="+mn-cs"/>
                      </a:endParaRPr>
                    </a:p>
                  </a:txBody>
                  <a:tcPr marL="108000" marR="108000" marT="72000" marB="72000" anchor="ctr">
                    <a:lnL>
                      <a:noFill/>
                    </a:lnL>
                    <a:lnR w="9525" cap="flat" cmpd="sng" algn="ctr">
                      <a:noFill/>
                      <a:prstDash val="solid"/>
                    </a:lnR>
                    <a:lnT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EF5BA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b"/>
                      <a:r>
                        <a:rPr b="0" i="0" sz="1200" u="none">
                          <a:solidFill>
                            <a:schemeClr val="tx1">
                              <a:lumMod val="60000"/>
                              <a:lumOff val="40000"/>
                            </a:schemeClr>
                          </a:solidFill>
                          <a:latin typeface="Calibri Regular"/>
                        </a:rPr>
                        <a:t>connect</a:t>
                      </a:r>
                      <a:endParaRPr lang="en-US" sz="1200" b="0" i="0" u="none" strike="noStrike" noProof="0" dirty="0">
                        <a:solidFill>
                          <a:schemeClr val="tx1">
                            <a:lumMod val="60000"/>
                            <a:lumOff val="40000"/>
                          </a:schemeClr>
                        </a:solidFill>
                        <a:effectLst/>
                        <a:latin typeface="Calibri Regular"/>
                      </a:endParaRPr>
                    </a:p>
                  </a:txBody>
                  <a:tcPr marL="108000" marR="108000" marT="72000" marB="72000" anchor="ctr">
                    <a:lnL>
                      <a:noFill/>
                    </a:lnL>
                    <a:lnR w="9525" cap="flat" cmpd="sng" algn="ctr">
                      <a:noFill/>
                      <a:prstDash val="solid"/>
                    </a:lnR>
                    <a:lnT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algn="l" fontAlgn="b"/>
                      <a:r>
                        <a:rPr b="0" i="0" sz="1200" u="none">
                          <a:solidFill>
                            <a:schemeClr val="tx2"/>
                          </a:solidFill>
                          <a:latin typeface="Calibri Bold"/>
                        </a:rPr>
                        <a:t>TaskManager.java</a:t>
                      </a:r>
                      <a:endParaRPr lang="en-US" sz="1200" b="0" i="0" u="none" strike="noStrike" noProof="0" dirty="0">
                        <a:solidFill>
                          <a:schemeClr val="tx2"/>
                        </a:solidFill>
                        <a:effectLst/>
                        <a:latin typeface="Calibri Regular"/>
                      </a:endParaRPr>
                    </a:p>
                  </a:txBody>
                  <a:tcPr marL="108000" marR="108000" marT="72000" marB="72000" anchor="ctr">
                    <a:lnL w="9525" cap="flat" cmpd="sng" algn="ctr">
                      <a:noFill/>
                      <a:prstDash val="solid"/>
                    </a:lnL>
                    <a:lnR>
                      <a:noFill/>
                    </a:lnR>
                    <a:lnT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algn="r" defTabSz="914400" rtl="0" eaLnBrk="1" fontAlgn="b" latinLnBrk="0" hangingPunct="1"/>
                      <a:r>
                        <a:rPr b="0" i="0" sz="1200" u="none">
                          <a:solidFill>
                            <a:schemeClr val="tx1">
                              <a:lumMod val="60000"/>
                              <a:lumOff val="40000"/>
                            </a:schemeClr>
                          </a:solidFill>
                          <a:latin typeface="Calibri Regular"/>
                        </a:rPr>
                        <a:t>1600</a:t>
                      </a:r>
                      <a:endParaRPr lang="en-US" sz="1200" b="0" i="0" u="none" strike="noStrike" kern="1200" noProof="0" dirty="0">
                        <a:solidFill>
                          <a:schemeClr val="tx1">
                            <a:lumMod val="60000"/>
                            <a:lumOff val="40000"/>
                          </a:schemeClr>
                        </a:solidFill>
                        <a:effectLst/>
                        <a:latin typeface="Calibri Regular"/>
                        <a:ea typeface="+mn-ea"/>
                        <a:cs typeface="+mn-cs"/>
                      </a:endParaRPr>
                    </a:p>
                  </a:txBody>
                  <a:tcPr marL="108000" marR="108000" marT="72000" marB="72000" anchor="ctr">
                    <a:lnL>
                      <a:noFill/>
                    </a:lnL>
                    <a:lnR>
                      <a:noFill/>
                    </a:lnR>
                    <a:lnT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algn="r" defTabSz="914400" rtl="0" eaLnBrk="1" fontAlgn="b" latinLnBrk="0" hangingPunct="1"/>
                      <a:r>
                        <a:rPr b="0" i="0" sz="1200" u="none">
                          <a:solidFill>
                            <a:schemeClr val="tx2"/>
                          </a:solidFill>
                          <a:latin typeface="Calibri Regular"/>
                        </a:rPr>
                        <a:t>73</a:t>
                      </a:r>
                      <a:endParaRPr lang="en-US" sz="1200" b="0" i="0" u="none" strike="noStrike" kern="1200" noProof="0" dirty="0">
                        <a:solidFill>
                          <a:schemeClr val="tx2"/>
                        </a:solidFill>
                        <a:effectLst/>
                        <a:latin typeface="Calibri Regular"/>
                        <a:ea typeface="+mn-ea"/>
                        <a:cs typeface="+mn-cs"/>
                      </a:endParaRPr>
                    </a:p>
                  </a:txBody>
                  <a:tcPr marL="108000" marR="108000" marT="72000" marB="72000" anchor="ctr">
                    <a:lnL>
                      <a:noFill/>
                    </a:lnL>
                    <a:lnR w="9525" cap="flat" cmpd="sng" algn="ctr">
                      <a:noFill/>
                      <a:prstDash val="solid"/>
                    </a:lnR>
                    <a:lnT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EF5BA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b"/>
                      <a:r>
                        <a:rPr b="0" i="0" sz="1200" u="none">
                          <a:solidFill>
                            <a:schemeClr val="tx1">
                              <a:lumMod val="60000"/>
                              <a:lumOff val="40000"/>
                            </a:schemeClr>
                          </a:solidFill>
                          <a:latin typeface="Calibri Regular"/>
                        </a:rPr>
                        <a:t>streams</a:t>
                      </a:r>
                      <a:endParaRPr lang="en-US" sz="1200" b="0" i="0" u="none" strike="noStrike" noProof="0" dirty="0">
                        <a:solidFill>
                          <a:schemeClr val="tx1">
                            <a:lumMod val="60000"/>
                            <a:lumOff val="40000"/>
                          </a:schemeClr>
                        </a:solidFill>
                        <a:effectLst/>
                        <a:latin typeface="Calibri Regular"/>
                      </a:endParaRPr>
                    </a:p>
                  </a:txBody>
                  <a:tcPr marL="108000" marR="108000" marT="72000" marB="72000" anchor="ctr">
                    <a:lnL>
                      <a:noFill/>
                    </a:lnL>
                    <a:lnR w="9525" cap="flat" cmpd="sng" algn="ctr">
                      <a:noFill/>
                      <a:prstDash val="solid"/>
                    </a:lnR>
                    <a:lnT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001900654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algn="l" fontAlgn="b"/>
                      <a:r>
                        <a:rPr b="0" i="0" sz="1200" u="none">
                          <a:solidFill>
                            <a:schemeClr val="tx2"/>
                          </a:solidFill>
                          <a:latin typeface="Calibri Bold"/>
                        </a:rPr>
                        <a:t>TransactionManager.java</a:t>
                      </a:r>
                      <a:endParaRPr lang="en-US" sz="1200" b="0" i="0" u="none" strike="noStrike" noProof="0" dirty="0">
                        <a:solidFill>
                          <a:schemeClr val="tx2"/>
                        </a:solidFill>
                        <a:effectLst/>
                        <a:latin typeface="Calibri Regular"/>
                      </a:endParaRPr>
                    </a:p>
                  </a:txBody>
                  <a:tcPr marL="108000" marR="108000" marT="72000" marB="72000" anchor="ctr">
                    <a:lnL w="9525" cap="flat" cmpd="sng" algn="ctr">
                      <a:noFill/>
                      <a:prstDash val="solid"/>
                    </a:lnL>
                    <a:lnR>
                      <a:noFill/>
                    </a:lnR>
                    <a:lnT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algn="r" defTabSz="914400" rtl="0" eaLnBrk="1" fontAlgn="b" latinLnBrk="0" hangingPunct="1"/>
                      <a:r>
                        <a:rPr b="0" i="0" sz="1200" u="none">
                          <a:solidFill>
                            <a:schemeClr val="tx1">
                              <a:lumMod val="60000"/>
                              <a:lumOff val="40000"/>
                            </a:schemeClr>
                          </a:solidFill>
                          <a:latin typeface="Calibri Regular"/>
                        </a:rPr>
                        <a:t>1442</a:t>
                      </a:r>
                      <a:endParaRPr lang="en-US" sz="1200" b="0" i="0" u="none" strike="noStrike" kern="1200" noProof="0" dirty="0">
                        <a:solidFill>
                          <a:schemeClr val="tx1">
                            <a:lumMod val="60000"/>
                            <a:lumOff val="40000"/>
                          </a:schemeClr>
                        </a:solidFill>
                        <a:effectLst/>
                        <a:latin typeface="Calibri Regular"/>
                        <a:ea typeface="+mn-ea"/>
                        <a:cs typeface="+mn-cs"/>
                      </a:endParaRPr>
                    </a:p>
                  </a:txBody>
                  <a:tcPr marL="108000" marR="108000" marT="72000" marB="72000" anchor="ctr">
                    <a:lnL>
                      <a:noFill/>
                    </a:lnL>
                    <a:lnR>
                      <a:noFill/>
                    </a:lnR>
                    <a:lnT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algn="r" defTabSz="914400" rtl="0" eaLnBrk="1" fontAlgn="b" latinLnBrk="0" hangingPunct="1"/>
                      <a:r>
                        <a:rPr b="0" i="0" sz="1200" u="none">
                          <a:solidFill>
                            <a:schemeClr val="tx2"/>
                          </a:solidFill>
                          <a:latin typeface="Calibri Regular"/>
                        </a:rPr>
                        <a:t>65</a:t>
                      </a:r>
                      <a:endParaRPr lang="en-US" sz="1200" b="0" i="0" u="none" strike="noStrike" kern="1200" noProof="0" dirty="0">
                        <a:solidFill>
                          <a:schemeClr val="tx2"/>
                        </a:solidFill>
                        <a:effectLst/>
                        <a:latin typeface="Calibri Regular"/>
                        <a:ea typeface="+mn-ea"/>
                        <a:cs typeface="+mn-cs"/>
                      </a:endParaRPr>
                    </a:p>
                  </a:txBody>
                  <a:tcPr marL="108000" marR="108000" marT="72000" marB="72000" anchor="ctr">
                    <a:lnL>
                      <a:noFill/>
                    </a:lnL>
                    <a:lnR w="9525" cap="flat" cmpd="sng" algn="ctr">
                      <a:noFill/>
                      <a:prstDash val="solid"/>
                    </a:lnR>
                    <a:lnT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EF5BA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b"/>
                      <a:r>
                        <a:rPr b="0" i="0" sz="1200" u="none">
                          <a:solidFill>
                            <a:schemeClr val="tx1">
                              <a:lumMod val="60000"/>
                              <a:lumOff val="40000"/>
                            </a:schemeClr>
                          </a:solidFill>
                          <a:latin typeface="Calibri Regular"/>
                        </a:rPr>
                        <a:t>clients</a:t>
                      </a:r>
                      <a:endParaRPr lang="en-US" sz="1200" b="0" i="0" u="none" strike="noStrike" noProof="0" dirty="0">
                        <a:solidFill>
                          <a:schemeClr val="tx1">
                            <a:lumMod val="60000"/>
                            <a:lumOff val="40000"/>
                          </a:schemeClr>
                        </a:solidFill>
                        <a:effectLst/>
                        <a:latin typeface="Calibri Regular"/>
                      </a:endParaRPr>
                    </a:p>
                  </a:txBody>
                  <a:tcPr marL="108000" marR="108000" marT="72000" marB="72000" anchor="ctr">
                    <a:lnL>
                      <a:noFill/>
                    </a:lnL>
                    <a:lnR w="9525" cap="flat" cmpd="sng" algn="ctr">
                      <a:noFill/>
                      <a:prstDash val="solid"/>
                    </a:lnR>
                    <a:lnT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928811833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algn="l" fontAlgn="b"/>
                      <a:r>
                        <a:rPr b="0" i="0" sz="1200" u="none">
                          <a:solidFill>
                            <a:schemeClr val="tx2"/>
                          </a:solidFill>
                          <a:latin typeface="Calibri Bold"/>
                        </a:rPr>
                        <a:t>CoordinatorRuntime.java</a:t>
                      </a:r>
                      <a:endParaRPr lang="en-US" sz="1200" b="0" i="0" u="none" strike="noStrike" noProof="0" dirty="0">
                        <a:solidFill>
                          <a:schemeClr val="tx2"/>
                        </a:solidFill>
                        <a:effectLst/>
                        <a:latin typeface="Calibri Regular"/>
                      </a:endParaRPr>
                    </a:p>
                  </a:txBody>
                  <a:tcPr marL="108000" marR="108000" marT="72000" marB="72000" anchor="ctr">
                    <a:lnL w="9525" cap="flat" cmpd="sng" algn="ctr">
                      <a:noFill/>
                      <a:prstDash val="solid"/>
                    </a:lnL>
                    <a:lnR>
                      <a:noFill/>
                    </a:lnR>
                    <a:lnT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algn="r" defTabSz="914400" rtl="0" eaLnBrk="1" fontAlgn="b" latinLnBrk="0" hangingPunct="1"/>
                      <a:r>
                        <a:rPr b="0" i="0" sz="1200" u="none">
                          <a:solidFill>
                            <a:schemeClr val="tx1">
                              <a:lumMod val="60000"/>
                              <a:lumOff val="40000"/>
                            </a:schemeClr>
                          </a:solidFill>
                          <a:latin typeface="Calibri Regular"/>
                        </a:rPr>
                        <a:t>1404</a:t>
                      </a:r>
                      <a:endParaRPr lang="en-US" sz="1200" b="0" i="0" u="none" strike="noStrike" kern="1200" noProof="0" dirty="0">
                        <a:solidFill>
                          <a:schemeClr val="tx1">
                            <a:lumMod val="60000"/>
                            <a:lumOff val="40000"/>
                          </a:schemeClr>
                        </a:solidFill>
                        <a:effectLst/>
                        <a:latin typeface="Calibri Regular"/>
                        <a:ea typeface="+mn-ea"/>
                        <a:cs typeface="+mn-cs"/>
                      </a:endParaRPr>
                    </a:p>
                  </a:txBody>
                  <a:tcPr marL="108000" marR="108000" marT="72000" marB="72000" anchor="ctr">
                    <a:lnL>
                      <a:noFill/>
                    </a:lnL>
                    <a:lnR>
                      <a:noFill/>
                    </a:lnR>
                    <a:lnT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algn="r" defTabSz="914400" rtl="0" eaLnBrk="1" fontAlgn="b" latinLnBrk="0" hangingPunct="1"/>
                      <a:r>
                        <a:rPr b="0" i="0" sz="1200" u="none">
                          <a:solidFill>
                            <a:schemeClr val="tx2"/>
                          </a:solidFill>
                          <a:latin typeface="Calibri Regular"/>
                        </a:rPr>
                        <a:t>80</a:t>
                      </a:r>
                      <a:endParaRPr lang="en-US" sz="1200" b="0" i="0" u="none" strike="noStrike" kern="1200" noProof="0" dirty="0">
                        <a:solidFill>
                          <a:schemeClr val="tx2"/>
                        </a:solidFill>
                        <a:effectLst/>
                        <a:latin typeface="Calibri Regular"/>
                        <a:ea typeface="+mn-ea"/>
                        <a:cs typeface="+mn-cs"/>
                      </a:endParaRPr>
                    </a:p>
                  </a:txBody>
                  <a:tcPr marL="108000" marR="108000" marT="72000" marB="72000" anchor="ctr">
                    <a:lnL>
                      <a:noFill/>
                    </a:lnL>
                    <a:lnR w="9525" cap="flat" cmpd="sng" algn="ctr">
                      <a:noFill/>
                      <a:prstDash val="solid"/>
                    </a:lnR>
                    <a:lnT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EF5BA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b"/>
                      <a:r>
                        <a:rPr b="0" i="0" sz="1200" u="none">
                          <a:solidFill>
                            <a:schemeClr val="tx1">
                              <a:lumMod val="60000"/>
                              <a:lumOff val="40000"/>
                            </a:schemeClr>
                          </a:solidFill>
                          <a:latin typeface="Calibri Regular"/>
                        </a:rPr>
                        <a:t>coordinator-common</a:t>
                      </a:r>
                      <a:endParaRPr lang="en-US" sz="1200" b="0" i="0" u="none" strike="noStrike" noProof="0" dirty="0">
                        <a:solidFill>
                          <a:schemeClr val="tx1">
                            <a:lumMod val="60000"/>
                            <a:lumOff val="40000"/>
                          </a:schemeClr>
                        </a:solidFill>
                        <a:effectLst/>
                        <a:latin typeface="Calibri Regular"/>
                      </a:endParaRPr>
                    </a:p>
                  </a:txBody>
                  <a:tcPr marL="108000" marR="108000" marT="72000" marB="72000" anchor="ctr">
                    <a:lnL>
                      <a:noFill/>
                    </a:lnL>
                    <a:lnR w="9525" cap="flat" cmpd="sng" algn="ctr">
                      <a:noFill/>
                      <a:prstDash val="solid"/>
                    </a:lnR>
                    <a:lnT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060795780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algn="l" fontAlgn="b"/>
                      <a:r>
                        <a:rPr b="0" i="0" sz="1200" u="none">
                          <a:solidFill>
                            <a:schemeClr val="tx2"/>
                          </a:solidFill>
                          <a:latin typeface="Calibri Bold"/>
                        </a:rPr>
                        <a:t>ConfigDef.java</a:t>
                      </a:r>
                      <a:endParaRPr lang="en-US" sz="1200" b="0" i="0" u="none" strike="noStrike" noProof="0" dirty="0">
                        <a:solidFill>
                          <a:schemeClr val="tx2"/>
                        </a:solidFill>
                        <a:effectLst/>
                        <a:latin typeface="Calibri Regular"/>
                      </a:endParaRPr>
                    </a:p>
                  </a:txBody>
                  <a:tcPr marL="108000" marR="108000" marT="72000" marB="72000" anchor="ctr">
                    <a:lnL w="9525" cap="flat" cmpd="sng" algn="ctr">
                      <a:noFill/>
                      <a:prstDash val="solid"/>
                    </a:lnL>
                    <a:lnR>
                      <a:noFill/>
                    </a:lnR>
                    <a:lnT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algn="r" defTabSz="914400" rtl="0" eaLnBrk="1" fontAlgn="b" latinLnBrk="0" hangingPunct="1"/>
                      <a:r>
                        <a:rPr b="0" i="0" sz="1200" u="none">
                          <a:solidFill>
                            <a:schemeClr val="tx1">
                              <a:lumMod val="60000"/>
                              <a:lumOff val="40000"/>
                            </a:schemeClr>
                          </a:solidFill>
                          <a:latin typeface="Calibri Regular"/>
                        </a:rPr>
                        <a:t>1092</a:t>
                      </a:r>
                      <a:endParaRPr lang="en-US" sz="1200" b="0" i="0" u="none" strike="noStrike" kern="1200" noProof="0" dirty="0">
                        <a:solidFill>
                          <a:schemeClr val="tx1">
                            <a:lumMod val="60000"/>
                            <a:lumOff val="40000"/>
                          </a:schemeClr>
                        </a:solidFill>
                        <a:effectLst/>
                        <a:latin typeface="Calibri Regular"/>
                        <a:ea typeface="+mn-ea"/>
                        <a:cs typeface="+mn-cs"/>
                      </a:endParaRPr>
                    </a:p>
                  </a:txBody>
                  <a:tcPr marL="108000" marR="108000" marT="72000" marB="72000" anchor="ctr">
                    <a:lnL>
                      <a:noFill/>
                    </a:lnL>
                    <a:lnR>
                      <a:noFill/>
                    </a:lnR>
                    <a:lnT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algn="r" defTabSz="914400" rtl="0" eaLnBrk="1" fontAlgn="b" latinLnBrk="0" hangingPunct="1"/>
                      <a:r>
                        <a:rPr b="0" i="0" sz="1200" u="none">
                          <a:solidFill>
                            <a:schemeClr val="tx2"/>
                          </a:solidFill>
                          <a:latin typeface="Calibri Regular"/>
                        </a:rPr>
                        <a:t>534</a:t>
                      </a:r>
                      <a:endParaRPr lang="en-US" sz="1200" b="0" i="0" u="none" strike="noStrike" kern="1200" noProof="0" dirty="0">
                        <a:solidFill>
                          <a:schemeClr val="tx2"/>
                        </a:solidFill>
                        <a:effectLst/>
                        <a:latin typeface="Calibri Regular"/>
                        <a:ea typeface="+mn-ea"/>
                        <a:cs typeface="+mn-cs"/>
                      </a:endParaRPr>
                    </a:p>
                  </a:txBody>
                  <a:tcPr marL="108000" marR="108000" marT="72000" marB="72000" anchor="ctr">
                    <a:lnL>
                      <a:noFill/>
                    </a:lnL>
                    <a:lnR w="9525" cap="flat" cmpd="sng" algn="ctr">
                      <a:noFill/>
                      <a:prstDash val="solid"/>
                    </a:lnR>
                    <a:lnT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EF5BA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b"/>
                      <a:r>
                        <a:rPr b="0" i="0" sz="1200" u="none">
                          <a:solidFill>
                            <a:schemeClr val="tx1">
                              <a:lumMod val="60000"/>
                              <a:lumOff val="40000"/>
                            </a:schemeClr>
                          </a:solidFill>
                          <a:latin typeface="Calibri Regular"/>
                        </a:rPr>
                        <a:t>clients</a:t>
                      </a:r>
                      <a:endParaRPr lang="en-US" sz="1200" b="0" i="0" u="none" strike="noStrike" noProof="0" dirty="0">
                        <a:solidFill>
                          <a:schemeClr val="tx1">
                            <a:lumMod val="60000"/>
                            <a:lumOff val="40000"/>
                          </a:schemeClr>
                        </a:solidFill>
                        <a:effectLst/>
                        <a:latin typeface="Calibri Regular"/>
                      </a:endParaRPr>
                    </a:p>
                  </a:txBody>
                  <a:tcPr marL="108000" marR="108000" marT="72000" marB="72000" anchor="ctr">
                    <a:lnL>
                      <a:noFill/>
                    </a:lnL>
                    <a:lnR w="9525" cap="flat" cmpd="sng" algn="ctr">
                      <a:noFill/>
                      <a:prstDash val="solid"/>
                    </a:lnR>
                    <a:lnT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933267410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algn="l" fontAlgn="b"/>
                      <a:r>
                        <a:rPr b="0" i="0" sz="1200" u="none">
                          <a:solidFill>
                            <a:schemeClr val="tx2"/>
                          </a:solidFill>
                          <a:latin typeface="Calibri Bold"/>
                        </a:rPr>
                        <a:t>SubscriptionState.java</a:t>
                      </a:r>
                      <a:endParaRPr lang="en-US" sz="1200" b="0" i="0" u="none" strike="noStrike" noProof="0" dirty="0">
                        <a:solidFill>
                          <a:schemeClr val="tx2"/>
                        </a:solidFill>
                        <a:effectLst/>
                        <a:latin typeface="Calibri Regular"/>
                      </a:endParaRPr>
                    </a:p>
                  </a:txBody>
                  <a:tcPr marL="108000" marR="108000" marT="72000" marB="72000" anchor="ctr">
                    <a:lnL w="9525" cap="flat" cmpd="sng" algn="ctr">
                      <a:noFill/>
                      <a:prstDash val="solid"/>
                    </a:lnL>
                    <a:lnR>
                      <a:noFill/>
                    </a:lnR>
                    <a:lnT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algn="r" defTabSz="914400" rtl="0" eaLnBrk="1" fontAlgn="b" latinLnBrk="0" hangingPunct="1"/>
                      <a:r>
                        <a:rPr b="0" i="0" sz="1200" u="none">
                          <a:solidFill>
                            <a:schemeClr val="tx1">
                              <a:lumMod val="60000"/>
                              <a:lumOff val="40000"/>
                            </a:schemeClr>
                          </a:solidFill>
                          <a:latin typeface="Calibri Regular"/>
                        </a:rPr>
                        <a:t>993</a:t>
                      </a:r>
                      <a:endParaRPr lang="en-US" sz="1200" b="0" i="0" u="none" strike="noStrike" kern="1200" noProof="0" dirty="0">
                        <a:solidFill>
                          <a:schemeClr val="tx1">
                            <a:lumMod val="60000"/>
                            <a:lumOff val="40000"/>
                          </a:schemeClr>
                        </a:solidFill>
                        <a:effectLst/>
                        <a:latin typeface="Calibri Regular"/>
                        <a:ea typeface="+mn-ea"/>
                        <a:cs typeface="+mn-cs"/>
                      </a:endParaRPr>
                    </a:p>
                  </a:txBody>
                  <a:tcPr marL="108000" marR="108000" marT="72000" marB="72000" anchor="ctr">
                    <a:lnL>
                      <a:noFill/>
                    </a:lnL>
                    <a:lnR>
                      <a:noFill/>
                    </a:lnR>
                    <a:lnT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algn="r" defTabSz="914400" rtl="0" eaLnBrk="1" fontAlgn="b" latinLnBrk="0" hangingPunct="1"/>
                      <a:r>
                        <a:rPr b="0" i="0" sz="1200" u="none">
                          <a:solidFill>
                            <a:schemeClr val="tx2"/>
                          </a:solidFill>
                          <a:latin typeface="Calibri Regular"/>
                        </a:rPr>
                        <a:t>197</a:t>
                      </a:r>
                      <a:endParaRPr lang="en-US" sz="1200" b="0" i="0" u="none" strike="noStrike" kern="1200" noProof="0" dirty="0">
                        <a:solidFill>
                          <a:schemeClr val="tx2"/>
                        </a:solidFill>
                        <a:effectLst/>
                        <a:latin typeface="Calibri Regular"/>
                        <a:ea typeface="+mn-ea"/>
                        <a:cs typeface="+mn-cs"/>
                      </a:endParaRPr>
                    </a:p>
                  </a:txBody>
                  <a:tcPr marL="108000" marR="108000" marT="72000" marB="72000" anchor="ctr">
                    <a:lnL>
                      <a:noFill/>
                    </a:lnL>
                    <a:lnR w="9525" cap="flat" cmpd="sng" algn="ctr">
                      <a:noFill/>
                      <a:prstDash val="solid"/>
                    </a:lnR>
                    <a:lnT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EF5BA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b"/>
                      <a:r>
                        <a:rPr b="0" i="0" sz="1200" u="none">
                          <a:solidFill>
                            <a:schemeClr val="tx1">
                              <a:lumMod val="60000"/>
                              <a:lumOff val="40000"/>
                            </a:schemeClr>
                          </a:solidFill>
                          <a:latin typeface="Calibri Regular"/>
                        </a:rPr>
                        <a:t>clients</a:t>
                      </a:r>
                      <a:endParaRPr lang="en-US" sz="1200" b="0" i="0" u="none" strike="noStrike" noProof="0" dirty="0">
                        <a:solidFill>
                          <a:schemeClr val="tx1">
                            <a:lumMod val="60000"/>
                            <a:lumOff val="40000"/>
                          </a:schemeClr>
                        </a:solidFill>
                        <a:effectLst/>
                        <a:latin typeface="Calibri Regular"/>
                      </a:endParaRPr>
                    </a:p>
                  </a:txBody>
                  <a:tcPr marL="108000" marR="108000" marT="72000" marB="72000" anchor="ctr">
                    <a:lnL>
                      <a:noFill/>
                    </a:lnL>
                    <a:lnR w="9525" cap="flat" cmpd="sng" algn="ctr">
                      <a:noFill/>
                      <a:prstDash val="solid"/>
                    </a:lnR>
                    <a:lnT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009910387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algn="l" fontAlgn="b"/>
                      <a:r>
                        <a:rPr b="0" i="0" sz="1200" u="none">
                          <a:solidFill>
                            <a:schemeClr val="tx2"/>
                          </a:solidFill>
                          <a:latin typeface="Calibri Bold"/>
                        </a:rPr>
                        <a:t>Utils.java</a:t>
                      </a:r>
                      <a:endParaRPr lang="en-US" sz="1200" b="0" i="0" u="none" strike="noStrike" noProof="0" dirty="0">
                        <a:solidFill>
                          <a:schemeClr val="tx2"/>
                        </a:solidFill>
                        <a:effectLst/>
                        <a:latin typeface="Calibri Regular"/>
                      </a:endParaRPr>
                    </a:p>
                  </a:txBody>
                  <a:tcPr marL="108000" marR="108000" marT="72000" marB="72000" anchor="ctr">
                    <a:lnL w="9525" cap="flat" cmpd="sng" algn="ctr">
                      <a:noFill/>
                      <a:prstDash val="solid"/>
                    </a:lnL>
                    <a:lnR>
                      <a:noFill/>
                    </a:lnR>
                    <a:lnT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algn="r" defTabSz="914400" rtl="0" eaLnBrk="1" fontAlgn="b" latinLnBrk="0" hangingPunct="1"/>
                      <a:r>
                        <a:rPr b="0" i="0" sz="1200" u="none">
                          <a:solidFill>
                            <a:schemeClr val="tx1">
                              <a:lumMod val="60000"/>
                              <a:lumOff val="40000"/>
                            </a:schemeClr>
                          </a:solidFill>
                          <a:latin typeface="Calibri Regular"/>
                        </a:rPr>
                        <a:t>974</a:t>
                      </a:r>
                      <a:endParaRPr lang="en-US" sz="1200" b="0" i="0" u="none" strike="noStrike" kern="1200" noProof="0" dirty="0">
                        <a:solidFill>
                          <a:schemeClr val="tx1">
                            <a:lumMod val="60000"/>
                            <a:lumOff val="40000"/>
                          </a:schemeClr>
                        </a:solidFill>
                        <a:effectLst/>
                        <a:latin typeface="Calibri Regular"/>
                        <a:ea typeface="+mn-ea"/>
                        <a:cs typeface="+mn-cs"/>
                      </a:endParaRPr>
                    </a:p>
                  </a:txBody>
                  <a:tcPr marL="108000" marR="108000" marT="72000" marB="72000" anchor="ctr">
                    <a:lnL>
                      <a:noFill/>
                    </a:lnL>
                    <a:lnR>
                      <a:noFill/>
                    </a:lnR>
                    <a:lnT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algn="r" defTabSz="914400" rtl="0" eaLnBrk="1" fontAlgn="b" latinLnBrk="0" hangingPunct="1"/>
                      <a:r>
                        <a:rPr b="0" i="0" sz="1200" u="none">
                          <a:solidFill>
                            <a:schemeClr val="tx2"/>
                          </a:solidFill>
                          <a:latin typeface="Calibri Regular"/>
                        </a:rPr>
                        <a:t>566</a:t>
                      </a:r>
                      <a:endParaRPr lang="en-US" sz="1200" b="0" i="0" u="none" strike="noStrike" kern="1200" noProof="0" dirty="0">
                        <a:solidFill>
                          <a:schemeClr val="tx2"/>
                        </a:solidFill>
                        <a:effectLst/>
                        <a:latin typeface="Calibri Regular"/>
                        <a:ea typeface="+mn-ea"/>
                        <a:cs typeface="+mn-cs"/>
                      </a:endParaRPr>
                    </a:p>
                  </a:txBody>
                  <a:tcPr marL="108000" marR="108000" marT="72000" marB="72000" anchor="ctr">
                    <a:lnL>
                      <a:noFill/>
                    </a:lnL>
                    <a:lnR w="9525" cap="flat" cmpd="sng" algn="ctr">
                      <a:noFill/>
                      <a:prstDash val="solid"/>
                    </a:lnR>
                    <a:lnT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EF5BA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b"/>
                      <a:r>
                        <a:rPr b="0" i="0" sz="1200" u="none">
                          <a:solidFill>
                            <a:schemeClr val="tx1">
                              <a:lumMod val="60000"/>
                              <a:lumOff val="40000"/>
                            </a:schemeClr>
                          </a:solidFill>
                          <a:latin typeface="Calibri Regular"/>
                        </a:rPr>
                        <a:t>clients</a:t>
                      </a:r>
                      <a:endParaRPr lang="en-US" sz="1200" b="0" i="0" u="none" strike="noStrike" noProof="0" dirty="0">
                        <a:solidFill>
                          <a:schemeClr val="tx1">
                            <a:lumMod val="60000"/>
                            <a:lumOff val="40000"/>
                          </a:schemeClr>
                        </a:solidFill>
                        <a:effectLst/>
                        <a:latin typeface="Calibri Regular"/>
                      </a:endParaRPr>
                    </a:p>
                  </a:txBody>
                  <a:tcPr marL="108000" marR="108000" marT="72000" marB="72000" anchor="ctr">
                    <a:lnL>
                      <a:noFill/>
                    </a:lnL>
                    <a:lnR w="9525" cap="flat" cmpd="sng" algn="ctr">
                      <a:noFill/>
                      <a:prstDash val="solid"/>
                    </a:lnR>
                    <a:lnT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372763307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algn="l" fontAlgn="b"/>
                      <a:r>
                        <a:rPr b="0" i="0" sz="1200" u="none">
                          <a:solidFill>
                            <a:schemeClr val="tx2"/>
                          </a:solidFill>
                          <a:latin typeface="Calibri Bold"/>
                        </a:rPr>
                        <a:t>LeaderState.java</a:t>
                      </a:r>
                      <a:endParaRPr lang="en-US" sz="1200" b="0" i="0" u="none" strike="noStrike" noProof="0" dirty="0">
                        <a:solidFill>
                          <a:schemeClr val="tx2"/>
                        </a:solidFill>
                        <a:effectLst/>
                        <a:latin typeface="Calibri Regular"/>
                      </a:endParaRPr>
                    </a:p>
                  </a:txBody>
                  <a:tcPr marL="108000" marR="108000" marT="72000" marB="72000" anchor="ctr">
                    <a:lnL w="9525" cap="flat" cmpd="sng" algn="ctr">
                      <a:noFill/>
                      <a:prstDash val="solid"/>
                    </a:lnL>
                    <a:lnR>
                      <a:noFill/>
                    </a:lnR>
                    <a:lnT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algn="r" defTabSz="914400" rtl="0" eaLnBrk="1" fontAlgn="b" latinLnBrk="0" hangingPunct="1"/>
                      <a:r>
                        <a:rPr b="0" i="0" sz="1200" u="none">
                          <a:solidFill>
                            <a:schemeClr val="tx1">
                              <a:lumMod val="60000"/>
                              <a:lumOff val="40000"/>
                            </a:schemeClr>
                          </a:solidFill>
                          <a:latin typeface="Calibri Regular"/>
                        </a:rPr>
                        <a:t>884</a:t>
                      </a:r>
                      <a:endParaRPr lang="en-US" sz="1200" b="0" i="0" u="none" strike="noStrike" kern="1200" noProof="0" dirty="0">
                        <a:solidFill>
                          <a:schemeClr val="tx1">
                            <a:lumMod val="60000"/>
                            <a:lumOff val="40000"/>
                          </a:schemeClr>
                        </a:solidFill>
                        <a:effectLst/>
                        <a:latin typeface="Calibri Regular"/>
                        <a:ea typeface="+mn-ea"/>
                        <a:cs typeface="+mn-cs"/>
                      </a:endParaRPr>
                    </a:p>
                  </a:txBody>
                  <a:tcPr marL="108000" marR="108000" marT="72000" marB="72000" anchor="ctr">
                    <a:lnL>
                      <a:noFill/>
                    </a:lnL>
                    <a:lnR>
                      <a:noFill/>
                    </a:lnR>
                    <a:lnT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algn="r" defTabSz="914400" rtl="0" eaLnBrk="1" fontAlgn="b" latinLnBrk="0" hangingPunct="1"/>
                      <a:r>
                        <a:rPr b="0" i="0" sz="1200" u="none">
                          <a:solidFill>
                            <a:schemeClr val="tx2"/>
                          </a:solidFill>
                          <a:latin typeface="Calibri Regular"/>
                        </a:rPr>
                        <a:t>58</a:t>
                      </a:r>
                      <a:endParaRPr lang="en-US" sz="1200" b="0" i="0" u="none" strike="noStrike" kern="1200" noProof="0" dirty="0">
                        <a:solidFill>
                          <a:schemeClr val="tx2"/>
                        </a:solidFill>
                        <a:effectLst/>
                        <a:latin typeface="Calibri Regular"/>
                        <a:ea typeface="+mn-ea"/>
                        <a:cs typeface="+mn-cs"/>
                      </a:endParaRPr>
                    </a:p>
                  </a:txBody>
                  <a:tcPr marL="108000" marR="108000" marT="72000" marB="72000" anchor="ctr">
                    <a:lnL>
                      <a:noFill/>
                    </a:lnL>
                    <a:lnR w="9525" cap="flat" cmpd="sng" algn="ctr">
                      <a:noFill/>
                      <a:prstDash val="solid"/>
                    </a:lnR>
                    <a:lnT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EF5BA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b"/>
                      <a:r>
                        <a:rPr b="0" i="0" sz="1200" u="none">
                          <a:solidFill>
                            <a:schemeClr val="tx1">
                              <a:lumMod val="60000"/>
                              <a:lumOff val="40000"/>
                            </a:schemeClr>
                          </a:solidFill>
                          <a:latin typeface="Calibri Regular"/>
                        </a:rPr>
                        <a:t>raft</a:t>
                      </a:r>
                      <a:endParaRPr lang="en-US" sz="1200" b="0" i="0" u="none" strike="noStrike" noProof="0" dirty="0">
                        <a:solidFill>
                          <a:schemeClr val="tx1">
                            <a:lumMod val="60000"/>
                            <a:lumOff val="40000"/>
                          </a:schemeClr>
                        </a:solidFill>
                        <a:effectLst/>
                        <a:latin typeface="Calibri Regular"/>
                      </a:endParaRPr>
                    </a:p>
                  </a:txBody>
                  <a:tcPr marL="108000" marR="108000" marT="72000" marB="72000" anchor="ctr">
                    <a:lnL>
                      <a:noFill/>
                    </a:lnL>
                    <a:lnR w="9525" cap="flat" cmpd="sng" algn="ctr">
                      <a:noFill/>
                      <a:prstDash val="solid"/>
                    </a:lnR>
                    <a:lnT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022263985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algn="l" fontAlgn="b"/>
                      <a:r>
                        <a:rPr b="0" i="0" sz="1200" u="none">
                          <a:solidFill>
                            <a:schemeClr val="tx2"/>
                          </a:solidFill>
                          <a:latin typeface="Calibri Bold"/>
                        </a:rPr>
                        <a:t>StreamsMetricsImpl.java</a:t>
                      </a:r>
                      <a:endParaRPr lang="en-US" sz="1200" b="0" i="0" u="none" strike="noStrike" noProof="0" dirty="0">
                        <a:solidFill>
                          <a:schemeClr val="tx2"/>
                        </a:solidFill>
                        <a:effectLst/>
                        <a:latin typeface="Calibri Regular"/>
                      </a:endParaRPr>
                    </a:p>
                  </a:txBody>
                  <a:tcPr marL="108000" marR="108000" marT="72000" marB="72000" anchor="ctr">
                    <a:lnL w="9525" cap="flat" cmpd="sng" algn="ctr">
                      <a:noFill/>
                      <a:prstDash val="solid"/>
                    </a:lnL>
                    <a:lnR>
                      <a:noFill/>
                    </a:lnR>
                    <a:lnT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algn="r" defTabSz="914400" rtl="0" eaLnBrk="1" fontAlgn="b" latinLnBrk="0" hangingPunct="1"/>
                      <a:r>
                        <a:rPr b="0" i="0" sz="1200" u="none">
                          <a:solidFill>
                            <a:schemeClr val="tx1">
                              <a:lumMod val="60000"/>
                              <a:lumOff val="40000"/>
                            </a:schemeClr>
                          </a:solidFill>
                          <a:latin typeface="Calibri Regular"/>
                        </a:rPr>
                        <a:t>879</a:t>
                      </a:r>
                      <a:endParaRPr lang="en-US" sz="1200" b="0" i="0" u="none" strike="noStrike" kern="1200" noProof="0" dirty="0">
                        <a:solidFill>
                          <a:schemeClr val="tx1">
                            <a:lumMod val="60000"/>
                            <a:lumOff val="40000"/>
                          </a:schemeClr>
                        </a:solidFill>
                        <a:effectLst/>
                        <a:latin typeface="Calibri Regular"/>
                        <a:ea typeface="+mn-ea"/>
                        <a:cs typeface="+mn-cs"/>
                      </a:endParaRPr>
                    </a:p>
                  </a:txBody>
                  <a:tcPr marL="108000" marR="108000" marT="72000" marB="72000" anchor="ctr">
                    <a:lnL>
                      <a:noFill/>
                    </a:lnL>
                    <a:lnR>
                      <a:noFill/>
                    </a:lnR>
                    <a:lnT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algn="r" defTabSz="914400" rtl="0" eaLnBrk="1" fontAlgn="b" latinLnBrk="0" hangingPunct="1"/>
                      <a:r>
                        <a:rPr b="0" i="0" sz="1200" u="none">
                          <a:solidFill>
                            <a:schemeClr val="tx2"/>
                          </a:solidFill>
                          <a:latin typeface="Calibri Regular"/>
                        </a:rPr>
                        <a:t>99</a:t>
                      </a:r>
                      <a:endParaRPr lang="en-US" sz="1200" b="0" i="0" u="none" strike="noStrike" kern="1200" noProof="0" dirty="0">
                        <a:solidFill>
                          <a:schemeClr val="tx2"/>
                        </a:solidFill>
                        <a:effectLst/>
                        <a:latin typeface="Calibri Regular"/>
                        <a:ea typeface="+mn-ea"/>
                        <a:cs typeface="+mn-cs"/>
                      </a:endParaRPr>
                    </a:p>
                  </a:txBody>
                  <a:tcPr marL="108000" marR="108000" marT="72000" marB="72000" anchor="ctr">
                    <a:lnL>
                      <a:noFill/>
                    </a:lnL>
                    <a:lnR w="9525" cap="flat" cmpd="sng" algn="ctr">
                      <a:noFill/>
                      <a:prstDash val="solid"/>
                    </a:lnR>
                    <a:lnT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EF5BA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b"/>
                      <a:r>
                        <a:rPr b="0" i="0" sz="1200" u="none">
                          <a:solidFill>
                            <a:schemeClr val="tx1">
                              <a:lumMod val="60000"/>
                              <a:lumOff val="40000"/>
                            </a:schemeClr>
                          </a:solidFill>
                          <a:latin typeface="Calibri Regular"/>
                        </a:rPr>
                        <a:t>streams</a:t>
                      </a:r>
                      <a:endParaRPr lang="en-US" sz="1200" b="0" i="0" u="none" strike="noStrike" noProof="0" dirty="0">
                        <a:solidFill>
                          <a:schemeClr val="tx1">
                            <a:lumMod val="60000"/>
                            <a:lumOff val="40000"/>
                          </a:schemeClr>
                        </a:solidFill>
                        <a:effectLst/>
                        <a:latin typeface="Calibri Regular"/>
                      </a:endParaRPr>
                    </a:p>
                  </a:txBody>
                  <a:tcPr marL="108000" marR="108000" marT="72000" marB="72000" anchor="ctr">
                    <a:lnL>
                      <a:noFill/>
                    </a:lnL>
                    <a:lnR w="9525" cap="flat" cmpd="sng" algn="ctr">
                      <a:noFill/>
                      <a:prstDash val="solid"/>
                    </a:lnR>
                    <a:lnT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516404128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marR="0" lvl="0" indent="0" algn="l" defTabSz="914400" rtl="0" eaLnBrk="1" fontAlgn="b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b="0" i="0" sz="1200" u="none">
                          <a:solidFill>
                            <a:schemeClr val="tx2"/>
                          </a:solidFill>
                          <a:latin typeface="Calibri Bold"/>
                        </a:rPr>
                        <a:t>GroupCoordinatorConfig.java</a:t>
                      </a:r>
                      <a:endParaRPr lang="en-US" sz="1200" b="0" i="0" u="none" strike="noStrike" noProof="0" dirty="0">
                        <a:solidFill>
                          <a:schemeClr val="tx2"/>
                        </a:solidFill>
                        <a:effectLst/>
                        <a:latin typeface="Calibri Regular"/>
                      </a:endParaRPr>
                    </a:p>
                  </a:txBody>
                  <a:tcPr marL="108000" marR="108000" marT="72000" marB="72000" anchor="ctr">
                    <a:lnL w="9525" cap="flat" cmpd="sng" algn="ctr">
                      <a:noFill/>
                      <a:prstDash val="solid"/>
                    </a:lnL>
                    <a:lnR>
                      <a:noFill/>
                    </a:lnR>
                    <a:lnT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algn="r" defTabSz="914400" rtl="0" eaLnBrk="1" fontAlgn="b" latinLnBrk="0" hangingPunct="1"/>
                      <a:r>
                        <a:rPr b="0" i="0" sz="1200" u="none">
                          <a:solidFill>
                            <a:schemeClr val="tx1">
                              <a:lumMod val="60000"/>
                              <a:lumOff val="40000"/>
                            </a:schemeClr>
                          </a:solidFill>
                          <a:latin typeface="Calibri Regular"/>
                        </a:rPr>
                        <a:t>860</a:t>
                      </a:r>
                      <a:endParaRPr lang="en-US" sz="1200" b="0" i="0" u="none" strike="noStrike" kern="1200" noProof="0" dirty="0">
                        <a:solidFill>
                          <a:schemeClr val="tx1">
                            <a:lumMod val="60000"/>
                            <a:lumOff val="40000"/>
                          </a:schemeClr>
                        </a:solidFill>
                        <a:effectLst/>
                        <a:latin typeface="Calibri Regular"/>
                        <a:ea typeface="+mn-ea"/>
                        <a:cs typeface="+mn-cs"/>
                      </a:endParaRPr>
                    </a:p>
                  </a:txBody>
                  <a:tcPr marL="108000" marR="108000" marT="72000" marB="72000" anchor="ctr">
                    <a:lnL>
                      <a:noFill/>
                    </a:lnL>
                    <a:lnR>
                      <a:noFill/>
                    </a:lnR>
                    <a:lnT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algn="r" defTabSz="914400" rtl="0" eaLnBrk="1" fontAlgn="b" latinLnBrk="0" hangingPunct="1"/>
                      <a:r>
                        <a:rPr b="0" i="0" sz="1200" u="none">
                          <a:solidFill>
                            <a:schemeClr val="tx2"/>
                          </a:solidFill>
                          <a:latin typeface="Calibri Regular"/>
                        </a:rPr>
                        <a:t>88</a:t>
                      </a:r>
                      <a:endParaRPr lang="en-US" sz="1200" b="0" i="0" u="none" strike="noStrike" kern="1200" noProof="0" dirty="0">
                        <a:solidFill>
                          <a:schemeClr val="tx2"/>
                        </a:solidFill>
                        <a:effectLst/>
                        <a:latin typeface="Calibri Regular"/>
                        <a:ea typeface="+mn-ea"/>
                        <a:cs typeface="+mn-cs"/>
                      </a:endParaRPr>
                    </a:p>
                  </a:txBody>
                  <a:tcPr marL="108000" marR="108000" marT="72000" marB="72000" anchor="ctr">
                    <a:lnL>
                      <a:noFill/>
                    </a:lnL>
                    <a:lnR w="9525" cap="flat" cmpd="sng" algn="ctr">
                      <a:noFill/>
                      <a:prstDash val="solid"/>
                    </a:lnR>
                    <a:lnT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EF5BA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b"/>
                      <a:r>
                        <a:rPr b="0" i="0" sz="1200" u="none">
                          <a:solidFill>
                            <a:schemeClr val="tx1">
                              <a:lumMod val="60000"/>
                              <a:lumOff val="40000"/>
                            </a:schemeClr>
                          </a:solidFill>
                          <a:latin typeface="Calibri Regular"/>
                        </a:rPr>
                        <a:t>group-coordinator</a:t>
                      </a:r>
                      <a:endParaRPr lang="en-US" sz="1200" b="0" i="0" u="none" strike="noStrike" noProof="0" dirty="0">
                        <a:solidFill>
                          <a:schemeClr val="tx1">
                            <a:lumMod val="60000"/>
                            <a:lumOff val="40000"/>
                          </a:schemeClr>
                        </a:solidFill>
                        <a:effectLst/>
                        <a:latin typeface="+mn-lt"/>
                      </a:endParaRPr>
                    </a:p>
                  </a:txBody>
                  <a:tcPr marL="108000" marR="108000" marT="72000" marB="72000" anchor="ctr">
                    <a:lnL>
                      <a:noFill/>
                    </a:lnL>
                    <a:lnR w="9525" cap="flat" cmpd="sng" algn="ctr">
                      <a:noFill/>
                      <a:prstDash val="solid"/>
                    </a:lnR>
                    <a:lnT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255606331"/>
                  </a:ext>
                </a:extLst>
              </a:tr>
            </a:tbl>
          </a:graphicData>
        </a:graphic>
      </p:graphicFrame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59E2D5C-3E5F-6B9D-908E-50F0A86ACD9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Number Placeholder 1">
            <a:extLst>
              <a:ext uri="{FF2B5EF4-FFF2-40B4-BE49-F238E27FC236}">
                <a16:creationId xmlns:a16="http://schemas.microsoft.com/office/drawing/2014/main" id="{51ED10E3-5A1E-EB42-A8DD-8C3EA6AFCB41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E242BD21-9B61-2246-BCB1-4BE5E1BEBE1C}" type="slidenum">
              <a:rPr lang="en-US" smtClean="0"/>
              <a:pPr/>
              <a:t>23</a:t>
            </a:fld>
            <a:endParaRPr lang="en-US"/>
          </a:p>
        </p:txBody>
      </p:sp>
      <p:sp>
        <p:nvSpPr>
          <p:cNvPr id="10" name="Text Placeholder 9">
            <a:extLst>
              <a:ext uri="{FF2B5EF4-FFF2-40B4-BE49-F238E27FC236}">
                <a16:creationId xmlns:a16="http://schemas.microsoft.com/office/drawing/2014/main" id="{C2401406-73FA-D043-F4F9-83583AFBBF7D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/>
        <p:txBody>
          <a:bodyPr/>
          <a:lstStyle/>
          <a:p>
            <a:r>
              <a:rPr lang="en-US" dirty="0"/>
              <a:t>Refactoring Candidates – Module COUPLING</a:t>
            </a:r>
          </a:p>
        </p:txBody>
      </p:sp>
      <p:sp>
        <p:nvSpPr>
          <p:cNvPr id="5" name="Title 4">
            <a:extLst>
              <a:ext uri="{FF2B5EF4-FFF2-40B4-BE49-F238E27FC236}">
                <a16:creationId xmlns:a16="http://schemas.microsoft.com/office/drawing/2014/main" id="{16B4BED9-C15D-5B49-DC19-82A8E7339BC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An overview of the Python modules with the highest coupling</a:t>
            </a:r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C9B246FC-EA60-CE91-78AD-F329167484F6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2669790" y="6549140"/>
            <a:ext cx="804066" cy="236406"/>
          </a:xfrm>
          <a:prstGeom prst="rect">
            <a:avLst/>
          </a:prstGeom>
          <a:noFill/>
          <a:ln w="12700" cap="flat" cmpd="sng" algn="ctr">
            <a:noFill/>
            <a:prstDash val="solid"/>
            <a:miter lim="800000"/>
          </a:ln>
        </p:spPr>
        <p:txBody>
          <a:bodyPr wrap="none" lIns="0" tIns="36000" rIns="0" rtlCol="0" anchor="ctr">
            <a:spAutoFit/>
          </a:bodyPr>
          <a:lstStyle>
            <a:defPPr>
              <a:defRPr lang="en-US"/>
            </a:defPPr>
            <a:lvl1pPr marL="0" algn="l" defTabSz="914400" rtl="0" eaLnBrk="1" latinLnBrk="0" hangingPunct="1">
              <a:defRPr lang="en-US" sz="1000" b="1" kern="1200" cap="all" spc="10" baseline="0" dirty="0">
                <a:solidFill>
                  <a:srgbClr val="B2BECD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 dirty="0"/>
              <a:t>Confidential</a:t>
            </a:r>
          </a:p>
        </p:txBody>
      </p:sp>
      <p:graphicFrame>
        <p:nvGraphicFramePr>
          <p:cNvPr id="4" name="REFACTORING_CANDIDATES_TABLE_MODULE_COUPLING_TECH_2">
            <a:extLst>
              <a:ext uri="{FF2B5EF4-FFF2-40B4-BE49-F238E27FC236}">
                <a16:creationId xmlns:a16="http://schemas.microsoft.com/office/drawing/2014/main" id="{08CD0C1C-FF15-4288-5694-0C8CA50F5FE0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48458164"/>
              </p:ext>
            </p:extLst>
          </p:nvPr>
        </p:nvGraphicFramePr>
        <p:xfrm>
          <a:off x="514373" y="1366988"/>
          <a:ext cx="11231293" cy="4606800"/>
        </p:xfrm>
        <a:graphic>
          <a:graphicData uri="http://schemas.openxmlformats.org/drawingml/2006/table">
            <a:tbl>
              <a:tblPr firstRow="1" bandRow="1">
                <a:effectLst/>
                <a:tableStyleId>{F2DE63D5-997A-4646-A377-4702673A728D}</a:tableStyleId>
              </a:tblPr>
              <a:tblGrid>
                <a:gridCol w="689995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216783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094916">
                  <a:extLst>
                    <a:ext uri="{9D8B030D-6E8A-4147-A177-3AD203B41FA5}">
                      <a16:colId xmlns:a16="http://schemas.microsoft.com/office/drawing/2014/main" val="3286041723"/>
                    </a:ext>
                  </a:extLst>
                </a:gridCol>
                <a:gridCol w="2019644">
                  <a:extLst>
                    <a:ext uri="{9D8B030D-6E8A-4147-A177-3AD203B41FA5}">
                      <a16:colId xmlns:a16="http://schemas.microsoft.com/office/drawing/2014/main" val="4263492041"/>
                    </a:ext>
                  </a:extLst>
                </a:gridCol>
              </a:tblGrid>
              <a:tr h="0">
                <a:tc>
                  <a:txBody>
                    <a:bodyPr/>
                    <a:lstStyle/>
                    <a:p>
                      <a:pPr marL="0" marR="0" indent="0" algn="l" defTabSz="4572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b="1" sz="1400">
                          <a:solidFill>
                            <a:schemeClr val="bg1"/>
                          </a:solidFill>
                          <a:latin typeface="+mn-lt"/>
                        </a:rPr>
                        <a:t>File name</a:t>
                      </a:r>
                      <a:endParaRPr lang="en-US" sz="1400" b="1" i="0" noProof="0" dirty="0">
                        <a:solidFill>
                          <a:schemeClr val="bg1"/>
                        </a:solidFill>
                        <a:latin typeface="+mn-lt"/>
                        <a:cs typeface="TheSans B4 SemiLight"/>
                      </a:endParaRPr>
                    </a:p>
                  </a:txBody>
                  <a:tcPr marL="108000" marR="108000" marT="72000" marB="72000">
                    <a:lnL w="9525" cap="flat" cmpd="sng" algn="ctr">
                      <a:noFill/>
                      <a:prstDash val="solid"/>
                    </a:lnL>
                    <a:lnR>
                      <a:noFill/>
                    </a:lnR>
                    <a:lnT w="9525" cap="flat" cmpd="sng" algn="ctr">
                      <a:noFill/>
                      <a:prstDash val="solid"/>
                    </a:lnT>
                    <a:lnB w="19050" cap="flat" cmpd="sng" algn="ctr">
                      <a:noFill/>
                      <a:prstDash val="sysDot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tx2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b="1" sz="1400">
                          <a:solidFill>
                            <a:schemeClr val="bg1"/>
                          </a:solidFill>
                          <a:latin typeface="+mn-lt"/>
                        </a:rPr>
                        <a:t>LOC</a:t>
                      </a:r>
                      <a:endParaRPr lang="en-US" sz="1400" b="1" i="0" noProof="0" dirty="0">
                        <a:solidFill>
                          <a:schemeClr val="bg1"/>
                        </a:solidFill>
                        <a:latin typeface="+mn-lt"/>
                        <a:cs typeface="TheSans B4 SemiLight"/>
                      </a:endParaRPr>
                    </a:p>
                  </a:txBody>
                  <a:tcPr marL="108000" marR="108000" marT="72000" marB="72000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noFill/>
                      <a:prstDash val="solid"/>
                    </a:lnT>
                    <a:lnB w="19050" cap="flat" cmpd="sng" algn="ctr">
                      <a:noFill/>
                      <a:prstDash val="sysDot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1F354B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b="1" i="0" sz="1400">
                          <a:solidFill>
                            <a:schemeClr val="bg1"/>
                          </a:solidFill>
                          <a:latin typeface="+mn-lt"/>
                        </a:rPr>
                        <a:t>Fan-in</a:t>
                      </a:r>
                    </a:p>
                  </a:txBody>
                  <a:tcPr marL="108000" marR="108000" marT="72000" marB="72000">
                    <a:lnL>
                      <a:noFill/>
                    </a:lnL>
                    <a:lnR w="9525" cap="flat" cmpd="sng" algn="ctr">
                      <a:noFill/>
                      <a:prstDash val="solid"/>
                    </a:lnR>
                    <a:lnT w="9525" cap="flat" cmpd="sng" algn="ctr">
                      <a:noFill/>
                      <a:prstDash val="solid"/>
                    </a:lnT>
                    <a:lnB w="19050" cap="flat" cmpd="sng" algn="ctr">
                      <a:noFill/>
                      <a:prstDash val="sysDot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DFC100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b="1" i="0" sz="1400">
                          <a:solidFill>
                            <a:schemeClr val="bg1"/>
                          </a:solidFill>
                          <a:latin typeface="+mn-lt"/>
                        </a:rPr>
                        <a:t>Component</a:t>
                      </a:r>
                    </a:p>
                  </a:txBody>
                  <a:tcPr marL="108000" marR="108000" marT="72000" marB="72000">
                    <a:lnL>
                      <a:noFill/>
                    </a:lnL>
                    <a:lnR w="9525" cap="flat" cmpd="sng" algn="ctr">
                      <a:noFill/>
                      <a:prstDash val="solid"/>
                    </a:lnR>
                    <a:lnT w="9525" cap="flat" cmpd="sng" algn="ctr">
                      <a:noFill/>
                      <a:prstDash val="solid"/>
                    </a:lnT>
                    <a:lnB w="19050" cap="flat" cmpd="sng" algn="ctr">
                      <a:noFill/>
                      <a:prstDash val="sysDot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tx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</a:tbl>
          </a:graphicData>
        </a:graphic>
      </p:graphicFrame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59E2D5C-3E5F-6B9D-908E-50F0A86ACD9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Number Placeholder 1">
            <a:extLst>
              <a:ext uri="{FF2B5EF4-FFF2-40B4-BE49-F238E27FC236}">
                <a16:creationId xmlns:a16="http://schemas.microsoft.com/office/drawing/2014/main" id="{51ED10E3-5A1E-EB42-A8DD-8C3EA6AFCB41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E242BD21-9B61-2246-BCB1-4BE5E1BEBE1C}" type="slidenum">
              <a:rPr lang="en-US" smtClean="0"/>
              <a:pPr/>
              <a:t>24</a:t>
            </a:fld>
            <a:endParaRPr lang="en-US"/>
          </a:p>
        </p:txBody>
      </p:sp>
      <p:sp>
        <p:nvSpPr>
          <p:cNvPr id="10" name="Text Placeholder 9">
            <a:extLst>
              <a:ext uri="{FF2B5EF4-FFF2-40B4-BE49-F238E27FC236}">
                <a16:creationId xmlns:a16="http://schemas.microsoft.com/office/drawing/2014/main" id="{C2401406-73FA-D043-F4F9-83583AFBBF7D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/>
        <p:txBody>
          <a:bodyPr/>
          <a:lstStyle/>
          <a:p>
            <a:r>
              <a:rPr lang="en-US" dirty="0"/>
              <a:t>Refactoring Candidates – Module COUPLING</a:t>
            </a:r>
          </a:p>
        </p:txBody>
      </p:sp>
      <p:sp>
        <p:nvSpPr>
          <p:cNvPr id="5" name="Title 4">
            <a:extLst>
              <a:ext uri="{FF2B5EF4-FFF2-40B4-BE49-F238E27FC236}">
                <a16:creationId xmlns:a16="http://schemas.microsoft.com/office/drawing/2014/main" id="{16B4BED9-C15D-5B49-DC19-82A8E7339BC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An overview of the  modules with the highest coupling</a:t>
            </a:r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C9B246FC-EA60-CE91-78AD-F329167484F6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2669790" y="6549140"/>
            <a:ext cx="804066" cy="236406"/>
          </a:xfrm>
          <a:prstGeom prst="rect">
            <a:avLst/>
          </a:prstGeom>
          <a:noFill/>
          <a:ln w="12700" cap="flat" cmpd="sng" algn="ctr">
            <a:noFill/>
            <a:prstDash val="solid"/>
            <a:miter lim="800000"/>
          </a:ln>
        </p:spPr>
        <p:txBody>
          <a:bodyPr wrap="none" lIns="0" tIns="36000" rIns="0" rtlCol="0" anchor="ctr">
            <a:spAutoFit/>
          </a:bodyPr>
          <a:lstStyle>
            <a:defPPr>
              <a:defRPr lang="en-US"/>
            </a:defPPr>
            <a:lvl1pPr marL="0" algn="l" defTabSz="914400" rtl="0" eaLnBrk="1" latinLnBrk="0" hangingPunct="1">
              <a:defRPr lang="en-US" sz="1000" b="1" kern="1200" cap="all" spc="10" baseline="0" dirty="0">
                <a:solidFill>
                  <a:srgbClr val="B2BECD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 dirty="0"/>
              <a:t>Confidential</a:t>
            </a:r>
          </a:p>
        </p:txBody>
      </p:sp>
      <p:graphicFrame>
        <p:nvGraphicFramePr>
          <p:cNvPr id="4" name="REFACTORING_CANDIDATES_TABLE_MODULE_COUPLING_TECH_3">
            <a:extLst>
              <a:ext uri="{FF2B5EF4-FFF2-40B4-BE49-F238E27FC236}">
                <a16:creationId xmlns:a16="http://schemas.microsoft.com/office/drawing/2014/main" id="{08CD0C1C-FF15-4288-5694-0C8CA50F5FE0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274867544"/>
              </p:ext>
            </p:extLst>
          </p:nvPr>
        </p:nvGraphicFramePr>
        <p:xfrm>
          <a:off x="514373" y="1366988"/>
          <a:ext cx="11231293" cy="4606800"/>
        </p:xfrm>
        <a:graphic>
          <a:graphicData uri="http://schemas.openxmlformats.org/drawingml/2006/table">
            <a:tbl>
              <a:tblPr firstRow="1" bandRow="1">
                <a:effectLst/>
                <a:tableStyleId>{F2DE63D5-997A-4646-A377-4702673A728D}</a:tableStyleId>
              </a:tblPr>
              <a:tblGrid>
                <a:gridCol w="689995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216783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094916">
                  <a:extLst>
                    <a:ext uri="{9D8B030D-6E8A-4147-A177-3AD203B41FA5}">
                      <a16:colId xmlns:a16="http://schemas.microsoft.com/office/drawing/2014/main" val="3286041723"/>
                    </a:ext>
                  </a:extLst>
                </a:gridCol>
                <a:gridCol w="2019644">
                  <a:extLst>
                    <a:ext uri="{9D8B030D-6E8A-4147-A177-3AD203B41FA5}">
                      <a16:colId xmlns:a16="http://schemas.microsoft.com/office/drawing/2014/main" val="4263492041"/>
                    </a:ext>
                  </a:extLst>
                </a:gridCol>
              </a:tblGrid>
              <a:tr h="0">
                <a:tc>
                  <a:txBody>
                    <a:bodyPr/>
                    <a:lstStyle/>
                    <a:p>
                      <a:pPr marL="0" marR="0" indent="0" algn="l" defTabSz="4572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b="1" sz="1400">
                          <a:solidFill>
                            <a:schemeClr val="bg1"/>
                          </a:solidFill>
                          <a:latin typeface="+mn-lt"/>
                        </a:rPr>
                        <a:t>File name</a:t>
                      </a:r>
                      <a:endParaRPr lang="en-US" sz="1400" b="1" i="0" noProof="0" dirty="0">
                        <a:solidFill>
                          <a:schemeClr val="bg1"/>
                        </a:solidFill>
                        <a:latin typeface="+mn-lt"/>
                        <a:cs typeface="TheSans B4 SemiLight"/>
                      </a:endParaRPr>
                    </a:p>
                  </a:txBody>
                  <a:tcPr marL="108000" marR="108000" marT="72000" marB="72000">
                    <a:lnL w="9525" cap="flat" cmpd="sng" algn="ctr">
                      <a:noFill/>
                      <a:prstDash val="solid"/>
                    </a:lnL>
                    <a:lnR>
                      <a:noFill/>
                    </a:lnR>
                    <a:lnT w="9525" cap="flat" cmpd="sng" algn="ctr">
                      <a:noFill/>
                      <a:prstDash val="solid"/>
                    </a:lnT>
                    <a:lnB w="19050" cap="flat" cmpd="sng" algn="ctr">
                      <a:noFill/>
                      <a:prstDash val="sysDot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tx2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b="1" sz="1400">
                          <a:solidFill>
                            <a:schemeClr val="bg1"/>
                          </a:solidFill>
                          <a:latin typeface="+mn-lt"/>
                        </a:rPr>
                        <a:t>LOC</a:t>
                      </a:r>
                      <a:endParaRPr lang="en-US" sz="1400" b="1" i="0" noProof="0" dirty="0">
                        <a:solidFill>
                          <a:schemeClr val="bg1"/>
                        </a:solidFill>
                        <a:latin typeface="+mn-lt"/>
                        <a:cs typeface="TheSans B4 SemiLight"/>
                      </a:endParaRPr>
                    </a:p>
                  </a:txBody>
                  <a:tcPr marL="108000" marR="108000" marT="72000" marB="72000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noFill/>
                      <a:prstDash val="solid"/>
                    </a:lnT>
                    <a:lnB w="19050" cap="flat" cmpd="sng" algn="ctr">
                      <a:noFill/>
                      <a:prstDash val="sysDot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1F354B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b="1" i="0" sz="1400">
                          <a:solidFill>
                            <a:schemeClr val="bg1"/>
                          </a:solidFill>
                          <a:latin typeface="+mn-lt"/>
                        </a:rPr>
                        <a:t>Fan-in</a:t>
                      </a:r>
                    </a:p>
                  </a:txBody>
                  <a:tcPr marL="108000" marR="108000" marT="72000" marB="72000">
                    <a:lnL>
                      <a:noFill/>
                    </a:lnL>
                    <a:lnR w="9525" cap="flat" cmpd="sng" algn="ctr">
                      <a:noFill/>
                      <a:prstDash val="solid"/>
                    </a:lnR>
                    <a:lnT w="9525" cap="flat" cmpd="sng" algn="ctr">
                      <a:noFill/>
                      <a:prstDash val="solid"/>
                    </a:lnT>
                    <a:lnB w="19050" cap="flat" cmpd="sng" algn="ctr">
                      <a:noFill/>
                      <a:prstDash val="sysDot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DFC100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b="1" i="0" sz="1400">
                          <a:solidFill>
                            <a:schemeClr val="bg1"/>
                          </a:solidFill>
                          <a:latin typeface="+mn-lt"/>
                        </a:rPr>
                        <a:t>Component</a:t>
                      </a:r>
                    </a:p>
                  </a:txBody>
                  <a:tcPr marL="108000" marR="108000" marT="72000" marB="72000">
                    <a:lnL>
                      <a:noFill/>
                    </a:lnL>
                    <a:lnR w="9525" cap="flat" cmpd="sng" algn="ctr">
                      <a:noFill/>
                      <a:prstDash val="solid"/>
                    </a:lnR>
                    <a:lnT w="9525" cap="flat" cmpd="sng" algn="ctr">
                      <a:noFill/>
                      <a:prstDash val="solid"/>
                    </a:lnT>
                    <a:lnB w="19050" cap="flat" cmpd="sng" algn="ctr">
                      <a:noFill/>
                      <a:prstDash val="sysDot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tx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</a:tbl>
          </a:graphicData>
        </a:graphic>
      </p:graphicFrame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59E2D5C-3E5F-6B9D-908E-50F0A86ACD9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Number Placeholder 1">
            <a:extLst>
              <a:ext uri="{FF2B5EF4-FFF2-40B4-BE49-F238E27FC236}">
                <a16:creationId xmlns:a16="http://schemas.microsoft.com/office/drawing/2014/main" id="{51ED10E3-5A1E-EB42-A8DD-8C3EA6AFCB41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E242BD21-9B61-2246-BCB1-4BE5E1BEBE1C}" type="slidenum">
              <a:rPr lang="en-US" smtClean="0"/>
              <a:pPr/>
              <a:t>25</a:t>
            </a:fld>
            <a:endParaRPr lang="en-US"/>
          </a:p>
        </p:txBody>
      </p:sp>
      <p:sp>
        <p:nvSpPr>
          <p:cNvPr id="10" name="Text Placeholder 9">
            <a:extLst>
              <a:ext uri="{FF2B5EF4-FFF2-40B4-BE49-F238E27FC236}">
                <a16:creationId xmlns:a16="http://schemas.microsoft.com/office/drawing/2014/main" id="{C2401406-73FA-D043-F4F9-83583AFBBF7D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/>
        <p:txBody>
          <a:bodyPr/>
          <a:lstStyle/>
          <a:p>
            <a:r>
              <a:rPr lang="en-US" dirty="0"/>
              <a:t>Refactoring Candidates – Module COUPLING</a:t>
            </a:r>
          </a:p>
        </p:txBody>
      </p:sp>
      <p:sp>
        <p:nvSpPr>
          <p:cNvPr id="5" name="Title 4">
            <a:extLst>
              <a:ext uri="{FF2B5EF4-FFF2-40B4-BE49-F238E27FC236}">
                <a16:creationId xmlns:a16="http://schemas.microsoft.com/office/drawing/2014/main" id="{16B4BED9-C15D-5B49-DC19-82A8E7339BC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An overview of the  modules with the highest coupling</a:t>
            </a:r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C9B246FC-EA60-CE91-78AD-F329167484F6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2669790" y="6549140"/>
            <a:ext cx="804066" cy="236406"/>
          </a:xfrm>
          <a:prstGeom prst="rect">
            <a:avLst/>
          </a:prstGeom>
          <a:noFill/>
          <a:ln w="12700" cap="flat" cmpd="sng" algn="ctr">
            <a:noFill/>
            <a:prstDash val="solid"/>
            <a:miter lim="800000"/>
          </a:ln>
        </p:spPr>
        <p:txBody>
          <a:bodyPr wrap="none" lIns="0" tIns="36000" rIns="0" rtlCol="0" anchor="ctr">
            <a:spAutoFit/>
          </a:bodyPr>
          <a:lstStyle>
            <a:defPPr>
              <a:defRPr lang="en-US"/>
            </a:defPPr>
            <a:lvl1pPr marL="0" algn="l" defTabSz="914400" rtl="0" eaLnBrk="1" latinLnBrk="0" hangingPunct="1">
              <a:defRPr lang="en-US" sz="1000" b="1" kern="1200" cap="all" spc="10" baseline="0" dirty="0">
                <a:solidFill>
                  <a:srgbClr val="B2BECD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 dirty="0"/>
              <a:t>Confidential</a:t>
            </a:r>
          </a:p>
        </p:txBody>
      </p:sp>
      <p:graphicFrame>
        <p:nvGraphicFramePr>
          <p:cNvPr id="4" name="REFACTORING_CANDIDATES_TABLE_MODULE_COUPLING_TECH_4">
            <a:extLst>
              <a:ext uri="{FF2B5EF4-FFF2-40B4-BE49-F238E27FC236}">
                <a16:creationId xmlns:a16="http://schemas.microsoft.com/office/drawing/2014/main" id="{08CD0C1C-FF15-4288-5694-0C8CA50F5FE0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867780177"/>
              </p:ext>
            </p:extLst>
          </p:nvPr>
        </p:nvGraphicFramePr>
        <p:xfrm>
          <a:off x="514373" y="1366988"/>
          <a:ext cx="11231293" cy="4606800"/>
        </p:xfrm>
        <a:graphic>
          <a:graphicData uri="http://schemas.openxmlformats.org/drawingml/2006/table">
            <a:tbl>
              <a:tblPr firstRow="1" bandRow="1">
                <a:effectLst/>
                <a:tableStyleId>{F2DE63D5-997A-4646-A377-4702673A728D}</a:tableStyleId>
              </a:tblPr>
              <a:tblGrid>
                <a:gridCol w="689995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216783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094916">
                  <a:extLst>
                    <a:ext uri="{9D8B030D-6E8A-4147-A177-3AD203B41FA5}">
                      <a16:colId xmlns:a16="http://schemas.microsoft.com/office/drawing/2014/main" val="3286041723"/>
                    </a:ext>
                  </a:extLst>
                </a:gridCol>
                <a:gridCol w="2019644">
                  <a:extLst>
                    <a:ext uri="{9D8B030D-6E8A-4147-A177-3AD203B41FA5}">
                      <a16:colId xmlns:a16="http://schemas.microsoft.com/office/drawing/2014/main" val="4263492041"/>
                    </a:ext>
                  </a:extLst>
                </a:gridCol>
              </a:tblGrid>
              <a:tr h="0">
                <a:tc>
                  <a:txBody>
                    <a:bodyPr/>
                    <a:lstStyle/>
                    <a:p>
                      <a:pPr marL="0" marR="0" indent="0" algn="l" defTabSz="4572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b="1" sz="1400">
                          <a:solidFill>
                            <a:schemeClr val="bg1"/>
                          </a:solidFill>
                          <a:latin typeface="+mn-lt"/>
                        </a:rPr>
                        <a:t>File name</a:t>
                      </a:r>
                      <a:endParaRPr lang="en-US" sz="1400" b="1" i="0" noProof="0" dirty="0">
                        <a:solidFill>
                          <a:schemeClr val="bg1"/>
                        </a:solidFill>
                        <a:latin typeface="+mn-lt"/>
                        <a:cs typeface="TheSans B4 SemiLight"/>
                      </a:endParaRPr>
                    </a:p>
                  </a:txBody>
                  <a:tcPr marL="108000" marR="108000" marT="72000" marB="72000">
                    <a:lnL w="9525" cap="flat" cmpd="sng" algn="ctr">
                      <a:noFill/>
                      <a:prstDash val="solid"/>
                    </a:lnL>
                    <a:lnR>
                      <a:noFill/>
                    </a:lnR>
                    <a:lnT w="9525" cap="flat" cmpd="sng" algn="ctr">
                      <a:noFill/>
                      <a:prstDash val="solid"/>
                    </a:lnT>
                    <a:lnB w="19050" cap="flat" cmpd="sng" algn="ctr">
                      <a:noFill/>
                      <a:prstDash val="sysDot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tx2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b="1" sz="1400">
                          <a:solidFill>
                            <a:schemeClr val="bg1"/>
                          </a:solidFill>
                          <a:latin typeface="+mn-lt"/>
                        </a:rPr>
                        <a:t>LOC</a:t>
                      </a:r>
                      <a:endParaRPr lang="en-US" sz="1400" b="1" i="0" noProof="0" dirty="0">
                        <a:solidFill>
                          <a:schemeClr val="bg1"/>
                        </a:solidFill>
                        <a:latin typeface="+mn-lt"/>
                        <a:cs typeface="TheSans B4 SemiLight"/>
                      </a:endParaRPr>
                    </a:p>
                  </a:txBody>
                  <a:tcPr marL="108000" marR="108000" marT="72000" marB="72000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noFill/>
                      <a:prstDash val="solid"/>
                    </a:lnT>
                    <a:lnB w="19050" cap="flat" cmpd="sng" algn="ctr">
                      <a:noFill/>
                      <a:prstDash val="sysDot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1F354B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b="1" i="0" sz="1400">
                          <a:solidFill>
                            <a:schemeClr val="bg1"/>
                          </a:solidFill>
                          <a:latin typeface="+mn-lt"/>
                        </a:rPr>
                        <a:t>Fan-in</a:t>
                      </a:r>
                    </a:p>
                  </a:txBody>
                  <a:tcPr marL="108000" marR="108000" marT="72000" marB="72000">
                    <a:lnL>
                      <a:noFill/>
                    </a:lnL>
                    <a:lnR w="9525" cap="flat" cmpd="sng" algn="ctr">
                      <a:noFill/>
                      <a:prstDash val="solid"/>
                    </a:lnR>
                    <a:lnT w="9525" cap="flat" cmpd="sng" algn="ctr">
                      <a:noFill/>
                      <a:prstDash val="solid"/>
                    </a:lnT>
                    <a:lnB w="19050" cap="flat" cmpd="sng" algn="ctr">
                      <a:noFill/>
                      <a:prstDash val="sysDot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DFC100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b="1" i="0" sz="1400">
                          <a:solidFill>
                            <a:schemeClr val="bg1"/>
                          </a:solidFill>
                          <a:latin typeface="+mn-lt"/>
                        </a:rPr>
                        <a:t>Component</a:t>
                      </a:r>
                    </a:p>
                  </a:txBody>
                  <a:tcPr marL="108000" marR="108000" marT="72000" marB="72000">
                    <a:lnL>
                      <a:noFill/>
                    </a:lnL>
                    <a:lnR w="9525" cap="flat" cmpd="sng" algn="ctr">
                      <a:noFill/>
                      <a:prstDash val="solid"/>
                    </a:lnR>
                    <a:lnT w="9525" cap="flat" cmpd="sng" algn="ctr">
                      <a:noFill/>
                      <a:prstDash val="solid"/>
                    </a:lnT>
                    <a:lnB w="19050" cap="flat" cmpd="sng" algn="ctr">
                      <a:noFill/>
                      <a:prstDash val="sysDot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tx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</a:tbl>
          </a:graphicData>
        </a:graphic>
      </p:graphicFrame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05261DE-516A-2C47-C290-CC53EE2EC30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Number Placeholder 1">
            <a:extLst>
              <a:ext uri="{FF2B5EF4-FFF2-40B4-BE49-F238E27FC236}">
                <a16:creationId xmlns:a16="http://schemas.microsoft.com/office/drawing/2014/main" id="{DD025075-AF88-4ABD-0816-000FE85C61ED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E242BD21-9B61-2246-BCB1-4BE5E1BEBE1C}" type="slidenum">
              <a:rPr lang="en-US" smtClean="0"/>
              <a:pPr/>
              <a:t>26</a:t>
            </a:fld>
            <a:endParaRPr lang="en-US"/>
          </a:p>
        </p:txBody>
      </p:sp>
      <p:sp>
        <p:nvSpPr>
          <p:cNvPr id="10" name="Text Placeholder 9">
            <a:extLst>
              <a:ext uri="{FF2B5EF4-FFF2-40B4-BE49-F238E27FC236}">
                <a16:creationId xmlns:a16="http://schemas.microsoft.com/office/drawing/2014/main" id="{86BA0A77-753D-20DB-3D53-A7D106A78F7E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/>
        <p:txBody>
          <a:bodyPr/>
          <a:lstStyle/>
          <a:p>
            <a:r>
              <a:rPr lang="en-US" dirty="0"/>
              <a:t>Refactoring Candidates – COMPONENT ENTANGLEMENT</a:t>
            </a:r>
          </a:p>
        </p:txBody>
      </p:sp>
      <p:sp>
        <p:nvSpPr>
          <p:cNvPr id="5" name="Title 4">
            <a:extLst>
              <a:ext uri="{FF2B5EF4-FFF2-40B4-BE49-F238E27FC236}">
                <a16:creationId xmlns:a16="http://schemas.microsoft.com/office/drawing/2014/main" id="{6362569B-8BFD-D308-A55E-04765D4E139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An overview of component entanglement related findings</a:t>
            </a:r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B2ED554A-888F-C192-ED2E-3071DD750EEB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2669790" y="6549140"/>
            <a:ext cx="804066" cy="236406"/>
          </a:xfrm>
          <a:prstGeom prst="rect">
            <a:avLst/>
          </a:prstGeom>
          <a:noFill/>
          <a:ln w="12700" cap="flat" cmpd="sng" algn="ctr">
            <a:noFill/>
            <a:prstDash val="solid"/>
            <a:miter lim="800000"/>
          </a:ln>
        </p:spPr>
        <p:txBody>
          <a:bodyPr wrap="none" lIns="0" tIns="36000" rIns="0" rtlCol="0" anchor="ctr">
            <a:spAutoFit/>
          </a:bodyPr>
          <a:lstStyle>
            <a:defPPr>
              <a:defRPr lang="en-US"/>
            </a:defPPr>
            <a:lvl1pPr marL="0" algn="l" defTabSz="914400" rtl="0" eaLnBrk="1" latinLnBrk="0" hangingPunct="1">
              <a:defRPr lang="en-US" sz="1000" b="1" kern="1200" cap="all" spc="10" baseline="0" dirty="0">
                <a:solidFill>
                  <a:srgbClr val="B2BECD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 dirty="0"/>
              <a:t>Confidential</a:t>
            </a:r>
          </a:p>
        </p:txBody>
      </p:sp>
      <p:graphicFrame>
        <p:nvGraphicFramePr>
          <p:cNvPr id="4" name="REFACTORING_CANDIDATES_TABLE_COMPONENT_ENTANGLEMENT">
            <a:extLst>
              <a:ext uri="{FF2B5EF4-FFF2-40B4-BE49-F238E27FC236}">
                <a16:creationId xmlns:a16="http://schemas.microsoft.com/office/drawing/2014/main" id="{9838512D-A010-DDD6-1567-37B565CF5809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329859789"/>
              </p:ext>
            </p:extLst>
          </p:nvPr>
        </p:nvGraphicFramePr>
        <p:xfrm>
          <a:off x="514373" y="1351494"/>
          <a:ext cx="11231294" cy="4606800"/>
        </p:xfrm>
        <a:graphic>
          <a:graphicData uri="http://schemas.openxmlformats.org/drawingml/2006/table">
            <a:tbl>
              <a:tblPr firstRow="1" bandRow="1">
                <a:effectLst/>
                <a:tableStyleId>{F2DE63D5-997A-4646-A377-4702673A728D}</a:tableStyleId>
              </a:tblPr>
              <a:tblGrid>
                <a:gridCol w="9663297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567997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278530">
                <a:tc>
                  <a:txBody>
                    <a:bodyPr/>
                    <a:lstStyle/>
                    <a:p>
                      <a:pPr marL="0" marR="0" indent="0" algn="l" defTabSz="4572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b="1" sz="1400">
                          <a:solidFill>
                            <a:schemeClr val="bg1"/>
                          </a:solidFill>
                          <a:latin typeface="+mn-lt"/>
                        </a:rPr>
                        <a:t>Description</a:t>
                      </a:r>
                      <a:endParaRPr lang="en-US" sz="1400" b="1" i="0" noProof="0" dirty="0">
                        <a:solidFill>
                          <a:schemeClr val="bg1"/>
                        </a:solidFill>
                        <a:latin typeface="+mn-lt"/>
                        <a:cs typeface="TheSans B4 SemiLight"/>
                      </a:endParaRPr>
                    </a:p>
                  </a:txBody>
                  <a:tcPr marL="108000" marR="108000" marT="72000" marB="72000">
                    <a:lnL w="9525" cap="flat" cmpd="sng" algn="ctr">
                      <a:noFill/>
                      <a:prstDash val="solid"/>
                    </a:lnL>
                    <a:lnR>
                      <a:noFill/>
                    </a:lnR>
                    <a:lnT w="9525" cap="flat" cmpd="sng" algn="ctr">
                      <a:noFill/>
                      <a:prstDash val="solid"/>
                    </a:lnT>
                    <a:lnB w="19050" cap="flat" cmpd="sng" algn="ctr">
                      <a:noFill/>
                      <a:prstDash val="sysDot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tx2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b="1" sz="1400">
                          <a:solidFill>
                            <a:schemeClr val="bg1"/>
                          </a:solidFill>
                          <a:latin typeface="+mn-lt"/>
                        </a:rPr>
                        <a:t>Weight</a:t>
                      </a:r>
                      <a:endParaRPr lang="en-US" sz="1400" b="1" i="0" noProof="0" dirty="0">
                        <a:solidFill>
                          <a:schemeClr val="bg1"/>
                        </a:solidFill>
                        <a:latin typeface="+mn-lt"/>
                        <a:cs typeface="TheSans B4 SemiLight"/>
                      </a:endParaRPr>
                    </a:p>
                  </a:txBody>
                  <a:tcPr marL="108000" marR="108000" marT="72000" marB="72000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noFill/>
                      <a:prstDash val="solid"/>
                    </a:lnT>
                    <a:lnB w="19050" cap="flat" cmpd="sng" algn="ctr">
                      <a:noFill/>
                      <a:prstDash val="sysDot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1F354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54774">
                <a:tc>
                  <a:txBody>
                    <a:bodyPr/>
                    <a:lstStyle/>
                    <a:p>
                      <a:pPr marL="0" marR="0" lvl="0" indent="0" algn="l" defTabSz="914400" rtl="0" eaLnBrk="1" fontAlgn="b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b="0" i="0" sz="1200" u="none">
                          <a:solidFill>
                            <a:schemeClr val="tx2"/>
                          </a:solidFill>
                          <a:latin typeface="Calibri Bold"/>
                        </a:rPr>
                        <a:t>Very high communication density on clients</a:t>
                      </a:r>
                    </a:p>
                  </a:txBody>
                  <a:tcPr marL="108000" marR="108000" marT="72000" marB="72000" anchor="ctr">
                    <a:lnL w="9525" cap="flat" cmpd="sng" algn="ctr">
                      <a:noFill/>
                      <a:prstDash val="solid"/>
                    </a:lnL>
                    <a:lnR>
                      <a:noFill/>
                    </a:lnR>
                    <a:lnT w="19050" cap="flat" cmpd="sng" algn="ctr">
                      <a:noFill/>
                      <a:prstDash val="sysDot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algn="r" defTabSz="914400" rtl="0" eaLnBrk="1" fontAlgn="b" latinLnBrk="0" hangingPunct="1"/>
                      <a:r>
                        <a:rPr b="0" i="0" sz="1200" u="none">
                          <a:solidFill>
                            <a:schemeClr val="tx1">
                              <a:lumMod val="60000"/>
                              <a:lumOff val="40000"/>
                            </a:schemeClr>
                          </a:solidFill>
                          <a:latin typeface="Calibri Regular"/>
                        </a:rPr>
                        <a:t>16</a:t>
                      </a:r>
                    </a:p>
                  </a:txBody>
                  <a:tcPr marL="108000" marR="108000" marT="72000" marB="72000" anchor="ctr">
                    <a:lnL>
                      <a:noFill/>
                    </a:lnL>
                    <a:lnR>
                      <a:noFill/>
                    </a:lnR>
                    <a:lnT w="19050" cap="flat" cmpd="sng" algn="ctr">
                      <a:noFill/>
                      <a:prstDash val="sysDot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254774">
                <a:tc>
                  <a:txBody>
                    <a:bodyPr/>
                    <a:lstStyle/>
                    <a:p>
                      <a:pPr algn="l" fontAlgn="b"/>
                      <a:r>
                        <a:rPr b="0" i="0" sz="1200" u="none">
                          <a:solidFill>
                            <a:schemeClr val="tx2"/>
                          </a:solidFill>
                          <a:latin typeface="Calibri Bold"/>
                        </a:rPr>
                        <a:t>Very high communication density on server-common</a:t>
                      </a:r>
                      <a:endParaRPr lang="en-US" sz="1200" b="0" i="0" u="none" strike="noStrike" noProof="0" dirty="0">
                        <a:solidFill>
                          <a:schemeClr val="tx2"/>
                        </a:solidFill>
                        <a:effectLst/>
                        <a:latin typeface="Calibri Regular"/>
                      </a:endParaRPr>
                    </a:p>
                  </a:txBody>
                  <a:tcPr marL="108000" marR="108000" marT="72000" marB="72000" anchor="ctr">
                    <a:lnL w="9525" cap="flat" cmpd="sng" algn="ctr">
                      <a:noFill/>
                      <a:prstDash val="solid"/>
                    </a:lnL>
                    <a:lnR>
                      <a:noFill/>
                    </a:lnR>
                    <a:lnT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algn="r" defTabSz="914400" rtl="0" eaLnBrk="1" fontAlgn="b" latinLnBrk="0" hangingPunct="1"/>
                      <a:r>
                        <a:rPr b="0" i="0" sz="1200" u="none">
                          <a:solidFill>
                            <a:schemeClr val="tx1">
                              <a:lumMod val="60000"/>
                              <a:lumOff val="40000"/>
                            </a:schemeClr>
                          </a:solidFill>
                          <a:latin typeface="Calibri Regular"/>
                        </a:rPr>
                        <a:t>14</a:t>
                      </a:r>
                      <a:endParaRPr lang="en-US" sz="1200" b="0" i="0" u="none" strike="noStrike" kern="1200" noProof="0" dirty="0">
                        <a:solidFill>
                          <a:schemeClr val="tx1">
                            <a:lumMod val="60000"/>
                            <a:lumOff val="40000"/>
                          </a:schemeClr>
                        </a:solidFill>
                        <a:effectLst/>
                        <a:latin typeface="Calibri Regular"/>
                        <a:ea typeface="+mn-ea"/>
                        <a:cs typeface="+mn-cs"/>
                      </a:endParaRPr>
                    </a:p>
                  </a:txBody>
                  <a:tcPr marL="108000" marR="108000" marT="72000" marB="72000" anchor="ctr">
                    <a:lnL>
                      <a:noFill/>
                    </a:lnL>
                    <a:lnR>
                      <a:noFill/>
                    </a:lnR>
                    <a:lnT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254774">
                <a:tc>
                  <a:txBody>
                    <a:bodyPr/>
                    <a:lstStyle/>
                    <a:p>
                      <a:pPr algn="l" fontAlgn="b"/>
                      <a:r>
                        <a:rPr b="0" i="0" sz="1200" u="none">
                          <a:solidFill>
                            <a:schemeClr val="tx2"/>
                          </a:solidFill>
                          <a:latin typeface="Calibri Bold"/>
                        </a:rPr>
                        <a:t>Very high communication density on tools</a:t>
                      </a:r>
                      <a:endParaRPr lang="en-US" sz="1200" b="0" i="0" u="none" strike="noStrike" noProof="0" dirty="0">
                        <a:solidFill>
                          <a:schemeClr val="tx2"/>
                        </a:solidFill>
                        <a:effectLst/>
                        <a:latin typeface="Calibri Regular"/>
                      </a:endParaRPr>
                    </a:p>
                  </a:txBody>
                  <a:tcPr marL="108000" marR="108000" marT="72000" marB="72000" anchor="ctr">
                    <a:lnL w="9525" cap="flat" cmpd="sng" algn="ctr">
                      <a:noFill/>
                      <a:prstDash val="solid"/>
                    </a:lnL>
                    <a:lnR>
                      <a:noFill/>
                    </a:lnR>
                    <a:lnT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algn="r" defTabSz="914400" rtl="0" eaLnBrk="1" fontAlgn="b" latinLnBrk="0" hangingPunct="1"/>
                      <a:r>
                        <a:rPr b="0" i="0" sz="1200" u="none">
                          <a:solidFill>
                            <a:schemeClr val="tx1">
                              <a:lumMod val="60000"/>
                              <a:lumOff val="40000"/>
                            </a:schemeClr>
                          </a:solidFill>
                          <a:latin typeface="Calibri Regular"/>
                        </a:rPr>
                        <a:t>11</a:t>
                      </a:r>
                      <a:endParaRPr lang="en-US" sz="1200" b="0" i="0" u="none" strike="noStrike" kern="1200" noProof="0" dirty="0">
                        <a:solidFill>
                          <a:schemeClr val="tx1">
                            <a:lumMod val="60000"/>
                            <a:lumOff val="40000"/>
                          </a:schemeClr>
                        </a:solidFill>
                        <a:effectLst/>
                        <a:latin typeface="Calibri Regular"/>
                        <a:ea typeface="+mn-ea"/>
                        <a:cs typeface="+mn-cs"/>
                      </a:endParaRPr>
                    </a:p>
                  </a:txBody>
                  <a:tcPr marL="108000" marR="108000" marT="72000" marB="72000" anchor="ctr">
                    <a:lnL>
                      <a:noFill/>
                    </a:lnL>
                    <a:lnR>
                      <a:noFill/>
                    </a:lnR>
                    <a:lnT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254774">
                <a:tc>
                  <a:txBody>
                    <a:bodyPr/>
                    <a:lstStyle/>
                    <a:p>
                      <a:pPr algn="l" fontAlgn="b"/>
                      <a:r>
                        <a:rPr b="0" i="0" sz="1200" u="none">
                          <a:solidFill>
                            <a:schemeClr val="tx2"/>
                          </a:solidFill>
                          <a:latin typeface="Calibri Bold"/>
                        </a:rPr>
                        <a:t>Very high communication density on metadata</a:t>
                      </a:r>
                      <a:endParaRPr lang="en-US" sz="1200" b="0" i="0" u="none" strike="noStrike" noProof="0" dirty="0">
                        <a:solidFill>
                          <a:schemeClr val="tx2"/>
                        </a:solidFill>
                        <a:effectLst/>
                        <a:latin typeface="Calibri Regular"/>
                      </a:endParaRPr>
                    </a:p>
                  </a:txBody>
                  <a:tcPr marL="108000" marR="108000" marT="72000" marB="72000" anchor="ctr">
                    <a:lnL w="9525" cap="flat" cmpd="sng" algn="ctr">
                      <a:noFill/>
                      <a:prstDash val="solid"/>
                    </a:lnL>
                    <a:lnR>
                      <a:noFill/>
                    </a:lnR>
                    <a:lnT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algn="r" defTabSz="914400" rtl="0" eaLnBrk="1" fontAlgn="b" latinLnBrk="0" hangingPunct="1"/>
                      <a:r>
                        <a:rPr b="0" i="0" sz="1200" u="none">
                          <a:solidFill>
                            <a:schemeClr val="tx1">
                              <a:lumMod val="60000"/>
                              <a:lumOff val="40000"/>
                            </a:schemeClr>
                          </a:solidFill>
                          <a:latin typeface="Calibri Regular"/>
                        </a:rPr>
                        <a:t>11</a:t>
                      </a:r>
                      <a:endParaRPr lang="en-US" sz="1200" b="0" i="0" u="none" strike="noStrike" kern="1200" noProof="0" dirty="0">
                        <a:solidFill>
                          <a:schemeClr val="tx1">
                            <a:lumMod val="60000"/>
                            <a:lumOff val="40000"/>
                          </a:schemeClr>
                        </a:solidFill>
                        <a:effectLst/>
                        <a:latin typeface="Calibri Regular"/>
                        <a:ea typeface="+mn-ea"/>
                        <a:cs typeface="+mn-cs"/>
                      </a:endParaRPr>
                    </a:p>
                  </a:txBody>
                  <a:tcPr marL="108000" marR="108000" marT="72000" marB="72000" anchor="ctr">
                    <a:lnL>
                      <a:noFill/>
                    </a:lnL>
                    <a:lnR>
                      <a:noFill/>
                    </a:lnR>
                    <a:lnT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254774">
                <a:tc>
                  <a:txBody>
                    <a:bodyPr/>
                    <a:lstStyle/>
                    <a:p>
                      <a:pPr algn="l" fontAlgn="b"/>
                      <a:r>
                        <a:rPr b="0" i="0" sz="1200" u="none">
                          <a:solidFill>
                            <a:schemeClr val="tx2"/>
                          </a:solidFill>
                          <a:latin typeface="Calibri Bold"/>
                        </a:rPr>
                        <a:t>High communication density on server</a:t>
                      </a:r>
                      <a:endParaRPr lang="en-US" sz="1200" b="0" i="0" u="none" strike="noStrike" noProof="0" dirty="0">
                        <a:solidFill>
                          <a:schemeClr val="tx2"/>
                        </a:solidFill>
                        <a:effectLst/>
                        <a:latin typeface="Calibri Regular"/>
                      </a:endParaRPr>
                    </a:p>
                  </a:txBody>
                  <a:tcPr marL="108000" marR="108000" marT="72000" marB="72000" anchor="ctr">
                    <a:lnL w="9525" cap="flat" cmpd="sng" algn="ctr">
                      <a:noFill/>
                      <a:prstDash val="solid"/>
                    </a:lnL>
                    <a:lnR>
                      <a:noFill/>
                    </a:lnR>
                    <a:lnT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algn="r" defTabSz="914400" rtl="0" eaLnBrk="1" fontAlgn="b" latinLnBrk="0" hangingPunct="1"/>
                      <a:r>
                        <a:rPr b="0" i="0" sz="1200" u="none">
                          <a:solidFill>
                            <a:schemeClr val="tx1">
                              <a:lumMod val="60000"/>
                              <a:lumOff val="40000"/>
                            </a:schemeClr>
                          </a:solidFill>
                          <a:latin typeface="Calibri Regular"/>
                        </a:rPr>
                        <a:t>9</a:t>
                      </a:r>
                      <a:endParaRPr lang="en-US" sz="1200" b="0" i="0" u="none" strike="noStrike" kern="1200" noProof="0" dirty="0">
                        <a:solidFill>
                          <a:schemeClr val="tx1">
                            <a:lumMod val="60000"/>
                            <a:lumOff val="40000"/>
                          </a:schemeClr>
                        </a:solidFill>
                        <a:effectLst/>
                        <a:latin typeface="Calibri Regular"/>
                        <a:ea typeface="+mn-ea"/>
                        <a:cs typeface="+mn-cs"/>
                      </a:endParaRPr>
                    </a:p>
                  </a:txBody>
                  <a:tcPr marL="108000" marR="108000" marT="72000" marB="72000" anchor="ctr">
                    <a:lnL>
                      <a:noFill/>
                    </a:lnL>
                    <a:lnR>
                      <a:noFill/>
                    </a:lnR>
                    <a:lnT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001900654"/>
                  </a:ext>
                </a:extLst>
              </a:tr>
              <a:tr h="254774">
                <a:tc>
                  <a:txBody>
                    <a:bodyPr/>
                    <a:lstStyle/>
                    <a:p>
                      <a:pPr algn="l" fontAlgn="b"/>
                      <a:r>
                        <a:rPr b="0" i="0" sz="1200" u="none">
                          <a:solidFill>
                            <a:schemeClr val="tx2"/>
                          </a:solidFill>
                          <a:latin typeface="Calibri Bold"/>
                        </a:rPr>
                        <a:t>High communication density on coordinator-common</a:t>
                      </a:r>
                      <a:endParaRPr lang="en-US" sz="1200" b="0" i="0" u="none" strike="noStrike" noProof="0" dirty="0">
                        <a:solidFill>
                          <a:schemeClr val="tx2"/>
                        </a:solidFill>
                        <a:effectLst/>
                        <a:latin typeface="Calibri Regular"/>
                      </a:endParaRPr>
                    </a:p>
                  </a:txBody>
                  <a:tcPr marL="108000" marR="108000" marT="72000" marB="72000" anchor="ctr">
                    <a:lnL w="9525" cap="flat" cmpd="sng" algn="ctr">
                      <a:noFill/>
                      <a:prstDash val="solid"/>
                    </a:lnL>
                    <a:lnR>
                      <a:noFill/>
                    </a:lnR>
                    <a:lnT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algn="r" defTabSz="914400" rtl="0" eaLnBrk="1" fontAlgn="b" latinLnBrk="0" hangingPunct="1"/>
                      <a:r>
                        <a:rPr b="0" i="0" sz="1200" u="none">
                          <a:solidFill>
                            <a:schemeClr val="tx1">
                              <a:lumMod val="60000"/>
                              <a:lumOff val="40000"/>
                            </a:schemeClr>
                          </a:solidFill>
                          <a:latin typeface="Calibri Regular"/>
                        </a:rPr>
                        <a:t>9</a:t>
                      </a:r>
                      <a:endParaRPr lang="en-US" sz="1200" b="0" i="0" u="none" strike="noStrike" kern="1200" noProof="0" dirty="0">
                        <a:solidFill>
                          <a:schemeClr val="tx1">
                            <a:lumMod val="60000"/>
                            <a:lumOff val="40000"/>
                          </a:schemeClr>
                        </a:solidFill>
                        <a:effectLst/>
                        <a:latin typeface="Calibri Regular"/>
                        <a:ea typeface="+mn-ea"/>
                        <a:cs typeface="+mn-cs"/>
                      </a:endParaRPr>
                    </a:p>
                  </a:txBody>
                  <a:tcPr marL="108000" marR="108000" marT="72000" marB="72000" anchor="ctr">
                    <a:lnL>
                      <a:noFill/>
                    </a:lnL>
                    <a:lnR>
                      <a:noFill/>
                    </a:lnR>
                    <a:lnT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928811833"/>
                  </a:ext>
                </a:extLst>
              </a:tr>
              <a:tr h="254774">
                <a:tc>
                  <a:txBody>
                    <a:bodyPr/>
                    <a:lstStyle/>
                    <a:p>
                      <a:pPr algn="l" fontAlgn="b"/>
                      <a:r>
                        <a:rPr b="0" i="0" sz="1200" u="none">
                          <a:solidFill>
                            <a:schemeClr val="tx2"/>
                          </a:solidFill>
                          <a:latin typeface="Calibri Bold"/>
                        </a:rPr>
                        <a:t>High communication density on jmh-benchmarks</a:t>
                      </a:r>
                      <a:endParaRPr lang="en-US" sz="1200" b="0" i="0" u="none" strike="noStrike" noProof="0" dirty="0">
                        <a:solidFill>
                          <a:schemeClr val="tx2"/>
                        </a:solidFill>
                        <a:effectLst/>
                        <a:latin typeface="Calibri Regular"/>
                      </a:endParaRPr>
                    </a:p>
                  </a:txBody>
                  <a:tcPr marL="108000" marR="108000" marT="72000" marB="72000" anchor="ctr">
                    <a:lnL w="9525" cap="flat" cmpd="sng" algn="ctr">
                      <a:noFill/>
                      <a:prstDash val="solid"/>
                    </a:lnL>
                    <a:lnR>
                      <a:noFill/>
                    </a:lnR>
                    <a:lnT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algn="r" defTabSz="914400" rtl="0" eaLnBrk="1" fontAlgn="b" latinLnBrk="0" hangingPunct="1"/>
                      <a:r>
                        <a:rPr b="0" i="0" sz="1200" u="none">
                          <a:solidFill>
                            <a:schemeClr val="tx1">
                              <a:lumMod val="60000"/>
                              <a:lumOff val="40000"/>
                            </a:schemeClr>
                          </a:solidFill>
                          <a:latin typeface="Calibri Regular"/>
                        </a:rPr>
                        <a:t>9</a:t>
                      </a:r>
                      <a:endParaRPr lang="en-US" sz="1200" b="0" i="0" u="none" strike="noStrike" kern="1200" noProof="0" dirty="0">
                        <a:solidFill>
                          <a:schemeClr val="tx1">
                            <a:lumMod val="60000"/>
                            <a:lumOff val="40000"/>
                          </a:schemeClr>
                        </a:solidFill>
                        <a:effectLst/>
                        <a:latin typeface="Calibri Regular"/>
                        <a:ea typeface="+mn-ea"/>
                        <a:cs typeface="+mn-cs"/>
                      </a:endParaRPr>
                    </a:p>
                  </a:txBody>
                  <a:tcPr marL="108000" marR="108000" marT="72000" marB="72000" anchor="ctr">
                    <a:lnL>
                      <a:noFill/>
                    </a:lnL>
                    <a:lnR>
                      <a:noFill/>
                    </a:lnR>
                    <a:lnT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060795780"/>
                  </a:ext>
                </a:extLst>
              </a:tr>
              <a:tr h="254774">
                <a:tc>
                  <a:txBody>
                    <a:bodyPr/>
                    <a:lstStyle/>
                    <a:p>
                      <a:pPr algn="l" fontAlgn="b"/>
                      <a:r>
                        <a:rPr b="0" i="0" sz="1200" u="none">
                          <a:solidFill>
                            <a:schemeClr val="tx2"/>
                          </a:solidFill>
                          <a:latin typeface="Calibri Bold"/>
                        </a:rPr>
                        <a:t>High communication density on core</a:t>
                      </a:r>
                      <a:endParaRPr lang="en-US" sz="1200" b="0" i="0" u="none" strike="noStrike" noProof="0" dirty="0">
                        <a:solidFill>
                          <a:schemeClr val="tx2"/>
                        </a:solidFill>
                        <a:effectLst/>
                        <a:latin typeface="Calibri Regular"/>
                      </a:endParaRPr>
                    </a:p>
                  </a:txBody>
                  <a:tcPr marL="108000" marR="108000" marT="72000" marB="72000" anchor="ctr">
                    <a:lnL w="9525" cap="flat" cmpd="sng" algn="ctr">
                      <a:noFill/>
                      <a:prstDash val="solid"/>
                    </a:lnL>
                    <a:lnR>
                      <a:noFill/>
                    </a:lnR>
                    <a:lnT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algn="r" defTabSz="914400" rtl="0" eaLnBrk="1" fontAlgn="b" latinLnBrk="0" hangingPunct="1"/>
                      <a:r>
                        <a:rPr b="0" i="0" sz="1200" u="none">
                          <a:solidFill>
                            <a:schemeClr val="tx1">
                              <a:lumMod val="60000"/>
                              <a:lumOff val="40000"/>
                            </a:schemeClr>
                          </a:solidFill>
                          <a:latin typeface="Calibri Regular"/>
                        </a:rPr>
                        <a:t>8</a:t>
                      </a:r>
                      <a:endParaRPr lang="en-US" sz="1200" b="0" i="0" u="none" strike="noStrike" kern="1200" noProof="0" dirty="0">
                        <a:solidFill>
                          <a:schemeClr val="tx1">
                            <a:lumMod val="60000"/>
                            <a:lumOff val="40000"/>
                          </a:schemeClr>
                        </a:solidFill>
                        <a:effectLst/>
                        <a:latin typeface="Calibri Regular"/>
                        <a:ea typeface="+mn-ea"/>
                        <a:cs typeface="+mn-cs"/>
                      </a:endParaRPr>
                    </a:p>
                  </a:txBody>
                  <a:tcPr marL="108000" marR="108000" marT="72000" marB="72000" anchor="ctr">
                    <a:lnL>
                      <a:noFill/>
                    </a:lnL>
                    <a:lnR>
                      <a:noFill/>
                    </a:lnR>
                    <a:lnT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933267410"/>
                  </a:ext>
                </a:extLst>
              </a:tr>
              <a:tr h="254774">
                <a:tc>
                  <a:txBody>
                    <a:bodyPr/>
                    <a:lstStyle/>
                    <a:p>
                      <a:pPr algn="l" fontAlgn="b"/>
                      <a:r>
                        <a:rPr b="0" i="0" sz="1200" u="none">
                          <a:solidFill>
                            <a:schemeClr val="tx2"/>
                          </a:solidFill>
                          <a:latin typeface="Calibri Bold"/>
                        </a:rPr>
                        <a:t>High communication density on storage</a:t>
                      </a:r>
                      <a:endParaRPr lang="en-US" sz="1200" b="0" i="0" u="none" strike="noStrike" noProof="0" dirty="0">
                        <a:solidFill>
                          <a:schemeClr val="tx2"/>
                        </a:solidFill>
                        <a:effectLst/>
                        <a:latin typeface="Calibri Regular"/>
                      </a:endParaRPr>
                    </a:p>
                  </a:txBody>
                  <a:tcPr marL="108000" marR="108000" marT="72000" marB="72000" anchor="ctr">
                    <a:lnL w="9525" cap="flat" cmpd="sng" algn="ctr">
                      <a:noFill/>
                      <a:prstDash val="solid"/>
                    </a:lnL>
                    <a:lnR>
                      <a:noFill/>
                    </a:lnR>
                    <a:lnT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algn="r" defTabSz="914400" rtl="0" eaLnBrk="1" fontAlgn="b" latinLnBrk="0" hangingPunct="1"/>
                      <a:r>
                        <a:rPr b="0" i="0" sz="1200" u="none">
                          <a:solidFill>
                            <a:schemeClr val="tx1">
                              <a:lumMod val="60000"/>
                              <a:lumOff val="40000"/>
                            </a:schemeClr>
                          </a:solidFill>
                          <a:latin typeface="Calibri Regular"/>
                        </a:rPr>
                        <a:t>8</a:t>
                      </a:r>
                      <a:endParaRPr lang="en-US" sz="1200" b="0" i="0" u="none" strike="noStrike" kern="1200" noProof="0" dirty="0">
                        <a:solidFill>
                          <a:schemeClr val="tx1">
                            <a:lumMod val="60000"/>
                            <a:lumOff val="40000"/>
                          </a:schemeClr>
                        </a:solidFill>
                        <a:effectLst/>
                        <a:latin typeface="Calibri Regular"/>
                        <a:ea typeface="+mn-ea"/>
                        <a:cs typeface="+mn-cs"/>
                      </a:endParaRPr>
                    </a:p>
                  </a:txBody>
                  <a:tcPr marL="108000" marR="108000" marT="72000" marB="72000" anchor="ctr">
                    <a:lnL>
                      <a:noFill/>
                    </a:lnL>
                    <a:lnR>
                      <a:noFill/>
                    </a:lnR>
                    <a:lnT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009910387"/>
                  </a:ext>
                </a:extLst>
              </a:tr>
              <a:tr h="254774">
                <a:tc>
                  <a:txBody>
                    <a:bodyPr/>
                    <a:lstStyle/>
                    <a:p>
                      <a:pPr algn="l" fontAlgn="b"/>
                      <a:r>
                        <a:rPr b="0" i="0" sz="1200" u="none">
                          <a:solidFill>
                            <a:schemeClr val="tx2"/>
                          </a:solidFill>
                          <a:latin typeface="Calibri Bold"/>
                        </a:rPr>
                        <a:t>High communication density on raft</a:t>
                      </a:r>
                      <a:endParaRPr lang="en-US" sz="1200" b="0" i="0" u="none" strike="noStrike" noProof="0" dirty="0">
                        <a:solidFill>
                          <a:schemeClr val="tx2"/>
                        </a:solidFill>
                        <a:effectLst/>
                        <a:latin typeface="Calibri Regular"/>
                      </a:endParaRPr>
                    </a:p>
                  </a:txBody>
                  <a:tcPr marL="108000" marR="108000" marT="72000" marB="72000" anchor="ctr">
                    <a:lnL w="9525" cap="flat" cmpd="sng" algn="ctr">
                      <a:noFill/>
                      <a:prstDash val="solid"/>
                    </a:lnL>
                    <a:lnR>
                      <a:noFill/>
                    </a:lnR>
                    <a:lnT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algn="r" defTabSz="914400" rtl="0" eaLnBrk="1" fontAlgn="b" latinLnBrk="0" hangingPunct="1"/>
                      <a:r>
                        <a:rPr b="0" i="0" sz="1200" u="none">
                          <a:solidFill>
                            <a:schemeClr val="tx1">
                              <a:lumMod val="60000"/>
                              <a:lumOff val="40000"/>
                            </a:schemeClr>
                          </a:solidFill>
                          <a:latin typeface="Calibri Regular"/>
                        </a:rPr>
                        <a:t>7</a:t>
                      </a:r>
                      <a:endParaRPr lang="en-US" sz="1200" b="0" i="0" u="none" strike="noStrike" kern="1200" noProof="0" dirty="0">
                        <a:solidFill>
                          <a:schemeClr val="tx1">
                            <a:lumMod val="60000"/>
                            <a:lumOff val="40000"/>
                          </a:schemeClr>
                        </a:solidFill>
                        <a:effectLst/>
                        <a:latin typeface="Calibri Regular"/>
                        <a:ea typeface="+mn-ea"/>
                        <a:cs typeface="+mn-cs"/>
                      </a:endParaRPr>
                    </a:p>
                  </a:txBody>
                  <a:tcPr marL="108000" marR="108000" marT="72000" marB="72000" anchor="ctr">
                    <a:lnL>
                      <a:noFill/>
                    </a:lnL>
                    <a:lnR>
                      <a:noFill/>
                    </a:lnR>
                    <a:lnT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372763307"/>
                  </a:ext>
                </a:extLst>
              </a:tr>
              <a:tr h="254774">
                <a:tc>
                  <a:txBody>
                    <a:bodyPr/>
                    <a:lstStyle/>
                    <a:p>
                      <a:pPr algn="l" fontAlgn="b"/>
                      <a:r>
                        <a:rPr b="0" i="0" sz="1200" u="none">
                          <a:solidFill>
                            <a:schemeClr val="tx2"/>
                          </a:solidFill>
                          <a:latin typeface="Calibri Bold"/>
                        </a:rPr>
                        <a:t>High communication density on group-coordinator</a:t>
                      </a:r>
                      <a:endParaRPr lang="en-US" sz="1200" b="0" i="0" u="none" strike="noStrike" noProof="0" dirty="0">
                        <a:solidFill>
                          <a:schemeClr val="tx2"/>
                        </a:solidFill>
                        <a:effectLst/>
                        <a:latin typeface="Calibri Regular"/>
                      </a:endParaRPr>
                    </a:p>
                  </a:txBody>
                  <a:tcPr marL="108000" marR="108000" marT="72000" marB="72000" anchor="ctr">
                    <a:lnL w="9525" cap="flat" cmpd="sng" algn="ctr">
                      <a:noFill/>
                      <a:prstDash val="solid"/>
                    </a:lnL>
                    <a:lnR>
                      <a:noFill/>
                    </a:lnR>
                    <a:lnT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algn="r" defTabSz="914400" rtl="0" eaLnBrk="1" fontAlgn="b" latinLnBrk="0" hangingPunct="1"/>
                      <a:r>
                        <a:rPr b="0" i="0" sz="1200" u="none">
                          <a:solidFill>
                            <a:schemeClr val="tx1">
                              <a:lumMod val="60000"/>
                              <a:lumOff val="40000"/>
                            </a:schemeClr>
                          </a:solidFill>
                          <a:latin typeface="Calibri Regular"/>
                        </a:rPr>
                        <a:t>7</a:t>
                      </a:r>
                      <a:endParaRPr lang="en-US" sz="1200" b="0" i="0" u="none" strike="noStrike" kern="1200" noProof="0" dirty="0">
                        <a:solidFill>
                          <a:schemeClr val="tx1">
                            <a:lumMod val="60000"/>
                            <a:lumOff val="40000"/>
                          </a:schemeClr>
                        </a:solidFill>
                        <a:effectLst/>
                        <a:latin typeface="Calibri Regular"/>
                        <a:ea typeface="+mn-ea"/>
                        <a:cs typeface="+mn-cs"/>
                      </a:endParaRPr>
                    </a:p>
                  </a:txBody>
                  <a:tcPr marL="108000" marR="108000" marT="72000" marB="72000" anchor="ctr">
                    <a:lnL>
                      <a:noFill/>
                    </a:lnL>
                    <a:lnR>
                      <a:noFill/>
                    </a:lnR>
                    <a:lnT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022263985"/>
                  </a:ext>
                </a:extLst>
              </a:tr>
              <a:tr h="254774">
                <a:tc>
                  <a:txBody>
                    <a:bodyPr/>
                    <a:lstStyle/>
                    <a:p>
                      <a:pPr algn="l" fontAlgn="b"/>
                      <a:r>
                        <a:rPr b="0" i="0" sz="1200" u="none">
                          <a:solidFill>
                            <a:schemeClr val="tx2"/>
                          </a:solidFill>
                          <a:latin typeface="Calibri Bold"/>
                        </a:rPr>
                        <a:t>High communication density on transaction-coordinator</a:t>
                      </a:r>
                      <a:endParaRPr lang="en-US" sz="1200" b="0" i="0" u="none" strike="noStrike" noProof="0" dirty="0">
                        <a:solidFill>
                          <a:schemeClr val="tx2"/>
                        </a:solidFill>
                        <a:effectLst/>
                        <a:latin typeface="Calibri Regular"/>
                      </a:endParaRPr>
                    </a:p>
                  </a:txBody>
                  <a:tcPr marL="108000" marR="108000" marT="72000" marB="72000" anchor="ctr">
                    <a:lnL w="9525" cap="flat" cmpd="sng" algn="ctr">
                      <a:noFill/>
                      <a:prstDash val="solid"/>
                    </a:lnL>
                    <a:lnR>
                      <a:noFill/>
                    </a:lnR>
                    <a:lnT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algn="r" defTabSz="914400" rtl="0" eaLnBrk="1" fontAlgn="b" latinLnBrk="0" hangingPunct="1"/>
                      <a:r>
                        <a:rPr b="0" i="0" sz="1200" u="none">
                          <a:solidFill>
                            <a:schemeClr val="tx1">
                              <a:lumMod val="60000"/>
                              <a:lumOff val="40000"/>
                            </a:schemeClr>
                          </a:solidFill>
                          <a:latin typeface="Calibri Regular"/>
                        </a:rPr>
                        <a:t>5</a:t>
                      </a:r>
                      <a:endParaRPr lang="en-US" sz="1200" b="0" i="0" u="none" strike="noStrike" kern="1200" noProof="0" dirty="0">
                        <a:solidFill>
                          <a:schemeClr val="tx1">
                            <a:lumMod val="60000"/>
                            <a:lumOff val="40000"/>
                          </a:schemeClr>
                        </a:solidFill>
                        <a:effectLst/>
                        <a:latin typeface="Calibri Regular"/>
                        <a:ea typeface="+mn-ea"/>
                        <a:cs typeface="+mn-cs"/>
                      </a:endParaRPr>
                    </a:p>
                  </a:txBody>
                  <a:tcPr marL="108000" marR="108000" marT="72000" marB="72000" anchor="ctr">
                    <a:lnL>
                      <a:noFill/>
                    </a:lnL>
                    <a:lnR>
                      <a:noFill/>
                    </a:lnR>
                    <a:lnT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516404128"/>
                  </a:ext>
                </a:extLst>
              </a:tr>
              <a:tr h="254774">
                <a:tc>
                  <a:txBody>
                    <a:bodyPr/>
                    <a:lstStyle/>
                    <a:p>
                      <a:pPr marL="0" marR="0" lvl="0" indent="0" algn="l" defTabSz="914400" rtl="0" eaLnBrk="1" fontAlgn="b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b="0" i="0" sz="1200" u="none">
                          <a:solidFill>
                            <a:schemeClr val="tx2"/>
                          </a:solidFill>
                          <a:latin typeface="Calibri Bold"/>
                        </a:rPr>
                        <a:t>High communication density on share-coordinator</a:t>
                      </a:r>
                      <a:endParaRPr lang="en-US" sz="1200" b="0" i="0" u="none" strike="noStrike" noProof="0" dirty="0">
                        <a:solidFill>
                          <a:schemeClr val="tx2"/>
                        </a:solidFill>
                        <a:effectLst/>
                        <a:latin typeface="Calibri Regular"/>
                      </a:endParaRPr>
                    </a:p>
                  </a:txBody>
                  <a:tcPr marL="108000" marR="108000" marT="72000" marB="72000" anchor="ctr">
                    <a:lnL w="9525" cap="flat" cmpd="sng" algn="ctr">
                      <a:noFill/>
                      <a:prstDash val="solid"/>
                    </a:lnL>
                    <a:lnR>
                      <a:noFill/>
                    </a:lnR>
                    <a:lnT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algn="r" defTabSz="914400" rtl="0" eaLnBrk="1" fontAlgn="b" latinLnBrk="0" hangingPunct="1"/>
                      <a:r>
                        <a:rPr b="0" i="0" sz="1200" u="none">
                          <a:solidFill>
                            <a:schemeClr val="tx1">
                              <a:lumMod val="60000"/>
                              <a:lumOff val="40000"/>
                            </a:schemeClr>
                          </a:solidFill>
                          <a:latin typeface="Calibri Regular"/>
                        </a:rPr>
                        <a:t>5</a:t>
                      </a:r>
                      <a:endParaRPr lang="en-US" sz="1200" b="0" i="0" u="none" strike="noStrike" kern="1200" noProof="0" dirty="0">
                        <a:solidFill>
                          <a:schemeClr val="tx1">
                            <a:lumMod val="60000"/>
                            <a:lumOff val="40000"/>
                          </a:schemeClr>
                        </a:solidFill>
                        <a:effectLst/>
                        <a:latin typeface="Calibri Regular"/>
                        <a:ea typeface="+mn-ea"/>
                        <a:cs typeface="+mn-cs"/>
                      </a:endParaRPr>
                    </a:p>
                  </a:txBody>
                  <a:tcPr marL="108000" marR="108000" marT="72000" marB="72000" anchor="ctr">
                    <a:lnL>
                      <a:noFill/>
                    </a:lnL>
                    <a:lnR>
                      <a:noFill/>
                    </a:lnR>
                    <a:lnT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255606331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3947627215"/>
      </p:ext>
    </p:extLst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FCB2A1D-C398-FD00-A262-F1315FFA7F2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Number Placeholder 1">
            <a:extLst>
              <a:ext uri="{FF2B5EF4-FFF2-40B4-BE49-F238E27FC236}">
                <a16:creationId xmlns:a16="http://schemas.microsoft.com/office/drawing/2014/main" id="{8C62FCDF-5E0F-1700-45E3-65B5191C49DA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E242BD21-9B61-2246-BCB1-4BE5E1BEBE1C}" type="slidenum">
              <a:rPr lang="en-US" smtClean="0"/>
              <a:pPr/>
              <a:t>27</a:t>
            </a:fld>
            <a:endParaRPr lang="en-US"/>
          </a:p>
        </p:txBody>
      </p:sp>
      <p:sp>
        <p:nvSpPr>
          <p:cNvPr id="10" name="Text Placeholder 9">
            <a:extLst>
              <a:ext uri="{FF2B5EF4-FFF2-40B4-BE49-F238E27FC236}">
                <a16:creationId xmlns:a16="http://schemas.microsoft.com/office/drawing/2014/main" id="{1F418E4D-4C1B-5CF0-D4B4-9BE92D28DF1E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/>
        <p:txBody>
          <a:bodyPr/>
          <a:lstStyle/>
          <a:p>
            <a:r>
              <a:rPr lang="en-US" dirty="0"/>
              <a:t>Refactoring Candidates – COMPONENT Independence</a:t>
            </a:r>
          </a:p>
        </p:txBody>
      </p:sp>
      <p:sp>
        <p:nvSpPr>
          <p:cNvPr id="5" name="Title 4">
            <a:extLst>
              <a:ext uri="{FF2B5EF4-FFF2-40B4-BE49-F238E27FC236}">
                <a16:creationId xmlns:a16="http://schemas.microsoft.com/office/drawing/2014/main" id="{FE4658BA-0814-EB54-4871-7EA3307973A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An overview of high impact communicating files</a:t>
            </a:r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D5FCF33D-A478-D36E-605A-D3A5163CFE94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2669790" y="6549140"/>
            <a:ext cx="804066" cy="236406"/>
          </a:xfrm>
          <a:prstGeom prst="rect">
            <a:avLst/>
          </a:prstGeom>
          <a:noFill/>
          <a:ln w="12700" cap="flat" cmpd="sng" algn="ctr">
            <a:noFill/>
            <a:prstDash val="solid"/>
            <a:miter lim="800000"/>
          </a:ln>
        </p:spPr>
        <p:txBody>
          <a:bodyPr wrap="none" lIns="0" tIns="36000" rIns="0" rtlCol="0" anchor="ctr">
            <a:spAutoFit/>
          </a:bodyPr>
          <a:lstStyle>
            <a:defPPr>
              <a:defRPr lang="en-US"/>
            </a:defPPr>
            <a:lvl1pPr marL="0" algn="l" defTabSz="914400" rtl="0" eaLnBrk="1" latinLnBrk="0" hangingPunct="1">
              <a:defRPr lang="en-US" sz="1000" b="1" kern="1200" cap="all" spc="10" baseline="0" dirty="0">
                <a:solidFill>
                  <a:srgbClr val="B2BECD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 dirty="0"/>
              <a:t>Confidential</a:t>
            </a:r>
          </a:p>
        </p:txBody>
      </p:sp>
      <p:graphicFrame>
        <p:nvGraphicFramePr>
          <p:cNvPr id="4" name="REFACTORING_CANDIDATES_TABLE_COMPONENT_INDEPENDENCE">
            <a:extLst>
              <a:ext uri="{FF2B5EF4-FFF2-40B4-BE49-F238E27FC236}">
                <a16:creationId xmlns:a16="http://schemas.microsoft.com/office/drawing/2014/main" id="{0354F911-27AA-DF84-8BBC-02F20E05B6DA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890974292"/>
              </p:ext>
            </p:extLst>
          </p:nvPr>
        </p:nvGraphicFramePr>
        <p:xfrm>
          <a:off x="514373" y="1366988"/>
          <a:ext cx="11231293" cy="4606800"/>
        </p:xfrm>
        <a:graphic>
          <a:graphicData uri="http://schemas.openxmlformats.org/drawingml/2006/table">
            <a:tbl>
              <a:tblPr firstRow="1" bandRow="1">
                <a:effectLst/>
                <a:tableStyleId>{F2DE63D5-997A-4646-A377-4702673A728D}</a:tableStyleId>
              </a:tblPr>
              <a:tblGrid>
                <a:gridCol w="6599411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163784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931675">
                  <a:extLst>
                    <a:ext uri="{9D8B030D-6E8A-4147-A177-3AD203B41FA5}">
                      <a16:colId xmlns:a16="http://schemas.microsoft.com/office/drawing/2014/main" val="4263492041"/>
                    </a:ext>
                  </a:extLst>
                </a:gridCol>
                <a:gridCol w="1536423">
                  <a:extLst>
                    <a:ext uri="{9D8B030D-6E8A-4147-A177-3AD203B41FA5}">
                      <a16:colId xmlns:a16="http://schemas.microsoft.com/office/drawing/2014/main" val="2509092107"/>
                    </a:ext>
                  </a:extLst>
                </a:gridCol>
              </a:tblGrid>
              <a:tr h="0">
                <a:tc>
                  <a:txBody>
                    <a:bodyPr/>
                    <a:lstStyle/>
                    <a:p>
                      <a:pPr marL="0" marR="0" indent="0" algn="l" defTabSz="4572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b="1" sz="1400">
                          <a:solidFill>
                            <a:schemeClr val="bg1"/>
                          </a:solidFill>
                          <a:latin typeface="+mn-lt"/>
                        </a:rPr>
                        <a:t>File name</a:t>
                      </a:r>
                      <a:endParaRPr lang="en-US" sz="1400" b="1" i="0" noProof="0" dirty="0">
                        <a:solidFill>
                          <a:schemeClr val="bg1"/>
                        </a:solidFill>
                        <a:latin typeface="+mn-lt"/>
                        <a:cs typeface="TheSans B4 SemiLight"/>
                      </a:endParaRPr>
                    </a:p>
                  </a:txBody>
                  <a:tcPr marL="108000" marR="108000" marT="72000" marB="72000">
                    <a:lnL w="9525" cap="flat" cmpd="sng" algn="ctr">
                      <a:noFill/>
                      <a:prstDash val="solid"/>
                    </a:lnL>
                    <a:lnR>
                      <a:noFill/>
                    </a:lnR>
                    <a:lnT w="9525" cap="flat" cmpd="sng" algn="ctr">
                      <a:noFill/>
                      <a:prstDash val="solid"/>
                    </a:lnT>
                    <a:lnB w="19050" cap="flat" cmpd="sng" algn="ctr">
                      <a:noFill/>
                      <a:prstDash val="sysDot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tx2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b="1" sz="1400">
                          <a:solidFill>
                            <a:schemeClr val="bg1"/>
                          </a:solidFill>
                          <a:latin typeface="+mn-lt"/>
                        </a:rPr>
                        <a:t>LOC</a:t>
                      </a:r>
                      <a:endParaRPr lang="en-US" sz="1400" b="1" i="0" noProof="0" dirty="0">
                        <a:solidFill>
                          <a:schemeClr val="bg1"/>
                        </a:solidFill>
                        <a:latin typeface="+mn-lt"/>
                        <a:cs typeface="TheSans B4 SemiLight"/>
                      </a:endParaRPr>
                    </a:p>
                  </a:txBody>
                  <a:tcPr marL="108000" marR="108000" marT="72000" marB="72000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noFill/>
                      <a:prstDash val="solid"/>
                    </a:lnT>
                    <a:lnB w="19050" cap="flat" cmpd="sng" algn="ctr">
                      <a:noFill/>
                      <a:prstDash val="sysDot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1F354B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b="1" i="0" sz="1400">
                          <a:solidFill>
                            <a:schemeClr val="bg1"/>
                          </a:solidFill>
                          <a:latin typeface="+mn-lt"/>
                        </a:rPr>
                        <a:t>Component</a:t>
                      </a:r>
                    </a:p>
                  </a:txBody>
                  <a:tcPr marL="108000" marR="108000" marT="72000" marB="72000">
                    <a:lnL>
                      <a:noFill/>
                    </a:lnL>
                    <a:lnR w="9525" cap="flat" cmpd="sng" algn="ctr">
                      <a:noFill/>
                      <a:prstDash val="solid"/>
                    </a:lnR>
                    <a:lnT w="9525" cap="flat" cmpd="sng" algn="ctr">
                      <a:noFill/>
                      <a:prstDash val="solid"/>
                    </a:lnT>
                    <a:lnB w="19050" cap="flat" cmpd="sng" algn="ctr">
                      <a:noFill/>
                      <a:prstDash val="sysDot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tx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b="1" i="0" sz="1400">
                          <a:solidFill>
                            <a:schemeClr val="bg1"/>
                          </a:solidFill>
                          <a:latin typeface="+mn-lt"/>
                        </a:rPr>
                        <a:t>Technology</a:t>
                      </a:r>
                    </a:p>
                  </a:txBody>
                  <a:tcPr marL="108000" marR="108000" marT="72000" marB="72000">
                    <a:lnL>
                      <a:noFill/>
                    </a:lnL>
                    <a:lnR w="9525" cap="flat" cmpd="sng" algn="ctr">
                      <a:noFill/>
                      <a:prstDash val="solid"/>
                    </a:lnR>
                    <a:lnT w="9525" cap="flat" cmpd="sng" algn="ctr">
                      <a:noFill/>
                      <a:prstDash val="solid"/>
                    </a:lnT>
                    <a:lnB w="19050" cap="flat" cmpd="sng" algn="ctr">
                      <a:noFill/>
                      <a:prstDash val="sysDot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tx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marR="0" lvl="0" indent="0" algn="l" defTabSz="914400" rtl="0" eaLnBrk="1" fontAlgn="b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b="0" i="0" sz="1200" u="none">
                          <a:solidFill>
                            <a:schemeClr val="tx2"/>
                          </a:solidFill>
                          <a:latin typeface="Calibri Bold"/>
                        </a:rPr>
                        <a:t>GroupMetadataManager.java</a:t>
                      </a:r>
                    </a:p>
                  </a:txBody>
                  <a:tcPr marL="108000" marR="108000" marT="72000" marB="72000" anchor="ctr">
                    <a:lnL w="9525" cap="flat" cmpd="sng" algn="ctr">
                      <a:noFill/>
                      <a:prstDash val="solid"/>
                    </a:lnL>
                    <a:lnR>
                      <a:noFill/>
                    </a:lnR>
                    <a:lnT w="19050" cap="flat" cmpd="sng" algn="ctr">
                      <a:noFill/>
                      <a:prstDash val="sysDot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algn="r" defTabSz="914400" rtl="0" eaLnBrk="1" fontAlgn="b" latinLnBrk="0" hangingPunct="1"/>
                      <a:r>
                        <a:rPr b="0" i="0" sz="1200" u="none">
                          <a:solidFill>
                            <a:schemeClr val="tx1">
                              <a:lumMod val="60000"/>
                              <a:lumOff val="40000"/>
                            </a:schemeClr>
                          </a:solidFill>
                          <a:latin typeface="Calibri Regular"/>
                        </a:rPr>
                        <a:t>5763</a:t>
                      </a:r>
                    </a:p>
                  </a:txBody>
                  <a:tcPr marL="108000" marR="108000" marT="72000" marB="72000" anchor="ctr">
                    <a:lnL>
                      <a:noFill/>
                    </a:lnL>
                    <a:lnR>
                      <a:noFill/>
                    </a:lnR>
                    <a:lnT w="19050" cap="flat" cmpd="sng" algn="ctr">
                      <a:noFill/>
                      <a:prstDash val="sysDot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b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b="0" i="0" sz="1200" u="none">
                          <a:solidFill>
                            <a:schemeClr val="tx1">
                              <a:lumMod val="60000"/>
                              <a:lumOff val="40000"/>
                            </a:schemeClr>
                          </a:solidFill>
                          <a:latin typeface="Calibri Regular"/>
                        </a:rPr>
                        <a:t>group-coordinator</a:t>
                      </a:r>
                    </a:p>
                  </a:txBody>
                  <a:tcPr marL="108000" marR="108000" marT="72000" marB="72000" anchor="ctr">
                    <a:lnL>
                      <a:noFill/>
                    </a:lnL>
                    <a:lnR w="9525" cap="flat" cmpd="sng" algn="ctr">
                      <a:noFill/>
                      <a:prstDash val="solid"/>
                    </a:lnR>
                    <a:lnT w="19050" cap="flat" cmpd="sng" algn="ctr">
                      <a:noFill/>
                      <a:prstDash val="sysDot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b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b="0" i="0" sz="1200" u="none">
                          <a:solidFill>
                            <a:schemeClr val="tx1">
                              <a:lumMod val="60000"/>
                              <a:lumOff val="40000"/>
                            </a:schemeClr>
                          </a:solidFill>
                          <a:latin typeface="Calibri Regular"/>
                        </a:rPr>
                        <a:t>Java</a:t>
                      </a:r>
                    </a:p>
                  </a:txBody>
                  <a:tcPr marL="108000" marR="108000" marT="72000" marB="72000" anchor="ctr">
                    <a:lnL>
                      <a:noFill/>
                    </a:lnL>
                    <a:lnR w="9525" cap="flat" cmpd="sng" algn="ctr">
                      <a:noFill/>
                      <a:prstDash val="solid"/>
                    </a:lnR>
                    <a:lnT w="19050" cap="flat" cmpd="sng" algn="ctr">
                      <a:noFill/>
                      <a:prstDash val="sysDot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algn="l" fontAlgn="b"/>
                      <a:r>
                        <a:rPr b="0" i="0" sz="1200" u="none">
                          <a:solidFill>
                            <a:schemeClr val="tx2"/>
                          </a:solidFill>
                          <a:latin typeface="Calibri Bold"/>
                        </a:rPr>
                        <a:t>UnifiedLog.java</a:t>
                      </a:r>
                      <a:endParaRPr lang="en-US" sz="1200" b="0" i="0" u="none" strike="noStrike" noProof="0" dirty="0">
                        <a:solidFill>
                          <a:schemeClr val="tx2"/>
                        </a:solidFill>
                        <a:effectLst/>
                        <a:latin typeface="Calibri Regular"/>
                      </a:endParaRPr>
                    </a:p>
                  </a:txBody>
                  <a:tcPr marL="108000" marR="108000" marT="72000" marB="72000" anchor="ctr">
                    <a:lnL w="9525" cap="flat" cmpd="sng" algn="ctr">
                      <a:noFill/>
                      <a:prstDash val="solid"/>
                    </a:lnL>
                    <a:lnR>
                      <a:noFill/>
                    </a:lnR>
                    <a:lnT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algn="r" defTabSz="914400" rtl="0" eaLnBrk="1" fontAlgn="b" latinLnBrk="0" hangingPunct="1"/>
                      <a:r>
                        <a:rPr b="0" i="0" sz="1200" u="none">
                          <a:solidFill>
                            <a:schemeClr val="tx1">
                              <a:lumMod val="60000"/>
                              <a:lumOff val="40000"/>
                            </a:schemeClr>
                          </a:solidFill>
                          <a:latin typeface="Calibri Regular"/>
                        </a:rPr>
                        <a:t>1831</a:t>
                      </a:r>
                      <a:endParaRPr lang="en-US" sz="1200" b="0" i="0" u="none" strike="noStrike" kern="1200" noProof="0" dirty="0">
                        <a:solidFill>
                          <a:schemeClr val="tx1">
                            <a:lumMod val="60000"/>
                            <a:lumOff val="40000"/>
                          </a:schemeClr>
                        </a:solidFill>
                        <a:effectLst/>
                        <a:latin typeface="Calibri Regular"/>
                        <a:ea typeface="+mn-ea"/>
                        <a:cs typeface="+mn-cs"/>
                      </a:endParaRPr>
                    </a:p>
                  </a:txBody>
                  <a:tcPr marL="108000" marR="108000" marT="72000" marB="72000" anchor="ctr">
                    <a:lnL>
                      <a:noFill/>
                    </a:lnL>
                    <a:lnR>
                      <a:noFill/>
                    </a:lnR>
                    <a:lnT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indent="0" algn="l" defTabSz="457200" rtl="0" eaLnBrk="1" fontAlgn="b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b="0" i="0" sz="1200" u="none">
                          <a:solidFill>
                            <a:schemeClr val="tx1">
                              <a:lumMod val="60000"/>
                              <a:lumOff val="40000"/>
                            </a:schemeClr>
                          </a:solidFill>
                          <a:latin typeface="Calibri Regular"/>
                        </a:rPr>
                        <a:t>storage</a:t>
                      </a:r>
                      <a:endParaRPr lang="en-US" sz="1200" b="0" i="0" u="none" strike="noStrike" noProof="0" dirty="0">
                        <a:solidFill>
                          <a:schemeClr val="tx1">
                            <a:lumMod val="60000"/>
                            <a:lumOff val="40000"/>
                          </a:schemeClr>
                        </a:solidFill>
                        <a:effectLst/>
                        <a:latin typeface="Calibri Regular"/>
                      </a:endParaRPr>
                    </a:p>
                  </a:txBody>
                  <a:tcPr marL="108000" marR="108000" marT="72000" marB="72000" anchor="ctr">
                    <a:lnL>
                      <a:noFill/>
                    </a:lnL>
                    <a:lnR w="9525" cap="flat" cmpd="sng" algn="ctr">
                      <a:noFill/>
                      <a:prstDash val="solid"/>
                    </a:lnR>
                    <a:lnT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indent="0" algn="l" defTabSz="457200" rtl="0" eaLnBrk="1" fontAlgn="b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b="0" i="0" sz="1200" u="none">
                          <a:solidFill>
                            <a:schemeClr val="tx1">
                              <a:lumMod val="60000"/>
                              <a:lumOff val="40000"/>
                            </a:schemeClr>
                          </a:solidFill>
                          <a:latin typeface="Calibri Regular"/>
                        </a:rPr>
                        <a:t>Java</a:t>
                      </a:r>
                      <a:endParaRPr lang="en-US" sz="1200" b="0" i="0" u="none" strike="noStrike" noProof="0" dirty="0">
                        <a:solidFill>
                          <a:schemeClr val="tx1">
                            <a:lumMod val="60000"/>
                            <a:lumOff val="40000"/>
                          </a:schemeClr>
                        </a:solidFill>
                        <a:effectLst/>
                        <a:latin typeface="Calibri Regular"/>
                      </a:endParaRPr>
                    </a:p>
                  </a:txBody>
                  <a:tcPr marL="108000" marR="108000" marT="72000" marB="72000" anchor="ctr">
                    <a:lnL>
                      <a:noFill/>
                    </a:lnL>
                    <a:lnR w="9525" cap="flat" cmpd="sng" algn="ctr">
                      <a:noFill/>
                      <a:prstDash val="solid"/>
                    </a:lnR>
                    <a:lnT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algn="l" fontAlgn="b"/>
                      <a:r>
                        <a:rPr b="0" i="0" sz="1200" u="none">
                          <a:solidFill>
                            <a:schemeClr val="tx2"/>
                          </a:solidFill>
                          <a:latin typeface="Calibri Bold"/>
                        </a:rPr>
                        <a:t>RemoteLogManager.java</a:t>
                      </a:r>
                      <a:endParaRPr lang="en-US" sz="1200" b="0" i="0" u="none" strike="noStrike" noProof="0" dirty="0">
                        <a:solidFill>
                          <a:schemeClr val="tx2"/>
                        </a:solidFill>
                        <a:effectLst/>
                        <a:latin typeface="Calibri Regular"/>
                      </a:endParaRPr>
                    </a:p>
                  </a:txBody>
                  <a:tcPr marL="108000" marR="108000" marT="72000" marB="72000" anchor="ctr">
                    <a:lnL w="9525" cap="flat" cmpd="sng" algn="ctr">
                      <a:noFill/>
                      <a:prstDash val="solid"/>
                    </a:lnL>
                    <a:lnR>
                      <a:noFill/>
                    </a:lnR>
                    <a:lnT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algn="r" defTabSz="914400" rtl="0" eaLnBrk="1" fontAlgn="b" latinLnBrk="0" hangingPunct="1"/>
                      <a:r>
                        <a:rPr b="0" i="0" sz="1200" u="none">
                          <a:solidFill>
                            <a:schemeClr val="tx1">
                              <a:lumMod val="60000"/>
                              <a:lumOff val="40000"/>
                            </a:schemeClr>
                          </a:solidFill>
                          <a:latin typeface="Calibri Regular"/>
                        </a:rPr>
                        <a:t>1792</a:t>
                      </a:r>
                      <a:endParaRPr lang="en-US" sz="1200" b="0" i="0" u="none" strike="noStrike" kern="1200" noProof="0" dirty="0">
                        <a:solidFill>
                          <a:schemeClr val="tx1">
                            <a:lumMod val="60000"/>
                            <a:lumOff val="40000"/>
                          </a:schemeClr>
                        </a:solidFill>
                        <a:effectLst/>
                        <a:latin typeface="Calibri Regular"/>
                        <a:ea typeface="+mn-ea"/>
                        <a:cs typeface="+mn-cs"/>
                      </a:endParaRPr>
                    </a:p>
                  </a:txBody>
                  <a:tcPr marL="108000" marR="108000" marT="72000" marB="72000" anchor="ctr">
                    <a:lnL>
                      <a:noFill/>
                    </a:lnL>
                    <a:lnR>
                      <a:noFill/>
                    </a:lnR>
                    <a:lnT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b"/>
                      <a:r>
                        <a:rPr b="0" i="0" sz="1200" u="none">
                          <a:solidFill>
                            <a:schemeClr val="tx1">
                              <a:lumMod val="60000"/>
                              <a:lumOff val="40000"/>
                            </a:schemeClr>
                          </a:solidFill>
                          <a:latin typeface="Calibri Regular"/>
                        </a:rPr>
                        <a:t>storage</a:t>
                      </a:r>
                      <a:endParaRPr lang="en-US" sz="1200" b="0" i="0" u="none" strike="noStrike" noProof="0" dirty="0">
                        <a:solidFill>
                          <a:schemeClr val="tx1">
                            <a:lumMod val="60000"/>
                            <a:lumOff val="40000"/>
                          </a:schemeClr>
                        </a:solidFill>
                        <a:effectLst/>
                        <a:latin typeface="Calibri Regular"/>
                      </a:endParaRPr>
                    </a:p>
                  </a:txBody>
                  <a:tcPr marL="108000" marR="108000" marT="72000" marB="72000" anchor="ctr">
                    <a:lnL>
                      <a:noFill/>
                    </a:lnL>
                    <a:lnR w="9525" cap="flat" cmpd="sng" algn="ctr">
                      <a:noFill/>
                      <a:prstDash val="solid"/>
                    </a:lnR>
                    <a:lnT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b"/>
                      <a:r>
                        <a:rPr b="0" i="0" sz="1200" u="none">
                          <a:solidFill>
                            <a:schemeClr val="tx1">
                              <a:lumMod val="60000"/>
                              <a:lumOff val="40000"/>
                            </a:schemeClr>
                          </a:solidFill>
                          <a:latin typeface="Calibri Regular"/>
                        </a:rPr>
                        <a:t>Java</a:t>
                      </a:r>
                      <a:endParaRPr lang="en-US" sz="1200" b="0" i="0" u="none" strike="noStrike" noProof="0" dirty="0">
                        <a:solidFill>
                          <a:schemeClr val="tx1">
                            <a:lumMod val="60000"/>
                            <a:lumOff val="40000"/>
                          </a:schemeClr>
                        </a:solidFill>
                        <a:effectLst/>
                        <a:latin typeface="Calibri Regular"/>
                      </a:endParaRPr>
                    </a:p>
                  </a:txBody>
                  <a:tcPr marL="108000" marR="108000" marT="72000" marB="72000" anchor="ctr">
                    <a:lnL>
                      <a:noFill/>
                    </a:lnL>
                    <a:lnR w="9525" cap="flat" cmpd="sng" algn="ctr">
                      <a:noFill/>
                      <a:prstDash val="solid"/>
                    </a:lnR>
                    <a:lnT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algn="l" fontAlgn="b"/>
                      <a:r>
                        <a:rPr b="0" i="0" sz="1200" u="none">
                          <a:solidFill>
                            <a:schemeClr val="tx2"/>
                          </a:solidFill>
                          <a:latin typeface="Calibri Bold"/>
                        </a:rPr>
                        <a:t>CoordinatorRuntime.java</a:t>
                      </a:r>
                      <a:endParaRPr lang="en-US" sz="1200" b="0" i="0" u="none" strike="noStrike" noProof="0" dirty="0">
                        <a:solidFill>
                          <a:schemeClr val="tx2"/>
                        </a:solidFill>
                        <a:effectLst/>
                        <a:latin typeface="Calibri Regular"/>
                      </a:endParaRPr>
                    </a:p>
                  </a:txBody>
                  <a:tcPr marL="108000" marR="108000" marT="72000" marB="72000" anchor="ctr">
                    <a:lnL w="9525" cap="flat" cmpd="sng" algn="ctr">
                      <a:noFill/>
                      <a:prstDash val="solid"/>
                    </a:lnL>
                    <a:lnR>
                      <a:noFill/>
                    </a:lnR>
                    <a:lnT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algn="r" defTabSz="914400" rtl="0" eaLnBrk="1" fontAlgn="b" latinLnBrk="0" hangingPunct="1"/>
                      <a:r>
                        <a:rPr b="0" i="0" sz="1200" u="none">
                          <a:solidFill>
                            <a:schemeClr val="tx1">
                              <a:lumMod val="60000"/>
                              <a:lumOff val="40000"/>
                            </a:schemeClr>
                          </a:solidFill>
                          <a:latin typeface="Calibri Regular"/>
                        </a:rPr>
                        <a:t>1404</a:t>
                      </a:r>
                      <a:endParaRPr lang="en-US" sz="1200" b="0" i="0" u="none" strike="noStrike" kern="1200" noProof="0" dirty="0">
                        <a:solidFill>
                          <a:schemeClr val="tx1">
                            <a:lumMod val="60000"/>
                            <a:lumOff val="40000"/>
                          </a:schemeClr>
                        </a:solidFill>
                        <a:effectLst/>
                        <a:latin typeface="Calibri Regular"/>
                        <a:ea typeface="+mn-ea"/>
                        <a:cs typeface="+mn-cs"/>
                      </a:endParaRPr>
                    </a:p>
                  </a:txBody>
                  <a:tcPr marL="108000" marR="108000" marT="72000" marB="72000" anchor="ctr">
                    <a:lnL>
                      <a:noFill/>
                    </a:lnL>
                    <a:lnR>
                      <a:noFill/>
                    </a:lnR>
                    <a:lnT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b"/>
                      <a:r>
                        <a:rPr b="0" i="0" sz="1200" u="none">
                          <a:solidFill>
                            <a:schemeClr val="tx1">
                              <a:lumMod val="60000"/>
                              <a:lumOff val="40000"/>
                            </a:schemeClr>
                          </a:solidFill>
                          <a:latin typeface="Calibri Regular"/>
                        </a:rPr>
                        <a:t>coordinator-common</a:t>
                      </a:r>
                      <a:endParaRPr lang="en-US" sz="1200" b="0" i="0" u="none" strike="noStrike" noProof="0" dirty="0">
                        <a:solidFill>
                          <a:schemeClr val="tx1">
                            <a:lumMod val="60000"/>
                            <a:lumOff val="40000"/>
                          </a:schemeClr>
                        </a:solidFill>
                        <a:effectLst/>
                        <a:latin typeface="Calibri Regular"/>
                      </a:endParaRPr>
                    </a:p>
                  </a:txBody>
                  <a:tcPr marL="108000" marR="108000" marT="72000" marB="72000" anchor="ctr">
                    <a:lnL>
                      <a:noFill/>
                    </a:lnL>
                    <a:lnR w="9525" cap="flat" cmpd="sng" algn="ctr">
                      <a:noFill/>
                      <a:prstDash val="solid"/>
                    </a:lnR>
                    <a:lnT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b"/>
                      <a:r>
                        <a:rPr b="0" i="0" sz="1200" u="none">
                          <a:solidFill>
                            <a:schemeClr val="tx1">
                              <a:lumMod val="60000"/>
                              <a:lumOff val="40000"/>
                            </a:schemeClr>
                          </a:solidFill>
                          <a:latin typeface="Calibri Regular"/>
                        </a:rPr>
                        <a:t>Java</a:t>
                      </a:r>
                      <a:endParaRPr lang="en-US" sz="1200" b="0" i="0" u="none" strike="noStrike" noProof="0" dirty="0">
                        <a:solidFill>
                          <a:schemeClr val="tx1">
                            <a:lumMod val="60000"/>
                            <a:lumOff val="40000"/>
                          </a:schemeClr>
                        </a:solidFill>
                        <a:effectLst/>
                        <a:latin typeface="Calibri Regular"/>
                      </a:endParaRPr>
                    </a:p>
                  </a:txBody>
                  <a:tcPr marL="108000" marR="108000" marT="72000" marB="72000" anchor="ctr">
                    <a:lnL>
                      <a:noFill/>
                    </a:lnL>
                    <a:lnR w="9525" cap="flat" cmpd="sng" algn="ctr">
                      <a:noFill/>
                      <a:prstDash val="solid"/>
                    </a:lnR>
                    <a:lnT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algn="l" fontAlgn="b"/>
                      <a:r>
                        <a:rPr b="0" i="0" sz="1200" u="none">
                          <a:solidFill>
                            <a:schemeClr val="tx2"/>
                          </a:solidFill>
                          <a:latin typeface="Calibri Bold"/>
                        </a:rPr>
                        <a:t>Values.java</a:t>
                      </a:r>
                      <a:endParaRPr lang="en-US" sz="1200" b="0" i="0" u="none" strike="noStrike" noProof="0" dirty="0">
                        <a:solidFill>
                          <a:schemeClr val="tx2"/>
                        </a:solidFill>
                        <a:effectLst/>
                        <a:latin typeface="Calibri Regular"/>
                      </a:endParaRPr>
                    </a:p>
                  </a:txBody>
                  <a:tcPr marL="108000" marR="108000" marT="72000" marB="72000" anchor="ctr">
                    <a:lnL w="9525" cap="flat" cmpd="sng" algn="ctr">
                      <a:noFill/>
                      <a:prstDash val="solid"/>
                    </a:lnL>
                    <a:lnR>
                      <a:noFill/>
                    </a:lnR>
                    <a:lnT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algn="r" defTabSz="914400" rtl="0" eaLnBrk="1" fontAlgn="b" latinLnBrk="0" hangingPunct="1"/>
                      <a:r>
                        <a:rPr b="0" i="0" sz="1200" u="none">
                          <a:solidFill>
                            <a:schemeClr val="tx1">
                              <a:lumMod val="60000"/>
                              <a:lumOff val="40000"/>
                            </a:schemeClr>
                          </a:solidFill>
                          <a:latin typeface="Calibri Regular"/>
                        </a:rPr>
                        <a:t>1027</a:t>
                      </a:r>
                      <a:endParaRPr lang="en-US" sz="1200" b="0" i="0" u="none" strike="noStrike" kern="1200" noProof="0" dirty="0">
                        <a:solidFill>
                          <a:schemeClr val="tx1">
                            <a:lumMod val="60000"/>
                            <a:lumOff val="40000"/>
                          </a:schemeClr>
                        </a:solidFill>
                        <a:effectLst/>
                        <a:latin typeface="Calibri Regular"/>
                        <a:ea typeface="+mn-ea"/>
                        <a:cs typeface="+mn-cs"/>
                      </a:endParaRPr>
                    </a:p>
                  </a:txBody>
                  <a:tcPr marL="108000" marR="108000" marT="72000" marB="72000" anchor="ctr">
                    <a:lnL>
                      <a:noFill/>
                    </a:lnL>
                    <a:lnR>
                      <a:noFill/>
                    </a:lnR>
                    <a:lnT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b"/>
                      <a:r>
                        <a:rPr b="0" i="0" sz="1200" u="none">
                          <a:solidFill>
                            <a:schemeClr val="tx1">
                              <a:lumMod val="60000"/>
                              <a:lumOff val="40000"/>
                            </a:schemeClr>
                          </a:solidFill>
                          <a:latin typeface="Calibri Regular"/>
                        </a:rPr>
                        <a:t>connect</a:t>
                      </a:r>
                      <a:endParaRPr lang="en-US" sz="1200" b="0" i="0" u="none" strike="noStrike" noProof="0" dirty="0">
                        <a:solidFill>
                          <a:schemeClr val="tx1">
                            <a:lumMod val="60000"/>
                            <a:lumOff val="40000"/>
                          </a:schemeClr>
                        </a:solidFill>
                        <a:effectLst/>
                        <a:latin typeface="Calibri Regular"/>
                      </a:endParaRPr>
                    </a:p>
                  </a:txBody>
                  <a:tcPr marL="108000" marR="108000" marT="72000" marB="72000" anchor="ctr">
                    <a:lnL>
                      <a:noFill/>
                    </a:lnL>
                    <a:lnR w="9525" cap="flat" cmpd="sng" algn="ctr">
                      <a:noFill/>
                      <a:prstDash val="solid"/>
                    </a:lnR>
                    <a:lnT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b"/>
                      <a:r>
                        <a:rPr b="0" i="0" sz="1200" u="none">
                          <a:solidFill>
                            <a:schemeClr val="tx1">
                              <a:lumMod val="60000"/>
                              <a:lumOff val="40000"/>
                            </a:schemeClr>
                          </a:solidFill>
                          <a:latin typeface="Calibri Regular"/>
                        </a:rPr>
                        <a:t>Java</a:t>
                      </a:r>
                      <a:endParaRPr lang="en-US" sz="1200" b="0" i="0" u="none" strike="noStrike" noProof="0" dirty="0">
                        <a:solidFill>
                          <a:schemeClr val="tx1">
                            <a:lumMod val="60000"/>
                            <a:lumOff val="40000"/>
                          </a:schemeClr>
                        </a:solidFill>
                        <a:effectLst/>
                        <a:latin typeface="Calibri Regular"/>
                      </a:endParaRPr>
                    </a:p>
                  </a:txBody>
                  <a:tcPr marL="108000" marR="108000" marT="72000" marB="72000" anchor="ctr">
                    <a:lnL>
                      <a:noFill/>
                    </a:lnL>
                    <a:lnR w="9525" cap="flat" cmpd="sng" algn="ctr">
                      <a:noFill/>
                      <a:prstDash val="solid"/>
                    </a:lnR>
                    <a:lnT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001900654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algn="l" fontAlgn="b"/>
                      <a:r>
                        <a:rPr b="0" i="0" sz="1200" u="none">
                          <a:solidFill>
                            <a:schemeClr val="tx2"/>
                          </a:solidFill>
                          <a:latin typeface="Calibri Bold"/>
                        </a:rPr>
                        <a:t>GroupCoordinatorShard.java</a:t>
                      </a:r>
                      <a:endParaRPr lang="en-US" sz="1200" b="0" i="0" u="none" strike="noStrike" noProof="0" dirty="0">
                        <a:solidFill>
                          <a:schemeClr val="tx2"/>
                        </a:solidFill>
                        <a:effectLst/>
                        <a:latin typeface="Calibri Regular"/>
                      </a:endParaRPr>
                    </a:p>
                  </a:txBody>
                  <a:tcPr marL="108000" marR="108000" marT="72000" marB="72000" anchor="ctr">
                    <a:lnL w="9525" cap="flat" cmpd="sng" algn="ctr">
                      <a:noFill/>
                      <a:prstDash val="solid"/>
                    </a:lnL>
                    <a:lnR>
                      <a:noFill/>
                    </a:lnR>
                    <a:lnT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algn="r" defTabSz="914400" rtl="0" eaLnBrk="1" fontAlgn="b" latinLnBrk="0" hangingPunct="1"/>
                      <a:r>
                        <a:rPr b="0" i="0" sz="1200" u="none">
                          <a:solidFill>
                            <a:schemeClr val="tx1">
                              <a:lumMod val="60000"/>
                              <a:lumOff val="40000"/>
                            </a:schemeClr>
                          </a:solidFill>
                          <a:latin typeface="Calibri Regular"/>
                        </a:rPr>
                        <a:t>867</a:t>
                      </a:r>
                      <a:endParaRPr lang="en-US" sz="1200" b="0" i="0" u="none" strike="noStrike" kern="1200" noProof="0" dirty="0">
                        <a:solidFill>
                          <a:schemeClr val="tx1">
                            <a:lumMod val="60000"/>
                            <a:lumOff val="40000"/>
                          </a:schemeClr>
                        </a:solidFill>
                        <a:effectLst/>
                        <a:latin typeface="Calibri Regular"/>
                        <a:ea typeface="+mn-ea"/>
                        <a:cs typeface="+mn-cs"/>
                      </a:endParaRPr>
                    </a:p>
                  </a:txBody>
                  <a:tcPr marL="108000" marR="108000" marT="72000" marB="72000" anchor="ctr">
                    <a:lnL>
                      <a:noFill/>
                    </a:lnL>
                    <a:lnR>
                      <a:noFill/>
                    </a:lnR>
                    <a:lnT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b"/>
                      <a:r>
                        <a:rPr b="0" i="0" sz="1200" u="none">
                          <a:solidFill>
                            <a:schemeClr val="tx1">
                              <a:lumMod val="60000"/>
                              <a:lumOff val="40000"/>
                            </a:schemeClr>
                          </a:solidFill>
                          <a:latin typeface="Calibri Regular"/>
                        </a:rPr>
                        <a:t>group-coordinator</a:t>
                      </a:r>
                      <a:endParaRPr lang="en-US" sz="1200" b="0" i="0" u="none" strike="noStrike" noProof="0" dirty="0">
                        <a:solidFill>
                          <a:schemeClr val="tx1">
                            <a:lumMod val="60000"/>
                            <a:lumOff val="40000"/>
                          </a:schemeClr>
                        </a:solidFill>
                        <a:effectLst/>
                        <a:latin typeface="Calibri Regular"/>
                      </a:endParaRPr>
                    </a:p>
                  </a:txBody>
                  <a:tcPr marL="108000" marR="108000" marT="72000" marB="72000" anchor="ctr">
                    <a:lnL>
                      <a:noFill/>
                    </a:lnL>
                    <a:lnR w="9525" cap="flat" cmpd="sng" algn="ctr">
                      <a:noFill/>
                      <a:prstDash val="solid"/>
                    </a:lnR>
                    <a:lnT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b"/>
                      <a:r>
                        <a:rPr b="0" i="0" sz="1200" u="none">
                          <a:solidFill>
                            <a:schemeClr val="tx1">
                              <a:lumMod val="60000"/>
                              <a:lumOff val="40000"/>
                            </a:schemeClr>
                          </a:solidFill>
                          <a:latin typeface="Calibri Regular"/>
                        </a:rPr>
                        <a:t>Java</a:t>
                      </a:r>
                      <a:endParaRPr lang="en-US" sz="1200" b="0" i="0" u="none" strike="noStrike" noProof="0" dirty="0">
                        <a:solidFill>
                          <a:schemeClr val="tx1">
                            <a:lumMod val="60000"/>
                            <a:lumOff val="40000"/>
                          </a:schemeClr>
                        </a:solidFill>
                        <a:effectLst/>
                        <a:latin typeface="Calibri Regular"/>
                      </a:endParaRPr>
                    </a:p>
                  </a:txBody>
                  <a:tcPr marL="108000" marR="108000" marT="72000" marB="72000" anchor="ctr">
                    <a:lnL>
                      <a:noFill/>
                    </a:lnL>
                    <a:lnR w="9525" cap="flat" cmpd="sng" algn="ctr">
                      <a:noFill/>
                      <a:prstDash val="solid"/>
                    </a:lnR>
                    <a:lnT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928811833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algn="l" fontAlgn="b"/>
                      <a:r>
                        <a:rPr b="0" i="0" sz="1200" u="none">
                          <a:solidFill>
                            <a:schemeClr val="tx2"/>
                          </a:solidFill>
                          <a:latin typeface="Calibri Bold"/>
                        </a:rPr>
                        <a:t>GroupCoordinatorConfig.java</a:t>
                      </a:r>
                      <a:endParaRPr lang="en-US" sz="1200" b="0" i="0" u="none" strike="noStrike" noProof="0" dirty="0">
                        <a:solidFill>
                          <a:schemeClr val="tx2"/>
                        </a:solidFill>
                        <a:effectLst/>
                        <a:latin typeface="Calibri Regular"/>
                      </a:endParaRPr>
                    </a:p>
                  </a:txBody>
                  <a:tcPr marL="108000" marR="108000" marT="72000" marB="72000" anchor="ctr">
                    <a:lnL w="9525" cap="flat" cmpd="sng" algn="ctr">
                      <a:noFill/>
                      <a:prstDash val="solid"/>
                    </a:lnL>
                    <a:lnR>
                      <a:noFill/>
                    </a:lnR>
                    <a:lnT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algn="r" defTabSz="914400" rtl="0" eaLnBrk="1" fontAlgn="b" latinLnBrk="0" hangingPunct="1"/>
                      <a:r>
                        <a:rPr b="0" i="0" sz="1200" u="none">
                          <a:solidFill>
                            <a:schemeClr val="tx1">
                              <a:lumMod val="60000"/>
                              <a:lumOff val="40000"/>
                            </a:schemeClr>
                          </a:solidFill>
                          <a:latin typeface="Calibri Regular"/>
                        </a:rPr>
                        <a:t>860</a:t>
                      </a:r>
                      <a:endParaRPr lang="en-US" sz="1200" b="0" i="0" u="none" strike="noStrike" kern="1200" noProof="0" dirty="0">
                        <a:solidFill>
                          <a:schemeClr val="tx1">
                            <a:lumMod val="60000"/>
                            <a:lumOff val="40000"/>
                          </a:schemeClr>
                        </a:solidFill>
                        <a:effectLst/>
                        <a:latin typeface="Calibri Regular"/>
                        <a:ea typeface="+mn-ea"/>
                        <a:cs typeface="+mn-cs"/>
                      </a:endParaRPr>
                    </a:p>
                  </a:txBody>
                  <a:tcPr marL="108000" marR="108000" marT="72000" marB="72000" anchor="ctr">
                    <a:lnL>
                      <a:noFill/>
                    </a:lnL>
                    <a:lnR>
                      <a:noFill/>
                    </a:lnR>
                    <a:lnT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b"/>
                      <a:r>
                        <a:rPr b="0" i="0" sz="1200" u="none">
                          <a:solidFill>
                            <a:schemeClr val="tx1">
                              <a:lumMod val="60000"/>
                              <a:lumOff val="40000"/>
                            </a:schemeClr>
                          </a:solidFill>
                          <a:latin typeface="Calibri Regular"/>
                        </a:rPr>
                        <a:t>group-coordinator</a:t>
                      </a:r>
                      <a:endParaRPr lang="en-US" sz="1200" b="0" i="0" u="none" strike="noStrike" noProof="0" dirty="0">
                        <a:solidFill>
                          <a:schemeClr val="tx1">
                            <a:lumMod val="60000"/>
                            <a:lumOff val="40000"/>
                          </a:schemeClr>
                        </a:solidFill>
                        <a:effectLst/>
                        <a:latin typeface="Calibri Regular"/>
                      </a:endParaRPr>
                    </a:p>
                  </a:txBody>
                  <a:tcPr marL="108000" marR="108000" marT="72000" marB="72000" anchor="ctr">
                    <a:lnL>
                      <a:noFill/>
                    </a:lnL>
                    <a:lnR w="9525" cap="flat" cmpd="sng" algn="ctr">
                      <a:noFill/>
                      <a:prstDash val="solid"/>
                    </a:lnR>
                    <a:lnT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b"/>
                      <a:r>
                        <a:rPr b="0" i="0" sz="1200" u="none">
                          <a:solidFill>
                            <a:schemeClr val="tx1">
                              <a:lumMod val="60000"/>
                              <a:lumOff val="40000"/>
                            </a:schemeClr>
                          </a:solidFill>
                          <a:latin typeface="Calibri Regular"/>
                        </a:rPr>
                        <a:t>Java</a:t>
                      </a:r>
                      <a:endParaRPr lang="en-US" sz="1200" b="0" i="0" u="none" strike="noStrike" noProof="0" dirty="0">
                        <a:solidFill>
                          <a:schemeClr val="tx1">
                            <a:lumMod val="60000"/>
                            <a:lumOff val="40000"/>
                          </a:schemeClr>
                        </a:solidFill>
                        <a:effectLst/>
                        <a:latin typeface="Calibri Regular"/>
                      </a:endParaRPr>
                    </a:p>
                  </a:txBody>
                  <a:tcPr marL="108000" marR="108000" marT="72000" marB="72000" anchor="ctr">
                    <a:lnL>
                      <a:noFill/>
                    </a:lnL>
                    <a:lnR w="9525" cap="flat" cmpd="sng" algn="ctr">
                      <a:noFill/>
                      <a:prstDash val="solid"/>
                    </a:lnR>
                    <a:lnT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060795780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algn="l" fontAlgn="b"/>
                      <a:r>
                        <a:rPr b="0" i="0" sz="1200" u="none">
                          <a:solidFill>
                            <a:schemeClr val="tx2"/>
                          </a:solidFill>
                          <a:latin typeface="Calibri Bold"/>
                        </a:rPr>
                        <a:t>OffsetMetadataManager.java</a:t>
                      </a:r>
                      <a:endParaRPr lang="en-US" sz="1200" b="0" i="0" u="none" strike="noStrike" noProof="0" dirty="0">
                        <a:solidFill>
                          <a:schemeClr val="tx2"/>
                        </a:solidFill>
                        <a:effectLst/>
                        <a:latin typeface="Calibri Regular"/>
                      </a:endParaRPr>
                    </a:p>
                  </a:txBody>
                  <a:tcPr marL="108000" marR="108000" marT="72000" marB="72000" anchor="ctr">
                    <a:lnL w="9525" cap="flat" cmpd="sng" algn="ctr">
                      <a:noFill/>
                      <a:prstDash val="solid"/>
                    </a:lnL>
                    <a:lnR>
                      <a:noFill/>
                    </a:lnR>
                    <a:lnT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algn="r" defTabSz="914400" rtl="0" eaLnBrk="1" fontAlgn="b" latinLnBrk="0" hangingPunct="1"/>
                      <a:r>
                        <a:rPr b="0" i="0" sz="1200" u="none">
                          <a:solidFill>
                            <a:schemeClr val="tx1">
                              <a:lumMod val="60000"/>
                              <a:lumOff val="40000"/>
                            </a:schemeClr>
                          </a:solidFill>
                          <a:latin typeface="Calibri Regular"/>
                        </a:rPr>
                        <a:t>828</a:t>
                      </a:r>
                      <a:endParaRPr lang="en-US" sz="1200" b="0" i="0" u="none" strike="noStrike" kern="1200" noProof="0" dirty="0">
                        <a:solidFill>
                          <a:schemeClr val="tx1">
                            <a:lumMod val="60000"/>
                            <a:lumOff val="40000"/>
                          </a:schemeClr>
                        </a:solidFill>
                        <a:effectLst/>
                        <a:latin typeface="Calibri Regular"/>
                        <a:ea typeface="+mn-ea"/>
                        <a:cs typeface="+mn-cs"/>
                      </a:endParaRPr>
                    </a:p>
                  </a:txBody>
                  <a:tcPr marL="108000" marR="108000" marT="72000" marB="72000" anchor="ctr">
                    <a:lnL>
                      <a:noFill/>
                    </a:lnL>
                    <a:lnR>
                      <a:noFill/>
                    </a:lnR>
                    <a:lnT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b"/>
                      <a:r>
                        <a:rPr b="0" i="0" sz="1200" u="none">
                          <a:solidFill>
                            <a:schemeClr val="tx1">
                              <a:lumMod val="60000"/>
                              <a:lumOff val="40000"/>
                            </a:schemeClr>
                          </a:solidFill>
                          <a:latin typeface="Calibri Regular"/>
                        </a:rPr>
                        <a:t>group-coordinator</a:t>
                      </a:r>
                      <a:endParaRPr lang="en-US" sz="1200" b="0" i="0" u="none" strike="noStrike" noProof="0" dirty="0">
                        <a:solidFill>
                          <a:schemeClr val="tx1">
                            <a:lumMod val="60000"/>
                            <a:lumOff val="40000"/>
                          </a:schemeClr>
                        </a:solidFill>
                        <a:effectLst/>
                        <a:latin typeface="Calibri Regular"/>
                      </a:endParaRPr>
                    </a:p>
                  </a:txBody>
                  <a:tcPr marL="108000" marR="108000" marT="72000" marB="72000" anchor="ctr">
                    <a:lnL>
                      <a:noFill/>
                    </a:lnL>
                    <a:lnR w="9525" cap="flat" cmpd="sng" algn="ctr">
                      <a:noFill/>
                      <a:prstDash val="solid"/>
                    </a:lnR>
                    <a:lnT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b"/>
                      <a:r>
                        <a:rPr b="0" i="0" sz="1200" u="none">
                          <a:solidFill>
                            <a:schemeClr val="tx1">
                              <a:lumMod val="60000"/>
                              <a:lumOff val="40000"/>
                            </a:schemeClr>
                          </a:solidFill>
                          <a:latin typeface="Calibri Regular"/>
                        </a:rPr>
                        <a:t>Java</a:t>
                      </a:r>
                      <a:endParaRPr lang="en-US" sz="1200" b="0" i="0" u="none" strike="noStrike" noProof="0" dirty="0">
                        <a:solidFill>
                          <a:schemeClr val="tx1">
                            <a:lumMod val="60000"/>
                            <a:lumOff val="40000"/>
                          </a:schemeClr>
                        </a:solidFill>
                        <a:effectLst/>
                        <a:latin typeface="Calibri Regular"/>
                      </a:endParaRPr>
                    </a:p>
                  </a:txBody>
                  <a:tcPr marL="108000" marR="108000" marT="72000" marB="72000" anchor="ctr">
                    <a:lnL>
                      <a:noFill/>
                    </a:lnL>
                    <a:lnR w="9525" cap="flat" cmpd="sng" algn="ctr">
                      <a:noFill/>
                      <a:prstDash val="solid"/>
                    </a:lnR>
                    <a:lnT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933267410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algn="l" fontAlgn="b"/>
                      <a:r>
                        <a:rPr b="0" i="0" sz="1200" u="none">
                          <a:solidFill>
                            <a:schemeClr val="tx2"/>
                          </a:solidFill>
                          <a:latin typeface="Calibri Bold"/>
                        </a:rPr>
                        <a:t>RequestConvertToJson.java</a:t>
                      </a:r>
                      <a:endParaRPr lang="en-US" sz="1200" b="0" i="0" u="none" strike="noStrike" noProof="0" dirty="0">
                        <a:solidFill>
                          <a:schemeClr val="tx2"/>
                        </a:solidFill>
                        <a:effectLst/>
                        <a:latin typeface="Calibri Regular"/>
                      </a:endParaRPr>
                    </a:p>
                  </a:txBody>
                  <a:tcPr marL="108000" marR="108000" marT="72000" marB="72000" anchor="ctr">
                    <a:lnL w="9525" cap="flat" cmpd="sng" algn="ctr">
                      <a:noFill/>
                      <a:prstDash val="solid"/>
                    </a:lnL>
                    <a:lnR>
                      <a:noFill/>
                    </a:lnR>
                    <a:lnT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algn="r" defTabSz="914400" rtl="0" eaLnBrk="1" fontAlgn="b" latinLnBrk="0" hangingPunct="1"/>
                      <a:r>
                        <a:rPr b="0" i="0" sz="1200" u="none">
                          <a:solidFill>
                            <a:schemeClr val="tx1">
                              <a:lumMod val="60000"/>
                              <a:lumOff val="40000"/>
                            </a:schemeClr>
                          </a:solidFill>
                          <a:latin typeface="Calibri Regular"/>
                        </a:rPr>
                        <a:t>782</a:t>
                      </a:r>
                      <a:endParaRPr lang="en-US" sz="1200" b="0" i="0" u="none" strike="noStrike" kern="1200" noProof="0" dirty="0">
                        <a:solidFill>
                          <a:schemeClr val="tx1">
                            <a:lumMod val="60000"/>
                            <a:lumOff val="40000"/>
                          </a:schemeClr>
                        </a:solidFill>
                        <a:effectLst/>
                        <a:latin typeface="Calibri Regular"/>
                        <a:ea typeface="+mn-ea"/>
                        <a:cs typeface="+mn-cs"/>
                      </a:endParaRPr>
                    </a:p>
                  </a:txBody>
                  <a:tcPr marL="108000" marR="108000" marT="72000" marB="72000" anchor="ctr">
                    <a:lnL>
                      <a:noFill/>
                    </a:lnL>
                    <a:lnR>
                      <a:noFill/>
                    </a:lnR>
                    <a:lnT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b"/>
                      <a:r>
                        <a:rPr b="0" i="0" sz="1200" u="none">
                          <a:solidFill>
                            <a:schemeClr val="tx1">
                              <a:lumMod val="60000"/>
                              <a:lumOff val="40000"/>
                            </a:schemeClr>
                          </a:solidFill>
                          <a:latin typeface="Calibri Regular"/>
                        </a:rPr>
                        <a:t>server</a:t>
                      </a:r>
                      <a:endParaRPr lang="en-US" sz="1200" b="0" i="0" u="none" strike="noStrike" noProof="0" dirty="0">
                        <a:solidFill>
                          <a:schemeClr val="tx1">
                            <a:lumMod val="60000"/>
                            <a:lumOff val="40000"/>
                          </a:schemeClr>
                        </a:solidFill>
                        <a:effectLst/>
                        <a:latin typeface="Calibri Regular"/>
                      </a:endParaRPr>
                    </a:p>
                  </a:txBody>
                  <a:tcPr marL="108000" marR="108000" marT="72000" marB="72000" anchor="ctr">
                    <a:lnL>
                      <a:noFill/>
                    </a:lnL>
                    <a:lnR w="9525" cap="flat" cmpd="sng" algn="ctr">
                      <a:noFill/>
                      <a:prstDash val="solid"/>
                    </a:lnR>
                    <a:lnT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b"/>
                      <a:r>
                        <a:rPr b="0" i="0" sz="1200" u="none">
                          <a:solidFill>
                            <a:schemeClr val="tx1">
                              <a:lumMod val="60000"/>
                              <a:lumOff val="40000"/>
                            </a:schemeClr>
                          </a:solidFill>
                          <a:latin typeface="Calibri Regular"/>
                        </a:rPr>
                        <a:t>Java</a:t>
                      </a:r>
                      <a:endParaRPr lang="en-US" sz="1200" b="0" i="0" u="none" strike="noStrike" noProof="0" dirty="0">
                        <a:solidFill>
                          <a:schemeClr val="tx1">
                            <a:lumMod val="60000"/>
                            <a:lumOff val="40000"/>
                          </a:schemeClr>
                        </a:solidFill>
                        <a:effectLst/>
                        <a:latin typeface="Calibri Regular"/>
                      </a:endParaRPr>
                    </a:p>
                  </a:txBody>
                  <a:tcPr marL="108000" marR="108000" marT="72000" marB="72000" anchor="ctr">
                    <a:lnL>
                      <a:noFill/>
                    </a:lnL>
                    <a:lnR w="9525" cap="flat" cmpd="sng" algn="ctr">
                      <a:noFill/>
                      <a:prstDash val="solid"/>
                    </a:lnR>
                    <a:lnT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009910387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algn="l" fontAlgn="b"/>
                      <a:r>
                        <a:rPr b="0" i="0" sz="1200" u="none">
                          <a:solidFill>
                            <a:schemeClr val="tx2"/>
                          </a:solidFill>
                          <a:latin typeface="Calibri Bold"/>
                        </a:rPr>
                        <a:t>JsonConverter.java</a:t>
                      </a:r>
                      <a:endParaRPr lang="en-US" sz="1200" b="0" i="0" u="none" strike="noStrike" noProof="0" dirty="0">
                        <a:solidFill>
                          <a:schemeClr val="tx2"/>
                        </a:solidFill>
                        <a:effectLst/>
                        <a:latin typeface="Calibri Regular"/>
                      </a:endParaRPr>
                    </a:p>
                  </a:txBody>
                  <a:tcPr marL="108000" marR="108000" marT="72000" marB="72000" anchor="ctr">
                    <a:lnL w="9525" cap="flat" cmpd="sng" algn="ctr">
                      <a:noFill/>
                      <a:prstDash val="solid"/>
                    </a:lnL>
                    <a:lnR>
                      <a:noFill/>
                    </a:lnR>
                    <a:lnT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algn="r" defTabSz="914400" rtl="0" eaLnBrk="1" fontAlgn="b" latinLnBrk="0" hangingPunct="1"/>
                      <a:r>
                        <a:rPr b="0" i="0" sz="1200" u="none">
                          <a:solidFill>
                            <a:schemeClr val="tx1">
                              <a:lumMod val="60000"/>
                              <a:lumOff val="40000"/>
                            </a:schemeClr>
                          </a:solidFill>
                          <a:latin typeface="Calibri Regular"/>
                        </a:rPr>
                        <a:t>627</a:t>
                      </a:r>
                      <a:endParaRPr lang="en-US" sz="1200" b="0" i="0" u="none" strike="noStrike" kern="1200" noProof="0" dirty="0">
                        <a:solidFill>
                          <a:schemeClr val="tx1">
                            <a:lumMod val="60000"/>
                            <a:lumOff val="40000"/>
                          </a:schemeClr>
                        </a:solidFill>
                        <a:effectLst/>
                        <a:latin typeface="Calibri Regular"/>
                        <a:ea typeface="+mn-ea"/>
                        <a:cs typeface="+mn-cs"/>
                      </a:endParaRPr>
                    </a:p>
                  </a:txBody>
                  <a:tcPr marL="108000" marR="108000" marT="72000" marB="72000" anchor="ctr">
                    <a:lnL>
                      <a:noFill/>
                    </a:lnL>
                    <a:lnR>
                      <a:noFill/>
                    </a:lnR>
                    <a:lnT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b"/>
                      <a:r>
                        <a:rPr b="0" i="0" sz="1200" u="none">
                          <a:solidFill>
                            <a:schemeClr val="tx1">
                              <a:lumMod val="60000"/>
                              <a:lumOff val="40000"/>
                            </a:schemeClr>
                          </a:solidFill>
                          <a:latin typeface="Calibri Regular"/>
                        </a:rPr>
                        <a:t>connect</a:t>
                      </a:r>
                      <a:endParaRPr lang="en-US" sz="1200" b="0" i="0" u="none" strike="noStrike" noProof="0" dirty="0">
                        <a:solidFill>
                          <a:schemeClr val="tx1">
                            <a:lumMod val="60000"/>
                            <a:lumOff val="40000"/>
                          </a:schemeClr>
                        </a:solidFill>
                        <a:effectLst/>
                        <a:latin typeface="Calibri Regular"/>
                      </a:endParaRPr>
                    </a:p>
                  </a:txBody>
                  <a:tcPr marL="108000" marR="108000" marT="72000" marB="72000" anchor="ctr">
                    <a:lnL>
                      <a:noFill/>
                    </a:lnL>
                    <a:lnR w="9525" cap="flat" cmpd="sng" algn="ctr">
                      <a:noFill/>
                      <a:prstDash val="solid"/>
                    </a:lnR>
                    <a:lnT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b"/>
                      <a:r>
                        <a:rPr b="0" i="0" sz="1200" u="none">
                          <a:solidFill>
                            <a:schemeClr val="tx1">
                              <a:lumMod val="60000"/>
                              <a:lumOff val="40000"/>
                            </a:schemeClr>
                          </a:solidFill>
                          <a:latin typeface="Calibri Regular"/>
                        </a:rPr>
                        <a:t>Java</a:t>
                      </a:r>
                      <a:endParaRPr lang="en-US" sz="1200" b="0" i="0" u="none" strike="noStrike" noProof="0" dirty="0">
                        <a:solidFill>
                          <a:schemeClr val="tx1">
                            <a:lumMod val="60000"/>
                            <a:lumOff val="40000"/>
                          </a:schemeClr>
                        </a:solidFill>
                        <a:effectLst/>
                        <a:latin typeface="Calibri Regular"/>
                      </a:endParaRPr>
                    </a:p>
                  </a:txBody>
                  <a:tcPr marL="108000" marR="108000" marT="72000" marB="72000" anchor="ctr">
                    <a:lnL>
                      <a:noFill/>
                    </a:lnL>
                    <a:lnR w="9525" cap="flat" cmpd="sng" algn="ctr">
                      <a:noFill/>
                      <a:prstDash val="solid"/>
                    </a:lnR>
                    <a:lnT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372763307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algn="l" fontAlgn="b"/>
                      <a:r>
                        <a:rPr b="0" i="0" sz="1200" u="none">
                          <a:solidFill>
                            <a:schemeClr val="tx2"/>
                          </a:solidFill>
                          <a:latin typeface="Calibri Bold"/>
                        </a:rPr>
                        <a:t>ClientQuotaManager.java</a:t>
                      </a:r>
                      <a:endParaRPr lang="en-US" sz="1200" b="0" i="0" u="none" strike="noStrike" noProof="0" dirty="0">
                        <a:solidFill>
                          <a:schemeClr val="tx2"/>
                        </a:solidFill>
                        <a:effectLst/>
                        <a:latin typeface="Calibri Regular"/>
                      </a:endParaRPr>
                    </a:p>
                  </a:txBody>
                  <a:tcPr marL="108000" marR="108000" marT="72000" marB="72000" anchor="ctr">
                    <a:lnL w="9525" cap="flat" cmpd="sng" algn="ctr">
                      <a:noFill/>
                      <a:prstDash val="solid"/>
                    </a:lnL>
                    <a:lnR>
                      <a:noFill/>
                    </a:lnR>
                    <a:lnT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algn="r" defTabSz="914400" rtl="0" eaLnBrk="1" fontAlgn="b" latinLnBrk="0" hangingPunct="1"/>
                      <a:r>
                        <a:rPr b="0" i="0" sz="1200" u="none">
                          <a:solidFill>
                            <a:schemeClr val="tx1">
                              <a:lumMod val="60000"/>
                              <a:lumOff val="40000"/>
                            </a:schemeClr>
                          </a:solidFill>
                          <a:latin typeface="Calibri Regular"/>
                        </a:rPr>
                        <a:t>600</a:t>
                      </a:r>
                      <a:endParaRPr lang="en-US" sz="1200" b="0" i="0" u="none" strike="noStrike" kern="1200" noProof="0" dirty="0">
                        <a:solidFill>
                          <a:schemeClr val="tx1">
                            <a:lumMod val="60000"/>
                            <a:lumOff val="40000"/>
                          </a:schemeClr>
                        </a:solidFill>
                        <a:effectLst/>
                        <a:latin typeface="Calibri Regular"/>
                        <a:ea typeface="+mn-ea"/>
                        <a:cs typeface="+mn-cs"/>
                      </a:endParaRPr>
                    </a:p>
                  </a:txBody>
                  <a:tcPr marL="108000" marR="108000" marT="72000" marB="72000" anchor="ctr">
                    <a:lnL>
                      <a:noFill/>
                    </a:lnL>
                    <a:lnR>
                      <a:noFill/>
                    </a:lnR>
                    <a:lnT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b"/>
                      <a:r>
                        <a:rPr b="0" i="0" sz="1200" u="none">
                          <a:solidFill>
                            <a:schemeClr val="tx1">
                              <a:lumMod val="60000"/>
                              <a:lumOff val="40000"/>
                            </a:schemeClr>
                          </a:solidFill>
                          <a:latin typeface="Calibri Regular"/>
                        </a:rPr>
                        <a:t>server</a:t>
                      </a:r>
                      <a:endParaRPr lang="en-US" sz="1200" b="0" i="0" u="none" strike="noStrike" noProof="0" dirty="0">
                        <a:solidFill>
                          <a:schemeClr val="tx1">
                            <a:lumMod val="60000"/>
                            <a:lumOff val="40000"/>
                          </a:schemeClr>
                        </a:solidFill>
                        <a:effectLst/>
                        <a:latin typeface="Calibri Regular"/>
                      </a:endParaRPr>
                    </a:p>
                  </a:txBody>
                  <a:tcPr marL="108000" marR="108000" marT="72000" marB="72000" anchor="ctr">
                    <a:lnL>
                      <a:noFill/>
                    </a:lnL>
                    <a:lnR w="9525" cap="flat" cmpd="sng" algn="ctr">
                      <a:noFill/>
                      <a:prstDash val="solid"/>
                    </a:lnR>
                    <a:lnT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b"/>
                      <a:r>
                        <a:rPr b="0" i="0" sz="1200" u="none">
                          <a:solidFill>
                            <a:schemeClr val="tx1">
                              <a:lumMod val="60000"/>
                              <a:lumOff val="40000"/>
                            </a:schemeClr>
                          </a:solidFill>
                          <a:latin typeface="Calibri Regular"/>
                        </a:rPr>
                        <a:t>Java</a:t>
                      </a:r>
                      <a:endParaRPr lang="en-US" sz="1200" b="0" i="0" u="none" strike="noStrike" noProof="0" dirty="0">
                        <a:solidFill>
                          <a:schemeClr val="tx1">
                            <a:lumMod val="60000"/>
                            <a:lumOff val="40000"/>
                          </a:schemeClr>
                        </a:solidFill>
                        <a:effectLst/>
                        <a:latin typeface="Calibri Regular"/>
                      </a:endParaRPr>
                    </a:p>
                  </a:txBody>
                  <a:tcPr marL="108000" marR="108000" marT="72000" marB="72000" anchor="ctr">
                    <a:lnL>
                      <a:noFill/>
                    </a:lnL>
                    <a:lnR w="9525" cap="flat" cmpd="sng" algn="ctr">
                      <a:noFill/>
                      <a:prstDash val="solid"/>
                    </a:lnR>
                    <a:lnT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022263985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algn="l" fontAlgn="b"/>
                      <a:r>
                        <a:rPr b="0" i="0" sz="1200" u="none">
                          <a:solidFill>
                            <a:schemeClr val="tx2"/>
                          </a:solidFill>
                          <a:latin typeface="Calibri Bold"/>
                        </a:rPr>
                        <a:t>GroupCoordinatorRecordHelpers.java</a:t>
                      </a:r>
                      <a:endParaRPr lang="en-US" sz="1200" b="0" i="0" u="none" strike="noStrike" noProof="0" dirty="0">
                        <a:solidFill>
                          <a:schemeClr val="tx2"/>
                        </a:solidFill>
                        <a:effectLst/>
                        <a:latin typeface="Calibri Regular"/>
                      </a:endParaRPr>
                    </a:p>
                  </a:txBody>
                  <a:tcPr marL="108000" marR="108000" marT="72000" marB="72000" anchor="ctr">
                    <a:lnL w="9525" cap="flat" cmpd="sng" algn="ctr">
                      <a:noFill/>
                      <a:prstDash val="solid"/>
                    </a:lnL>
                    <a:lnR>
                      <a:noFill/>
                    </a:lnR>
                    <a:lnT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algn="r" defTabSz="914400" rtl="0" eaLnBrk="1" fontAlgn="b" latinLnBrk="0" hangingPunct="1"/>
                      <a:r>
                        <a:rPr b="0" i="0" sz="1200" u="none">
                          <a:solidFill>
                            <a:schemeClr val="tx1">
                              <a:lumMod val="60000"/>
                              <a:lumOff val="40000"/>
                            </a:schemeClr>
                          </a:solidFill>
                          <a:latin typeface="Calibri Regular"/>
                        </a:rPr>
                        <a:t>557</a:t>
                      </a:r>
                      <a:endParaRPr lang="en-US" sz="1200" b="0" i="0" u="none" strike="noStrike" kern="1200" noProof="0" dirty="0">
                        <a:solidFill>
                          <a:schemeClr val="tx1">
                            <a:lumMod val="60000"/>
                            <a:lumOff val="40000"/>
                          </a:schemeClr>
                        </a:solidFill>
                        <a:effectLst/>
                        <a:latin typeface="Calibri Regular"/>
                        <a:ea typeface="+mn-ea"/>
                        <a:cs typeface="+mn-cs"/>
                      </a:endParaRPr>
                    </a:p>
                  </a:txBody>
                  <a:tcPr marL="108000" marR="108000" marT="72000" marB="72000" anchor="ctr">
                    <a:lnL>
                      <a:noFill/>
                    </a:lnL>
                    <a:lnR>
                      <a:noFill/>
                    </a:lnR>
                    <a:lnT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b"/>
                      <a:r>
                        <a:rPr b="0" i="0" sz="1200" u="none">
                          <a:solidFill>
                            <a:schemeClr val="tx1">
                              <a:lumMod val="60000"/>
                              <a:lumOff val="40000"/>
                            </a:schemeClr>
                          </a:solidFill>
                          <a:latin typeface="Calibri Regular"/>
                        </a:rPr>
                        <a:t>group-coordinator</a:t>
                      </a:r>
                      <a:endParaRPr lang="en-US" sz="1200" b="0" i="0" u="none" strike="noStrike" noProof="0" dirty="0">
                        <a:solidFill>
                          <a:schemeClr val="tx1">
                            <a:lumMod val="60000"/>
                            <a:lumOff val="40000"/>
                          </a:schemeClr>
                        </a:solidFill>
                        <a:effectLst/>
                        <a:latin typeface="Calibri Regular"/>
                      </a:endParaRPr>
                    </a:p>
                  </a:txBody>
                  <a:tcPr marL="108000" marR="108000" marT="72000" marB="72000" anchor="ctr">
                    <a:lnL>
                      <a:noFill/>
                    </a:lnL>
                    <a:lnR w="9525" cap="flat" cmpd="sng" algn="ctr">
                      <a:noFill/>
                      <a:prstDash val="solid"/>
                    </a:lnR>
                    <a:lnT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b"/>
                      <a:r>
                        <a:rPr b="0" i="0" sz="1200" u="none">
                          <a:solidFill>
                            <a:schemeClr val="tx1">
                              <a:lumMod val="60000"/>
                              <a:lumOff val="40000"/>
                            </a:schemeClr>
                          </a:solidFill>
                          <a:latin typeface="Calibri Regular"/>
                        </a:rPr>
                        <a:t>Java</a:t>
                      </a:r>
                      <a:endParaRPr lang="en-US" sz="1200" b="0" i="0" u="none" strike="noStrike" noProof="0" dirty="0">
                        <a:solidFill>
                          <a:schemeClr val="tx1">
                            <a:lumMod val="60000"/>
                            <a:lumOff val="40000"/>
                          </a:schemeClr>
                        </a:solidFill>
                        <a:effectLst/>
                        <a:latin typeface="Calibri Regular"/>
                      </a:endParaRPr>
                    </a:p>
                  </a:txBody>
                  <a:tcPr marL="108000" marR="108000" marT="72000" marB="72000" anchor="ctr">
                    <a:lnL>
                      <a:noFill/>
                    </a:lnL>
                    <a:lnR w="9525" cap="flat" cmpd="sng" algn="ctr">
                      <a:noFill/>
                      <a:prstDash val="solid"/>
                    </a:lnR>
                    <a:lnT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516404128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marR="0" lvl="0" indent="0" algn="l" defTabSz="914400" rtl="0" eaLnBrk="1" fontAlgn="b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b="0" i="0" sz="1200" u="none">
                          <a:solidFill>
                            <a:schemeClr val="tx2"/>
                          </a:solidFill>
                          <a:latin typeface="Calibri Bold"/>
                        </a:rPr>
                        <a:t>LogConfig.java</a:t>
                      </a:r>
                      <a:endParaRPr lang="en-US" sz="1200" b="0" i="0" u="none" strike="noStrike" noProof="0" dirty="0">
                        <a:solidFill>
                          <a:schemeClr val="tx2"/>
                        </a:solidFill>
                        <a:effectLst/>
                        <a:latin typeface="Calibri Regular"/>
                      </a:endParaRPr>
                    </a:p>
                  </a:txBody>
                  <a:tcPr marL="108000" marR="108000" marT="72000" marB="72000" anchor="ctr">
                    <a:lnL w="9525" cap="flat" cmpd="sng" algn="ctr">
                      <a:noFill/>
                      <a:prstDash val="solid"/>
                    </a:lnL>
                    <a:lnR>
                      <a:noFill/>
                    </a:lnR>
                    <a:lnT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algn="r" defTabSz="914400" rtl="0" eaLnBrk="1" fontAlgn="b" latinLnBrk="0" hangingPunct="1"/>
                      <a:r>
                        <a:rPr b="0" i="0" sz="1200" u="none">
                          <a:solidFill>
                            <a:schemeClr val="tx1">
                              <a:lumMod val="60000"/>
                              <a:lumOff val="40000"/>
                            </a:schemeClr>
                          </a:solidFill>
                          <a:latin typeface="Calibri Regular"/>
                        </a:rPr>
                        <a:t>539</a:t>
                      </a:r>
                      <a:endParaRPr lang="en-US" sz="1200" b="0" i="0" u="none" strike="noStrike" kern="1200" noProof="0" dirty="0">
                        <a:solidFill>
                          <a:schemeClr val="tx1">
                            <a:lumMod val="60000"/>
                            <a:lumOff val="40000"/>
                          </a:schemeClr>
                        </a:solidFill>
                        <a:effectLst/>
                        <a:latin typeface="Calibri Regular"/>
                        <a:ea typeface="+mn-ea"/>
                        <a:cs typeface="+mn-cs"/>
                      </a:endParaRPr>
                    </a:p>
                  </a:txBody>
                  <a:tcPr marL="108000" marR="108000" marT="72000" marB="72000" anchor="ctr">
                    <a:lnL>
                      <a:noFill/>
                    </a:lnL>
                    <a:lnR>
                      <a:noFill/>
                    </a:lnR>
                    <a:lnT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b"/>
                      <a:r>
                        <a:rPr b="0" i="0" sz="1200" u="none">
                          <a:solidFill>
                            <a:schemeClr val="tx1">
                              <a:lumMod val="60000"/>
                              <a:lumOff val="40000"/>
                            </a:schemeClr>
                          </a:solidFill>
                          <a:latin typeface="Calibri Regular"/>
                        </a:rPr>
                        <a:t>storage</a:t>
                      </a:r>
                      <a:endParaRPr lang="en-US" sz="1200" b="0" i="0" u="none" strike="noStrike" noProof="0" dirty="0">
                        <a:solidFill>
                          <a:schemeClr val="tx1">
                            <a:lumMod val="60000"/>
                            <a:lumOff val="40000"/>
                          </a:schemeClr>
                        </a:solidFill>
                        <a:effectLst/>
                        <a:latin typeface="+mn-lt"/>
                      </a:endParaRPr>
                    </a:p>
                  </a:txBody>
                  <a:tcPr marL="108000" marR="108000" marT="72000" marB="72000" anchor="ctr">
                    <a:lnL>
                      <a:noFill/>
                    </a:lnL>
                    <a:lnR w="9525" cap="flat" cmpd="sng" algn="ctr">
                      <a:noFill/>
                      <a:prstDash val="solid"/>
                    </a:lnR>
                    <a:lnT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b"/>
                      <a:r>
                        <a:rPr b="0" i="0" sz="1200" u="none">
                          <a:solidFill>
                            <a:schemeClr val="tx1">
                              <a:lumMod val="60000"/>
                              <a:lumOff val="40000"/>
                            </a:schemeClr>
                          </a:solidFill>
                          <a:latin typeface="Calibri Regular"/>
                        </a:rPr>
                        <a:t>Java</a:t>
                      </a:r>
                      <a:endParaRPr lang="en-US" sz="1200" b="0" i="0" u="none" strike="noStrike" noProof="0" dirty="0">
                        <a:solidFill>
                          <a:schemeClr val="tx1">
                            <a:lumMod val="60000"/>
                            <a:lumOff val="40000"/>
                          </a:schemeClr>
                        </a:solidFill>
                        <a:effectLst/>
                        <a:latin typeface="+mn-lt"/>
                      </a:endParaRPr>
                    </a:p>
                  </a:txBody>
                  <a:tcPr marL="108000" marR="108000" marT="72000" marB="72000" anchor="ctr">
                    <a:lnL>
                      <a:noFill/>
                    </a:lnL>
                    <a:lnR w="9525" cap="flat" cmpd="sng" algn="ctr">
                      <a:noFill/>
                      <a:prstDash val="solid"/>
                    </a:lnR>
                    <a:lnT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255606331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1061720291"/>
      </p:ext>
    </p:extLst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FCB2A1D-C398-FD00-A262-F1315FFA7F2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Number Placeholder 1">
            <a:extLst>
              <a:ext uri="{FF2B5EF4-FFF2-40B4-BE49-F238E27FC236}">
                <a16:creationId xmlns:a16="http://schemas.microsoft.com/office/drawing/2014/main" id="{8C62FCDF-5E0F-1700-45E3-65B5191C49DA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E242BD21-9B61-2246-BCB1-4BE5E1BEBE1C}" type="slidenum">
              <a:rPr lang="en-US" smtClean="0"/>
              <a:pPr/>
              <a:t>28</a:t>
            </a:fld>
            <a:endParaRPr lang="en-US"/>
          </a:p>
        </p:txBody>
      </p:sp>
      <p:sp>
        <p:nvSpPr>
          <p:cNvPr id="10" name="Text Placeholder 9">
            <a:extLst>
              <a:ext uri="{FF2B5EF4-FFF2-40B4-BE49-F238E27FC236}">
                <a16:creationId xmlns:a16="http://schemas.microsoft.com/office/drawing/2014/main" id="{1F418E4D-4C1B-5CF0-D4B4-9BE92D28DF1E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/>
        <p:txBody>
          <a:bodyPr/>
          <a:lstStyle/>
          <a:p>
            <a:r>
              <a:rPr lang="en-US" dirty="0"/>
              <a:t>Refactoring Candidates – COMPONENT Independence</a:t>
            </a:r>
          </a:p>
        </p:txBody>
      </p:sp>
      <p:sp>
        <p:nvSpPr>
          <p:cNvPr id="5" name="Title 4">
            <a:extLst>
              <a:ext uri="{FF2B5EF4-FFF2-40B4-BE49-F238E27FC236}">
                <a16:creationId xmlns:a16="http://schemas.microsoft.com/office/drawing/2014/main" id="{FE4658BA-0814-EB54-4871-7EA3307973A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An overview of high impact Java communicating files</a:t>
            </a:r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D5FCF33D-A478-D36E-605A-D3A5163CFE94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2669790" y="6549140"/>
            <a:ext cx="804066" cy="236406"/>
          </a:xfrm>
          <a:prstGeom prst="rect">
            <a:avLst/>
          </a:prstGeom>
          <a:noFill/>
          <a:ln w="12700" cap="flat" cmpd="sng" algn="ctr">
            <a:noFill/>
            <a:prstDash val="solid"/>
            <a:miter lim="800000"/>
          </a:ln>
        </p:spPr>
        <p:txBody>
          <a:bodyPr wrap="none" lIns="0" tIns="36000" rIns="0" rtlCol="0" anchor="ctr">
            <a:spAutoFit/>
          </a:bodyPr>
          <a:lstStyle>
            <a:defPPr>
              <a:defRPr lang="en-US"/>
            </a:defPPr>
            <a:lvl1pPr marL="0" algn="l" defTabSz="914400" rtl="0" eaLnBrk="1" latinLnBrk="0" hangingPunct="1">
              <a:defRPr lang="en-US" sz="1000" b="1" kern="1200" cap="all" spc="10" baseline="0" dirty="0">
                <a:solidFill>
                  <a:srgbClr val="B2BECD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 dirty="0"/>
              <a:t>Confidential</a:t>
            </a:r>
          </a:p>
        </p:txBody>
      </p:sp>
      <p:graphicFrame>
        <p:nvGraphicFramePr>
          <p:cNvPr id="4" name="REFACTORING_CANDIDATES_TABLE_COMPONENT_INDEPENDENCE_TECH_1">
            <a:extLst>
              <a:ext uri="{FF2B5EF4-FFF2-40B4-BE49-F238E27FC236}">
                <a16:creationId xmlns:a16="http://schemas.microsoft.com/office/drawing/2014/main" id="{0354F911-27AA-DF84-8BBC-02F20E05B6DA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831484048"/>
              </p:ext>
            </p:extLst>
          </p:nvPr>
        </p:nvGraphicFramePr>
        <p:xfrm>
          <a:off x="514373" y="1366988"/>
          <a:ext cx="11231294" cy="4606800"/>
        </p:xfrm>
        <a:graphic>
          <a:graphicData uri="http://schemas.openxmlformats.org/drawingml/2006/table">
            <a:tbl>
              <a:tblPr firstRow="1" bandRow="1">
                <a:effectLst/>
                <a:tableStyleId>{F2DE63D5-997A-4646-A377-4702673A728D}</a:tableStyleId>
              </a:tblPr>
              <a:tblGrid>
                <a:gridCol w="7645273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348218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2237803">
                  <a:extLst>
                    <a:ext uri="{9D8B030D-6E8A-4147-A177-3AD203B41FA5}">
                      <a16:colId xmlns:a16="http://schemas.microsoft.com/office/drawing/2014/main" val="4263492041"/>
                    </a:ext>
                  </a:extLst>
                </a:gridCol>
              </a:tblGrid>
              <a:tr h="0">
                <a:tc>
                  <a:txBody>
                    <a:bodyPr/>
                    <a:lstStyle/>
                    <a:p>
                      <a:pPr marL="0" marR="0" indent="0" algn="l" defTabSz="4572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b="1" sz="1400">
                          <a:solidFill>
                            <a:schemeClr val="bg1"/>
                          </a:solidFill>
                          <a:latin typeface="+mn-lt"/>
                        </a:rPr>
                        <a:t>File name</a:t>
                      </a:r>
                      <a:endParaRPr lang="en-US" sz="1400" b="1" i="0" noProof="0" dirty="0">
                        <a:solidFill>
                          <a:schemeClr val="bg1"/>
                        </a:solidFill>
                        <a:latin typeface="+mn-lt"/>
                        <a:cs typeface="TheSans B4 SemiLight"/>
                      </a:endParaRPr>
                    </a:p>
                  </a:txBody>
                  <a:tcPr marL="108000" marR="108000" marT="72000" marB="72000">
                    <a:lnL w="9525" cap="flat" cmpd="sng" algn="ctr">
                      <a:noFill/>
                      <a:prstDash val="solid"/>
                    </a:lnL>
                    <a:lnR>
                      <a:noFill/>
                    </a:lnR>
                    <a:lnT w="9525" cap="flat" cmpd="sng" algn="ctr">
                      <a:noFill/>
                      <a:prstDash val="solid"/>
                    </a:lnT>
                    <a:lnB w="19050" cap="flat" cmpd="sng" algn="ctr">
                      <a:noFill/>
                      <a:prstDash val="sysDot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tx2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b="1" sz="1400">
                          <a:solidFill>
                            <a:schemeClr val="bg1"/>
                          </a:solidFill>
                          <a:latin typeface="+mn-lt"/>
                        </a:rPr>
                        <a:t>LOC</a:t>
                      </a:r>
                      <a:endParaRPr lang="en-US" sz="1400" b="1" i="0" noProof="0" dirty="0">
                        <a:solidFill>
                          <a:schemeClr val="bg1"/>
                        </a:solidFill>
                        <a:latin typeface="+mn-lt"/>
                        <a:cs typeface="TheSans B4 SemiLight"/>
                      </a:endParaRPr>
                    </a:p>
                  </a:txBody>
                  <a:tcPr marL="108000" marR="108000" marT="72000" marB="72000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noFill/>
                      <a:prstDash val="solid"/>
                    </a:lnT>
                    <a:lnB w="19050" cap="flat" cmpd="sng" algn="ctr">
                      <a:noFill/>
                      <a:prstDash val="sysDot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1F354B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b="1" i="0" sz="1400">
                          <a:solidFill>
                            <a:schemeClr val="bg1"/>
                          </a:solidFill>
                          <a:latin typeface="+mn-lt"/>
                        </a:rPr>
                        <a:t>Component</a:t>
                      </a:r>
                    </a:p>
                  </a:txBody>
                  <a:tcPr marL="108000" marR="108000" marT="72000" marB="72000">
                    <a:lnL>
                      <a:noFill/>
                    </a:lnL>
                    <a:lnR w="9525" cap="flat" cmpd="sng" algn="ctr">
                      <a:noFill/>
                      <a:prstDash val="solid"/>
                    </a:lnR>
                    <a:lnT w="9525" cap="flat" cmpd="sng" algn="ctr">
                      <a:noFill/>
                      <a:prstDash val="solid"/>
                    </a:lnT>
                    <a:lnB w="19050" cap="flat" cmpd="sng" algn="ctr">
                      <a:noFill/>
                      <a:prstDash val="sysDot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tx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marR="0" lvl="0" indent="0" algn="l" defTabSz="914400" rtl="0" eaLnBrk="1" fontAlgn="b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b="0" i="0" sz="1200" u="none">
                          <a:solidFill>
                            <a:schemeClr val="tx2"/>
                          </a:solidFill>
                          <a:latin typeface="Calibri Bold"/>
                        </a:rPr>
                        <a:t>GroupMetadataManager.java</a:t>
                      </a:r>
                    </a:p>
                  </a:txBody>
                  <a:tcPr marL="108000" marR="108000" marT="72000" marB="72000" anchor="ctr">
                    <a:lnL w="9525" cap="flat" cmpd="sng" algn="ctr">
                      <a:noFill/>
                      <a:prstDash val="solid"/>
                    </a:lnL>
                    <a:lnR>
                      <a:noFill/>
                    </a:lnR>
                    <a:lnT w="19050" cap="flat" cmpd="sng" algn="ctr">
                      <a:noFill/>
                      <a:prstDash val="sysDot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algn="r" defTabSz="914400" rtl="0" eaLnBrk="1" fontAlgn="b" latinLnBrk="0" hangingPunct="1"/>
                      <a:r>
                        <a:rPr b="0" i="0" sz="1200" u="none">
                          <a:solidFill>
                            <a:schemeClr val="tx1">
                              <a:lumMod val="60000"/>
                              <a:lumOff val="40000"/>
                            </a:schemeClr>
                          </a:solidFill>
                          <a:latin typeface="Calibri Regular"/>
                        </a:rPr>
                        <a:t>5763</a:t>
                      </a:r>
                    </a:p>
                  </a:txBody>
                  <a:tcPr marL="108000" marR="108000" marT="72000" marB="72000" anchor="ctr">
                    <a:lnL>
                      <a:noFill/>
                    </a:lnL>
                    <a:lnR>
                      <a:noFill/>
                    </a:lnR>
                    <a:lnT w="19050" cap="flat" cmpd="sng" algn="ctr">
                      <a:noFill/>
                      <a:prstDash val="sysDot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b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b="0" i="0" sz="1200" u="none">
                          <a:solidFill>
                            <a:schemeClr val="tx1">
                              <a:lumMod val="60000"/>
                              <a:lumOff val="40000"/>
                            </a:schemeClr>
                          </a:solidFill>
                          <a:latin typeface="Calibri Regular"/>
                        </a:rPr>
                        <a:t>group-coordinator</a:t>
                      </a:r>
                    </a:p>
                  </a:txBody>
                  <a:tcPr marL="108000" marR="108000" marT="72000" marB="72000" anchor="ctr">
                    <a:lnL>
                      <a:noFill/>
                    </a:lnL>
                    <a:lnR w="9525" cap="flat" cmpd="sng" algn="ctr">
                      <a:noFill/>
                      <a:prstDash val="solid"/>
                    </a:lnR>
                    <a:lnT w="19050" cap="flat" cmpd="sng" algn="ctr">
                      <a:noFill/>
                      <a:prstDash val="sysDot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algn="l" fontAlgn="b"/>
                      <a:r>
                        <a:rPr b="0" i="0" sz="1200" u="none">
                          <a:solidFill>
                            <a:schemeClr val="tx2"/>
                          </a:solidFill>
                          <a:latin typeface="Calibri Bold"/>
                        </a:rPr>
                        <a:t>UnifiedLog.java</a:t>
                      </a:r>
                      <a:endParaRPr lang="en-US" sz="1200" b="0" i="0" u="none" strike="noStrike" noProof="0" dirty="0">
                        <a:solidFill>
                          <a:schemeClr val="tx2"/>
                        </a:solidFill>
                        <a:effectLst/>
                        <a:latin typeface="Calibri Regular"/>
                      </a:endParaRPr>
                    </a:p>
                  </a:txBody>
                  <a:tcPr marL="108000" marR="108000" marT="72000" marB="72000" anchor="ctr">
                    <a:lnL w="9525" cap="flat" cmpd="sng" algn="ctr">
                      <a:noFill/>
                      <a:prstDash val="solid"/>
                    </a:lnL>
                    <a:lnR>
                      <a:noFill/>
                    </a:lnR>
                    <a:lnT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algn="r" defTabSz="914400" rtl="0" eaLnBrk="1" fontAlgn="b" latinLnBrk="0" hangingPunct="1"/>
                      <a:r>
                        <a:rPr b="0" i="0" sz="1200" u="none">
                          <a:solidFill>
                            <a:schemeClr val="tx1">
                              <a:lumMod val="60000"/>
                              <a:lumOff val="40000"/>
                            </a:schemeClr>
                          </a:solidFill>
                          <a:latin typeface="Calibri Regular"/>
                        </a:rPr>
                        <a:t>1831</a:t>
                      </a:r>
                      <a:endParaRPr lang="en-US" sz="1200" b="0" i="0" u="none" strike="noStrike" kern="1200" noProof="0" dirty="0">
                        <a:solidFill>
                          <a:schemeClr val="tx1">
                            <a:lumMod val="60000"/>
                            <a:lumOff val="40000"/>
                          </a:schemeClr>
                        </a:solidFill>
                        <a:effectLst/>
                        <a:latin typeface="Calibri Regular"/>
                        <a:ea typeface="+mn-ea"/>
                        <a:cs typeface="+mn-cs"/>
                      </a:endParaRPr>
                    </a:p>
                  </a:txBody>
                  <a:tcPr marL="108000" marR="108000" marT="72000" marB="72000" anchor="ctr">
                    <a:lnL>
                      <a:noFill/>
                    </a:lnL>
                    <a:lnR>
                      <a:noFill/>
                    </a:lnR>
                    <a:lnT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indent="0" algn="l" defTabSz="457200" rtl="0" eaLnBrk="1" fontAlgn="b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b="0" i="0" sz="1200" u="none">
                          <a:solidFill>
                            <a:schemeClr val="tx1">
                              <a:lumMod val="60000"/>
                              <a:lumOff val="40000"/>
                            </a:schemeClr>
                          </a:solidFill>
                          <a:latin typeface="Calibri Regular"/>
                        </a:rPr>
                        <a:t>storage</a:t>
                      </a:r>
                      <a:endParaRPr lang="en-US" sz="1200" b="0" i="0" u="none" strike="noStrike" noProof="0" dirty="0">
                        <a:solidFill>
                          <a:schemeClr val="tx1">
                            <a:lumMod val="60000"/>
                            <a:lumOff val="40000"/>
                          </a:schemeClr>
                        </a:solidFill>
                        <a:effectLst/>
                        <a:latin typeface="Calibri Regular"/>
                      </a:endParaRPr>
                    </a:p>
                  </a:txBody>
                  <a:tcPr marL="108000" marR="108000" marT="72000" marB="72000" anchor="ctr">
                    <a:lnL>
                      <a:noFill/>
                    </a:lnL>
                    <a:lnR w="9525" cap="flat" cmpd="sng" algn="ctr">
                      <a:noFill/>
                      <a:prstDash val="solid"/>
                    </a:lnR>
                    <a:lnT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algn="l" fontAlgn="b"/>
                      <a:r>
                        <a:rPr b="0" i="0" sz="1200" u="none">
                          <a:solidFill>
                            <a:schemeClr val="tx2"/>
                          </a:solidFill>
                          <a:latin typeface="Calibri Bold"/>
                        </a:rPr>
                        <a:t>RemoteLogManager.java</a:t>
                      </a:r>
                      <a:endParaRPr lang="en-US" sz="1200" b="0" i="0" u="none" strike="noStrike" noProof="0" dirty="0">
                        <a:solidFill>
                          <a:schemeClr val="tx2"/>
                        </a:solidFill>
                        <a:effectLst/>
                        <a:latin typeface="Calibri Regular"/>
                      </a:endParaRPr>
                    </a:p>
                  </a:txBody>
                  <a:tcPr marL="108000" marR="108000" marT="72000" marB="72000" anchor="ctr">
                    <a:lnL w="9525" cap="flat" cmpd="sng" algn="ctr">
                      <a:noFill/>
                      <a:prstDash val="solid"/>
                    </a:lnL>
                    <a:lnR>
                      <a:noFill/>
                    </a:lnR>
                    <a:lnT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algn="r" defTabSz="914400" rtl="0" eaLnBrk="1" fontAlgn="b" latinLnBrk="0" hangingPunct="1"/>
                      <a:r>
                        <a:rPr b="0" i="0" sz="1200" u="none">
                          <a:solidFill>
                            <a:schemeClr val="tx1">
                              <a:lumMod val="60000"/>
                              <a:lumOff val="40000"/>
                            </a:schemeClr>
                          </a:solidFill>
                          <a:latin typeface="Calibri Regular"/>
                        </a:rPr>
                        <a:t>1792</a:t>
                      </a:r>
                      <a:endParaRPr lang="en-US" sz="1200" b="0" i="0" u="none" strike="noStrike" kern="1200" noProof="0" dirty="0">
                        <a:solidFill>
                          <a:schemeClr val="tx1">
                            <a:lumMod val="60000"/>
                            <a:lumOff val="40000"/>
                          </a:schemeClr>
                        </a:solidFill>
                        <a:effectLst/>
                        <a:latin typeface="Calibri Regular"/>
                        <a:ea typeface="+mn-ea"/>
                        <a:cs typeface="+mn-cs"/>
                      </a:endParaRPr>
                    </a:p>
                  </a:txBody>
                  <a:tcPr marL="108000" marR="108000" marT="72000" marB="72000" anchor="ctr">
                    <a:lnL>
                      <a:noFill/>
                    </a:lnL>
                    <a:lnR>
                      <a:noFill/>
                    </a:lnR>
                    <a:lnT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b"/>
                      <a:r>
                        <a:rPr b="0" i="0" sz="1200" u="none">
                          <a:solidFill>
                            <a:schemeClr val="tx1">
                              <a:lumMod val="60000"/>
                              <a:lumOff val="40000"/>
                            </a:schemeClr>
                          </a:solidFill>
                          <a:latin typeface="Calibri Regular"/>
                        </a:rPr>
                        <a:t>storage</a:t>
                      </a:r>
                      <a:endParaRPr lang="en-US" sz="1200" b="0" i="0" u="none" strike="noStrike" noProof="0" dirty="0">
                        <a:solidFill>
                          <a:schemeClr val="tx1">
                            <a:lumMod val="60000"/>
                            <a:lumOff val="40000"/>
                          </a:schemeClr>
                        </a:solidFill>
                        <a:effectLst/>
                        <a:latin typeface="Calibri Regular"/>
                      </a:endParaRPr>
                    </a:p>
                  </a:txBody>
                  <a:tcPr marL="108000" marR="108000" marT="72000" marB="72000" anchor="ctr">
                    <a:lnL>
                      <a:noFill/>
                    </a:lnL>
                    <a:lnR w="9525" cap="flat" cmpd="sng" algn="ctr">
                      <a:noFill/>
                      <a:prstDash val="solid"/>
                    </a:lnR>
                    <a:lnT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algn="l" fontAlgn="b"/>
                      <a:r>
                        <a:rPr b="0" i="0" sz="1200" u="none">
                          <a:solidFill>
                            <a:schemeClr val="tx2"/>
                          </a:solidFill>
                          <a:latin typeface="Calibri Bold"/>
                        </a:rPr>
                        <a:t>CoordinatorRuntime.java</a:t>
                      </a:r>
                      <a:endParaRPr lang="en-US" sz="1200" b="0" i="0" u="none" strike="noStrike" noProof="0" dirty="0">
                        <a:solidFill>
                          <a:schemeClr val="tx2"/>
                        </a:solidFill>
                        <a:effectLst/>
                        <a:latin typeface="Calibri Regular"/>
                      </a:endParaRPr>
                    </a:p>
                  </a:txBody>
                  <a:tcPr marL="108000" marR="108000" marT="72000" marB="72000" anchor="ctr">
                    <a:lnL w="9525" cap="flat" cmpd="sng" algn="ctr">
                      <a:noFill/>
                      <a:prstDash val="solid"/>
                    </a:lnL>
                    <a:lnR>
                      <a:noFill/>
                    </a:lnR>
                    <a:lnT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algn="r" defTabSz="914400" rtl="0" eaLnBrk="1" fontAlgn="b" latinLnBrk="0" hangingPunct="1"/>
                      <a:r>
                        <a:rPr b="0" i="0" sz="1200" u="none">
                          <a:solidFill>
                            <a:schemeClr val="tx1">
                              <a:lumMod val="60000"/>
                              <a:lumOff val="40000"/>
                            </a:schemeClr>
                          </a:solidFill>
                          <a:latin typeface="Calibri Regular"/>
                        </a:rPr>
                        <a:t>1404</a:t>
                      </a:r>
                      <a:endParaRPr lang="en-US" sz="1200" b="0" i="0" u="none" strike="noStrike" kern="1200" noProof="0" dirty="0">
                        <a:solidFill>
                          <a:schemeClr val="tx1">
                            <a:lumMod val="60000"/>
                            <a:lumOff val="40000"/>
                          </a:schemeClr>
                        </a:solidFill>
                        <a:effectLst/>
                        <a:latin typeface="Calibri Regular"/>
                        <a:ea typeface="+mn-ea"/>
                        <a:cs typeface="+mn-cs"/>
                      </a:endParaRPr>
                    </a:p>
                  </a:txBody>
                  <a:tcPr marL="108000" marR="108000" marT="72000" marB="72000" anchor="ctr">
                    <a:lnL>
                      <a:noFill/>
                    </a:lnL>
                    <a:lnR>
                      <a:noFill/>
                    </a:lnR>
                    <a:lnT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b"/>
                      <a:r>
                        <a:rPr b="0" i="0" sz="1200" u="none">
                          <a:solidFill>
                            <a:schemeClr val="tx1">
                              <a:lumMod val="60000"/>
                              <a:lumOff val="40000"/>
                            </a:schemeClr>
                          </a:solidFill>
                          <a:latin typeface="Calibri Regular"/>
                        </a:rPr>
                        <a:t>coordinator-common</a:t>
                      </a:r>
                      <a:endParaRPr lang="en-US" sz="1200" b="0" i="0" u="none" strike="noStrike" noProof="0" dirty="0">
                        <a:solidFill>
                          <a:schemeClr val="tx1">
                            <a:lumMod val="60000"/>
                            <a:lumOff val="40000"/>
                          </a:schemeClr>
                        </a:solidFill>
                        <a:effectLst/>
                        <a:latin typeface="Calibri Regular"/>
                      </a:endParaRPr>
                    </a:p>
                  </a:txBody>
                  <a:tcPr marL="108000" marR="108000" marT="72000" marB="72000" anchor="ctr">
                    <a:lnL>
                      <a:noFill/>
                    </a:lnL>
                    <a:lnR w="9525" cap="flat" cmpd="sng" algn="ctr">
                      <a:noFill/>
                      <a:prstDash val="solid"/>
                    </a:lnR>
                    <a:lnT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algn="l" fontAlgn="b"/>
                      <a:r>
                        <a:rPr b="0" i="0" sz="1200" u="none">
                          <a:solidFill>
                            <a:schemeClr val="tx2"/>
                          </a:solidFill>
                          <a:latin typeface="Calibri Bold"/>
                        </a:rPr>
                        <a:t>Values.java</a:t>
                      </a:r>
                      <a:endParaRPr lang="en-US" sz="1200" b="0" i="0" u="none" strike="noStrike" noProof="0" dirty="0">
                        <a:solidFill>
                          <a:schemeClr val="tx2"/>
                        </a:solidFill>
                        <a:effectLst/>
                        <a:latin typeface="Calibri Regular"/>
                      </a:endParaRPr>
                    </a:p>
                  </a:txBody>
                  <a:tcPr marL="108000" marR="108000" marT="72000" marB="72000" anchor="ctr">
                    <a:lnL w="9525" cap="flat" cmpd="sng" algn="ctr">
                      <a:noFill/>
                      <a:prstDash val="solid"/>
                    </a:lnL>
                    <a:lnR>
                      <a:noFill/>
                    </a:lnR>
                    <a:lnT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algn="r" defTabSz="914400" rtl="0" eaLnBrk="1" fontAlgn="b" latinLnBrk="0" hangingPunct="1"/>
                      <a:r>
                        <a:rPr b="0" i="0" sz="1200" u="none">
                          <a:solidFill>
                            <a:schemeClr val="tx1">
                              <a:lumMod val="60000"/>
                              <a:lumOff val="40000"/>
                            </a:schemeClr>
                          </a:solidFill>
                          <a:latin typeface="Calibri Regular"/>
                        </a:rPr>
                        <a:t>1027</a:t>
                      </a:r>
                      <a:endParaRPr lang="en-US" sz="1200" b="0" i="0" u="none" strike="noStrike" kern="1200" noProof="0" dirty="0">
                        <a:solidFill>
                          <a:schemeClr val="tx1">
                            <a:lumMod val="60000"/>
                            <a:lumOff val="40000"/>
                          </a:schemeClr>
                        </a:solidFill>
                        <a:effectLst/>
                        <a:latin typeface="Calibri Regular"/>
                        <a:ea typeface="+mn-ea"/>
                        <a:cs typeface="+mn-cs"/>
                      </a:endParaRPr>
                    </a:p>
                  </a:txBody>
                  <a:tcPr marL="108000" marR="108000" marT="72000" marB="72000" anchor="ctr">
                    <a:lnL>
                      <a:noFill/>
                    </a:lnL>
                    <a:lnR>
                      <a:noFill/>
                    </a:lnR>
                    <a:lnT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b"/>
                      <a:r>
                        <a:rPr b="0" i="0" sz="1200" u="none">
                          <a:solidFill>
                            <a:schemeClr val="tx1">
                              <a:lumMod val="60000"/>
                              <a:lumOff val="40000"/>
                            </a:schemeClr>
                          </a:solidFill>
                          <a:latin typeface="Calibri Regular"/>
                        </a:rPr>
                        <a:t>connect</a:t>
                      </a:r>
                      <a:endParaRPr lang="en-US" sz="1200" b="0" i="0" u="none" strike="noStrike" noProof="0" dirty="0">
                        <a:solidFill>
                          <a:schemeClr val="tx1">
                            <a:lumMod val="60000"/>
                            <a:lumOff val="40000"/>
                          </a:schemeClr>
                        </a:solidFill>
                        <a:effectLst/>
                        <a:latin typeface="Calibri Regular"/>
                      </a:endParaRPr>
                    </a:p>
                  </a:txBody>
                  <a:tcPr marL="108000" marR="108000" marT="72000" marB="72000" anchor="ctr">
                    <a:lnL>
                      <a:noFill/>
                    </a:lnL>
                    <a:lnR w="9525" cap="flat" cmpd="sng" algn="ctr">
                      <a:noFill/>
                      <a:prstDash val="solid"/>
                    </a:lnR>
                    <a:lnT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001900654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algn="l" fontAlgn="b"/>
                      <a:r>
                        <a:rPr b="0" i="0" sz="1200" u="none">
                          <a:solidFill>
                            <a:schemeClr val="tx2"/>
                          </a:solidFill>
                          <a:latin typeface="Calibri Bold"/>
                        </a:rPr>
                        <a:t>GroupCoordinatorShard.java</a:t>
                      </a:r>
                      <a:endParaRPr lang="en-US" sz="1200" b="0" i="0" u="none" strike="noStrike" noProof="0" dirty="0">
                        <a:solidFill>
                          <a:schemeClr val="tx2"/>
                        </a:solidFill>
                        <a:effectLst/>
                        <a:latin typeface="Calibri Regular"/>
                      </a:endParaRPr>
                    </a:p>
                  </a:txBody>
                  <a:tcPr marL="108000" marR="108000" marT="72000" marB="72000" anchor="ctr">
                    <a:lnL w="9525" cap="flat" cmpd="sng" algn="ctr">
                      <a:noFill/>
                      <a:prstDash val="solid"/>
                    </a:lnL>
                    <a:lnR>
                      <a:noFill/>
                    </a:lnR>
                    <a:lnT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algn="r" defTabSz="914400" rtl="0" eaLnBrk="1" fontAlgn="b" latinLnBrk="0" hangingPunct="1"/>
                      <a:r>
                        <a:rPr b="0" i="0" sz="1200" u="none">
                          <a:solidFill>
                            <a:schemeClr val="tx1">
                              <a:lumMod val="60000"/>
                              <a:lumOff val="40000"/>
                            </a:schemeClr>
                          </a:solidFill>
                          <a:latin typeface="Calibri Regular"/>
                        </a:rPr>
                        <a:t>867</a:t>
                      </a:r>
                      <a:endParaRPr lang="en-US" sz="1200" b="0" i="0" u="none" strike="noStrike" kern="1200" noProof="0" dirty="0">
                        <a:solidFill>
                          <a:schemeClr val="tx1">
                            <a:lumMod val="60000"/>
                            <a:lumOff val="40000"/>
                          </a:schemeClr>
                        </a:solidFill>
                        <a:effectLst/>
                        <a:latin typeface="Calibri Regular"/>
                        <a:ea typeface="+mn-ea"/>
                        <a:cs typeface="+mn-cs"/>
                      </a:endParaRPr>
                    </a:p>
                  </a:txBody>
                  <a:tcPr marL="108000" marR="108000" marT="72000" marB="72000" anchor="ctr">
                    <a:lnL>
                      <a:noFill/>
                    </a:lnL>
                    <a:lnR>
                      <a:noFill/>
                    </a:lnR>
                    <a:lnT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b"/>
                      <a:r>
                        <a:rPr b="0" i="0" sz="1200" u="none">
                          <a:solidFill>
                            <a:schemeClr val="tx1">
                              <a:lumMod val="60000"/>
                              <a:lumOff val="40000"/>
                            </a:schemeClr>
                          </a:solidFill>
                          <a:latin typeface="Calibri Regular"/>
                        </a:rPr>
                        <a:t>group-coordinator</a:t>
                      </a:r>
                      <a:endParaRPr lang="en-US" sz="1200" b="0" i="0" u="none" strike="noStrike" noProof="0" dirty="0">
                        <a:solidFill>
                          <a:schemeClr val="tx1">
                            <a:lumMod val="60000"/>
                            <a:lumOff val="40000"/>
                          </a:schemeClr>
                        </a:solidFill>
                        <a:effectLst/>
                        <a:latin typeface="Calibri Regular"/>
                      </a:endParaRPr>
                    </a:p>
                  </a:txBody>
                  <a:tcPr marL="108000" marR="108000" marT="72000" marB="72000" anchor="ctr">
                    <a:lnL>
                      <a:noFill/>
                    </a:lnL>
                    <a:lnR w="9525" cap="flat" cmpd="sng" algn="ctr">
                      <a:noFill/>
                      <a:prstDash val="solid"/>
                    </a:lnR>
                    <a:lnT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928811833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algn="l" fontAlgn="b"/>
                      <a:r>
                        <a:rPr b="0" i="0" sz="1200" u="none">
                          <a:solidFill>
                            <a:schemeClr val="tx2"/>
                          </a:solidFill>
                          <a:latin typeface="Calibri Bold"/>
                        </a:rPr>
                        <a:t>GroupCoordinatorConfig.java</a:t>
                      </a:r>
                      <a:endParaRPr lang="en-US" sz="1200" b="0" i="0" u="none" strike="noStrike" noProof="0" dirty="0">
                        <a:solidFill>
                          <a:schemeClr val="tx2"/>
                        </a:solidFill>
                        <a:effectLst/>
                        <a:latin typeface="Calibri Regular"/>
                      </a:endParaRPr>
                    </a:p>
                  </a:txBody>
                  <a:tcPr marL="108000" marR="108000" marT="72000" marB="72000" anchor="ctr">
                    <a:lnL w="9525" cap="flat" cmpd="sng" algn="ctr">
                      <a:noFill/>
                      <a:prstDash val="solid"/>
                    </a:lnL>
                    <a:lnR>
                      <a:noFill/>
                    </a:lnR>
                    <a:lnT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algn="r" defTabSz="914400" rtl="0" eaLnBrk="1" fontAlgn="b" latinLnBrk="0" hangingPunct="1"/>
                      <a:r>
                        <a:rPr b="0" i="0" sz="1200" u="none">
                          <a:solidFill>
                            <a:schemeClr val="tx1">
                              <a:lumMod val="60000"/>
                              <a:lumOff val="40000"/>
                            </a:schemeClr>
                          </a:solidFill>
                          <a:latin typeface="Calibri Regular"/>
                        </a:rPr>
                        <a:t>860</a:t>
                      </a:r>
                      <a:endParaRPr lang="en-US" sz="1200" b="0" i="0" u="none" strike="noStrike" kern="1200" noProof="0" dirty="0">
                        <a:solidFill>
                          <a:schemeClr val="tx1">
                            <a:lumMod val="60000"/>
                            <a:lumOff val="40000"/>
                          </a:schemeClr>
                        </a:solidFill>
                        <a:effectLst/>
                        <a:latin typeface="Calibri Regular"/>
                        <a:ea typeface="+mn-ea"/>
                        <a:cs typeface="+mn-cs"/>
                      </a:endParaRPr>
                    </a:p>
                  </a:txBody>
                  <a:tcPr marL="108000" marR="108000" marT="72000" marB="72000" anchor="ctr">
                    <a:lnL>
                      <a:noFill/>
                    </a:lnL>
                    <a:lnR>
                      <a:noFill/>
                    </a:lnR>
                    <a:lnT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b"/>
                      <a:r>
                        <a:rPr b="0" i="0" sz="1200" u="none">
                          <a:solidFill>
                            <a:schemeClr val="tx1">
                              <a:lumMod val="60000"/>
                              <a:lumOff val="40000"/>
                            </a:schemeClr>
                          </a:solidFill>
                          <a:latin typeface="Calibri Regular"/>
                        </a:rPr>
                        <a:t>group-coordinator</a:t>
                      </a:r>
                      <a:endParaRPr lang="en-US" sz="1200" b="0" i="0" u="none" strike="noStrike" noProof="0" dirty="0">
                        <a:solidFill>
                          <a:schemeClr val="tx1">
                            <a:lumMod val="60000"/>
                            <a:lumOff val="40000"/>
                          </a:schemeClr>
                        </a:solidFill>
                        <a:effectLst/>
                        <a:latin typeface="Calibri Regular"/>
                      </a:endParaRPr>
                    </a:p>
                  </a:txBody>
                  <a:tcPr marL="108000" marR="108000" marT="72000" marB="72000" anchor="ctr">
                    <a:lnL>
                      <a:noFill/>
                    </a:lnL>
                    <a:lnR w="9525" cap="flat" cmpd="sng" algn="ctr">
                      <a:noFill/>
                      <a:prstDash val="solid"/>
                    </a:lnR>
                    <a:lnT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060795780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algn="l" fontAlgn="b"/>
                      <a:r>
                        <a:rPr b="0" i="0" sz="1200" u="none">
                          <a:solidFill>
                            <a:schemeClr val="tx2"/>
                          </a:solidFill>
                          <a:latin typeface="Calibri Bold"/>
                        </a:rPr>
                        <a:t>OffsetMetadataManager.java</a:t>
                      </a:r>
                      <a:endParaRPr lang="en-US" sz="1200" b="0" i="0" u="none" strike="noStrike" noProof="0" dirty="0">
                        <a:solidFill>
                          <a:schemeClr val="tx2"/>
                        </a:solidFill>
                        <a:effectLst/>
                        <a:latin typeface="Calibri Regular"/>
                      </a:endParaRPr>
                    </a:p>
                  </a:txBody>
                  <a:tcPr marL="108000" marR="108000" marT="72000" marB="72000" anchor="ctr">
                    <a:lnL w="9525" cap="flat" cmpd="sng" algn="ctr">
                      <a:noFill/>
                      <a:prstDash val="solid"/>
                    </a:lnL>
                    <a:lnR>
                      <a:noFill/>
                    </a:lnR>
                    <a:lnT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algn="r" defTabSz="914400" rtl="0" eaLnBrk="1" fontAlgn="b" latinLnBrk="0" hangingPunct="1"/>
                      <a:r>
                        <a:rPr b="0" i="0" sz="1200" u="none">
                          <a:solidFill>
                            <a:schemeClr val="tx1">
                              <a:lumMod val="60000"/>
                              <a:lumOff val="40000"/>
                            </a:schemeClr>
                          </a:solidFill>
                          <a:latin typeface="Calibri Regular"/>
                        </a:rPr>
                        <a:t>828</a:t>
                      </a:r>
                      <a:endParaRPr lang="en-US" sz="1200" b="0" i="0" u="none" strike="noStrike" kern="1200" noProof="0" dirty="0">
                        <a:solidFill>
                          <a:schemeClr val="tx1">
                            <a:lumMod val="60000"/>
                            <a:lumOff val="40000"/>
                          </a:schemeClr>
                        </a:solidFill>
                        <a:effectLst/>
                        <a:latin typeface="Calibri Regular"/>
                        <a:ea typeface="+mn-ea"/>
                        <a:cs typeface="+mn-cs"/>
                      </a:endParaRPr>
                    </a:p>
                  </a:txBody>
                  <a:tcPr marL="108000" marR="108000" marT="72000" marB="72000" anchor="ctr">
                    <a:lnL>
                      <a:noFill/>
                    </a:lnL>
                    <a:lnR>
                      <a:noFill/>
                    </a:lnR>
                    <a:lnT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b"/>
                      <a:r>
                        <a:rPr b="0" i="0" sz="1200" u="none">
                          <a:solidFill>
                            <a:schemeClr val="tx1">
                              <a:lumMod val="60000"/>
                              <a:lumOff val="40000"/>
                            </a:schemeClr>
                          </a:solidFill>
                          <a:latin typeface="Calibri Regular"/>
                        </a:rPr>
                        <a:t>group-coordinator</a:t>
                      </a:r>
                      <a:endParaRPr lang="en-US" sz="1200" b="0" i="0" u="none" strike="noStrike" noProof="0" dirty="0">
                        <a:solidFill>
                          <a:schemeClr val="tx1">
                            <a:lumMod val="60000"/>
                            <a:lumOff val="40000"/>
                          </a:schemeClr>
                        </a:solidFill>
                        <a:effectLst/>
                        <a:latin typeface="Calibri Regular"/>
                      </a:endParaRPr>
                    </a:p>
                  </a:txBody>
                  <a:tcPr marL="108000" marR="108000" marT="72000" marB="72000" anchor="ctr">
                    <a:lnL>
                      <a:noFill/>
                    </a:lnL>
                    <a:lnR w="9525" cap="flat" cmpd="sng" algn="ctr">
                      <a:noFill/>
                      <a:prstDash val="solid"/>
                    </a:lnR>
                    <a:lnT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933267410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algn="l" fontAlgn="b"/>
                      <a:r>
                        <a:rPr b="0" i="0" sz="1200" u="none">
                          <a:solidFill>
                            <a:schemeClr val="tx2"/>
                          </a:solidFill>
                          <a:latin typeface="Calibri Bold"/>
                        </a:rPr>
                        <a:t>RequestConvertToJson.java</a:t>
                      </a:r>
                      <a:endParaRPr lang="en-US" sz="1200" b="0" i="0" u="none" strike="noStrike" noProof="0" dirty="0">
                        <a:solidFill>
                          <a:schemeClr val="tx2"/>
                        </a:solidFill>
                        <a:effectLst/>
                        <a:latin typeface="Calibri Regular"/>
                      </a:endParaRPr>
                    </a:p>
                  </a:txBody>
                  <a:tcPr marL="108000" marR="108000" marT="72000" marB="72000" anchor="ctr">
                    <a:lnL w="9525" cap="flat" cmpd="sng" algn="ctr">
                      <a:noFill/>
                      <a:prstDash val="solid"/>
                    </a:lnL>
                    <a:lnR>
                      <a:noFill/>
                    </a:lnR>
                    <a:lnT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algn="r" defTabSz="914400" rtl="0" eaLnBrk="1" fontAlgn="b" latinLnBrk="0" hangingPunct="1"/>
                      <a:r>
                        <a:rPr b="0" i="0" sz="1200" u="none">
                          <a:solidFill>
                            <a:schemeClr val="tx1">
                              <a:lumMod val="60000"/>
                              <a:lumOff val="40000"/>
                            </a:schemeClr>
                          </a:solidFill>
                          <a:latin typeface="Calibri Regular"/>
                        </a:rPr>
                        <a:t>782</a:t>
                      </a:r>
                      <a:endParaRPr lang="en-US" sz="1200" b="0" i="0" u="none" strike="noStrike" kern="1200" noProof="0" dirty="0">
                        <a:solidFill>
                          <a:schemeClr val="tx1">
                            <a:lumMod val="60000"/>
                            <a:lumOff val="40000"/>
                          </a:schemeClr>
                        </a:solidFill>
                        <a:effectLst/>
                        <a:latin typeface="Calibri Regular"/>
                        <a:ea typeface="+mn-ea"/>
                        <a:cs typeface="+mn-cs"/>
                      </a:endParaRPr>
                    </a:p>
                  </a:txBody>
                  <a:tcPr marL="108000" marR="108000" marT="72000" marB="72000" anchor="ctr">
                    <a:lnL>
                      <a:noFill/>
                    </a:lnL>
                    <a:lnR>
                      <a:noFill/>
                    </a:lnR>
                    <a:lnT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b"/>
                      <a:r>
                        <a:rPr b="0" i="0" sz="1200" u="none">
                          <a:solidFill>
                            <a:schemeClr val="tx1">
                              <a:lumMod val="60000"/>
                              <a:lumOff val="40000"/>
                            </a:schemeClr>
                          </a:solidFill>
                          <a:latin typeface="Calibri Regular"/>
                        </a:rPr>
                        <a:t>server</a:t>
                      </a:r>
                      <a:endParaRPr lang="en-US" sz="1200" b="0" i="0" u="none" strike="noStrike" noProof="0" dirty="0">
                        <a:solidFill>
                          <a:schemeClr val="tx1">
                            <a:lumMod val="60000"/>
                            <a:lumOff val="40000"/>
                          </a:schemeClr>
                        </a:solidFill>
                        <a:effectLst/>
                        <a:latin typeface="Calibri Regular"/>
                      </a:endParaRPr>
                    </a:p>
                  </a:txBody>
                  <a:tcPr marL="108000" marR="108000" marT="72000" marB="72000" anchor="ctr">
                    <a:lnL>
                      <a:noFill/>
                    </a:lnL>
                    <a:lnR w="9525" cap="flat" cmpd="sng" algn="ctr">
                      <a:noFill/>
                      <a:prstDash val="solid"/>
                    </a:lnR>
                    <a:lnT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009910387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algn="l" fontAlgn="b"/>
                      <a:r>
                        <a:rPr b="0" i="0" sz="1200" u="none">
                          <a:solidFill>
                            <a:schemeClr val="tx2"/>
                          </a:solidFill>
                          <a:latin typeface="Calibri Bold"/>
                        </a:rPr>
                        <a:t>JsonConverter.java</a:t>
                      </a:r>
                      <a:endParaRPr lang="en-US" sz="1200" b="0" i="0" u="none" strike="noStrike" noProof="0" dirty="0">
                        <a:solidFill>
                          <a:schemeClr val="tx2"/>
                        </a:solidFill>
                        <a:effectLst/>
                        <a:latin typeface="Calibri Regular"/>
                      </a:endParaRPr>
                    </a:p>
                  </a:txBody>
                  <a:tcPr marL="108000" marR="108000" marT="72000" marB="72000" anchor="ctr">
                    <a:lnL w="9525" cap="flat" cmpd="sng" algn="ctr">
                      <a:noFill/>
                      <a:prstDash val="solid"/>
                    </a:lnL>
                    <a:lnR>
                      <a:noFill/>
                    </a:lnR>
                    <a:lnT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algn="r" defTabSz="914400" rtl="0" eaLnBrk="1" fontAlgn="b" latinLnBrk="0" hangingPunct="1"/>
                      <a:r>
                        <a:rPr b="0" i="0" sz="1200" u="none">
                          <a:solidFill>
                            <a:schemeClr val="tx1">
                              <a:lumMod val="60000"/>
                              <a:lumOff val="40000"/>
                            </a:schemeClr>
                          </a:solidFill>
                          <a:latin typeface="Calibri Regular"/>
                        </a:rPr>
                        <a:t>627</a:t>
                      </a:r>
                      <a:endParaRPr lang="en-US" sz="1200" b="0" i="0" u="none" strike="noStrike" kern="1200" noProof="0" dirty="0">
                        <a:solidFill>
                          <a:schemeClr val="tx1">
                            <a:lumMod val="60000"/>
                            <a:lumOff val="40000"/>
                          </a:schemeClr>
                        </a:solidFill>
                        <a:effectLst/>
                        <a:latin typeface="Calibri Regular"/>
                        <a:ea typeface="+mn-ea"/>
                        <a:cs typeface="+mn-cs"/>
                      </a:endParaRPr>
                    </a:p>
                  </a:txBody>
                  <a:tcPr marL="108000" marR="108000" marT="72000" marB="72000" anchor="ctr">
                    <a:lnL>
                      <a:noFill/>
                    </a:lnL>
                    <a:lnR>
                      <a:noFill/>
                    </a:lnR>
                    <a:lnT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b"/>
                      <a:r>
                        <a:rPr b="0" i="0" sz="1200" u="none">
                          <a:solidFill>
                            <a:schemeClr val="tx1">
                              <a:lumMod val="60000"/>
                              <a:lumOff val="40000"/>
                            </a:schemeClr>
                          </a:solidFill>
                          <a:latin typeface="Calibri Regular"/>
                        </a:rPr>
                        <a:t>connect</a:t>
                      </a:r>
                      <a:endParaRPr lang="en-US" sz="1200" b="0" i="0" u="none" strike="noStrike" noProof="0" dirty="0">
                        <a:solidFill>
                          <a:schemeClr val="tx1">
                            <a:lumMod val="60000"/>
                            <a:lumOff val="40000"/>
                          </a:schemeClr>
                        </a:solidFill>
                        <a:effectLst/>
                        <a:latin typeface="Calibri Regular"/>
                      </a:endParaRPr>
                    </a:p>
                  </a:txBody>
                  <a:tcPr marL="108000" marR="108000" marT="72000" marB="72000" anchor="ctr">
                    <a:lnL>
                      <a:noFill/>
                    </a:lnL>
                    <a:lnR w="9525" cap="flat" cmpd="sng" algn="ctr">
                      <a:noFill/>
                      <a:prstDash val="solid"/>
                    </a:lnR>
                    <a:lnT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372763307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algn="l" fontAlgn="b"/>
                      <a:r>
                        <a:rPr b="0" i="0" sz="1200" u="none">
                          <a:solidFill>
                            <a:schemeClr val="tx2"/>
                          </a:solidFill>
                          <a:latin typeface="Calibri Bold"/>
                        </a:rPr>
                        <a:t>ClientQuotaManager.java</a:t>
                      </a:r>
                      <a:endParaRPr lang="en-US" sz="1200" b="0" i="0" u="none" strike="noStrike" noProof="0" dirty="0">
                        <a:solidFill>
                          <a:schemeClr val="tx2"/>
                        </a:solidFill>
                        <a:effectLst/>
                        <a:latin typeface="Calibri Regular"/>
                      </a:endParaRPr>
                    </a:p>
                  </a:txBody>
                  <a:tcPr marL="108000" marR="108000" marT="72000" marB="72000" anchor="ctr">
                    <a:lnL w="9525" cap="flat" cmpd="sng" algn="ctr">
                      <a:noFill/>
                      <a:prstDash val="solid"/>
                    </a:lnL>
                    <a:lnR>
                      <a:noFill/>
                    </a:lnR>
                    <a:lnT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algn="r" defTabSz="914400" rtl="0" eaLnBrk="1" fontAlgn="b" latinLnBrk="0" hangingPunct="1"/>
                      <a:r>
                        <a:rPr b="0" i="0" sz="1200" u="none">
                          <a:solidFill>
                            <a:schemeClr val="tx1">
                              <a:lumMod val="60000"/>
                              <a:lumOff val="40000"/>
                            </a:schemeClr>
                          </a:solidFill>
                          <a:latin typeface="Calibri Regular"/>
                        </a:rPr>
                        <a:t>600</a:t>
                      </a:r>
                      <a:endParaRPr lang="en-US" sz="1200" b="0" i="0" u="none" strike="noStrike" kern="1200" noProof="0" dirty="0">
                        <a:solidFill>
                          <a:schemeClr val="tx1">
                            <a:lumMod val="60000"/>
                            <a:lumOff val="40000"/>
                          </a:schemeClr>
                        </a:solidFill>
                        <a:effectLst/>
                        <a:latin typeface="Calibri Regular"/>
                        <a:ea typeface="+mn-ea"/>
                        <a:cs typeface="+mn-cs"/>
                      </a:endParaRPr>
                    </a:p>
                  </a:txBody>
                  <a:tcPr marL="108000" marR="108000" marT="72000" marB="72000" anchor="ctr">
                    <a:lnL>
                      <a:noFill/>
                    </a:lnL>
                    <a:lnR>
                      <a:noFill/>
                    </a:lnR>
                    <a:lnT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b"/>
                      <a:r>
                        <a:rPr b="0" i="0" sz="1200" u="none">
                          <a:solidFill>
                            <a:schemeClr val="tx1">
                              <a:lumMod val="60000"/>
                              <a:lumOff val="40000"/>
                            </a:schemeClr>
                          </a:solidFill>
                          <a:latin typeface="Calibri Regular"/>
                        </a:rPr>
                        <a:t>server</a:t>
                      </a:r>
                      <a:endParaRPr lang="en-US" sz="1200" b="0" i="0" u="none" strike="noStrike" noProof="0" dirty="0">
                        <a:solidFill>
                          <a:schemeClr val="tx1">
                            <a:lumMod val="60000"/>
                            <a:lumOff val="40000"/>
                          </a:schemeClr>
                        </a:solidFill>
                        <a:effectLst/>
                        <a:latin typeface="Calibri Regular"/>
                      </a:endParaRPr>
                    </a:p>
                  </a:txBody>
                  <a:tcPr marL="108000" marR="108000" marT="72000" marB="72000" anchor="ctr">
                    <a:lnL>
                      <a:noFill/>
                    </a:lnL>
                    <a:lnR w="9525" cap="flat" cmpd="sng" algn="ctr">
                      <a:noFill/>
                      <a:prstDash val="solid"/>
                    </a:lnR>
                    <a:lnT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022263985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algn="l" fontAlgn="b"/>
                      <a:r>
                        <a:rPr b="0" i="0" sz="1200" u="none">
                          <a:solidFill>
                            <a:schemeClr val="tx2"/>
                          </a:solidFill>
                          <a:latin typeface="Calibri Bold"/>
                        </a:rPr>
                        <a:t>GroupCoordinatorRecordHelpers.java</a:t>
                      </a:r>
                      <a:endParaRPr lang="en-US" sz="1200" b="0" i="0" u="none" strike="noStrike" noProof="0" dirty="0">
                        <a:solidFill>
                          <a:schemeClr val="tx2"/>
                        </a:solidFill>
                        <a:effectLst/>
                        <a:latin typeface="Calibri Regular"/>
                      </a:endParaRPr>
                    </a:p>
                  </a:txBody>
                  <a:tcPr marL="108000" marR="108000" marT="72000" marB="72000" anchor="ctr">
                    <a:lnL w="9525" cap="flat" cmpd="sng" algn="ctr">
                      <a:noFill/>
                      <a:prstDash val="solid"/>
                    </a:lnL>
                    <a:lnR>
                      <a:noFill/>
                    </a:lnR>
                    <a:lnT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algn="r" defTabSz="914400" rtl="0" eaLnBrk="1" fontAlgn="b" latinLnBrk="0" hangingPunct="1"/>
                      <a:r>
                        <a:rPr b="0" i="0" sz="1200" u="none">
                          <a:solidFill>
                            <a:schemeClr val="tx1">
                              <a:lumMod val="60000"/>
                              <a:lumOff val="40000"/>
                            </a:schemeClr>
                          </a:solidFill>
                          <a:latin typeface="Calibri Regular"/>
                        </a:rPr>
                        <a:t>557</a:t>
                      </a:r>
                      <a:endParaRPr lang="en-US" sz="1200" b="0" i="0" u="none" strike="noStrike" kern="1200" noProof="0" dirty="0">
                        <a:solidFill>
                          <a:schemeClr val="tx1">
                            <a:lumMod val="60000"/>
                            <a:lumOff val="40000"/>
                          </a:schemeClr>
                        </a:solidFill>
                        <a:effectLst/>
                        <a:latin typeface="Calibri Regular"/>
                        <a:ea typeface="+mn-ea"/>
                        <a:cs typeface="+mn-cs"/>
                      </a:endParaRPr>
                    </a:p>
                  </a:txBody>
                  <a:tcPr marL="108000" marR="108000" marT="72000" marB="72000" anchor="ctr">
                    <a:lnL>
                      <a:noFill/>
                    </a:lnL>
                    <a:lnR>
                      <a:noFill/>
                    </a:lnR>
                    <a:lnT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b"/>
                      <a:r>
                        <a:rPr b="0" i="0" sz="1200" u="none">
                          <a:solidFill>
                            <a:schemeClr val="tx1">
                              <a:lumMod val="60000"/>
                              <a:lumOff val="40000"/>
                            </a:schemeClr>
                          </a:solidFill>
                          <a:latin typeface="Calibri Regular"/>
                        </a:rPr>
                        <a:t>group-coordinator</a:t>
                      </a:r>
                      <a:endParaRPr lang="en-US" sz="1200" b="0" i="0" u="none" strike="noStrike" noProof="0" dirty="0">
                        <a:solidFill>
                          <a:schemeClr val="tx1">
                            <a:lumMod val="60000"/>
                            <a:lumOff val="40000"/>
                          </a:schemeClr>
                        </a:solidFill>
                        <a:effectLst/>
                        <a:latin typeface="Calibri Regular"/>
                      </a:endParaRPr>
                    </a:p>
                  </a:txBody>
                  <a:tcPr marL="108000" marR="108000" marT="72000" marB="72000" anchor="ctr">
                    <a:lnL>
                      <a:noFill/>
                    </a:lnL>
                    <a:lnR w="9525" cap="flat" cmpd="sng" algn="ctr">
                      <a:noFill/>
                      <a:prstDash val="solid"/>
                    </a:lnR>
                    <a:lnT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516404128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marR="0" lvl="0" indent="0" algn="l" defTabSz="914400" rtl="0" eaLnBrk="1" fontAlgn="b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b="0" i="0" sz="1200" u="none">
                          <a:solidFill>
                            <a:schemeClr val="tx2"/>
                          </a:solidFill>
                          <a:latin typeface="Calibri Bold"/>
                        </a:rPr>
                        <a:t>LogConfig.java</a:t>
                      </a:r>
                      <a:endParaRPr lang="en-US" sz="1200" b="0" i="0" u="none" strike="noStrike" noProof="0" dirty="0">
                        <a:solidFill>
                          <a:schemeClr val="tx2"/>
                        </a:solidFill>
                        <a:effectLst/>
                        <a:latin typeface="Calibri Regular"/>
                      </a:endParaRPr>
                    </a:p>
                  </a:txBody>
                  <a:tcPr marL="108000" marR="108000" marT="72000" marB="72000" anchor="ctr">
                    <a:lnL w="9525" cap="flat" cmpd="sng" algn="ctr">
                      <a:noFill/>
                      <a:prstDash val="solid"/>
                    </a:lnL>
                    <a:lnR>
                      <a:noFill/>
                    </a:lnR>
                    <a:lnT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algn="r" defTabSz="914400" rtl="0" eaLnBrk="1" fontAlgn="b" latinLnBrk="0" hangingPunct="1"/>
                      <a:r>
                        <a:rPr b="0" i="0" sz="1200" u="none">
                          <a:solidFill>
                            <a:schemeClr val="tx1">
                              <a:lumMod val="60000"/>
                              <a:lumOff val="40000"/>
                            </a:schemeClr>
                          </a:solidFill>
                          <a:latin typeface="Calibri Regular"/>
                        </a:rPr>
                        <a:t>539</a:t>
                      </a:r>
                      <a:endParaRPr lang="en-US" sz="1200" b="0" i="0" u="none" strike="noStrike" kern="1200" noProof="0" dirty="0">
                        <a:solidFill>
                          <a:schemeClr val="tx1">
                            <a:lumMod val="60000"/>
                            <a:lumOff val="40000"/>
                          </a:schemeClr>
                        </a:solidFill>
                        <a:effectLst/>
                        <a:latin typeface="Calibri Regular"/>
                        <a:ea typeface="+mn-ea"/>
                        <a:cs typeface="+mn-cs"/>
                      </a:endParaRPr>
                    </a:p>
                  </a:txBody>
                  <a:tcPr marL="108000" marR="108000" marT="72000" marB="72000" anchor="ctr">
                    <a:lnL>
                      <a:noFill/>
                    </a:lnL>
                    <a:lnR>
                      <a:noFill/>
                    </a:lnR>
                    <a:lnT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b"/>
                      <a:r>
                        <a:rPr b="0" i="0" sz="1200" u="none">
                          <a:solidFill>
                            <a:schemeClr val="tx1">
                              <a:lumMod val="60000"/>
                              <a:lumOff val="40000"/>
                            </a:schemeClr>
                          </a:solidFill>
                          <a:latin typeface="Calibri Regular"/>
                        </a:rPr>
                        <a:t>storage</a:t>
                      </a:r>
                      <a:endParaRPr lang="en-US" sz="1200" b="0" i="0" u="none" strike="noStrike" noProof="0" dirty="0">
                        <a:solidFill>
                          <a:schemeClr val="tx1">
                            <a:lumMod val="60000"/>
                            <a:lumOff val="40000"/>
                          </a:schemeClr>
                        </a:solidFill>
                        <a:effectLst/>
                        <a:latin typeface="+mn-lt"/>
                      </a:endParaRPr>
                    </a:p>
                  </a:txBody>
                  <a:tcPr marL="108000" marR="108000" marT="72000" marB="72000" anchor="ctr">
                    <a:lnL>
                      <a:noFill/>
                    </a:lnL>
                    <a:lnR w="9525" cap="flat" cmpd="sng" algn="ctr">
                      <a:noFill/>
                      <a:prstDash val="solid"/>
                    </a:lnR>
                    <a:lnT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255606331"/>
                  </a:ext>
                </a:extLst>
              </a:tr>
            </a:tbl>
          </a:graphicData>
        </a:graphic>
      </p:graphicFrame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FCB2A1D-C398-FD00-A262-F1315FFA7F2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Number Placeholder 1">
            <a:extLst>
              <a:ext uri="{FF2B5EF4-FFF2-40B4-BE49-F238E27FC236}">
                <a16:creationId xmlns:a16="http://schemas.microsoft.com/office/drawing/2014/main" id="{8C62FCDF-5E0F-1700-45E3-65B5191C49DA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E242BD21-9B61-2246-BCB1-4BE5E1BEBE1C}" type="slidenum">
              <a:rPr lang="en-US" smtClean="0"/>
              <a:pPr/>
              <a:t>29</a:t>
            </a:fld>
            <a:endParaRPr lang="en-US"/>
          </a:p>
        </p:txBody>
      </p:sp>
      <p:sp>
        <p:nvSpPr>
          <p:cNvPr id="10" name="Text Placeholder 9">
            <a:extLst>
              <a:ext uri="{FF2B5EF4-FFF2-40B4-BE49-F238E27FC236}">
                <a16:creationId xmlns:a16="http://schemas.microsoft.com/office/drawing/2014/main" id="{1F418E4D-4C1B-5CF0-D4B4-9BE92D28DF1E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/>
        <p:txBody>
          <a:bodyPr/>
          <a:lstStyle/>
          <a:p>
            <a:r>
              <a:rPr lang="en-US" dirty="0"/>
              <a:t>Refactoring Candidates – COMPONENT Independence</a:t>
            </a:r>
          </a:p>
        </p:txBody>
      </p:sp>
      <p:sp>
        <p:nvSpPr>
          <p:cNvPr id="5" name="Title 4">
            <a:extLst>
              <a:ext uri="{FF2B5EF4-FFF2-40B4-BE49-F238E27FC236}">
                <a16:creationId xmlns:a16="http://schemas.microsoft.com/office/drawing/2014/main" id="{FE4658BA-0814-EB54-4871-7EA3307973A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An overview of high impact Python communicating files</a:t>
            </a:r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D5FCF33D-A478-D36E-605A-D3A5163CFE94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2669790" y="6549140"/>
            <a:ext cx="804066" cy="236406"/>
          </a:xfrm>
          <a:prstGeom prst="rect">
            <a:avLst/>
          </a:prstGeom>
          <a:noFill/>
          <a:ln w="12700" cap="flat" cmpd="sng" algn="ctr">
            <a:noFill/>
            <a:prstDash val="solid"/>
            <a:miter lim="800000"/>
          </a:ln>
        </p:spPr>
        <p:txBody>
          <a:bodyPr wrap="none" lIns="0" tIns="36000" rIns="0" rtlCol="0" anchor="ctr">
            <a:spAutoFit/>
          </a:bodyPr>
          <a:lstStyle>
            <a:defPPr>
              <a:defRPr lang="en-US"/>
            </a:defPPr>
            <a:lvl1pPr marL="0" algn="l" defTabSz="914400" rtl="0" eaLnBrk="1" latinLnBrk="0" hangingPunct="1">
              <a:defRPr lang="en-US" sz="1000" b="1" kern="1200" cap="all" spc="10" baseline="0" dirty="0">
                <a:solidFill>
                  <a:srgbClr val="B2BECD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 dirty="0"/>
              <a:t>Confidential</a:t>
            </a:r>
          </a:p>
        </p:txBody>
      </p:sp>
      <p:graphicFrame>
        <p:nvGraphicFramePr>
          <p:cNvPr id="4" name="REFACTORING_CANDIDATES_TABLE_COMPONENT_INDEPENDENCE_TECH_2">
            <a:extLst>
              <a:ext uri="{FF2B5EF4-FFF2-40B4-BE49-F238E27FC236}">
                <a16:creationId xmlns:a16="http://schemas.microsoft.com/office/drawing/2014/main" id="{0354F911-27AA-DF84-8BBC-02F20E05B6DA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835476711"/>
              </p:ext>
            </p:extLst>
          </p:nvPr>
        </p:nvGraphicFramePr>
        <p:xfrm>
          <a:off x="514373" y="1366988"/>
          <a:ext cx="11231294" cy="4606800"/>
        </p:xfrm>
        <a:graphic>
          <a:graphicData uri="http://schemas.openxmlformats.org/drawingml/2006/table">
            <a:tbl>
              <a:tblPr firstRow="1" bandRow="1">
                <a:effectLst/>
                <a:tableStyleId>{F2DE63D5-997A-4646-A377-4702673A728D}</a:tableStyleId>
              </a:tblPr>
              <a:tblGrid>
                <a:gridCol w="7645273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348218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2237803">
                  <a:extLst>
                    <a:ext uri="{9D8B030D-6E8A-4147-A177-3AD203B41FA5}">
                      <a16:colId xmlns:a16="http://schemas.microsoft.com/office/drawing/2014/main" val="4263492041"/>
                    </a:ext>
                  </a:extLst>
                </a:gridCol>
              </a:tblGrid>
              <a:tr h="0">
                <a:tc>
                  <a:txBody>
                    <a:bodyPr/>
                    <a:lstStyle/>
                    <a:p>
                      <a:pPr marL="0" marR="0" indent="0" algn="l" defTabSz="4572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b="1" sz="1400">
                          <a:solidFill>
                            <a:schemeClr val="bg1"/>
                          </a:solidFill>
                          <a:latin typeface="+mn-lt"/>
                        </a:rPr>
                        <a:t>File name</a:t>
                      </a:r>
                      <a:endParaRPr lang="en-US" sz="1400" b="1" i="0" noProof="0" dirty="0">
                        <a:solidFill>
                          <a:schemeClr val="bg1"/>
                        </a:solidFill>
                        <a:latin typeface="+mn-lt"/>
                        <a:cs typeface="TheSans B4 SemiLight"/>
                      </a:endParaRPr>
                    </a:p>
                  </a:txBody>
                  <a:tcPr marL="108000" marR="108000" marT="72000" marB="72000">
                    <a:lnL w="9525" cap="flat" cmpd="sng" algn="ctr">
                      <a:noFill/>
                      <a:prstDash val="solid"/>
                    </a:lnL>
                    <a:lnR>
                      <a:noFill/>
                    </a:lnR>
                    <a:lnT w="9525" cap="flat" cmpd="sng" algn="ctr">
                      <a:noFill/>
                      <a:prstDash val="solid"/>
                    </a:lnT>
                    <a:lnB w="19050" cap="flat" cmpd="sng" algn="ctr">
                      <a:noFill/>
                      <a:prstDash val="sysDot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tx2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b="1" sz="1400">
                          <a:solidFill>
                            <a:schemeClr val="bg1"/>
                          </a:solidFill>
                          <a:latin typeface="+mn-lt"/>
                        </a:rPr>
                        <a:t>LOC</a:t>
                      </a:r>
                      <a:endParaRPr lang="en-US" sz="1400" b="1" i="0" noProof="0" dirty="0">
                        <a:solidFill>
                          <a:schemeClr val="bg1"/>
                        </a:solidFill>
                        <a:latin typeface="+mn-lt"/>
                        <a:cs typeface="TheSans B4 SemiLight"/>
                      </a:endParaRPr>
                    </a:p>
                  </a:txBody>
                  <a:tcPr marL="108000" marR="108000" marT="72000" marB="72000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noFill/>
                      <a:prstDash val="solid"/>
                    </a:lnT>
                    <a:lnB w="19050" cap="flat" cmpd="sng" algn="ctr">
                      <a:noFill/>
                      <a:prstDash val="sysDot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1F354B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b="1" i="0" sz="1400">
                          <a:solidFill>
                            <a:schemeClr val="bg1"/>
                          </a:solidFill>
                          <a:latin typeface="+mn-lt"/>
                        </a:rPr>
                        <a:t>Component</a:t>
                      </a:r>
                    </a:p>
                  </a:txBody>
                  <a:tcPr marL="108000" marR="108000" marT="72000" marB="72000">
                    <a:lnL>
                      <a:noFill/>
                    </a:lnL>
                    <a:lnR w="9525" cap="flat" cmpd="sng" algn="ctr">
                      <a:noFill/>
                      <a:prstDash val="solid"/>
                    </a:lnR>
                    <a:lnT w="9525" cap="flat" cmpd="sng" algn="ctr">
                      <a:noFill/>
                      <a:prstDash val="solid"/>
                    </a:lnT>
                    <a:lnB w="19050" cap="flat" cmpd="sng" algn="ctr">
                      <a:noFill/>
                      <a:prstDash val="sysDot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tx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</a:tbl>
          </a:graphicData>
        </a:graphic>
      </p:graphicFrame>
    </p:spTree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FCB2A1D-C398-FD00-A262-F1315FFA7F2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Number Placeholder 1">
            <a:extLst>
              <a:ext uri="{FF2B5EF4-FFF2-40B4-BE49-F238E27FC236}">
                <a16:creationId xmlns:a16="http://schemas.microsoft.com/office/drawing/2014/main" id="{8C62FCDF-5E0F-1700-45E3-65B5191C49DA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E242BD21-9B61-2246-BCB1-4BE5E1BEBE1C}" type="slidenum">
              <a:rPr lang="en-US" smtClean="0"/>
              <a:pPr/>
              <a:t>30</a:t>
            </a:fld>
            <a:endParaRPr lang="en-US"/>
          </a:p>
        </p:txBody>
      </p:sp>
      <p:sp>
        <p:nvSpPr>
          <p:cNvPr id="10" name="Text Placeholder 9">
            <a:extLst>
              <a:ext uri="{FF2B5EF4-FFF2-40B4-BE49-F238E27FC236}">
                <a16:creationId xmlns:a16="http://schemas.microsoft.com/office/drawing/2014/main" id="{1F418E4D-4C1B-5CF0-D4B4-9BE92D28DF1E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/>
        <p:txBody>
          <a:bodyPr/>
          <a:lstStyle/>
          <a:p>
            <a:r>
              <a:rPr lang="en-US" dirty="0"/>
              <a:t>Refactoring Candidates – COMPONENT Independence</a:t>
            </a:r>
          </a:p>
        </p:txBody>
      </p:sp>
      <p:sp>
        <p:nvSpPr>
          <p:cNvPr id="5" name="Title 4">
            <a:extLst>
              <a:ext uri="{FF2B5EF4-FFF2-40B4-BE49-F238E27FC236}">
                <a16:creationId xmlns:a16="http://schemas.microsoft.com/office/drawing/2014/main" id="{FE4658BA-0814-EB54-4871-7EA3307973A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An overview of high impact  communicating files</a:t>
            </a:r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D5FCF33D-A478-D36E-605A-D3A5163CFE94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2669790" y="6549140"/>
            <a:ext cx="804066" cy="236406"/>
          </a:xfrm>
          <a:prstGeom prst="rect">
            <a:avLst/>
          </a:prstGeom>
          <a:noFill/>
          <a:ln w="12700" cap="flat" cmpd="sng" algn="ctr">
            <a:noFill/>
            <a:prstDash val="solid"/>
            <a:miter lim="800000"/>
          </a:ln>
        </p:spPr>
        <p:txBody>
          <a:bodyPr wrap="none" lIns="0" tIns="36000" rIns="0" rtlCol="0" anchor="ctr">
            <a:spAutoFit/>
          </a:bodyPr>
          <a:lstStyle>
            <a:defPPr>
              <a:defRPr lang="en-US"/>
            </a:defPPr>
            <a:lvl1pPr marL="0" algn="l" defTabSz="914400" rtl="0" eaLnBrk="1" latinLnBrk="0" hangingPunct="1">
              <a:defRPr lang="en-US" sz="1000" b="1" kern="1200" cap="all" spc="10" baseline="0" dirty="0">
                <a:solidFill>
                  <a:srgbClr val="B2BECD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 dirty="0"/>
              <a:t>Confidential</a:t>
            </a:r>
          </a:p>
        </p:txBody>
      </p:sp>
      <p:graphicFrame>
        <p:nvGraphicFramePr>
          <p:cNvPr id="4" name="REFACTORING_CANDIDATES_TABLE_COMPONENT_INDEPENDENCE_TECH_3">
            <a:extLst>
              <a:ext uri="{FF2B5EF4-FFF2-40B4-BE49-F238E27FC236}">
                <a16:creationId xmlns:a16="http://schemas.microsoft.com/office/drawing/2014/main" id="{0354F911-27AA-DF84-8BBC-02F20E05B6DA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418788583"/>
              </p:ext>
            </p:extLst>
          </p:nvPr>
        </p:nvGraphicFramePr>
        <p:xfrm>
          <a:off x="514373" y="1366988"/>
          <a:ext cx="11231294" cy="4606800"/>
        </p:xfrm>
        <a:graphic>
          <a:graphicData uri="http://schemas.openxmlformats.org/drawingml/2006/table">
            <a:tbl>
              <a:tblPr firstRow="1" bandRow="1">
                <a:effectLst/>
                <a:tableStyleId>{F2DE63D5-997A-4646-A377-4702673A728D}</a:tableStyleId>
              </a:tblPr>
              <a:tblGrid>
                <a:gridCol w="7645273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348218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2237803">
                  <a:extLst>
                    <a:ext uri="{9D8B030D-6E8A-4147-A177-3AD203B41FA5}">
                      <a16:colId xmlns:a16="http://schemas.microsoft.com/office/drawing/2014/main" val="4263492041"/>
                    </a:ext>
                  </a:extLst>
                </a:gridCol>
              </a:tblGrid>
              <a:tr h="0">
                <a:tc>
                  <a:txBody>
                    <a:bodyPr/>
                    <a:lstStyle/>
                    <a:p>
                      <a:pPr marL="0" marR="0" indent="0" algn="l" defTabSz="4572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b="1" sz="1400">
                          <a:solidFill>
                            <a:schemeClr val="bg1"/>
                          </a:solidFill>
                          <a:latin typeface="+mn-lt"/>
                        </a:rPr>
                        <a:t>File name</a:t>
                      </a:r>
                      <a:endParaRPr lang="en-US" sz="1400" b="1" i="0" noProof="0" dirty="0">
                        <a:solidFill>
                          <a:schemeClr val="bg1"/>
                        </a:solidFill>
                        <a:latin typeface="+mn-lt"/>
                        <a:cs typeface="TheSans B4 SemiLight"/>
                      </a:endParaRPr>
                    </a:p>
                  </a:txBody>
                  <a:tcPr marL="108000" marR="108000" marT="72000" marB="72000">
                    <a:lnL w="9525" cap="flat" cmpd="sng" algn="ctr">
                      <a:noFill/>
                      <a:prstDash val="solid"/>
                    </a:lnL>
                    <a:lnR>
                      <a:noFill/>
                    </a:lnR>
                    <a:lnT w="9525" cap="flat" cmpd="sng" algn="ctr">
                      <a:noFill/>
                      <a:prstDash val="solid"/>
                    </a:lnT>
                    <a:lnB w="19050" cap="flat" cmpd="sng" algn="ctr">
                      <a:noFill/>
                      <a:prstDash val="sysDot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tx2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b="1" sz="1400">
                          <a:solidFill>
                            <a:schemeClr val="bg1"/>
                          </a:solidFill>
                          <a:latin typeface="+mn-lt"/>
                        </a:rPr>
                        <a:t>LOC</a:t>
                      </a:r>
                      <a:endParaRPr lang="en-US" sz="1400" b="1" i="0" noProof="0" dirty="0">
                        <a:solidFill>
                          <a:schemeClr val="bg1"/>
                        </a:solidFill>
                        <a:latin typeface="+mn-lt"/>
                        <a:cs typeface="TheSans B4 SemiLight"/>
                      </a:endParaRPr>
                    </a:p>
                  </a:txBody>
                  <a:tcPr marL="108000" marR="108000" marT="72000" marB="72000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noFill/>
                      <a:prstDash val="solid"/>
                    </a:lnT>
                    <a:lnB w="19050" cap="flat" cmpd="sng" algn="ctr">
                      <a:noFill/>
                      <a:prstDash val="sysDot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1F354B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b="1" i="0" sz="1400">
                          <a:solidFill>
                            <a:schemeClr val="bg1"/>
                          </a:solidFill>
                          <a:latin typeface="+mn-lt"/>
                        </a:rPr>
                        <a:t>Component</a:t>
                      </a:r>
                    </a:p>
                  </a:txBody>
                  <a:tcPr marL="108000" marR="108000" marT="72000" marB="72000">
                    <a:lnL>
                      <a:noFill/>
                    </a:lnL>
                    <a:lnR w="9525" cap="flat" cmpd="sng" algn="ctr">
                      <a:noFill/>
                      <a:prstDash val="solid"/>
                    </a:lnR>
                    <a:lnT w="9525" cap="flat" cmpd="sng" algn="ctr">
                      <a:noFill/>
                      <a:prstDash val="solid"/>
                    </a:lnT>
                    <a:lnB w="19050" cap="flat" cmpd="sng" algn="ctr">
                      <a:noFill/>
                      <a:prstDash val="sysDot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tx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</a:tbl>
          </a:graphicData>
        </a:graphic>
      </p:graphicFrame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FCB2A1D-C398-FD00-A262-F1315FFA7F2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Number Placeholder 1">
            <a:extLst>
              <a:ext uri="{FF2B5EF4-FFF2-40B4-BE49-F238E27FC236}">
                <a16:creationId xmlns:a16="http://schemas.microsoft.com/office/drawing/2014/main" id="{8C62FCDF-5E0F-1700-45E3-65B5191C49DA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E242BD21-9B61-2246-BCB1-4BE5E1BEBE1C}" type="slidenum">
              <a:rPr lang="en-US" smtClean="0"/>
              <a:pPr/>
              <a:t>31</a:t>
            </a:fld>
            <a:endParaRPr lang="en-US"/>
          </a:p>
        </p:txBody>
      </p:sp>
      <p:sp>
        <p:nvSpPr>
          <p:cNvPr id="10" name="Text Placeholder 9">
            <a:extLst>
              <a:ext uri="{FF2B5EF4-FFF2-40B4-BE49-F238E27FC236}">
                <a16:creationId xmlns:a16="http://schemas.microsoft.com/office/drawing/2014/main" id="{1F418E4D-4C1B-5CF0-D4B4-9BE92D28DF1E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/>
        <p:txBody>
          <a:bodyPr/>
          <a:lstStyle/>
          <a:p>
            <a:r>
              <a:rPr lang="en-US" dirty="0"/>
              <a:t>Refactoring Candidates – COMPONENT Independence</a:t>
            </a:r>
          </a:p>
        </p:txBody>
      </p:sp>
      <p:sp>
        <p:nvSpPr>
          <p:cNvPr id="5" name="Title 4">
            <a:extLst>
              <a:ext uri="{FF2B5EF4-FFF2-40B4-BE49-F238E27FC236}">
                <a16:creationId xmlns:a16="http://schemas.microsoft.com/office/drawing/2014/main" id="{FE4658BA-0814-EB54-4871-7EA3307973A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An overview of high impact  communicating files</a:t>
            </a:r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D5FCF33D-A478-D36E-605A-D3A5163CFE94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2669790" y="6549140"/>
            <a:ext cx="804066" cy="236406"/>
          </a:xfrm>
          <a:prstGeom prst="rect">
            <a:avLst/>
          </a:prstGeom>
          <a:noFill/>
          <a:ln w="12700" cap="flat" cmpd="sng" algn="ctr">
            <a:noFill/>
            <a:prstDash val="solid"/>
            <a:miter lim="800000"/>
          </a:ln>
        </p:spPr>
        <p:txBody>
          <a:bodyPr wrap="none" lIns="0" tIns="36000" rIns="0" rtlCol="0" anchor="ctr">
            <a:spAutoFit/>
          </a:bodyPr>
          <a:lstStyle>
            <a:defPPr>
              <a:defRPr lang="en-US"/>
            </a:defPPr>
            <a:lvl1pPr marL="0" algn="l" defTabSz="914400" rtl="0" eaLnBrk="1" latinLnBrk="0" hangingPunct="1">
              <a:defRPr lang="en-US" sz="1000" b="1" kern="1200" cap="all" spc="10" baseline="0" dirty="0">
                <a:solidFill>
                  <a:srgbClr val="B2BECD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 dirty="0"/>
              <a:t>Confidential</a:t>
            </a:r>
          </a:p>
        </p:txBody>
      </p:sp>
      <p:graphicFrame>
        <p:nvGraphicFramePr>
          <p:cNvPr id="4" name="REFACTORING_CANDIDATES_TABLE_COMPONENT_INDEPENDENCE_TECH_4">
            <a:extLst>
              <a:ext uri="{FF2B5EF4-FFF2-40B4-BE49-F238E27FC236}">
                <a16:creationId xmlns:a16="http://schemas.microsoft.com/office/drawing/2014/main" id="{0354F911-27AA-DF84-8BBC-02F20E05B6DA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530655207"/>
              </p:ext>
            </p:extLst>
          </p:nvPr>
        </p:nvGraphicFramePr>
        <p:xfrm>
          <a:off x="514373" y="1366988"/>
          <a:ext cx="11231294" cy="4606800"/>
        </p:xfrm>
        <a:graphic>
          <a:graphicData uri="http://schemas.openxmlformats.org/drawingml/2006/table">
            <a:tbl>
              <a:tblPr firstRow="1" bandRow="1">
                <a:effectLst/>
                <a:tableStyleId>{F2DE63D5-997A-4646-A377-4702673A728D}</a:tableStyleId>
              </a:tblPr>
              <a:tblGrid>
                <a:gridCol w="7645273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348218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2237803">
                  <a:extLst>
                    <a:ext uri="{9D8B030D-6E8A-4147-A177-3AD203B41FA5}">
                      <a16:colId xmlns:a16="http://schemas.microsoft.com/office/drawing/2014/main" val="4263492041"/>
                    </a:ext>
                  </a:extLst>
                </a:gridCol>
              </a:tblGrid>
              <a:tr h="0">
                <a:tc>
                  <a:txBody>
                    <a:bodyPr/>
                    <a:lstStyle/>
                    <a:p>
                      <a:pPr marL="0" marR="0" indent="0" algn="l" defTabSz="4572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b="1" sz="1400">
                          <a:solidFill>
                            <a:schemeClr val="bg1"/>
                          </a:solidFill>
                          <a:latin typeface="+mn-lt"/>
                        </a:rPr>
                        <a:t>File name</a:t>
                      </a:r>
                      <a:endParaRPr lang="en-US" sz="1400" b="1" i="0" noProof="0" dirty="0">
                        <a:solidFill>
                          <a:schemeClr val="bg1"/>
                        </a:solidFill>
                        <a:latin typeface="+mn-lt"/>
                        <a:cs typeface="TheSans B4 SemiLight"/>
                      </a:endParaRPr>
                    </a:p>
                  </a:txBody>
                  <a:tcPr marL="108000" marR="108000" marT="72000" marB="72000">
                    <a:lnL w="9525" cap="flat" cmpd="sng" algn="ctr">
                      <a:noFill/>
                      <a:prstDash val="solid"/>
                    </a:lnL>
                    <a:lnR>
                      <a:noFill/>
                    </a:lnR>
                    <a:lnT w="9525" cap="flat" cmpd="sng" algn="ctr">
                      <a:noFill/>
                      <a:prstDash val="solid"/>
                    </a:lnT>
                    <a:lnB w="19050" cap="flat" cmpd="sng" algn="ctr">
                      <a:noFill/>
                      <a:prstDash val="sysDot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tx2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b="1" sz="1400">
                          <a:solidFill>
                            <a:schemeClr val="bg1"/>
                          </a:solidFill>
                          <a:latin typeface="+mn-lt"/>
                        </a:rPr>
                        <a:t>LOC</a:t>
                      </a:r>
                      <a:endParaRPr lang="en-US" sz="1400" b="1" i="0" noProof="0" dirty="0">
                        <a:solidFill>
                          <a:schemeClr val="bg1"/>
                        </a:solidFill>
                        <a:latin typeface="+mn-lt"/>
                        <a:cs typeface="TheSans B4 SemiLight"/>
                      </a:endParaRPr>
                    </a:p>
                  </a:txBody>
                  <a:tcPr marL="108000" marR="108000" marT="72000" marB="72000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noFill/>
                      <a:prstDash val="solid"/>
                    </a:lnT>
                    <a:lnB w="19050" cap="flat" cmpd="sng" algn="ctr">
                      <a:noFill/>
                      <a:prstDash val="sysDot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1F354B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b="1" i="0" sz="1400">
                          <a:solidFill>
                            <a:schemeClr val="bg1"/>
                          </a:solidFill>
                          <a:latin typeface="+mn-lt"/>
                        </a:rPr>
                        <a:t>Component</a:t>
                      </a:r>
                    </a:p>
                  </a:txBody>
                  <a:tcPr marL="108000" marR="108000" marT="72000" marB="72000">
                    <a:lnL>
                      <a:noFill/>
                    </a:lnL>
                    <a:lnR w="9525" cap="flat" cmpd="sng" algn="ctr">
                      <a:noFill/>
                      <a:prstDash val="solid"/>
                    </a:lnR>
                    <a:lnT w="9525" cap="flat" cmpd="sng" algn="ctr">
                      <a:noFill/>
                      <a:prstDash val="solid"/>
                    </a:lnT>
                    <a:lnB w="19050" cap="flat" cmpd="sng" algn="ctr">
                      <a:noFill/>
                      <a:prstDash val="sysDot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tx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</a:tbl>
          </a:graphicData>
        </a:graphic>
      </p:graphicFrame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SIG 2020">
      <a:dk1>
        <a:srgbClr val="657484"/>
      </a:dk1>
      <a:lt1>
        <a:srgbClr val="FFFFFF"/>
      </a:lt1>
      <a:dk2>
        <a:srgbClr val="1F354B"/>
      </a:dk2>
      <a:lt2>
        <a:srgbClr val="EFF3F8"/>
      </a:lt2>
      <a:accent1>
        <a:srgbClr val="1F354B"/>
      </a:accent1>
      <a:accent2>
        <a:srgbClr val="DFC101"/>
      </a:accent2>
      <a:accent3>
        <a:srgbClr val="04ABC8"/>
      </a:accent3>
      <a:accent4>
        <a:srgbClr val="8269A4"/>
      </a:accent4>
      <a:accent5>
        <a:srgbClr val="C5CD58"/>
      </a:accent5>
      <a:accent6>
        <a:srgbClr val="D45200"/>
      </a:accent6>
      <a:hlink>
        <a:srgbClr val="08ACC8"/>
      </a:hlink>
      <a:folHlink>
        <a:srgbClr val="00ADC8"/>
      </a:folHlink>
    </a:clrScheme>
    <a:fontScheme name="Calibri">
      <a:majorFont>
        <a:latin typeface="Calibri" panose="020F0502020204030204"/>
        <a:ea typeface=""/>
        <a:cs typeface=""/>
        <a:font script="Jpan" typeface="メイリオ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ahoma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メイリオ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ahoma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spDef>
      <a:spPr>
        <a:solidFill>
          <a:schemeClr val="tx2"/>
        </a:solidFill>
        <a:ln>
          <a:noFill/>
        </a:ln>
      </a:spPr>
      <a:bodyPr lIns="108000" tIns="72000" rIns="108000" bIns="72000" rtlCol="0" anchor="ctr"/>
      <a:lstStyle>
        <a:defPPr algn="ctr">
          <a:defRPr sz="1600" dirty="0" err="1" smtClean="0">
            <a:solidFill>
              <a:schemeClr val="bg1"/>
            </a:solidFill>
          </a:defRPr>
        </a:defPPr>
      </a:lstStyle>
      <a:style>
        <a:lnRef idx="2">
          <a:schemeClr val="accent1">
            <a:shade val="50000"/>
          </a:schemeClr>
        </a:lnRef>
        <a:fillRef idx="1">
          <a:schemeClr val="accent1"/>
        </a:fillRef>
        <a:effectRef idx="0">
          <a:schemeClr val="accent1"/>
        </a:effectRef>
        <a:fontRef idx="minor">
          <a:schemeClr val="lt1"/>
        </a:fontRef>
      </a:style>
    </a:spDef>
    <a:lnDef>
      <a:spPr>
        <a:ln w="19050">
          <a:solidFill>
            <a:srgbClr val="B3BECD"/>
          </a:solidFill>
          <a:prstDash val="sysDot"/>
        </a:ln>
      </a:spPr>
      <a:bodyPr/>
      <a:lstStyle/>
      <a:style>
        <a:lnRef idx="1">
          <a:schemeClr val="accent1"/>
        </a:lnRef>
        <a:fillRef idx="0">
          <a:schemeClr val="accent1"/>
        </a:fillRef>
        <a:effectRef idx="0">
          <a:schemeClr val="accent1"/>
        </a:effectRef>
        <a:fontRef idx="minor">
          <a:schemeClr val="tx1"/>
        </a:fontRef>
      </a:style>
    </a:lnDef>
    <a:txDef>
      <a:spPr>
        <a:noFill/>
      </a:spPr>
      <a:bodyPr wrap="square" lIns="90000" rtlCol="0" anchor="t">
        <a:spAutoFit/>
      </a:bodyPr>
      <a:lstStyle>
        <a:defPPr algn="l">
          <a:lnSpc>
            <a:spcPct val="113000"/>
          </a:lnSpc>
          <a:defRPr sz="1600" dirty="0" err="1" smtClean="0">
            <a:solidFill>
              <a:schemeClr val="tx2"/>
            </a:solidFill>
          </a:defRPr>
        </a:defPPr>
      </a:lstStyle>
    </a:txDef>
  </a:objectDefaults>
  <a:extraClrSchemeLst/>
  <a:extLst>
    <a:ext uri="{05A4C25C-085E-4340-85A3-A5531E510DB2}">
      <thm15:themeFamily xmlns:thm15="http://schemas.microsoft.com/office/thememl/2012/main" name="Presentation6" id="{87A88162-E9FA-E744-BFFA-BC08FDA9AD0B}" vid="{A5F00ED1-E9E7-C44B-A961-D0FA0EAA5A75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Yu Gothic Light"/>
        <a:font script="Hang" typeface="맑은 고딕"/>
        <a:font script="Hans" typeface="DengXian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Yu Gothic"/>
        <a:font script="Hang" typeface="맑은 고딕"/>
        <a:font script="Hans" typeface="DengXian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3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customXml/_rels/item1.xml.rels><?xml version='1.0' encoding='UTF-8' standalone='yes'?>
<Relationships xmlns="http://schemas.openxmlformats.org/package/2006/relationships"><Relationship Id="rId1" Type="http://schemas.openxmlformats.org/officeDocument/2006/relationships/customXmlProps" Target="itemProps1.xml"/></Relationships>
</file>

<file path=customXml/_rels/item2.xml.rels><?xml version='1.0' encoding='UTF-8' standalone='yes'?>
<Relationships xmlns="http://schemas.openxmlformats.org/package/2006/relationships"><Relationship Id="rId1" Type="http://schemas.openxmlformats.org/officeDocument/2006/relationships/customXmlProps" Target="itemProps2.xml"/></Relationships>
</file>

<file path=customXml/_rels/item3.xml.rels><?xml version='1.0' encoding='UTF-8' standalone='yes'?>
<Relationships xmlns="http://schemas.openxmlformats.org/package/2006/relationships"><Relationship Id="rId1" Type="http://schemas.openxmlformats.org/officeDocument/2006/relationships/customXmlProps" Target="itemProps3.xml"/></Relationships>
</file>

<file path=customXml/item1.xml><?xml version="1.0" encoding="utf-8"?>
<ct:contentTypeSchema xmlns:ct="http://schemas.microsoft.com/office/2006/metadata/contentType" xmlns:ma="http://schemas.microsoft.com/office/2006/metadata/properties/metaAttributes" ct:_="" ma:_="" ma:contentTypeName="Document" ma:contentTypeID="0x010100398B4EB28540854BB4092730D7F67224" ma:contentTypeVersion="13" ma:contentTypeDescription="Create a new document." ma:contentTypeScope="" ma:versionID="07d6997c7358ecc3b6f0d78039f1ac55">
  <xsd:schema xmlns:xsd="http://www.w3.org/2001/XMLSchema" xmlns:xs="http://www.w3.org/2001/XMLSchema" xmlns:p="http://schemas.microsoft.com/office/2006/metadata/properties" xmlns:ns2="fa937df2-abe2-4d38-b5f4-c228acba3827" xmlns:ns3="bc8ba18a-4a58-4ad2-bfc0-6516af8e7dc2" targetNamespace="http://schemas.microsoft.com/office/2006/metadata/properties" ma:root="true" ma:fieldsID="a7d20d2c9a349b6838acf4b79389f2fd" ns2:_="" ns3:_="">
    <xsd:import namespace="fa937df2-abe2-4d38-b5f4-c228acba3827"/>
    <xsd:import namespace="bc8ba18a-4a58-4ad2-bfc0-6516af8e7dc2"/>
    <xsd:element name="properties">
      <xsd:complexType>
        <xsd:sequence>
          <xsd:element name="documentManagement">
            <xsd:complexType>
              <xsd:all>
                <xsd:element ref="ns2:MediaServiceMetadata" minOccurs="0"/>
                <xsd:element ref="ns2:MediaServiceFastMetadata" minOccurs="0"/>
                <xsd:element ref="ns2:MediaServiceObjectDetectorVersions" minOccurs="0"/>
                <xsd:element ref="ns2:MediaServiceGenerationTime" minOccurs="0"/>
                <xsd:element ref="ns2:MediaServiceEventHashCode" minOccurs="0"/>
                <xsd:element ref="ns2:MediaServiceDateTaken" minOccurs="0"/>
                <xsd:element ref="ns2:MediaLengthInSeconds" minOccurs="0"/>
                <xsd:element ref="ns2:lcf76f155ced4ddcb4097134ff3c332f" minOccurs="0"/>
                <xsd:element ref="ns3:TaxCatchAll" minOccurs="0"/>
                <xsd:element ref="ns2:MediaServiceOCR" minOccurs="0"/>
                <xsd:element ref="ns3:SharedWithUsers" minOccurs="0"/>
                <xsd:element ref="ns3:SharedWithDetails" minOccurs="0"/>
              </xsd:all>
            </xsd:complexType>
          </xsd:element>
        </xsd:sequence>
      </xsd:complex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fa937df2-abe2-4d38-b5f4-c228acba3827" elementFormDefault="qualified">
    <xsd:import namespace="http://schemas.microsoft.com/office/2006/documentManagement/types"/>
    <xsd:import namespace="http://schemas.microsoft.com/office/infopath/2007/PartnerControls"/>
    <xsd:element name="MediaServiceMetadata" ma:index="8" nillable="true" ma:displayName="MediaServiceMetadata" ma:hidden="true" ma:internalName="MediaServiceMetadata" ma:readOnly="true">
      <xsd:simpleType>
        <xsd:restriction base="dms:Note"/>
      </xsd:simpleType>
    </xsd:element>
    <xsd:element name="MediaServiceFastMetadata" ma:index="9" nillable="true" ma:displayName="MediaServiceFastMetadata" ma:hidden="true" ma:internalName="MediaServiceFastMetadata" ma:readOnly="true">
      <xsd:simpleType>
        <xsd:restriction base="dms:Note"/>
      </xsd:simpleType>
    </xsd:element>
    <xsd:element name="MediaServiceObjectDetectorVersions" ma:index="10" nillable="true" ma:displayName="MediaServiceObjectDetectorVersions" ma:hidden="true" ma:indexed="true" ma:internalName="MediaServiceObjectDetectorVersions" ma:readOnly="true">
      <xsd:simpleType>
        <xsd:restriction base="dms:Text"/>
      </xsd:simpleType>
    </xsd:element>
    <xsd:element name="MediaServiceGenerationTime" ma:index="11" nillable="true" ma:displayName="MediaServiceGenerationTime" ma:hidden="true" ma:internalName="MediaServiceGenerationTime" ma:readOnly="true">
      <xsd:simpleType>
        <xsd:restriction base="dms:Text"/>
      </xsd:simpleType>
    </xsd:element>
    <xsd:element name="MediaServiceEventHashCode" ma:index="12" nillable="true" ma:displayName="MediaServiceEventHashCode" ma:hidden="true" ma:internalName="MediaServiceEventHashCode" ma:readOnly="true">
      <xsd:simpleType>
        <xsd:restriction base="dms:Text"/>
      </xsd:simpleType>
    </xsd:element>
    <xsd:element name="MediaServiceDateTaken" ma:index="13" nillable="true" ma:displayName="MediaServiceDateTaken" ma:hidden="true" ma:indexed="true" ma:internalName="MediaServiceDateTaken" ma:readOnly="true">
      <xsd:simpleType>
        <xsd:restriction base="dms:Text"/>
      </xsd:simpleType>
    </xsd:element>
    <xsd:element name="MediaLengthInSeconds" ma:index="14" nillable="true" ma:displayName="MediaLengthInSeconds" ma:hidden="true" ma:internalName="MediaLengthInSeconds" ma:readOnly="true">
      <xsd:simpleType>
        <xsd:restriction base="dms:Unknown"/>
      </xsd:simpleType>
    </xsd:element>
    <xsd:element name="lcf76f155ced4ddcb4097134ff3c332f" ma:index="16" nillable="true" ma:taxonomy="true" ma:internalName="lcf76f155ced4ddcb4097134ff3c332f" ma:taxonomyFieldName="MediaServiceImageTags" ma:displayName="Image Tags" ma:readOnly="false" ma:fieldId="{5cf76f15-5ced-4ddc-b409-7134ff3c332f}" ma:taxonomyMulti="true" ma:sspId="40897a51-27a2-4a5e-b602-66a4649d25eb" ma:termSetId="09814cd3-568e-fe90-9814-8d621ff8fb84" ma:anchorId="fba54fb3-c3e1-fe81-a776-ca4b69148c4d" ma:open="true" ma:isKeyword="false">
      <xsd:complexType>
        <xsd:sequence>
          <xsd:element ref="pc:Terms" minOccurs="0" maxOccurs="1"/>
        </xsd:sequence>
      </xsd:complexType>
    </xsd:element>
    <xsd:element name="MediaServiceOCR" ma:index="18" nillable="true" ma:displayName="Extracted Text" ma:internalName="MediaServiceOCR" ma:readOnly="true">
      <xsd:simpleType>
        <xsd:restriction base="dms:Note">
          <xsd:maxLength value="255"/>
        </xsd:restriction>
      </xsd:simple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bc8ba18a-4a58-4ad2-bfc0-6516af8e7dc2" elementFormDefault="qualified">
    <xsd:import namespace="http://schemas.microsoft.com/office/2006/documentManagement/types"/>
    <xsd:import namespace="http://schemas.microsoft.com/office/infopath/2007/PartnerControls"/>
    <xsd:element name="TaxCatchAll" ma:index="17" nillable="true" ma:displayName="Taxonomy Catch All Column" ma:hidden="true" ma:list="{2119a7a8-86cc-43f5-a248-74259e6177ea}" ma:internalName="TaxCatchAll" ma:showField="CatchAllData" ma:web="bc8ba18a-4a58-4ad2-bfc0-6516af8e7dc2">
      <xsd:complexType>
        <xsd:complexContent>
          <xsd:extension base="dms:MultiChoiceLookup">
            <xsd:sequence>
              <xsd:element name="Value" type="dms:Lookup" maxOccurs="unbounded" minOccurs="0" nillable="true"/>
            </xsd:sequence>
          </xsd:extension>
        </xsd:complexContent>
      </xsd:complexType>
    </xsd:element>
    <xsd:element name="SharedWithUsers" ma:index="19" nillable="true" ma:displayName="Shared With" ma:internalName="SharedWithUsers" ma:readOnly="true">
      <xsd:complexType>
        <xsd:complexContent>
          <xsd:extension base="dms:UserMulti">
            <xsd:sequence>
              <xsd:element name="UserInfo" minOccurs="0" maxOccurs="unbounded">
                <xsd:complexType>
                  <xsd:sequence>
                    <xsd:element name="DisplayName" type="xsd:string" minOccurs="0"/>
                    <xsd:element name="AccountId" type="dms:UserId" minOccurs="0" nillable="true"/>
                    <xsd:element name="AccountType" type="xsd:string" minOccurs="0"/>
                  </xsd:sequence>
                </xsd:complexType>
              </xsd:element>
            </xsd:sequence>
          </xsd:extension>
        </xsd:complexContent>
      </xsd:complexType>
    </xsd:element>
    <xsd:element name="SharedWithDetails" ma:index="20" nillable="true" ma:displayName="Shared With Details" ma:internalName="SharedWithDetails" ma:readOnly="true">
      <xsd:simpleType>
        <xsd:restriction base="dms:Note">
          <xsd:maxLength value="255"/>
        </xsd:restriction>
      </xsd:simpleType>
    </xsd:element>
  </xsd:schema>
  <xsd:schema xmlns="http://schemas.openxmlformats.org/package/2006/metadata/core-properties" xmlns:xsd="http://www.w3.org/2001/XMLSchema" xmlns:xsi="http://www.w3.org/2001/XMLSchema-instance" xmlns:dc="http://purl.org/dc/elements/1.1/" xmlns:dcterms="http://purl.org/dc/terms/" xmlns:odoc="http://schemas.microsoft.com/internal/obd" targetNamespace="http://schemas.openxmlformats.org/package/2006/metadata/core-properties" elementFormDefault="qualified" attributeFormDefault="unqualified" blockDefault="#all">
    <xsd:import namespace="http://purl.org/dc/elements/1.1/" schemaLocation="http://dublincore.org/schemas/xmls/qdc/2003/04/02/dc.xsd"/>
    <xsd:import namespace="http://purl.org/dc/terms/" schemaLocation="http://dublincore.org/schemas/xmls/qdc/2003/04/02/dcterms.xsd"/>
    <xsd:element name="coreProperties" type="CT_coreProperties"/>
    <xsd:complexType name="CT_coreProperties">
      <xsd:all>
        <xsd:element ref="dc:creator" minOccurs="0" maxOccurs="1"/>
        <xsd:element ref="dcterms:created" minOccurs="0" maxOccurs="1"/>
        <xsd:element ref="dc:identifier" minOccurs="0" maxOccurs="1"/>
        <xsd:element name="contentType" minOccurs="0" maxOccurs="1" type="xsd:string" ma:index="0" ma:displayName="Content Type"/>
        <xsd:element ref="dc:title" minOccurs="0" maxOccurs="1" ma:index="4" ma:displayName="Title"/>
        <xsd:element ref="dc:subject" minOccurs="0" maxOccurs="1"/>
        <xsd:element ref="dc:description" minOccurs="0" maxOccurs="1"/>
        <xsd:element name="keywords" minOccurs="0" maxOccurs="1" type="xsd:string"/>
        <xsd:element ref="dc:language" minOccurs="0" maxOccurs="1"/>
        <xsd:element name="category" minOccurs="0" maxOccurs="1" type="xsd:string"/>
        <xsd:element name="version" minOccurs="0" maxOccurs="1" type="xsd:string"/>
        <xsd:element name="revision" minOccurs="0" maxOccurs="1" type="xsd:string">
          <xsd:annotation>
            <xsd:documentation>
                        This value indicates the number of saves or revisions. The application is responsible for updating this value after each revision.
                    </xsd:documentation>
          </xsd:annotation>
        </xsd:element>
        <xsd:element name="lastModifiedBy" minOccurs="0" maxOccurs="1" type="xsd:string"/>
        <xsd:element ref="dcterms:modified" minOccurs="0" maxOccurs="1"/>
        <xsd:element name="contentStatus" minOccurs="0" maxOccurs="1" type="xsd:string"/>
      </xsd:all>
    </xsd:complexType>
  </xsd:schema>
  <xs:schema xmlns:pc="http://schemas.microsoft.com/office/infopath/2007/PartnerControls" xmlns:xs="http://www.w3.org/2001/XMLSchema" targetNamespace="http://schemas.microsoft.com/office/infopath/2007/PartnerControls" elementFormDefault="qualified" attributeFormDefault="unqualified">
    <xs:element name="Person">
      <xs:complexType>
        <xs:sequence>
          <xs:element ref="pc:DisplayName" minOccurs="0"/>
          <xs:element ref="pc:AccountId" minOccurs="0"/>
          <xs:element ref="pc:AccountType" minOccurs="0"/>
        </xs:sequence>
      </xs:complexType>
    </xs:element>
    <xs:element name="DisplayName" type="xs:string"/>
    <xs:element name="AccountId" type="xs:string"/>
    <xs:element name="AccountType" type="xs:string"/>
    <xs:element name="BDCAssociatedEntity">
      <xs:complexType>
        <xs:sequence>
          <xs:element ref="pc:BDCEntity" minOccurs="0" maxOccurs="unbounded"/>
        </xs:sequence>
        <xs:attribute ref="pc:EntityNamespace"/>
        <xs:attribute ref="pc:EntityName"/>
        <xs:attribute ref="pc:SystemInstanceName"/>
        <xs:attribute ref="pc:AssociationName"/>
      </xs:complexType>
    </xs:element>
    <xs:attribute name="EntityNamespace" type="xs:string"/>
    <xs:attribute name="EntityName" type="xs:string"/>
    <xs:attribute name="SystemInstanceName" type="xs:string"/>
    <xs:attribute name="AssociationName" type="xs:string"/>
    <xs:element name="BDCEntity">
      <xs:complexType>
        <xs:sequence>
          <xs:element ref="pc:EntityDisplayName" minOccurs="0"/>
          <xs:element ref="pc:EntityInstanceReference" minOccurs="0"/>
          <xs:element ref="pc:EntityId1" minOccurs="0"/>
          <xs:element ref="pc:EntityId2" minOccurs="0"/>
          <xs:element ref="pc:EntityId3" minOccurs="0"/>
          <xs:element ref="pc:EntityId4" minOccurs="0"/>
          <xs:element ref="pc:EntityId5" minOccurs="0"/>
        </xs:sequence>
      </xs:complexType>
    </xs:element>
    <xs:element name="EntityDisplayName" type="xs:string"/>
    <xs:element name="EntityInstanceReference" type="xs:string"/>
    <xs:element name="EntityId1" type="xs:string"/>
    <xs:element name="EntityId2" type="xs:string"/>
    <xs:element name="EntityId3" type="xs:string"/>
    <xs:element name="EntityId4" type="xs:string"/>
    <xs:element name="EntityId5" type="xs:string"/>
    <xs:element name="Terms">
      <xs:complexType>
        <xs:sequence>
          <xs:element ref="pc:TermInfo" minOccurs="0" maxOccurs="unbounded"/>
        </xs:sequence>
      </xs:complexType>
    </xs:element>
    <xs:element name="TermInfo">
      <xs:complexType>
        <xs:sequence>
          <xs:element ref="pc:TermName" minOccurs="0"/>
          <xs:element ref="pc:TermId" minOccurs="0"/>
        </xs:sequence>
      </xs:complexType>
    </xs:element>
    <xs:element name="TermName" type="xs:string"/>
    <xs:element name="TermId" type="xs:string"/>
  </xs:schema>
</ct:contentTypeSchema>
</file>

<file path=customXml/item2.xml><?xml version="1.0" encoding="utf-8"?>
<?mso-contentType ?>
<FormTemplates xmlns="http://schemas.microsoft.com/sharepoint/v3/contenttype/forms">
  <Display>DocumentLibraryForm</Display>
  <Edit>DocumentLibraryForm</Edit>
  <New>DocumentLibraryForm</New>
</FormTemplates>
</file>

<file path=customXml/item3.xml><?xml version="1.0" encoding="utf-8"?>
<p:properties xmlns:p="http://schemas.microsoft.com/office/2006/metadata/properties" xmlns:xsi="http://www.w3.org/2001/XMLSchema-instance" xmlns:pc="http://schemas.microsoft.com/office/infopath/2007/PartnerControls">
  <documentManagement>
    <lcf76f155ced4ddcb4097134ff3c332f xmlns="fa937df2-abe2-4d38-b5f4-c228acba3827">
      <Terms xmlns="http://schemas.microsoft.com/office/infopath/2007/PartnerControls"/>
    </lcf76f155ced4ddcb4097134ff3c332f>
    <TaxCatchAll xmlns="bc8ba18a-4a58-4ad2-bfc0-6516af8e7dc2" xsi:nil="true"/>
  </documentManagement>
</p:properties>
</file>

<file path=customXml/itemProps1.xml><?xml version="1.0" encoding="utf-8"?>
<ds:datastoreItem xmlns:ds="http://schemas.openxmlformats.org/officeDocument/2006/customXml" ds:itemID="{06E6923A-C221-4753-B75B-BA213EEB7564}">
  <ds:schemaRefs>
    <ds:schemaRef ds:uri="bc8ba18a-4a58-4ad2-bfc0-6516af8e7dc2"/>
    <ds:schemaRef ds:uri="fa937df2-abe2-4d38-b5f4-c228acba3827"/>
    <ds:schemaRef ds:uri="http://purl.org/dc/elements/1.1/"/>
    <ds:schemaRef ds:uri="http://purl.org/dc/terms/"/>
    <ds:schemaRef ds:uri="http://schemas.microsoft.com/internal/obd"/>
    <ds:schemaRef ds:uri="http://schemas.microsoft.com/office/2006/documentManagement/types"/>
    <ds:schemaRef ds:uri="http://schemas.microsoft.com/office/2006/metadata/contentType"/>
    <ds:schemaRef ds:uri="http://schemas.microsoft.com/office/2006/metadata/properties"/>
    <ds:schemaRef ds:uri="http://schemas.microsoft.com/office/2006/metadata/properties/metaAttributes"/>
    <ds:schemaRef ds:uri="http://schemas.microsoft.com/office/infopath/2007/PartnerControls"/>
    <ds:schemaRef ds:uri="http://schemas.openxmlformats.org/package/2006/metadata/core-properties"/>
    <ds:schemaRef ds:uri="http://www.w3.org/2001/XMLSchema"/>
  </ds:schemaRefs>
</ds:datastoreItem>
</file>

<file path=customXml/itemProps2.xml><?xml version="1.0" encoding="utf-8"?>
<ds:datastoreItem xmlns:ds="http://schemas.openxmlformats.org/officeDocument/2006/customXml" ds:itemID="{570928F0-D7CA-4732-B7F3-1F945720D0AA}">
  <ds:schemaRefs>
    <ds:schemaRef ds:uri="http://schemas.microsoft.com/sharepoint/v3/contenttype/forms"/>
  </ds:schemaRefs>
</ds:datastoreItem>
</file>

<file path=customXml/itemProps3.xml><?xml version="1.0" encoding="utf-8"?>
<ds:datastoreItem xmlns:ds="http://schemas.openxmlformats.org/officeDocument/2006/customXml" ds:itemID="{4B629362-CF15-4610-8FAC-A8E699942233}">
  <ds:schemaRefs>
    <ds:schemaRef ds:uri="http://schemas.microsoft.com/office/2006/documentManagement/types"/>
    <ds:schemaRef ds:uri="http://purl.org/dc/elements/1.1/"/>
    <ds:schemaRef ds:uri="bc8ba18a-4a58-4ad2-bfc0-6516af8e7dc2"/>
    <ds:schemaRef ds:uri="http://purl.org/dc/terms/"/>
    <ds:schemaRef ds:uri="http://www.w3.org/XML/1998/namespace"/>
    <ds:schemaRef ds:uri="http://schemas.microsoft.com/office/2006/metadata/properties"/>
    <ds:schemaRef ds:uri="http://schemas.microsoft.com/office/infopath/2007/PartnerControls"/>
    <ds:schemaRef ds:uri="http://schemas.openxmlformats.org/package/2006/metadata/core-properties"/>
    <ds:schemaRef ds:uri="fa937df2-abe2-4d38-b5f4-c228acba3827"/>
    <ds:schemaRef ds:uri="http://purl.org/dc/dcmitype/"/>
  </ds:schemaRefs>
</ds:datastoreItem>
</file>

<file path=docProps/app.xml><?xml version="1.0" encoding="utf-8"?>
<Properties xmlns="http://schemas.openxmlformats.org/officeDocument/2006/extended-properties" xmlns:vt="http://schemas.openxmlformats.org/officeDocument/2006/docPropsVTypes">
  <Template>Office Theme</Template>
  <TotalTime>22560</TotalTime>
  <Words>988</Words>
  <Application>Microsoft Macintosh PowerPoint</Application>
  <PresentationFormat>Widescreen</PresentationFormat>
  <Paragraphs>390</Paragraphs>
  <Slides>31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7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31</vt:i4>
      </vt:variant>
    </vt:vector>
  </HeadingPairs>
  <TitlesOfParts>
    <vt:vector size="39" baseType="lpstr">
      <vt:lpstr>Arial</vt:lpstr>
      <vt:lpstr>Calibri</vt:lpstr>
      <vt:lpstr>Calibri Bold</vt:lpstr>
      <vt:lpstr>Calibri Light</vt:lpstr>
      <vt:lpstr>Calibri Regular</vt:lpstr>
      <vt:lpstr>TheSansMono M5</vt:lpstr>
      <vt:lpstr>Wingdings</vt:lpstr>
      <vt:lpstr>Office Theme</vt:lpstr>
      <vt:lpstr>An overview of the longest duplicates</vt:lpstr>
      <vt:lpstr>An overview of the longest TECH_1_NAME duplicates</vt:lpstr>
      <vt:lpstr>An overview of the longest TECH_2_NAME duplicates</vt:lpstr>
      <vt:lpstr>An overview of the longest TECH_3_NAME duplicates</vt:lpstr>
      <vt:lpstr>An overview of the longest TECH_4_NAME duplicates</vt:lpstr>
      <vt:lpstr>An overview of the longest units</vt:lpstr>
      <vt:lpstr>An overview of the longest TECH_1_NAME units</vt:lpstr>
      <vt:lpstr>An overview of the longest TECH_2_NAME units</vt:lpstr>
      <vt:lpstr>An overview of the longest TECH_3_NAME units</vt:lpstr>
      <vt:lpstr>An overview of the longest TECH_4_NAME units</vt:lpstr>
      <vt:lpstr>An overview of the most complex units</vt:lpstr>
      <vt:lpstr>An overview of the most complex TECH_1_NAME units</vt:lpstr>
      <vt:lpstr>An overview of the most complex TECH_2_NAME units</vt:lpstr>
      <vt:lpstr>An overview of the most complex TECH_3_NAME units</vt:lpstr>
      <vt:lpstr>An overview of the most complex TECH_4_NAME units</vt:lpstr>
      <vt:lpstr>An overview of the units with the largest interfaces</vt:lpstr>
      <vt:lpstr>An overview of the TECH_1_NAME units with the largest interfaces</vt:lpstr>
      <vt:lpstr>An overview of the TECH_2_NAME units with the largest interfaces</vt:lpstr>
      <vt:lpstr>An overview of the TECH_3_NAME units with the largest interfaces</vt:lpstr>
      <vt:lpstr>An overview of the TECH_4_NAME units with the largest interfaces</vt:lpstr>
      <vt:lpstr>An overview of the modules with the highest coupling</vt:lpstr>
      <vt:lpstr>An overview of the TECH_1_NAME modules with the highest coupling</vt:lpstr>
      <vt:lpstr>An overview of the TECH_2_NAME modules with the highest coupling</vt:lpstr>
      <vt:lpstr>An overview of the TECH_3_NAME modules with the highest coupling</vt:lpstr>
      <vt:lpstr>An overview of the TECH_4_NAME modules with the highest coupling</vt:lpstr>
      <vt:lpstr>An overview of component entanglement related findings</vt:lpstr>
      <vt:lpstr>An overview of high impact communicating files</vt:lpstr>
      <vt:lpstr>An overview of high impact TECH_1_NAME communicating files</vt:lpstr>
      <vt:lpstr>An overview of high impact TECH_2_NAME communicating files</vt:lpstr>
      <vt:lpstr>An overview of high impact TECH_3_NAME communicating files</vt:lpstr>
      <vt:lpstr>An overview of high impact TECH_4_NAME communicating files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Presentation</dc:title>
  <dc:creator>Daniel O'Brien</dc:creator>
  <cp:lastModifiedBy>Floris van Leeuwen</cp:lastModifiedBy>
  <cp:revision>174</cp:revision>
  <cp:lastPrinted>2020-07-02T15:41:27Z</cp:lastPrinted>
  <dcterms:created xsi:type="dcterms:W3CDTF">2024-01-03T15:04:34Z</dcterms:created>
  <dcterms:modified xsi:type="dcterms:W3CDTF">2026-04-22T09:56:58Z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ContentTypeId">
    <vt:lpwstr>0x010100398B4EB28540854BB4092730D7F67224</vt:lpwstr>
  </property>
  <property fmtid="{D5CDD505-2E9C-101B-9397-08002B2CF9AE}" pid="3" name="MediaServiceImageTags">
    <vt:lpwstr/>
  </property>
</Properties>
</file>