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14"/>
  </p:notesMasterIdLst>
  <p:handoutMasterIdLst>
    <p:handoutMasterId r:id="rId15"/>
  </p:handoutMasterIdLst>
  <p:sldIdLst>
    <p:sldId id="1973" r:id="rId6"/>
    <p:sldId id="11371" r:id="rId7"/>
    <p:sldId id="1824" r:id="rId8"/>
    <p:sldId id="11373" r:id="rId9"/>
    <p:sldId id="11374" r:id="rId10"/>
    <p:sldId id="11375" r:id="rId11"/>
    <p:sldId id="11376" r:id="rId12"/>
    <p:sldId id="1137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7"/>
    <p:restoredTop sz="96763"/>
  </p:normalViewPr>
  <p:slideViewPr>
    <p:cSldViewPr snapToGrid="0" snapToObjects="1" showGuides="1">
      <p:cViewPr varScale="1">
        <p:scale>
          <a:sx n="118" d="100"/>
          <a:sy n="118" d="100"/>
        </p:scale>
        <p:origin x="232" y="4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6</c:v>
                </c:pt>
                <c:pt idx="1">
                  <c:v>114</c:v>
                </c:pt>
                <c:pt idx="2">
                  <c:v>431</c:v>
                </c:pt>
                <c:pt idx="3">
                  <c:v>5</c:v>
                </c:pt>
                <c:pt idx="4">
                  <c:v>34</c:v>
                </c:pt>
                <c:pt idx="5">
                  <c:v>0</c:v>
                </c:pt>
                <c:pt idx="6">
                  <c:v>16</c:v>
                </c:pt>
                <c:pt idx="7">
                  <c:v>1550</c:v>
                </c:pt>
                <c:pt idx="8">
                  <c:v>56</c:v>
                </c:pt>
                <c:pt idx="9">
                  <c:v>70</c:v>
                </c:pt>
                <c:pt idx="10">
                  <c:v>19</c:v>
                </c:pt>
                <c:pt idx="11">
                  <c:v>96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</c:v>
                </c:pt>
                <c:pt idx="1">
                  <c:v>1.7</c:v>
                </c:pt>
                <c:pt idx="2">
                  <c:v>2.1</c:v>
                </c:pt>
                <c:pt idx="3">
                  <c:v>3.1</c:v>
                </c:pt>
                <c:pt idx="4">
                  <c:v>2.4</c:v>
                </c:pt>
                <c:pt idx="5">
                  <c:v>5.5</c:v>
                </c:pt>
                <c:pt idx="6">
                  <c:v>2.4</c:v>
                </c:pt>
                <c:pt idx="7">
                  <c:v>2.6</c:v>
                </c:pt>
                <c:pt idx="8">
                  <c:v>2.0</c:v>
                </c:pt>
                <c:pt idx="9">
                  <c:v>2.1</c:v>
                </c:pt>
                <c:pt idx="10">
                  <c:v>1.5</c:v>
                </c:pt>
                <c:pt idx="11">
                  <c:v>1.9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6</c:v>
                </c:pt>
                <c:pt idx="1">
                  <c:v>114</c:v>
                </c:pt>
                <c:pt idx="2">
                  <c:v>431</c:v>
                </c:pt>
                <c:pt idx="3">
                  <c:v>5</c:v>
                </c:pt>
                <c:pt idx="4">
                  <c:v>34</c:v>
                </c:pt>
                <c:pt idx="5">
                  <c:v>0</c:v>
                </c:pt>
                <c:pt idx="6">
                  <c:v>16</c:v>
                </c:pt>
                <c:pt idx="7">
                  <c:v>1550</c:v>
                </c:pt>
                <c:pt idx="8">
                  <c:v>56</c:v>
                </c:pt>
                <c:pt idx="9">
                  <c:v>70</c:v>
                </c:pt>
                <c:pt idx="10">
                  <c:v>19</c:v>
                </c:pt>
                <c:pt idx="11">
                  <c:v>96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</c:v>
                </c:pt>
                <c:pt idx="1">
                  <c:v>1.7</c:v>
                </c:pt>
                <c:pt idx="2">
                  <c:v>2.1</c:v>
                </c:pt>
                <c:pt idx="3">
                  <c:v>3.1</c:v>
                </c:pt>
                <c:pt idx="4">
                  <c:v>2.4</c:v>
                </c:pt>
                <c:pt idx="5">
                  <c:v>5.5</c:v>
                </c:pt>
                <c:pt idx="6">
                  <c:v>2.4</c:v>
                </c:pt>
                <c:pt idx="7">
                  <c:v>2.6</c:v>
                </c:pt>
                <c:pt idx="8">
                  <c:v>2.0</c:v>
                </c:pt>
                <c:pt idx="9">
                  <c:v>2.1</c:v>
                </c:pt>
                <c:pt idx="10">
                  <c:v>1.5</c:v>
                </c:pt>
                <c:pt idx="11">
                  <c:v>1.9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4</c:v>
                </c:pt>
                <c:pt idx="2">
                  <c:v>1013</c:v>
                </c:pt>
                <c:pt idx="3">
                  <c:v>41</c:v>
                </c:pt>
                <c:pt idx="4">
                  <c:v>16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24</c:v>
                </c:pt>
                <c:pt idx="9">
                  <c:v>0</c:v>
                </c:pt>
                <c:pt idx="10">
                  <c:v>15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3.1</c:v>
                </c:pt>
                <c:pt idx="1">
                  <c:v>2.4</c:v>
                </c:pt>
                <c:pt idx="2">
                  <c:v>2.6</c:v>
                </c:pt>
                <c:pt idx="3">
                  <c:v>1.1</c:v>
                </c:pt>
                <c:pt idx="4">
                  <c:v>1.5</c:v>
                </c:pt>
                <c:pt idx="5">
                  <c:v>5.5</c:v>
                </c:pt>
                <c:pt idx="6">
                  <c:v>3.1</c:v>
                </c:pt>
                <c:pt idx="7">
                  <c:v>3.4</c:v>
                </c:pt>
                <c:pt idx="8">
                  <c:v>1.9</c:v>
                </c:pt>
                <c:pt idx="9">
                  <c:v>3.4</c:v>
                </c:pt>
                <c:pt idx="10">
                  <c:v>1.4</c:v>
                </c:pt>
                <c:pt idx="11">
                  <c:v>3.1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4</c:v>
                </c:pt>
                <c:pt idx="2">
                  <c:v>1013</c:v>
                </c:pt>
                <c:pt idx="3">
                  <c:v>41</c:v>
                </c:pt>
                <c:pt idx="4">
                  <c:v>16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24</c:v>
                </c:pt>
                <c:pt idx="9">
                  <c:v>0</c:v>
                </c:pt>
                <c:pt idx="10">
                  <c:v>15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3.1</c:v>
                </c:pt>
                <c:pt idx="1">
                  <c:v>2.4</c:v>
                </c:pt>
                <c:pt idx="2">
                  <c:v>2.6</c:v>
                </c:pt>
                <c:pt idx="3">
                  <c:v>1.1</c:v>
                </c:pt>
                <c:pt idx="4">
                  <c:v>1.5</c:v>
                </c:pt>
                <c:pt idx="5">
                  <c:v>5.5</c:v>
                </c:pt>
                <c:pt idx="6">
                  <c:v>3.1</c:v>
                </c:pt>
                <c:pt idx="7">
                  <c:v>3.4</c:v>
                </c:pt>
                <c:pt idx="8">
                  <c:v>1.9</c:v>
                </c:pt>
                <c:pt idx="9">
                  <c:v>3.4</c:v>
                </c:pt>
                <c:pt idx="10">
                  <c:v>1.4</c:v>
                </c:pt>
                <c:pt idx="11">
                  <c:v>3.1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Functional Suitability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</c:v>
                </c:pt>
                <c:pt idx="1">
                  <c:v>8</c:v>
                </c:pt>
                <c:pt idx="2">
                  <c:v>0</c:v>
                </c:pt>
                <c:pt idx="3">
                  <c:v>92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191</c:v>
                </c:pt>
                <c:pt idx="9">
                  <c:v>0</c:v>
                </c:pt>
                <c:pt idx="10">
                  <c:v>110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0.5290492957746479</c:v>
                </c:pt>
                <c:pt idx="1">
                  <c:v>0.9735727184331157</c:v>
                </c:pt>
                <c:pt idx="2">
                  <c:v>0.0017429295159303757</c:v>
                </c:pt>
                <c:pt idx="3">
                  <c:v>1.6848604048738367</c:v>
                </c:pt>
                <c:pt idx="4">
                  <c:v>0.7272545364860646</c:v>
                </c:pt>
                <c:pt idx="5">
                  <c:v>3.6938153752411904</c:v>
                </c:pt>
                <c:pt idx="6">
                  <c:v>0.37003177753814737</c:v>
                </c:pt>
                <c:pt idx="7">
                  <c:v>0.4023615750105847</c:v>
                </c:pt>
                <c:pt idx="8">
                  <c:v>1.5559151628411991</c:v>
                </c:pt>
                <c:pt idx="9">
                  <c:v>0.6528559266471607</c:v>
                </c:pt>
                <c:pt idx="10">
                  <c:v>0.7158149801669627</c:v>
                </c:pt>
                <c:pt idx="11">
                  <c:v>1.3833017183820222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3.7"/>
          <c:min val="0.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83C76-C595-6D9A-2F34-57D841B9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02A30-87E3-62A6-D016-ED2054F11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D3EE3-13AD-580F-2270-CF8624D5C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8A93-9F9F-D835-EB65-02BC09131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036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6D29C-1BC4-53D1-2BC2-E6E3C120E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DA9872-6DBE-9F81-D3F8-FA333D7CD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280D2-7DC2-D9CE-C6ED-6881FDA19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AC0C2-C487-0E6F-776A-6E0CC01874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8301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Relationship Id="rId3" Type="http://schemas.openxmlformats.org/officeDocument/2006/relationships/image" Target="../media/image3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sv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tiff"/><Relationship Id="rId4" Type="http://schemas.openxmlformats.org/officeDocument/2006/relationships/chart" Target="../charts/chart1.xml"/><Relationship Id="rId5" Type="http://schemas.openxmlformats.org/officeDocument/2006/relationships/image" Target="../media/image6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emf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emf"/><Relationship Id="rId4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emf"/><Relationship Id="rId4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emf"/><Relationship Id="rId4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rapportage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0B54E6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A89BA-BF9E-A8B6-7C35-A3B55C4AF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_Background_Gradient">
            <a:extLst>
              <a:ext uri="{FF2B5EF4-FFF2-40B4-BE49-F238E27FC236}">
                <a16:creationId xmlns:a16="http://schemas.microsoft.com/office/drawing/2014/main" id="{F08C2B6E-1C8C-9EA5-133B-FE74969B7284}"/>
              </a:ext>
            </a:extLst>
          </p:cNvPr>
          <p:cNvSpPr/>
          <p:nvPr/>
        </p:nvSpPr>
        <p:spPr>
          <a:xfrm>
            <a:off x="1899109" y="1830099"/>
            <a:ext cx="9603130" cy="3767210"/>
          </a:xfrm>
          <a:prstGeom prst="rect">
            <a:avLst/>
          </a:prstGeom>
          <a:gradFill flip="none" rotWithShape="1">
            <a:gsLst>
              <a:gs pos="100000">
                <a:srgbClr val="C00000"/>
              </a:gs>
              <a:gs pos="0">
                <a:srgbClr val="2A963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>
            <a:defPPr>
              <a:defRPr lang="en-US"/>
            </a:defPPr>
            <a:lvl1pPr marL="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3EF4555-AC0C-3452-FCC9-DA22A37D173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7EE9EED2-E84E-603B-F0C0-E070E9F15EE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8C39F84-019E-3370-01B1-47C1DF915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CDCF9CD6-4CCD-999D-F9B1-B45CF1A2F7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323BEC-DE67-6C9E-8C91-5ED5AB83A4C6}"/>
              </a:ext>
            </a:extLst>
          </p:cNvPr>
          <p:cNvSpPr txBox="1"/>
          <p:nvPr/>
        </p:nvSpPr>
        <p:spPr>
          <a:xfrm>
            <a:off x="711225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B30C34-C9FE-112A-B7E1-89AD835B4964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29F6F0-F956-94DF-6839-E6C09BEC2C49}"/>
              </a:ext>
            </a:extLst>
          </p:cNvPr>
          <p:cNvSpPr txBox="1"/>
          <p:nvPr/>
        </p:nvSpPr>
        <p:spPr>
          <a:xfrm>
            <a:off x="5197375" y="5901169"/>
            <a:ext cx="3286626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Aantal open findings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boven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gestelde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540CA0E-8C8B-7119-BA17-1661777A4889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5F1B954-7CAC-9B5F-D9EF-EA1772EE7048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447B2F7-F25A-D86A-1746-25AA42E53F08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E798009-2E61-0870-FCFB-0E23376552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8CA20B4-CF5E-F173-C5A0-D9E785208068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76EEC633-9C6E-B93E-81A5-76DA299DE8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231110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29256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197390" y="5901169"/>
            <a:ext cx="3286626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findings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boven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gestelde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BE38D-380C-6DDD-28E3-28169401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_Background_Gradient">
            <a:extLst>
              <a:ext uri="{FF2B5EF4-FFF2-40B4-BE49-F238E27FC236}">
                <a16:creationId xmlns:a16="http://schemas.microsoft.com/office/drawing/2014/main" id="{C20AA57F-6F8B-2024-66D9-D10C2DD934F9}"/>
              </a:ext>
            </a:extLst>
          </p:cNvPr>
          <p:cNvSpPr/>
          <p:nvPr/>
        </p:nvSpPr>
        <p:spPr>
          <a:xfrm>
            <a:off x="1899109" y="1830099"/>
            <a:ext cx="9603130" cy="3767210"/>
          </a:xfrm>
          <a:prstGeom prst="rect">
            <a:avLst/>
          </a:prstGeom>
          <a:gradFill flip="none" rotWithShape="1">
            <a:gsLst>
              <a:gs pos="100000">
                <a:srgbClr val="C00000"/>
              </a:gs>
              <a:gs pos="0">
                <a:srgbClr val="2A963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>
            <a:defPPr>
              <a:defRPr lang="en-US"/>
            </a:defPPr>
            <a:lvl1pPr marL="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220437E-8245-3A1C-CBDE-5049BE802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AB84567-1862-CF72-49EB-A4006D2591F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9E5186B-30FD-90ED-3D9A-0E9CA2461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/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1D65E957-0E2B-B65D-4649-3D778F783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F9508B-F83B-7FA8-380B-C5F773686869}"/>
              </a:ext>
            </a:extLst>
          </p:cNvPr>
          <p:cNvSpPr txBox="1"/>
          <p:nvPr/>
        </p:nvSpPr>
        <p:spPr>
          <a:xfrm>
            <a:off x="711225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50DC67-5BFF-FE1E-8253-F357695FC499}"/>
              </a:ext>
            </a:extLst>
          </p:cNvPr>
          <p:cNvSpPr txBox="1"/>
          <p:nvPr/>
        </p:nvSpPr>
        <p:spPr>
          <a:xfrm rot="16200000">
            <a:off x="-92584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CC99E-81AA-A299-2EB0-161424E822A0}"/>
              </a:ext>
            </a:extLst>
          </p:cNvPr>
          <p:cNvSpPr txBox="1"/>
          <p:nvPr/>
        </p:nvSpPr>
        <p:spPr>
          <a:xfrm>
            <a:off x="5197375" y="5901169"/>
            <a:ext cx="3286626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Aantal open findings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boven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gestelde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779FCD0-83B3-2897-1612-8145B459AA5D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428935-C94E-FB82-A2B3-0E6FD693C73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28DC1A0-56EB-D59A-A439-7C1C147548F3}"/>
              </a:ext>
            </a:extLst>
          </p:cNvPr>
          <p:cNvGrpSpPr/>
          <p:nvPr/>
        </p:nvGrpSpPr>
        <p:grpSpPr>
          <a:xfrm>
            <a:off x="5118606" y="1363956"/>
            <a:ext cx="2461479" cy="390363"/>
            <a:chOff x="4652159" y="1363956"/>
            <a:chExt cx="2461479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9CA399C-9D14-7A9E-20C8-41BDB25CF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12D25B1-4ADA-C8F5-0620-7B9308A9B62C}"/>
                </a:ext>
              </a:extLst>
            </p:cNvPr>
            <p:cNvSpPr txBox="1"/>
            <p:nvPr/>
          </p:nvSpPr>
          <p:spPr>
            <a:xfrm>
              <a:off x="4987587" y="1363956"/>
              <a:ext cx="2126051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57ED1321-1AC2-057D-FB24-50281ECD83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6949531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984311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197390" y="5901169"/>
            <a:ext cx="3286626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findings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boven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gestelde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US" dirty="0" err="1"/>
              <a:t>Functionele</a:t>
            </a:r>
            <a:r>
              <a:rPr lang="en-US" dirty="0"/>
              <a:t> </a:t>
            </a:r>
            <a:r>
              <a:rPr lang="en-US" dirty="0" err="1"/>
              <a:t>geschiktheid</a:t>
            </a:r>
            <a:endParaRPr lang="en-US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Functionele</a:t>
            </a:r>
            <a:r>
              <a:rPr lang="en-US" dirty="0"/>
              <a:t> </a:t>
            </a:r>
            <a:r>
              <a:rPr lang="en-US" dirty="0" err="1"/>
              <a:t>geschiktheid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6131927" y="5901169"/>
            <a:ext cx="1417524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128516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18487</TotalTime>
  <Words>1005</Words>
  <Application>Microsoft Macintosh PowerPoint</Application>
  <PresentationFormat>Widescreen</PresentationFormat>
  <Paragraphs>555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20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Light theme (default)</vt:lpstr>
      <vt:lpstr>Dark theme</vt:lpstr>
      <vt:lpstr>PowerPoint Presentation</vt:lpstr>
      <vt:lpstr>PORTFOLIO_PERIOD_MAINT_SHORT_SUMMARY</vt:lpstr>
      <vt:lpstr>PORTFOLIO_PERIOD_MAINT_SHORT_SUMMARY</vt:lpstr>
      <vt:lpstr>Security</vt:lpstr>
      <vt:lpstr>Security</vt:lpstr>
      <vt:lpstr>Reliability</vt:lpstr>
      <vt:lpstr>Reliability</vt:lpstr>
      <vt:lpstr>Functionele geschiktheid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229</cp:revision>
  <cp:lastPrinted>2020-04-20T09:37:43Z</cp:lastPrinted>
  <dcterms:created xsi:type="dcterms:W3CDTF">2025-10-22T11:22:13Z</dcterms:created>
  <dcterms:modified xsi:type="dcterms:W3CDTF">2026-05-19T16:17:39Z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