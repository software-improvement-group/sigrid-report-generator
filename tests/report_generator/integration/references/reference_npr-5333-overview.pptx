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handoutMasters/handoutMaster1.xml" ContentType="application/vnd.openxmlformats-officedocument.presentationml.handoutMaster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14"/>
  </p:notesMasterIdLst>
  <p:handoutMasterIdLst>
    <p:handoutMasterId r:id="rId15"/>
  </p:handoutMasterIdLst>
  <p:sldIdLst>
    <p:sldId id="1973" r:id="rId6"/>
    <p:sldId id="11371" r:id="rId7"/>
    <p:sldId id="1824" r:id="rId8"/>
    <p:sldId id="11373" r:id="rId9"/>
    <p:sldId id="11374" r:id="rId10"/>
    <p:sldId id="11375" r:id="rId11"/>
    <p:sldId id="11376" r:id="rId12"/>
    <p:sldId id="1137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54E7"/>
    <a:srgbClr val="E15735"/>
    <a:srgbClr val="E98C36"/>
    <a:srgbClr val="BFC855"/>
    <a:srgbClr val="BDC855"/>
    <a:srgbClr val="F8C716"/>
    <a:srgbClr val="F9C816"/>
    <a:srgbClr val="083595"/>
    <a:srgbClr val="093AA0"/>
    <a:srgbClr val="0836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77"/>
    <p:restoredTop sz="96763"/>
  </p:normalViewPr>
  <p:slideViewPr>
    <p:cSldViewPr snapToGrid="0" snapToObjects="1" showGuides="1">
      <p:cViewPr varScale="1">
        <p:scale>
          <a:sx n="118" d="100"/>
          <a:sy n="118" d="100"/>
        </p:scale>
        <p:origin x="232" y="40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2.1457777777777776</c:v>
                </c:pt>
                <c:pt idx="1">
                  <c:v>3.6036445657400105</c:v>
                </c:pt>
                <c:pt idx="2">
                  <c:v>36.35964730933028</c:v>
                </c:pt>
                <c:pt idx="3">
                  <c:v>10.991592990840298</c:v>
                </c:pt>
                <c:pt idx="4">
                  <c:v>36.830844725281914</c:v>
                </c:pt>
                <c:pt idx="5">
                  <c:v>6.7400960365853635</c:v>
                </c:pt>
                <c:pt idx="6">
                  <c:v>12.957363313311658</c:v>
                </c:pt>
                <c:pt idx="7">
                  <c:v>26.774372759856643</c:v>
                </c:pt>
                <c:pt idx="8">
                  <c:v>42.6041631944445</c:v>
                </c:pt>
                <c:pt idx="9">
                  <c:v>55.50518282469105</c:v>
                </c:pt>
                <c:pt idx="10">
                  <c:v>77.33298297129431</c:v>
                </c:pt>
                <c:pt idx="11">
                  <c:v>262.70099258506497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3.359850166537113</c:v>
                </c:pt>
                <c:pt idx="1">
                  <c:v>2.9112640701670003</c:v>
                </c:pt>
                <c:pt idx="2">
                  <c:v>2.4421437427141464</c:v>
                </c:pt>
                <c:pt idx="3">
                  <c:v>3.0922316739084184</c:v>
                </c:pt>
                <c:pt idx="4">
                  <c:v>2.123208503605678</c:v>
                </c:pt>
                <c:pt idx="5">
                  <c:v>3.3472615146464455</c:v>
                </c:pt>
                <c:pt idx="6">
                  <c:v>3.557961475143022</c:v>
                </c:pt>
                <c:pt idx="7">
                  <c:v>2.5713015651373246</c:v>
                </c:pt>
                <c:pt idx="8">
                  <c:v>2.644363023714699</c:v>
                </c:pt>
                <c:pt idx="9">
                  <c:v>2.2502888470290587</c:v>
                </c:pt>
                <c:pt idx="10">
                  <c:v>3.0519608059230676</c:v>
                </c:pt>
                <c:pt idx="11">
                  <c:v>2.369866173752676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Security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6</c:v>
                </c:pt>
                <c:pt idx="1">
                  <c:v>56</c:v>
                </c:pt>
                <c:pt idx="2">
                  <c:v>0</c:v>
                </c:pt>
                <c:pt idx="3">
                  <c:v>114</c:v>
                </c:pt>
                <c:pt idx="4">
                  <c:v>16</c:v>
                </c:pt>
                <c:pt idx="5">
                  <c:v>34</c:v>
                </c:pt>
                <c:pt idx="6">
                  <c:v>431</c:v>
                </c:pt>
                <c:pt idx="7">
                  <c:v>1550</c:v>
                </c:pt>
                <c:pt idx="8">
                  <c:v>70</c:v>
                </c:pt>
                <c:pt idx="9">
                  <c:v>5</c:v>
                </c:pt>
                <c:pt idx="10">
                  <c:v>19</c:v>
                </c:pt>
                <c:pt idx="11">
                  <c:v>96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</c:v>
                </c:pt>
                <c:pt idx="1">
                  <c:v>2.0</c:v>
                </c:pt>
                <c:pt idx="2">
                  <c:v>5.5</c:v>
                </c:pt>
                <c:pt idx="3">
                  <c:v>1.7</c:v>
                </c:pt>
                <c:pt idx="4">
                  <c:v>2.4</c:v>
                </c:pt>
                <c:pt idx="5">
                  <c:v>2.4</c:v>
                </c:pt>
                <c:pt idx="6">
                  <c:v>2.1</c:v>
                </c:pt>
                <c:pt idx="7">
                  <c:v>2.6</c:v>
                </c:pt>
                <c:pt idx="8">
                  <c:v>2.1</c:v>
                </c:pt>
                <c:pt idx="9">
                  <c:v>3.1</c:v>
                </c:pt>
                <c:pt idx="10">
                  <c:v>1.5</c:v>
                </c:pt>
                <c:pt idx="11">
                  <c:v>1.9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Security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6</c:v>
                </c:pt>
                <c:pt idx="1">
                  <c:v>56</c:v>
                </c:pt>
                <c:pt idx="2">
                  <c:v>0</c:v>
                </c:pt>
                <c:pt idx="3">
                  <c:v>114</c:v>
                </c:pt>
                <c:pt idx="4">
                  <c:v>16</c:v>
                </c:pt>
                <c:pt idx="5">
                  <c:v>34</c:v>
                </c:pt>
                <c:pt idx="6">
                  <c:v>431</c:v>
                </c:pt>
                <c:pt idx="7">
                  <c:v>1550</c:v>
                </c:pt>
                <c:pt idx="8">
                  <c:v>70</c:v>
                </c:pt>
                <c:pt idx="9">
                  <c:v>5</c:v>
                </c:pt>
                <c:pt idx="10">
                  <c:v>19</c:v>
                </c:pt>
                <c:pt idx="11">
                  <c:v>96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</c:v>
                </c:pt>
                <c:pt idx="1">
                  <c:v>2.0</c:v>
                </c:pt>
                <c:pt idx="2">
                  <c:v>5.5</c:v>
                </c:pt>
                <c:pt idx="3">
                  <c:v>1.7</c:v>
                </c:pt>
                <c:pt idx="4">
                  <c:v>2.4</c:v>
                </c:pt>
                <c:pt idx="5">
                  <c:v>2.4</c:v>
                </c:pt>
                <c:pt idx="6">
                  <c:v>2.1</c:v>
                </c:pt>
                <c:pt idx="7">
                  <c:v>2.6</c:v>
                </c:pt>
                <c:pt idx="8">
                  <c:v>2.1</c:v>
                </c:pt>
                <c:pt idx="9">
                  <c:v>3.1</c:v>
                </c:pt>
                <c:pt idx="10">
                  <c:v>1.5</c:v>
                </c:pt>
                <c:pt idx="11">
                  <c:v>1.9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Reliability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0</c:v>
                </c:pt>
                <c:pt idx="1">
                  <c:v>1013</c:v>
                </c:pt>
                <c:pt idx="2">
                  <c:v>0</c:v>
                </c:pt>
                <c:pt idx="3">
                  <c:v>15</c:v>
                </c:pt>
                <c:pt idx="4">
                  <c:v>41</c:v>
                </c:pt>
                <c:pt idx="5">
                  <c:v>0</c:v>
                </c:pt>
                <c:pt idx="6">
                  <c:v>16</c:v>
                </c:pt>
                <c:pt idx="7">
                  <c:v>1</c:v>
                </c:pt>
                <c:pt idx="8">
                  <c:v>24</c:v>
                </c:pt>
                <c:pt idx="9">
                  <c:v>0</c:v>
                </c:pt>
                <c:pt idx="10">
                  <c:v>4</c:v>
                </c:pt>
                <c:pt idx="11">
                  <c:v>0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3.1</c:v>
                </c:pt>
                <c:pt idx="1">
                  <c:v>2.6</c:v>
                </c:pt>
                <c:pt idx="2">
                  <c:v>5.5</c:v>
                </c:pt>
                <c:pt idx="3">
                  <c:v>1.4</c:v>
                </c:pt>
                <c:pt idx="4">
                  <c:v>1.1</c:v>
                </c:pt>
                <c:pt idx="5">
                  <c:v>3.4</c:v>
                </c:pt>
                <c:pt idx="6">
                  <c:v>1.5</c:v>
                </c:pt>
                <c:pt idx="7">
                  <c:v>3.1</c:v>
                </c:pt>
                <c:pt idx="8">
                  <c:v>1.9</c:v>
                </c:pt>
                <c:pt idx="9">
                  <c:v>3.1</c:v>
                </c:pt>
                <c:pt idx="10">
                  <c:v>2.4</c:v>
                </c:pt>
                <c:pt idx="11">
                  <c:v>3.4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5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Reliability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0</c:v>
                </c:pt>
                <c:pt idx="1">
                  <c:v>1013</c:v>
                </c:pt>
                <c:pt idx="2">
                  <c:v>0</c:v>
                </c:pt>
                <c:pt idx="3">
                  <c:v>15</c:v>
                </c:pt>
                <c:pt idx="4">
                  <c:v>41</c:v>
                </c:pt>
                <c:pt idx="5">
                  <c:v>0</c:v>
                </c:pt>
                <c:pt idx="6">
                  <c:v>16</c:v>
                </c:pt>
                <c:pt idx="7">
                  <c:v>1</c:v>
                </c:pt>
                <c:pt idx="8">
                  <c:v>24</c:v>
                </c:pt>
                <c:pt idx="9">
                  <c:v>0</c:v>
                </c:pt>
                <c:pt idx="10">
                  <c:v>4</c:v>
                </c:pt>
                <c:pt idx="11">
                  <c:v>0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3.1</c:v>
                </c:pt>
                <c:pt idx="1">
                  <c:v>2.6</c:v>
                </c:pt>
                <c:pt idx="2">
                  <c:v>5.5</c:v>
                </c:pt>
                <c:pt idx="3">
                  <c:v>1.4</c:v>
                </c:pt>
                <c:pt idx="4">
                  <c:v>1.1</c:v>
                </c:pt>
                <c:pt idx="5">
                  <c:v>3.4</c:v>
                </c:pt>
                <c:pt idx="6">
                  <c:v>1.5</c:v>
                </c:pt>
                <c:pt idx="7">
                  <c:v>3.1</c:v>
                </c:pt>
                <c:pt idx="8">
                  <c:v>1.9</c:v>
                </c:pt>
                <c:pt idx="9">
                  <c:v>3.1</c:v>
                </c:pt>
                <c:pt idx="10">
                  <c:v>2.4</c:v>
                </c:pt>
                <c:pt idx="11">
                  <c:v>3.4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5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Functional Suitability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110</c:v>
                </c:pt>
                <c:pt idx="4">
                  <c:v>92</c:v>
                </c:pt>
                <c:pt idx="5">
                  <c:v>0</c:v>
                </c:pt>
                <c:pt idx="6">
                  <c:v>1</c:v>
                </c:pt>
                <c:pt idx="7">
                  <c:v>2</c:v>
                </c:pt>
                <c:pt idx="8">
                  <c:v>191</c:v>
                </c:pt>
                <c:pt idx="9">
                  <c:v>0</c:v>
                </c:pt>
                <c:pt idx="10">
                  <c:v>8</c:v>
                </c:pt>
                <c:pt idx="11">
                  <c:v>0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0.37003177753814737</c:v>
                </c:pt>
                <c:pt idx="1">
                  <c:v>0.0017429295159303757</c:v>
                </c:pt>
                <c:pt idx="2">
                  <c:v>3.6938153752411904</c:v>
                </c:pt>
                <c:pt idx="3">
                  <c:v>0.7158149801669627</c:v>
                </c:pt>
                <c:pt idx="4">
                  <c:v>1.6848604048738367</c:v>
                </c:pt>
                <c:pt idx="5">
                  <c:v>0.6528559266471607</c:v>
                </c:pt>
                <c:pt idx="6">
                  <c:v>0.7272545364860646</c:v>
                </c:pt>
                <c:pt idx="7">
                  <c:v>0.5290492957746479</c:v>
                </c:pt>
                <c:pt idx="8">
                  <c:v>1.5559151628411991</c:v>
                </c:pt>
                <c:pt idx="9">
                  <c:v>1.3833017183820222</c:v>
                </c:pt>
                <c:pt idx="10">
                  <c:v>0.9735727184331157</c:v>
                </c:pt>
                <c:pt idx="11">
                  <c:v>0.4023615750105847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3.7"/>
          <c:min val="0.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83C76-C595-6D9A-2F34-57D841B9A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02A30-87E3-62A6-D016-ED2054F11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AD3EE3-13AD-580F-2270-CF8624D5CE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B8A93-9F9F-D835-EB65-02BC09131A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0367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3C1C6-BC1D-876C-C929-67909D34A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4EE42-286C-CED2-9FAC-CEAAEF285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5BC3BF-95EA-53CE-6718-609AF6A0A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BF8E8-FCF2-2883-17FC-C0D3A44FBD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12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6D29C-1BC4-53D1-2BC2-E6E3C120E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DA9872-6DBE-9F81-D3F8-FA333D7CD2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2280D2-7DC2-D9CE-C6ED-6881FDA19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AC0C2-C487-0E6F-776A-6E0CC01874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8301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CAD3-97C0-987F-4A3B-3EDAD9A4B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C9F19-E1C4-A978-C9D5-F1148083E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60FF6-C88A-3CDB-0F41-3FD1356CD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CC2B3-92B9-2A87-DE10-7F23A20E2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7515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4033-D843-9BA9-8BFB-9E7633DEE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680B2-0864-0084-869D-61EC69D0B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F2EE9-7125-2F7F-245F-B2CE7460E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5E074-043C-06F2-D423-6F5773419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139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2.xml"/><Relationship Id="rId3" Type="http://schemas.openxmlformats.org/officeDocument/2006/relationships/image" Target="../media/image3.png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9910" y="6416406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4">
            <a:extLst>
              <a:ext uri="{FF2B5EF4-FFF2-40B4-BE49-F238E27FC236}">
                <a16:creationId xmlns:a16="http://schemas.microsoft.com/office/drawing/2014/main" id="{4B43F158-1CF1-84A8-C697-55A7D273A919}"/>
              </a:ext>
            </a:extLst>
          </p:cNvPr>
          <p:cNvSpPr txBox="1">
            <a:spLocks/>
          </p:cNvSpPr>
          <p:nvPr userDrawn="1"/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svg"/><Relationship Id="rId4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tiff"/><Relationship Id="rId4" Type="http://schemas.openxmlformats.org/officeDocument/2006/relationships/chart" Target="../charts/chart1.xml"/><Relationship Id="rId5" Type="http://schemas.openxmlformats.org/officeDocument/2006/relationships/image" Target="../media/image6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emf"/><Relationship Id="rId4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emf"/><Relationship Id="rId4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emf"/><Relationship Id="rId4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emf"/><Relationship Id="rId4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NPR 5333 </a:t>
            </a:r>
            <a:r>
              <a:rPr lang="nl-NL" b="0" noProof="1"/>
              <a:t>rapportage</a:t>
            </a:r>
            <a:endParaRPr lang="en-US" b="0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Confidential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0B54E6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About 7 (58%) systems score market average on maintainability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A89BA-BF9E-A8B6-7C35-A3B55C4AF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_Background_Gradient">
            <a:extLst>
              <a:ext uri="{FF2B5EF4-FFF2-40B4-BE49-F238E27FC236}">
                <a16:creationId xmlns:a16="http://schemas.microsoft.com/office/drawing/2014/main" id="{F08C2B6E-1C8C-9EA5-133B-FE74969B7284}"/>
              </a:ext>
            </a:extLst>
          </p:cNvPr>
          <p:cNvSpPr/>
          <p:nvPr/>
        </p:nvSpPr>
        <p:spPr>
          <a:xfrm>
            <a:off x="1899109" y="1830099"/>
            <a:ext cx="9603130" cy="3767210"/>
          </a:xfrm>
          <a:prstGeom prst="rect">
            <a:avLst/>
          </a:prstGeom>
          <a:gradFill flip="none" rotWithShape="1">
            <a:gsLst>
              <a:gs pos="100000">
                <a:srgbClr val="C00000"/>
              </a:gs>
              <a:gs pos="0">
                <a:srgbClr val="2A963F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>
            <a:defPPr>
              <a:defRPr lang="en-US"/>
            </a:defPPr>
            <a:lvl1pPr marL="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3EF4555-AC0C-3452-FCC9-DA22A37D173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7EE9EED2-E84E-603B-F0C0-E070E9F15EE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8C39F84-019E-3370-01B1-47C1DF915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CDCF9CD6-4CCD-999D-F9B1-B45CF1A2F7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323BEC-DE67-6C9E-8C91-5ED5AB83A4C6}"/>
              </a:ext>
            </a:extLst>
          </p:cNvPr>
          <p:cNvSpPr txBox="1"/>
          <p:nvPr/>
        </p:nvSpPr>
        <p:spPr>
          <a:xfrm>
            <a:off x="711225" y="1798115"/>
            <a:ext cx="1040819" cy="365350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B30C34-C9FE-112A-B7E1-89AD835B4964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29F6F0-F956-94DF-6839-E6C09BEC2C49}"/>
              </a:ext>
            </a:extLst>
          </p:cNvPr>
          <p:cNvSpPr txBox="1"/>
          <p:nvPr/>
        </p:nvSpPr>
        <p:spPr>
          <a:xfrm>
            <a:off x="5197375" y="5901169"/>
            <a:ext cx="3286626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Aantal open findings </a:t>
            </a:r>
            <a:r>
              <a:rPr lang="en-US" sz="1100" dirty="0" err="1">
                <a:solidFill>
                  <a:schemeClr val="accent4"/>
                </a:solidFill>
                <a:latin typeface="☞NOIR PRO MEDIUM" pitchFamily="2" charset="0"/>
              </a:rPr>
              <a:t>boven</a:t>
            </a: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 </a:t>
            </a:r>
            <a:r>
              <a:rPr lang="en-US" sz="1100" dirty="0" err="1">
                <a:solidFill>
                  <a:schemeClr val="accent4"/>
                </a:solidFill>
                <a:latin typeface="☞NOIR PRO MEDIUM" pitchFamily="2" charset="0"/>
              </a:rPr>
              <a:t>gestelde</a:t>
            </a: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 objective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540CA0E-8C8B-7119-BA17-1661777A4889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5F1B954-7CAC-9B5F-D9EF-EA1772EE7048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447B2F7-F25A-D86A-1746-25AA42E53F08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2E798009-2E61-0870-FCFB-0E23376552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8CA20B4-CF5E-F173-C5A0-D9E785208068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76EEC633-9C6E-B93E-81A5-76DA299DE80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8231110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292568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EFCB-CC45-E68E-DB38-D46DEC574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A26198F-EA40-32D8-F6B8-E95D520EBB19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FD0E4E-4C38-E2CB-8AD7-113E2BE335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3CC7A45-40B7-4B5E-6EF5-40340E0F49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0D8F7BB-D32B-BF01-16BC-463F3AA8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E29BF3F4-80F9-7A42-DBC0-17817FD38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74E0F9-A737-B62C-AD41-38CE0B0AA681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BC3C5-941B-5E57-EEAC-D4C756A9A3F9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D02834-D60B-AE9D-5EAE-4D25768477ED}"/>
              </a:ext>
            </a:extLst>
          </p:cNvPr>
          <p:cNvSpPr txBox="1"/>
          <p:nvPr/>
        </p:nvSpPr>
        <p:spPr>
          <a:xfrm>
            <a:off x="5197390" y="5901169"/>
            <a:ext cx="3286626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Aantal open findings </a:t>
            </a:r>
            <a:r>
              <a:rPr lang="en-US" sz="1100" noProof="0" dirty="0" err="1">
                <a:solidFill>
                  <a:srgbClr val="0A54E7"/>
                </a:solidFill>
                <a:latin typeface="☞NOIR PRO MEDIUM" pitchFamily="2" charset="0"/>
              </a:rPr>
              <a:t>boven</a:t>
            </a: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 </a:t>
            </a:r>
            <a:r>
              <a:rPr lang="en-US" sz="1100" noProof="0" dirty="0" err="1">
                <a:solidFill>
                  <a:srgbClr val="0A54E7"/>
                </a:solidFill>
                <a:latin typeface="☞NOIR PRO MEDIUM" pitchFamily="2" charset="0"/>
              </a:rPr>
              <a:t>gestelde</a:t>
            </a: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 objective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DA4A48-5A63-123D-800E-FBB27FB46C0C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F4A872D-8154-83DD-8D0C-3C74BD26FEF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D273BCC-6B1D-4261-24DD-B1423252E371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E874FB-47F3-BF6A-14E0-8CD7BADE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9260F0-EFEC-7BAE-66E5-6655B4ECAABF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AB22CC1D-95CD-41A1-1CB1-0DB0A86584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289696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677745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BE38D-380C-6DDD-28E3-28169401A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_Background_Gradient">
            <a:extLst>
              <a:ext uri="{FF2B5EF4-FFF2-40B4-BE49-F238E27FC236}">
                <a16:creationId xmlns:a16="http://schemas.microsoft.com/office/drawing/2014/main" id="{C20AA57F-6F8B-2024-66D9-D10C2DD934F9}"/>
              </a:ext>
            </a:extLst>
          </p:cNvPr>
          <p:cNvSpPr/>
          <p:nvPr/>
        </p:nvSpPr>
        <p:spPr>
          <a:xfrm>
            <a:off x="1899109" y="1830099"/>
            <a:ext cx="9603130" cy="3767210"/>
          </a:xfrm>
          <a:prstGeom prst="rect">
            <a:avLst/>
          </a:prstGeom>
          <a:gradFill flip="none" rotWithShape="1">
            <a:gsLst>
              <a:gs pos="100000">
                <a:srgbClr val="C00000"/>
              </a:gs>
              <a:gs pos="0">
                <a:srgbClr val="2A963F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>
            <a:defPPr>
              <a:defRPr lang="en-US"/>
            </a:defPPr>
            <a:lvl1pPr marL="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220437E-8245-3A1C-CBDE-5049BE802D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AB84567-1862-CF72-49EB-A4006D2591F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9E5186B-30FD-90ED-3D9A-0E9CA2461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dirty="0"/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1D65E957-0E2B-B65D-4649-3D778F7838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F9508B-F83B-7FA8-380B-C5F773686869}"/>
              </a:ext>
            </a:extLst>
          </p:cNvPr>
          <p:cNvSpPr txBox="1"/>
          <p:nvPr/>
        </p:nvSpPr>
        <p:spPr>
          <a:xfrm>
            <a:off x="711225" y="1798115"/>
            <a:ext cx="1040819" cy="365350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50DC67-5BFF-FE1E-8253-F357695FC499}"/>
              </a:ext>
            </a:extLst>
          </p:cNvPr>
          <p:cNvSpPr txBox="1"/>
          <p:nvPr/>
        </p:nvSpPr>
        <p:spPr>
          <a:xfrm rot="16200000">
            <a:off x="-92584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CC99E-81AA-A299-2EB0-161424E822A0}"/>
              </a:ext>
            </a:extLst>
          </p:cNvPr>
          <p:cNvSpPr txBox="1"/>
          <p:nvPr/>
        </p:nvSpPr>
        <p:spPr>
          <a:xfrm>
            <a:off x="5197375" y="5901169"/>
            <a:ext cx="3286626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Aantal open findings </a:t>
            </a:r>
            <a:r>
              <a:rPr lang="en-US" sz="1100" dirty="0" err="1">
                <a:solidFill>
                  <a:schemeClr val="accent4"/>
                </a:solidFill>
                <a:latin typeface="☞NOIR PRO MEDIUM" pitchFamily="2" charset="0"/>
              </a:rPr>
              <a:t>boven</a:t>
            </a: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 </a:t>
            </a:r>
            <a:r>
              <a:rPr lang="en-US" sz="1100" dirty="0" err="1">
                <a:solidFill>
                  <a:schemeClr val="accent4"/>
                </a:solidFill>
                <a:latin typeface="☞NOIR PRO MEDIUM" pitchFamily="2" charset="0"/>
              </a:rPr>
              <a:t>gestelde</a:t>
            </a: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 objective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779FCD0-83B3-2897-1612-8145B459AA5D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428935-C94E-FB82-A2B3-0E6FD693C73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28DC1A0-56EB-D59A-A439-7C1C147548F3}"/>
              </a:ext>
            </a:extLst>
          </p:cNvPr>
          <p:cNvGrpSpPr/>
          <p:nvPr/>
        </p:nvGrpSpPr>
        <p:grpSpPr>
          <a:xfrm>
            <a:off x="5118606" y="1363956"/>
            <a:ext cx="2461479" cy="390363"/>
            <a:chOff x="4652159" y="1363956"/>
            <a:chExt cx="2461479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9CA399C-9D14-7A9E-20C8-41BDB25CF4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12D25B1-4ADA-C8F5-0620-7B9308A9B62C}"/>
                </a:ext>
              </a:extLst>
            </p:cNvPr>
            <p:cNvSpPr txBox="1"/>
            <p:nvPr/>
          </p:nvSpPr>
          <p:spPr>
            <a:xfrm>
              <a:off x="4987587" y="1363956"/>
              <a:ext cx="2126051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57ED1321-1AC2-057D-FB24-50281ECD83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6949531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984311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507E6-92C2-8C32-066B-126934523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E22752-FCD7-A062-6E9E-B213CBC1102B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CD720A5-D17E-2A48-479B-66D0377F094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A6990A02-51BA-24C0-196E-DEB23EDBC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BD8691-F07B-F5FB-0F55-8E188FFC5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>
                <a:solidFill>
                  <a:srgbClr val="0A54E7"/>
                </a:solidFill>
                <a:latin typeface="☞NOIR PRO MEDIUM" pitchFamily="2" charset="0"/>
              </a:rPr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A1BE1706-0BA8-767C-DF60-19FDC3BC66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282964-60AA-8690-64FB-8B32A1C26A5C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4A6479-63C1-9CD7-08B3-0AC151DBBAD1}"/>
              </a:ext>
            </a:extLst>
          </p:cNvPr>
          <p:cNvSpPr txBox="1"/>
          <p:nvPr/>
        </p:nvSpPr>
        <p:spPr>
          <a:xfrm rot="16200000">
            <a:off x="-92581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5BB4D4-977D-1384-7190-113A28D56D13}"/>
              </a:ext>
            </a:extLst>
          </p:cNvPr>
          <p:cNvSpPr txBox="1"/>
          <p:nvPr/>
        </p:nvSpPr>
        <p:spPr>
          <a:xfrm>
            <a:off x="5197390" y="5901169"/>
            <a:ext cx="3286626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Aantal open findings </a:t>
            </a:r>
            <a:r>
              <a:rPr lang="en-US" sz="1100" noProof="0" dirty="0" err="1">
                <a:solidFill>
                  <a:srgbClr val="0A54E7"/>
                </a:solidFill>
                <a:latin typeface="☞NOIR PRO MEDIUM" pitchFamily="2" charset="0"/>
              </a:rPr>
              <a:t>boven</a:t>
            </a: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 </a:t>
            </a:r>
            <a:r>
              <a:rPr lang="en-US" sz="1100" noProof="0" dirty="0" err="1">
                <a:solidFill>
                  <a:srgbClr val="0A54E7"/>
                </a:solidFill>
                <a:latin typeface="☞NOIR PRO MEDIUM" pitchFamily="2" charset="0"/>
              </a:rPr>
              <a:t>gestelde</a:t>
            </a: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 objective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743769-70DC-C2EE-8A2A-B4696154751A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E6C562-3415-3211-5307-13042C69AFC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9F810A8-DD23-5716-5888-00095732BFA3}"/>
              </a:ext>
            </a:extLst>
          </p:cNvPr>
          <p:cNvGrpSpPr/>
          <p:nvPr/>
        </p:nvGrpSpPr>
        <p:grpSpPr>
          <a:xfrm>
            <a:off x="5118606" y="1363956"/>
            <a:ext cx="2419801" cy="390363"/>
            <a:chOff x="4652159" y="1363956"/>
            <a:chExt cx="241980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F1A8D06-041F-26C7-1DD2-61446A90A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767F50D-638B-55F6-F607-054E036A817A}"/>
                </a:ext>
              </a:extLst>
            </p:cNvPr>
            <p:cNvSpPr txBox="1"/>
            <p:nvPr/>
          </p:nvSpPr>
          <p:spPr>
            <a:xfrm>
              <a:off x="4987587" y="1363956"/>
              <a:ext cx="208437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B39A37C3-60BD-D736-16FC-B0151872FF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919838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7086928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549BF-04C3-C85F-53D5-5BAD8C10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2EF6C-DE9A-1B65-9769-A5AC8FD8087A}"/>
              </a:ext>
            </a:extLst>
          </p:cNvPr>
          <p:cNvSpPr/>
          <p:nvPr/>
        </p:nvSpPr>
        <p:spPr>
          <a:xfrm>
            <a:off x="1466117" y="1617720"/>
            <a:ext cx="9605005" cy="3986901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C31A254-9956-7BF9-D6E3-EA87274BB3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169037" cy="228209"/>
          </a:xfrm>
        </p:spPr>
        <p:txBody>
          <a:bodyPr/>
          <a:lstStyle/>
          <a:p>
            <a:r>
              <a:rPr lang="en-US" dirty="0" err="1"/>
              <a:t>Functionele</a:t>
            </a:r>
            <a:r>
              <a:rPr lang="en-US" dirty="0"/>
              <a:t> </a:t>
            </a:r>
            <a:r>
              <a:rPr lang="en-US" dirty="0" err="1"/>
              <a:t>geschiktheid</a:t>
            </a:r>
            <a:endParaRPr lang="en-US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580BCF9B-86D9-21C8-7C70-2D0D96B376B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9B0FE32D-B8DB-25C0-9C42-42167498E1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BDE8AB7-EA7C-30C0-9807-2F45DC3A3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Functionele</a:t>
            </a:r>
            <a:r>
              <a:rPr lang="en-US" dirty="0"/>
              <a:t> </a:t>
            </a:r>
            <a:r>
              <a:rPr lang="en-US" dirty="0" err="1"/>
              <a:t>geschiktheid</a:t>
            </a:r>
            <a:endParaRPr lang="en-US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FDC49-3E84-9C81-2024-CB372A4E92BF}"/>
              </a:ext>
            </a:extLst>
          </p:cNvPr>
          <p:cNvSpPr txBox="1"/>
          <p:nvPr/>
        </p:nvSpPr>
        <p:spPr>
          <a:xfrm rot="16200000">
            <a:off x="-46094" y="3636822"/>
            <a:ext cx="119150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Test code ratio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069B38-3D40-8646-F4EE-82C262585BFE}"/>
              </a:ext>
            </a:extLst>
          </p:cNvPr>
          <p:cNvSpPr txBox="1"/>
          <p:nvPr/>
        </p:nvSpPr>
        <p:spPr>
          <a:xfrm>
            <a:off x="6131927" y="5901169"/>
            <a:ext cx="1417524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Aantal open CWEs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254DAD-E039-D9F3-96E2-D727A887B8C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87C7CC9-7D5A-7655-B2D6-EBA5A4F2F49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PORTFOLIO_NPR_5333_FUNCTIONAL_SUITABILITY_SCATTERPLOT">
            <a:extLst>
              <a:ext uri="{FF2B5EF4-FFF2-40B4-BE49-F238E27FC236}">
                <a16:creationId xmlns:a16="http://schemas.microsoft.com/office/drawing/2014/main" id="{C259C17A-58AA-FC0A-C45C-F1B7D3606F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4128516"/>
              </p:ext>
            </p:extLst>
          </p:nvPr>
        </p:nvGraphicFramePr>
        <p:xfrm>
          <a:off x="916412" y="1473201"/>
          <a:ext cx="10359177" cy="4492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ijdelijke aanduiding voor voettekst 14">
            <a:extLst>
              <a:ext uri="{FF2B5EF4-FFF2-40B4-BE49-F238E27FC236}">
                <a16:creationId xmlns:a16="http://schemas.microsoft.com/office/drawing/2014/main" id="{764A83C7-1F5D-CED1-2CE6-DBFAC3F39A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028302585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18487</TotalTime>
  <Words>1005</Words>
  <Application>Microsoft Macintosh PowerPoint</Application>
  <PresentationFormat>Widescreen</PresentationFormat>
  <Paragraphs>555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20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Light theme (default)</vt:lpstr>
      <vt:lpstr>Dark theme</vt:lpstr>
      <vt:lpstr>PowerPoint Presentation</vt:lpstr>
      <vt:lpstr>PORTFOLIO_PERIOD_MAINT_SHORT_SUMMARY</vt:lpstr>
      <vt:lpstr>PORTFOLIO_PERIOD_MAINT_SHORT_SUMMARY</vt:lpstr>
      <vt:lpstr>Security</vt:lpstr>
      <vt:lpstr>Security</vt:lpstr>
      <vt:lpstr>Reliability</vt:lpstr>
      <vt:lpstr>Reliability</vt:lpstr>
      <vt:lpstr>Functionele geschiktheid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229</cp:revision>
  <cp:lastPrinted>2020-04-20T09:37:43Z</cp:lastPrinted>
  <dcterms:created xsi:type="dcterms:W3CDTF">2025-10-22T11:22:13Z</dcterms:created>
  <dcterms:modified xsi:type="dcterms:W3CDTF">2026-05-19T16:17:39Z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