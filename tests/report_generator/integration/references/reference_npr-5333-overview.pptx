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4"/>
  </p:notesMasterIdLst>
  <p:handoutMasterIdLst>
    <p:handoutMasterId r:id="rId25"/>
  </p:handoutMasterIdLst>
  <p:sldIdLst>
    <p:sldId id="1973" r:id="rId6"/>
    <p:sldId id="11378" r:id="rId7"/>
    <p:sldId id="11371" r:id="rId8"/>
    <p:sldId id="1824" r:id="rId9"/>
    <p:sldId id="11403" r:id="rId10"/>
    <p:sldId id="11404" r:id="rId11"/>
    <p:sldId id="11387" r:id="rId12"/>
    <p:sldId id="11379" r:id="rId13"/>
    <p:sldId id="11374" r:id="rId14"/>
    <p:sldId id="11380" r:id="rId15"/>
    <p:sldId id="11376" r:id="rId16"/>
    <p:sldId id="11381" r:id="rId17"/>
    <p:sldId id="11377" r:id="rId18"/>
    <p:sldId id="11383" r:id="rId19"/>
    <p:sldId id="11382" r:id="rId20"/>
    <p:sldId id="11384" r:id="rId21"/>
    <p:sldId id="11385" r:id="rId22"/>
    <p:sldId id="113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3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64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</c:v>
                </c:pt>
                <c:pt idx="1">
                  <c:v>4.5</c:v>
                </c:pt>
                <c:pt idx="2">
                  <c:v>2.1</c:v>
                </c:pt>
                <c:pt idx="3">
                  <c:v>4.5</c:v>
                </c:pt>
                <c:pt idx="4">
                  <c:v>1.5</c:v>
                </c:pt>
                <c:pt idx="5">
                  <c:v>2.1</c:v>
                </c:pt>
                <c:pt idx="6">
                  <c:v>3.9</c:v>
                </c:pt>
                <c:pt idx="7">
                  <c:v>2.7</c:v>
                </c:pt>
                <c:pt idx="8">
                  <c:v>2.7</c:v>
                </c:pt>
                <c:pt idx="9">
                  <c:v>3.9</c:v>
                </c:pt>
                <c:pt idx="10">
                  <c:v>3.3</c:v>
                </c:pt>
                <c:pt idx="11">
                  <c:v>1.5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7</c:v>
                </c:pt>
                <c:pt idx="1">
                  <c:v>5</c:v>
                </c:pt>
                <c:pt idx="2">
                  <c:v>15</c:v>
                </c:pt>
                <c:pt idx="3">
                  <c:v>45</c:v>
                </c:pt>
                <c:pt idx="4">
                  <c:v>0</c:v>
                </c:pt>
                <c:pt idx="5">
                  <c:v>0</c:v>
                </c:pt>
                <c:pt idx="6">
                  <c:v>1013</c:v>
                </c:pt>
                <c:pt idx="7">
                  <c:v>42</c:v>
                </c:pt>
                <c:pt idx="8">
                  <c:v>24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2.1</c:v>
                </c:pt>
                <c:pt idx="1">
                  <c:v>2.1</c:v>
                </c:pt>
                <c:pt idx="2">
                  <c:v>1.4</c:v>
                </c:pt>
                <c:pt idx="3">
                  <c:v>1.1</c:v>
                </c:pt>
                <c:pt idx="4">
                  <c:v>3.4</c:v>
                </c:pt>
                <c:pt idx="5">
                  <c:v>5.5</c:v>
                </c:pt>
                <c:pt idx="6">
                  <c:v>2.6</c:v>
                </c:pt>
                <c:pt idx="7">
                  <c:v>1.1</c:v>
                </c:pt>
                <c:pt idx="8">
                  <c:v>1.9</c:v>
                </c:pt>
                <c:pt idx="9">
                  <c:v>2.4</c:v>
                </c:pt>
                <c:pt idx="10">
                  <c:v>3.4</c:v>
                </c:pt>
                <c:pt idx="11">
                  <c:v>3.3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Functional Suitability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193</c:v>
                </c:pt>
                <c:pt idx="1">
                  <c:v>141</c:v>
                </c:pt>
                <c:pt idx="2">
                  <c:v>112</c:v>
                </c:pt>
                <c:pt idx="3">
                  <c:v>94</c:v>
                </c:pt>
                <c:pt idx="4">
                  <c:v>10</c:v>
                </c:pt>
                <c:pt idx="5">
                  <c:v>4</c:v>
                </c:pt>
                <c:pt idx="6">
                  <c:v>3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1.5559151628411991</c:v>
                </c:pt>
                <c:pt idx="1">
                  <c:v>0.7272545364860646</c:v>
                </c:pt>
                <c:pt idx="2">
                  <c:v>0.7158149801669627</c:v>
                </c:pt>
                <c:pt idx="3">
                  <c:v>1.6848604048738367</c:v>
                </c:pt>
                <c:pt idx="4">
                  <c:v>0.9735727184331157</c:v>
                </c:pt>
                <c:pt idx="5">
                  <c:v>0.5290492957746479</c:v>
                </c:pt>
                <c:pt idx="6">
                  <c:v>0.37003177753814737</c:v>
                </c:pt>
                <c:pt idx="7">
                  <c:v>1.3833017183820222</c:v>
                </c:pt>
                <c:pt idx="8">
                  <c:v>0.4023615750105847</c:v>
                </c:pt>
                <c:pt idx="9">
                  <c:v>3.6938153752411904</c:v>
                </c:pt>
                <c:pt idx="10">
                  <c:v>0.0017429295159303757</c:v>
                </c:pt>
                <c:pt idx="11">
                  <c:v>0.6528559266471607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3.7"/>
          <c:min val="0.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63855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sv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tiff"/><Relationship Id="rId4" Type="http://schemas.openxmlformats.org/officeDocument/2006/relationships/chart" Target="../charts/chart1.xml"/><Relationship Id="rId5" Type="http://schemas.openxmlformats.org/officeDocument/2006/relationships/image" Target="../media/image6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emf"/><Relationship Id="rId4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emf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maintainability" TargetMode="External"/><Relationship Id="rId3" Type="http://schemas.openxmlformats.org/officeDocument/2006/relationships/hyperlink" Target="https://sigrid-says.com/reportgeneratordemo/integrationtest-airflow/-/maintainability" TargetMode="External"/><Relationship Id="rId4" Type="http://schemas.openxmlformats.org/officeDocument/2006/relationships/hyperlink" Target="https://sigrid-says.com/reportgeneratordemo/integrationtest-elasticsearch/-/maintainability" TargetMode="External"/><Relationship Id="rId5" Type="http://schemas.openxmlformats.org/officeDocument/2006/relationships/hyperlink" Target="https://sigrid-says.com/reportgeneratordemo/integrationtest-jruby/-/maintainability" TargetMode="External"/><Relationship Id="rId6" Type="http://schemas.openxmlformats.org/officeDocument/2006/relationships/hyperlink" Target="https://sigrid-says.com/reportgeneratordemo/integrationtest-druid/-/maintainability" TargetMode="External"/><Relationship Id="rId7" Type="http://schemas.openxmlformats.org/officeDocument/2006/relationships/hyperlink" Target="https://sigrid-says.com/reportgeneratordemo/integrationtest-kafka/-/maintainability" TargetMode="External"/><Relationship Id="rId8" Type="http://schemas.openxmlformats.org/officeDocument/2006/relationships/hyperlink" Target="https://sigrid-says.com/reportgeneratordemo/integrationtest-facebookyoga/-/maintainability" TargetMode="External"/><Relationship Id="rId9" Type="http://schemas.openxmlformats.org/officeDocument/2006/relationships/hyperlink" Target="https://sigrid-says.com/reportgeneratordemo/integrationtest-vscode/-/maintainability" TargetMode="External"/><Relationship Id="rId10" Type="http://schemas.openxmlformats.org/officeDocument/2006/relationships/hyperlink" Target="https://sigrid-says.com/reportgeneratordemo/integrationtest-webpack/-/maintainability" TargetMode="External"/><Relationship Id="rId11" Type="http://schemas.openxmlformats.org/officeDocument/2006/relationships/hyperlink" Target="https://sigrid-says.com/reportgeneratordemo/integrationtest-bazel/-/maintainabilit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airflow/-/security" TargetMode="External"/><Relationship Id="rId3" Type="http://schemas.openxmlformats.org/officeDocument/2006/relationships/hyperlink" Target="https://sigrid-says.com/reportgeneratordemo/integrationtest-bazel/-/security" TargetMode="External"/><Relationship Id="rId4" Type="http://schemas.openxmlformats.org/officeDocument/2006/relationships/hyperlink" Target="https://sigrid-says.com/reportgeneratordemo/integrationtest-druid/-/security" TargetMode="External"/><Relationship Id="rId5" Type="http://schemas.openxmlformats.org/officeDocument/2006/relationships/hyperlink" Target="https://sigrid-says.com/reportgeneratordemo/integrationtest-elasticsearch/-/security" TargetMode="External"/><Relationship Id="rId6" Type="http://schemas.openxmlformats.org/officeDocument/2006/relationships/hyperlink" Target="https://sigrid-says.com/reportgeneratordemo/integrationtest-electron/-/security" TargetMode="External"/><Relationship Id="rId7" Type="http://schemas.openxmlformats.org/officeDocument/2006/relationships/hyperlink" Target="https://sigrid-says.com/reportgeneratordemo/integrationtest-facebookyoga/-/security" TargetMode="External"/><Relationship Id="rId8" Type="http://schemas.openxmlformats.org/officeDocument/2006/relationships/hyperlink" Target="https://sigrid-says.com/reportgeneratordemo/integrationtest-git/-/security" TargetMode="External"/><Relationship Id="rId9" Type="http://schemas.openxmlformats.org/officeDocument/2006/relationships/hyperlink" Target="https://sigrid-says.com/reportgeneratordemo/integrationtest-jruby/-/security" TargetMode="External"/><Relationship Id="rId10" Type="http://schemas.openxmlformats.org/officeDocument/2006/relationships/hyperlink" Target="https://sigrid-says.com/reportgeneratordemo/integrationtest-kafka/-/security" TargetMode="External"/><Relationship Id="rId11" Type="http://schemas.openxmlformats.org/officeDocument/2006/relationships/hyperlink" Target="https://sigrid-says.com/reportgeneratordemo/integrationtest-vscode/-/securit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reliability" TargetMode="External"/><Relationship Id="rId3" Type="http://schemas.openxmlformats.org/officeDocument/2006/relationships/hyperlink" Target="https://sigrid-says.com/reportgeneratordemo/integrationtest-elasticsearch/-/reliability" TargetMode="External"/><Relationship Id="rId4" Type="http://schemas.openxmlformats.org/officeDocument/2006/relationships/hyperlink" Target="https://sigrid-says.com/reportgeneratordemo/integrationtest-jruby/-/reliability" TargetMode="External"/><Relationship Id="rId5" Type="http://schemas.openxmlformats.org/officeDocument/2006/relationships/hyperlink" Target="https://sigrid-says.com/reportgeneratordemo/integrationtest-kafka/-/reliability" TargetMode="External"/><Relationship Id="rId6" Type="http://schemas.openxmlformats.org/officeDocument/2006/relationships/hyperlink" Target="https://sigrid-says.com/reportgeneratordemo/integrationtest-druid/-/reliability" TargetMode="External"/><Relationship Id="rId7" Type="http://schemas.openxmlformats.org/officeDocument/2006/relationships/hyperlink" Target="https://sigrid-says.com/reportgeneratordemo/integrationtest-airflow/-/reliability" TargetMode="External"/><Relationship Id="rId8" Type="http://schemas.openxmlformats.org/officeDocument/2006/relationships/hyperlink" Target="https://sigrid-says.com/reportgeneratordemo/integrationtest-bazel/-/reliability" TargetMode="External"/><Relationship Id="rId9" Type="http://schemas.openxmlformats.org/officeDocument/2006/relationships/hyperlink" Target="https://sigrid-says.com/reportgeneratordemo/integrationtest-vscode/-/reliability" TargetMode="External"/><Relationship Id="rId10" Type="http://schemas.openxmlformats.org/officeDocument/2006/relationships/hyperlink" Target="https://sigrid-says.com/reportgeneratordemo/integrationtest-electron/-/reliability" TargetMode="External"/><Relationship Id="rId11" Type="http://schemas.openxmlformats.org/officeDocument/2006/relationships/hyperlink" Target="https://sigrid-says.com/reportgeneratordemo/integrationtest-facebookyoga/-/reliabilit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kafka/-/overview" TargetMode="External"/><Relationship Id="rId3" Type="http://schemas.openxmlformats.org/officeDocument/2006/relationships/hyperlink" Target="https://sigrid-says.com/reportgeneratordemo/integrationtest-elasticsearch/-/overview" TargetMode="External"/><Relationship Id="rId4" Type="http://schemas.openxmlformats.org/officeDocument/2006/relationships/hyperlink" Target="https://sigrid-says.com/reportgeneratordemo/integrationtest-druid/-/overview" TargetMode="External"/><Relationship Id="rId5" Type="http://schemas.openxmlformats.org/officeDocument/2006/relationships/hyperlink" Target="https://sigrid-says.com/reportgeneratordemo/integrationtest-jruby/-/overview" TargetMode="External"/><Relationship Id="rId6" Type="http://schemas.openxmlformats.org/officeDocument/2006/relationships/hyperlink" Target="https://sigrid-says.com/reportgeneratordemo/integrationtest-bazel/-/overview" TargetMode="External"/><Relationship Id="rId7" Type="http://schemas.openxmlformats.org/officeDocument/2006/relationships/hyperlink" Target="https://sigrid-says.com/reportgeneratordemo/integrationtest-zuul/-/overview" TargetMode="External"/><Relationship Id="rId8" Type="http://schemas.openxmlformats.org/officeDocument/2006/relationships/hyperlink" Target="https://sigrid-says.com/reportgeneratordemo/integrationtest-vscode/-/overview" TargetMode="External"/><Relationship Id="rId9" Type="http://schemas.openxmlformats.org/officeDocument/2006/relationships/hyperlink" Target="https://sigrid-says.com/reportgeneratordemo/integrationtest-airflow/-/overview" TargetMode="External"/><Relationship Id="rId10" Type="http://schemas.openxmlformats.org/officeDocument/2006/relationships/hyperlink" Target="https://sigrid-says.com/reportgeneratordemo/integrationtest-electron/-/overview" TargetMode="External"/><Relationship Id="rId11" Type="http://schemas.openxmlformats.org/officeDocument/2006/relationships/hyperlink" Target="https://sigrid-says.com/reportgeneratordemo/integrationtest-facebookyoga/-/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report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portfolio's maintainability has decreased (with -0.7 to 2.5) during the measured period</a:t>
            </a:r>
            <a:endParaRPr lang="en-GB" dirty="0"/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</a:t>
            </a:r>
            <a:r>
              <a:rPr lang="en-GB"/>
              <a:t>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2.2★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55.5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262.7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36.4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42.6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77.3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integrationtest-webpack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6.7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3.9★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2.7★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2.7★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3.9★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1013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155%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193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72.7%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141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71.6%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168%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94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97.4%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52.9%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37.0%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138%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40.2%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369%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18591</TotalTime>
  <Words>1158</Words>
  <Application>Microsoft Macintosh PowerPoint</Application>
  <PresentationFormat>Widescreen</PresentationFormat>
  <Paragraphs>481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254</cp:revision>
  <cp:lastPrinted>2020-04-20T09:37:43Z</cp:lastPrinted>
  <dcterms:created xsi:type="dcterms:W3CDTF">2025-10-22T11:22:13Z</dcterms:created>
  <dcterms:modified xsi:type="dcterms:W3CDTF">2026-05-26T10:26:42Z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