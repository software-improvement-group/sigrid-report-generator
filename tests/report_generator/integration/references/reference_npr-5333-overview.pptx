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431</c:v>
                </c:pt>
                <c:pt idx="1">
                  <c:v>16</c:v>
                </c:pt>
                <c:pt idx="2">
                  <c:v>96</c:v>
                </c:pt>
                <c:pt idx="3">
                  <c:v>19</c:v>
                </c:pt>
                <c:pt idx="4">
                  <c:v>34</c:v>
                </c:pt>
                <c:pt idx="5">
                  <c:v>0</c:v>
                </c:pt>
                <c:pt idx="6">
                  <c:v>1550</c:v>
                </c:pt>
                <c:pt idx="7">
                  <c:v>114</c:v>
                </c:pt>
                <c:pt idx="8">
                  <c:v>56</c:v>
                </c:pt>
                <c:pt idx="9">
                  <c:v>70</c:v>
                </c:pt>
                <c:pt idx="10">
                  <c:v>5</c:v>
                </c:pt>
                <c:pt idx="11">
                  <c:v>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2.4</c:v>
                </c:pt>
                <c:pt idx="2">
                  <c:v>1.9</c:v>
                </c:pt>
                <c:pt idx="3">
                  <c:v>1.5</c:v>
                </c:pt>
                <c:pt idx="4">
                  <c:v>2.4</c:v>
                </c:pt>
                <c:pt idx="5">
                  <c:v>5.5</c:v>
                </c:pt>
                <c:pt idx="6">
                  <c:v>2.6</c:v>
                </c:pt>
                <c:pt idx="7">
                  <c:v>1.7</c:v>
                </c:pt>
                <c:pt idx="8">
                  <c:v>2.0</c:v>
                </c:pt>
                <c:pt idx="9">
                  <c:v>2.1</c:v>
                </c:pt>
                <c:pt idx="10">
                  <c:v>3.1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4</c:v>
                </c:pt>
                <c:pt idx="2">
                  <c:v>15</c:v>
                </c:pt>
                <c:pt idx="3">
                  <c:v>16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41</c:v>
                </c:pt>
                <c:pt idx="8">
                  <c:v>24</c:v>
                </c:pt>
                <c:pt idx="9">
                  <c:v>0</c:v>
                </c:pt>
                <c:pt idx="10">
                  <c:v>0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3.1</c:v>
                </c:pt>
                <c:pt idx="1">
                  <c:v>2.4</c:v>
                </c:pt>
                <c:pt idx="2">
                  <c:v>1.4</c:v>
                </c:pt>
                <c:pt idx="3">
                  <c:v>1.5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</c:v>
                </c:pt>
                <c:pt idx="8">
                  <c:v>1.9</c:v>
                </c:pt>
                <c:pt idx="9">
                  <c:v>3.1</c:v>
                </c:pt>
                <c:pt idx="10">
                  <c:v>3.4</c:v>
                </c:pt>
                <c:pt idx="11">
                  <c:v>3.1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191</c:v>
                </c:pt>
                <c:pt idx="1">
                  <c:v>110</c:v>
                </c:pt>
                <c:pt idx="2">
                  <c:v>92</c:v>
                </c:pt>
                <c:pt idx="3">
                  <c:v>8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1.5559151628411991</c:v>
                </c:pt>
                <c:pt idx="1">
                  <c:v>0.7158149801669627</c:v>
                </c:pt>
                <c:pt idx="2">
                  <c:v>1.6848604048738367</c:v>
                </c:pt>
                <c:pt idx="3">
                  <c:v>0.9735727184331157</c:v>
                </c:pt>
                <c:pt idx="4">
                  <c:v>0.5290492957746479</c:v>
                </c:pt>
                <c:pt idx="5">
                  <c:v>0.7272545364860646</c:v>
                </c:pt>
                <c:pt idx="6">
                  <c:v>1.3833017183820222</c:v>
                </c:pt>
                <c:pt idx="7">
                  <c:v>0.4023615750105847</c:v>
                </c:pt>
                <c:pt idx="8">
                  <c:v>3.6938153752411904</c:v>
                </c:pt>
                <c:pt idx="9">
                  <c:v>0.0017429295159303757</c:v>
                </c:pt>
                <c:pt idx="10">
                  <c:v>0.37003177753814737</c:v>
                </c:pt>
                <c:pt idx="11">
                  <c:v>0.6528559266471607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maintainability" TargetMode="External"/><Relationship Id="rId3" Type="http://schemas.openxmlformats.org/officeDocument/2006/relationships/hyperlink" Target="https://sigrid-says.com/reportgeneratordemo/integrationtest-airflow/-/maintainability" TargetMode="External"/><Relationship Id="rId4" Type="http://schemas.openxmlformats.org/officeDocument/2006/relationships/hyperlink" Target="https://sigrid-says.com/reportgeneratordemo/integrationtest-elasticsearch/-/maintainability" TargetMode="External"/><Relationship Id="rId5" Type="http://schemas.openxmlformats.org/officeDocument/2006/relationships/hyperlink" Target="https://sigrid-says.com/reportgeneratordemo/integrationtest-jruby/-/maintainability" TargetMode="External"/><Relationship Id="rId6" Type="http://schemas.openxmlformats.org/officeDocument/2006/relationships/hyperlink" Target="https://sigrid-says.com/reportgeneratordemo/integrationtest-druid/-/maintainability" TargetMode="External"/><Relationship Id="rId7" Type="http://schemas.openxmlformats.org/officeDocument/2006/relationships/hyperlink" Target="https://sigrid-says.com/reportgeneratordemo/integrationtest-kafka/-/maintainability" TargetMode="External"/><Relationship Id="rId8" Type="http://schemas.openxmlformats.org/officeDocument/2006/relationships/hyperlink" Target="https://sigrid-says.com/reportgeneratordemo/integrationtest-facebookyoga/-/maintainability" TargetMode="External"/><Relationship Id="rId9" Type="http://schemas.openxmlformats.org/officeDocument/2006/relationships/hyperlink" Target="https://sigrid-says.com/reportgeneratordemo/integrationtest-vscode/-/maintainability" TargetMode="External"/><Relationship Id="rId10" Type="http://schemas.openxmlformats.org/officeDocument/2006/relationships/hyperlink" Target="https://sigrid-says.com/reportgeneratordemo/integrationtest-webpack/-/maintainability" TargetMode="External"/><Relationship Id="rId11" Type="http://schemas.openxmlformats.org/officeDocument/2006/relationships/hyperlink" Target="https://sigrid-says.com/reportgeneratordemo/integrationtest-bazel/-/maintainabilit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security" TargetMode="External"/><Relationship Id="rId3" Type="http://schemas.openxmlformats.org/officeDocument/2006/relationships/hyperlink" Target="https://sigrid-says.com/reportgeneratordemo/integrationtest-airflow/-/security" TargetMode="External"/><Relationship Id="rId4" Type="http://schemas.openxmlformats.org/officeDocument/2006/relationships/hyperlink" Target="https://sigrid-says.com/reportgeneratordemo/integrationtest-jruby/-/security" TargetMode="External"/><Relationship Id="rId5" Type="http://schemas.openxmlformats.org/officeDocument/2006/relationships/hyperlink" Target="https://sigrid-says.com/reportgeneratordemo/integrationtest-druid/-/security" TargetMode="External"/><Relationship Id="rId6" Type="http://schemas.openxmlformats.org/officeDocument/2006/relationships/hyperlink" Target="https://sigrid-says.com/reportgeneratordemo/integrationtest-vscode/-/security" TargetMode="External"/><Relationship Id="rId7" Type="http://schemas.openxmlformats.org/officeDocument/2006/relationships/hyperlink" Target="https://sigrid-says.com/reportgeneratordemo/integrationtest-kafka/-/security" TargetMode="External"/><Relationship Id="rId8" Type="http://schemas.openxmlformats.org/officeDocument/2006/relationships/hyperlink" Target="https://sigrid-says.com/reportgeneratordemo/integrationtest-electron/-/security" TargetMode="External"/><Relationship Id="rId9" Type="http://schemas.openxmlformats.org/officeDocument/2006/relationships/hyperlink" Target="https://sigrid-says.com/reportgeneratordemo/integrationtest-elasticsearch/-/security" TargetMode="External"/><Relationship Id="rId10" Type="http://schemas.openxmlformats.org/officeDocument/2006/relationships/hyperlink" Target="https://sigrid-says.com/reportgeneratordemo/integrationtest-bazel/-/security" TargetMode="External"/><Relationship Id="rId11" Type="http://schemas.openxmlformats.org/officeDocument/2006/relationships/hyperlink" Target="https://sigrid-says.com/reportgeneratordemo/integrationtest-zuul/-/securit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reliability" TargetMode="External"/><Relationship Id="rId3" Type="http://schemas.openxmlformats.org/officeDocument/2006/relationships/hyperlink" Target="https://sigrid-says.com/reportgeneratordemo/integrationtest-jruby/-/reliability" TargetMode="External"/><Relationship Id="rId4" Type="http://schemas.openxmlformats.org/officeDocument/2006/relationships/hyperlink" Target="https://sigrid-says.com/reportgeneratordemo/integrationtest-kafka/-/reliability" TargetMode="External"/><Relationship Id="rId5" Type="http://schemas.openxmlformats.org/officeDocument/2006/relationships/hyperlink" Target="https://sigrid-says.com/reportgeneratordemo/integrationtest-elasticsearch/-/reliability" TargetMode="External"/><Relationship Id="rId6" Type="http://schemas.openxmlformats.org/officeDocument/2006/relationships/hyperlink" Target="https://sigrid-says.com/reportgeneratordemo/integrationtest-druid/-/reliability" TargetMode="External"/><Relationship Id="rId7" Type="http://schemas.openxmlformats.org/officeDocument/2006/relationships/hyperlink" Target="https://sigrid-says.com/reportgeneratordemo/integrationtest-bazel/-/reliability" TargetMode="External"/><Relationship Id="rId8" Type="http://schemas.openxmlformats.org/officeDocument/2006/relationships/hyperlink" Target="https://sigrid-says.com/reportgeneratordemo/integrationtest-zuul/-/reliability" TargetMode="External"/><Relationship Id="rId9" Type="http://schemas.openxmlformats.org/officeDocument/2006/relationships/hyperlink" Target="https://sigrid-says.com/reportgeneratordemo/integrationtest-airflow/-/reliability" TargetMode="External"/><Relationship Id="rId10" Type="http://schemas.openxmlformats.org/officeDocument/2006/relationships/hyperlink" Target="https://sigrid-says.com/reportgeneratordemo/integrationtest-electron/-/reliability" TargetMode="External"/><Relationship Id="rId11" Type="http://schemas.openxmlformats.org/officeDocument/2006/relationships/hyperlink" Target="https://sigrid-says.com/reportgeneratordemo/integrationtest-facebookyoga/-/reliabilit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kafka/-/overview" TargetMode="External"/><Relationship Id="rId3" Type="http://schemas.openxmlformats.org/officeDocument/2006/relationships/hyperlink" Target="https://sigrid-says.com/reportgeneratordemo/integrationtest-druid/-/overview" TargetMode="External"/><Relationship Id="rId4" Type="http://schemas.openxmlformats.org/officeDocument/2006/relationships/hyperlink" Target="https://sigrid-says.com/reportgeneratordemo/integrationtest-jruby/-/overview" TargetMode="External"/><Relationship Id="rId5" Type="http://schemas.openxmlformats.org/officeDocument/2006/relationships/hyperlink" Target="https://sigrid-says.com/reportgeneratordemo/integrationtest-bazel/-/overview" TargetMode="External"/><Relationship Id="rId6" Type="http://schemas.openxmlformats.org/officeDocument/2006/relationships/hyperlink" Target="https://sigrid-says.com/reportgeneratordemo/integrationtest-zuul/-/overview" TargetMode="External"/><Relationship Id="rId7" Type="http://schemas.openxmlformats.org/officeDocument/2006/relationships/hyperlink" Target="https://sigrid-says.com/reportgeneratordemo/integrationtest-elasticsearch/-/overview" TargetMode="External"/><Relationship Id="rId8" Type="http://schemas.openxmlformats.org/officeDocument/2006/relationships/hyperlink" Target="https://sigrid-says.com/reportgeneratordemo/integrationtest-airflow/-/overview" TargetMode="External"/><Relationship Id="rId9" Type="http://schemas.openxmlformats.org/officeDocument/2006/relationships/hyperlink" Target="https://sigrid-says.com/reportgeneratordemo/integrationtest-electron/-/overview" TargetMode="External"/><Relationship Id="rId10" Type="http://schemas.openxmlformats.org/officeDocument/2006/relationships/hyperlink" Target="https://sigrid-says.com/reportgeneratordemo/integrationtest-facebookyoga/-/overview" TargetMode="External"/><Relationship Id="rId11" Type="http://schemas.openxmlformats.org/officeDocument/2006/relationships/hyperlink" Target="https://sigrid-says.com/reportgeneratordemo/integrationtest-git/-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2.2★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55.5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262.7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77.3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integrationtest-webpack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1550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431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2.0★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1013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155%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191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71.6%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168%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97.4%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52.9%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72.7%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138%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40.2%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369%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