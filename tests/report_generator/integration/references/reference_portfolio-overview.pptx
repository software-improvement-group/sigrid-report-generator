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6"/>
  </p:notesMasterIdLst>
  <p:handoutMasterIdLst>
    <p:handoutMasterId r:id="rId47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422" r:id="rId37"/>
    <p:sldId id="11376" r:id="rId38"/>
    <p:sldId id="11284" r:id="rId39"/>
    <p:sldId id="11377" r:id="rId40"/>
    <p:sldId id="11421" r:id="rId41"/>
    <p:sldId id="11415" r:id="rId42"/>
    <p:sldId id="11416" r:id="rId43"/>
    <p:sldId id="11417" r:id="rId44"/>
    <p:sldId id="1141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43.24324324324324</c:v>
                </c:pt>
                <c:pt idx="11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5.405405405405405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8.333333333333334</c:v>
                </c:pt>
                <c:pt idx="11">
                  <c:v>25.0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16.666666666666668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Relationship Id="rId4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svg"/><Relationship Id="rId4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svg"/><Relationship Id="rId4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svg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decreased (with -0.7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The portfolio's architecture quality has decreased (with -0.1 to 2.6) during the measured period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33% of systems has seen an increase in security ratings. 0% of systems has remained stable. 67%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largest increase in architecture quality rating was experienced by integrationtest-vscode (0.3 stars). The largest decrease in architecture quality rating was experienced by integrationtest-airflow (-0.2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Open Source Health (≥3.5★).</a:t>
            </a:r>
          </a:p>
          <a:p>
            <a:pPr indent="-283845"/>
            <a:r>
              <a:rPr lang="en-US" dirty="0"/>
              <a:t>42% of systems score market average for Open Source Health (3★).</a:t>
            </a:r>
          </a:p>
          <a:p>
            <a:pPr indent="-283845"/>
            <a:r>
              <a:rPr lang="en-US" dirty="0"/>
              <a:t>25% of systems score below market average for Open Source Health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67% of dependencies (64 in total) used in the system contain one or more known vulnerabilities.</a:t>
            </a:r>
          </a:p>
          <a:p>
            <a:r>
              <a:rPr lang="en-US" dirty="0"/>
              <a:t>50% of dependencies (48 in total) uses a potentially restrictive open-source license (e.g. GPL/AGPL).</a:t>
            </a:r>
          </a:p>
          <a:p>
            <a:r>
              <a:rPr lang="en-US" dirty="0"/>
              <a:t>50% of dependencies (48 in total) used in the system have not been updated for over 2 years.</a:t>
            </a:r>
          </a:p>
          <a:p>
            <a:r>
              <a:rPr lang="en-US" dirty="0"/>
              <a:t>67% of dependencies (64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34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3.7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33% of systems score below market average for Security(≤2.5★).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The portfolio remained stable (3.7) during the measured period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0% of systems has seen an increase in security ratings. 100% of systems has remained stable. 0%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/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2025-04-01, 0 critical security findings have been resolved while 356 new critical findings were discovered. Overall, there has been an increase in critical security findings of 356.</a:t>
            </a:r>
          </a:p>
          <a:p>
            <a:pPr indent="-283845"/>
            <a:r>
              <a:rPr lang="en-GB" sz="1550" dirty="0"/>
              <a:t>Of the resolved critical findings, most were resolved in at most 7 days (0 findings). 0 findings were resolved within the recommended 7 days while 0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2054 new high findings were discovered. Overall, there has been an increase in high security findings of 2028.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1237 new medium findings were discovered. Overall, there has been an increase in medium security findings of 1224.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40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18381</TotalTime>
  <Words>2799</Words>
  <Application>Microsoft Macintosh PowerPoint</Application>
  <PresentationFormat>Widescreen</PresentationFormat>
  <Paragraphs>434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207</cp:revision>
  <cp:lastPrinted>2020-04-20T09:37:43Z</cp:lastPrinted>
  <dcterms:created xsi:type="dcterms:W3CDTF">2025-10-22T11:22:13Z</dcterms:created>
  <dcterms:modified xsi:type="dcterms:W3CDTF">2026-07-21T14:47:28Z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