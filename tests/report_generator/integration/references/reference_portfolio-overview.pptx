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824" r:id="rId27"/>
    <p:sldId id="11403" r:id="rId28"/>
    <p:sldId id="11374" r:id="rId29"/>
    <p:sldId id="11405" r:id="rId30"/>
    <p:sldId id="11406" r:id="rId31"/>
    <p:sldId id="11402" r:id="rId32"/>
    <p:sldId id="11376" r:id="rId33"/>
    <p:sldId id="11284" r:id="rId34"/>
    <p:sldId id="11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tiff"/><Relationship Id="rId4" Type="http://schemas.openxmlformats.org/officeDocument/2006/relationships/chart" Target="../charts/chart16.xml"/><Relationship Id="rId5" Type="http://schemas.openxmlformats.org/officeDocument/2006/relationships/image" Target="../media/image11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US" dirty="0"/>
              <a:t>Portfolio trends -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decreased (with -0.7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821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1633</Words>
  <Application>Microsoft Macintosh PowerPoint</Application>
  <PresentationFormat>Widescreen</PresentationFormat>
  <Paragraphs>288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2026-04-03T10:31:53Z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