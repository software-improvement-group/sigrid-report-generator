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68"/>
    <p:restoredTop sz="96327"/>
  </p:normalViewPr>
  <p:slideViewPr>
    <p:cSldViewPr snapToGrid="0" snapToObjects="1" showGuides="1">
      <p:cViewPr>
        <p:scale>
          <a:sx n="95" d="100"/>
          <a:sy n="95" d="100"/>
        </p:scale>
        <p:origin x="2248" y="8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Sheet1!$A$2:$A$13</c:f>
              <c:strCache>
                <c:ptCount val="12"/>
                <c:pt idx="0">
                  <c:v>integrationtest-elasticsearch</c:v>
                </c:pt>
                <c:pt idx="1">
                  <c:v>integrationtest-airflow</c:v>
                </c:pt>
                <c:pt idx="2">
                  <c:v>integrationtest-git</c:v>
                </c:pt>
                <c:pt idx="3">
                  <c:v>integrationtest-vscode</c:v>
                </c:pt>
                <c:pt idx="4">
                  <c:v>integrationtest-jruby</c:v>
                </c:pt>
                <c:pt idx="5">
                  <c:v>integrationtest-kafka</c:v>
                </c:pt>
                <c:pt idx="6">
                  <c:v>integrationtest-druid</c:v>
                </c:pt>
                <c:pt idx="7">
                  <c:v>integrationtest-electron</c:v>
                </c:pt>
                <c:pt idx="8">
                  <c:v>integrationtest-webpack</c:v>
                </c:pt>
                <c:pt idx="9">
                  <c:v>integrationtest-bazel</c:v>
                </c:pt>
                <c:pt idx="10">
                  <c:v>integrationtest-facebookyoga</c:v>
                </c:pt>
                <c:pt idx="11">
                  <c:v>integrationtest-zuul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138.76191</c:v>
                </c:pt>
                <c:pt idx="1">
                  <c:v>34.857190000000003</c:v>
                </c:pt>
                <c:pt idx="2">
                  <c:v>24.574729999999999</c:v>
                </c:pt>
                <c:pt idx="3">
                  <c:v>18.88447</c:v>
                </c:pt>
                <c:pt idx="4">
                  <c:v>18.380690000000001</c:v>
                </c:pt>
                <c:pt idx="5">
                  <c:v>18.16938</c:v>
                </c:pt>
                <c:pt idx="6">
                  <c:v>12.486520000000001</c:v>
                </c:pt>
                <c:pt idx="7">
                  <c:v>3.17265</c:v>
                </c:pt>
                <c:pt idx="8">
                  <c:v>2.69231</c:v>
                </c:pt>
                <c:pt idx="9">
                  <c:v>1.53173</c:v>
                </c:pt>
                <c:pt idx="10">
                  <c:v>1.0407200000000001</c:v>
                </c:pt>
                <c:pt idx="11">
                  <c:v>0.52361999999999997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integrationtest-elasticsearch</c:v>
                </c:pt>
                <c:pt idx="1">
                  <c:v>integrationtest-airflow</c:v>
                </c:pt>
                <c:pt idx="2">
                  <c:v>integrationtest-git</c:v>
                </c:pt>
                <c:pt idx="3">
                  <c:v>integrationtest-vscode</c:v>
                </c:pt>
                <c:pt idx="4">
                  <c:v>integrationtest-jruby</c:v>
                </c:pt>
                <c:pt idx="5">
                  <c:v>integrationtest-kafka</c:v>
                </c:pt>
                <c:pt idx="6">
                  <c:v>integrationtest-druid</c:v>
                </c:pt>
                <c:pt idx="7">
                  <c:v>integrationtest-electron</c:v>
                </c:pt>
                <c:pt idx="8">
                  <c:v>integrationtest-webpack</c:v>
                </c:pt>
                <c:pt idx="9">
                  <c:v>integrationtest-bazel</c:v>
                </c:pt>
                <c:pt idx="10">
                  <c:v>integrationtest-facebookyoga</c:v>
                </c:pt>
                <c:pt idx="11">
                  <c:v>integrationtest-zuul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126.00943488858826</c:v>
                </c:pt>
                <c:pt idx="1">
                  <c:v>21.683513046341687</c:v>
                </c:pt>
                <c:pt idx="2">
                  <c:v>12.391236676501368</c:v>
                </c:pt>
                <c:pt idx="3">
                  <c:v>58.740346766105041</c:v>
                </c:pt>
                <c:pt idx="4">
                  <c:v>17.402782706155662</c:v>
                </c:pt>
                <c:pt idx="5">
                  <c:v>24.80422763888895</c:v>
                </c:pt>
                <c:pt idx="6">
                  <c:v>14.749963870967802</c:v>
                </c:pt>
                <c:pt idx="7">
                  <c:v>9.8193663248171283</c:v>
                </c:pt>
                <c:pt idx="8">
                  <c:v>8.3327238510553521</c:v>
                </c:pt>
                <c:pt idx="9">
                  <c:v>5.2096993699186935</c:v>
                </c:pt>
                <c:pt idx="10">
                  <c:v>2.5651353173961375</c:v>
                </c:pt>
                <c:pt idx="11">
                  <c:v>1.6227133333333315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change speed increase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0%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Lit>
              <c:formatCode>General</c:formatCode>
              <c:ptCount val="3"/>
              <c:pt idx="0">
                <c:v>1</c:v>
              </c:pt>
              <c:pt idx="1">
                <c:v>1</c:v>
              </c:pt>
              <c:pt idx="2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emf"/><Relationship Id="rId5" Type="http://schemas.openxmlformats.org/officeDocument/2006/relationships/image" Target="../media/image18.emf"/><Relationship Id="rId4" Type="http://schemas.openxmlformats.org/officeDocument/2006/relationships/image" Target="../media/image17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Reportgeneratordemo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20,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6301897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275 PY
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7531039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+ 78%
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4862323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578 PY
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45403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56.5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43.4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34.9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integrationtest-vscode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77.6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+ 47%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integrationtest-git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37.0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6.4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24.6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integrationtest-kafka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+ 77%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integrationtest-jruby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35.8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18.4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integrationtest-druid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27.2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+ 83%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12.5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integrationtest-webpack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4.5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+ 58%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integrationtest-electron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+ 30%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integrationtest-bazel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6.7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+ 39%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integrationtest-facebookyoga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3.6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+ 38%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graphicFrame>
        <p:nvGraphicFramePr>
          <p:cNvPr id="8" name="TECHNICAL_DEBT_SYSTEMS_CHART&#13;&#10;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991413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12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&#13;&#10;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0179552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31145</TotalTime>
  <Words>525</Words>
  <Application>Microsoft Macintosh PowerPoint</Application>
  <PresentationFormat>Widescreen</PresentationFormat>
  <Paragraphs>169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257</cp:revision>
  <cp:lastPrinted>2020-07-02T15:41:27Z</cp:lastPrinted>
  <dcterms:created xsi:type="dcterms:W3CDTF">2024-01-03T15:04:34Z</dcterms:created>
  <dcterms:modified xsi:type="dcterms:W3CDTF">2026-03-20T13:58:11Z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